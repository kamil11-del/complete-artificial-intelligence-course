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695574" cy="5143498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57300" y="1095375"/>
            <a:ext cx="1228725" cy="5334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1024" y="1952624"/>
            <a:ext cx="1905000" cy="34290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0524" y="2181224"/>
            <a:ext cx="2428875" cy="2962274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3028950" y="2552700"/>
            <a:ext cx="5705475" cy="38100"/>
          </a:xfrm>
          <a:custGeom>
            <a:avLst/>
            <a:gdLst/>
            <a:ahLst/>
            <a:cxnLst/>
            <a:rect l="l" t="t" r="r" b="b"/>
            <a:pathLst>
              <a:path w="5705475" h="38100">
                <a:moveTo>
                  <a:pt x="5705475" y="0"/>
                </a:moveTo>
                <a:lnTo>
                  <a:pt x="0" y="0"/>
                </a:lnTo>
                <a:lnTo>
                  <a:pt x="0" y="38100"/>
                </a:lnTo>
                <a:lnTo>
                  <a:pt x="5705475" y="38100"/>
                </a:lnTo>
                <a:lnTo>
                  <a:pt x="5705475" y="0"/>
                </a:lnTo>
                <a:close/>
              </a:path>
            </a:pathLst>
          </a:custGeom>
          <a:solidFill>
            <a:srgbClr val="0070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27070" y="552513"/>
            <a:ext cx="5325745" cy="1378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7266" y="2961511"/>
            <a:ext cx="5741034" cy="15211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C0000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C0000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pn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4562475"/>
            <a:ext cx="9143999" cy="58102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90749" y="4667250"/>
            <a:ext cx="1781175" cy="40004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14324" y="4733925"/>
            <a:ext cx="1533525" cy="24765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3529" y="70470"/>
            <a:ext cx="6536055" cy="868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3507" y="1892935"/>
            <a:ext cx="4339590" cy="15170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C00000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848600" y="4736145"/>
            <a:ext cx="1062354" cy="2587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Verdana"/>
                <a:cs typeface="Verdana"/>
              </a:defRPr>
            </a:lvl1pPr>
          </a:lstStyle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reativecommons.org/licenses/by-sa/2.0/legalcode" TargetMode="Externa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Relationship Id="rId15" Type="http://schemas.openxmlformats.org/officeDocument/2006/relationships/image" Target="../media/image39.png"/><Relationship Id="rId16" Type="http://schemas.openxmlformats.org/officeDocument/2006/relationships/image" Target="../media/image40.png"/><Relationship Id="rId17" Type="http://schemas.openxmlformats.org/officeDocument/2006/relationships/image" Target="../media/image41.png"/><Relationship Id="rId18" Type="http://schemas.openxmlformats.org/officeDocument/2006/relationships/image" Target="../media/image42.png"/><Relationship Id="rId19" Type="http://schemas.openxmlformats.org/officeDocument/2006/relationships/image" Target="../media/image43.png"/><Relationship Id="rId20" Type="http://schemas.openxmlformats.org/officeDocument/2006/relationships/image" Target="../media/image24.png"/><Relationship Id="rId21" Type="http://schemas.openxmlformats.org/officeDocument/2006/relationships/image" Target="../media/image44.png"/><Relationship Id="rId22" Type="http://schemas.openxmlformats.org/officeDocument/2006/relationships/image" Target="../media/image45.png"/><Relationship Id="rId23" Type="http://schemas.openxmlformats.org/officeDocument/2006/relationships/image" Target="../media/image46.png"/><Relationship Id="rId24" Type="http://schemas.openxmlformats.org/officeDocument/2006/relationships/image" Target="../media/image47.png"/><Relationship Id="rId25" Type="http://schemas.openxmlformats.org/officeDocument/2006/relationships/image" Target="../media/image48.png"/><Relationship Id="rId26" Type="http://schemas.openxmlformats.org/officeDocument/2006/relationships/image" Target="../media/image49.png"/><Relationship Id="rId27" Type="http://schemas.openxmlformats.org/officeDocument/2006/relationships/image" Target="../media/image50.png"/><Relationship Id="rId28" Type="http://schemas.openxmlformats.org/officeDocument/2006/relationships/image" Target="../media/image51.png"/><Relationship Id="rId29" Type="http://schemas.openxmlformats.org/officeDocument/2006/relationships/image" Target="../media/image52.png"/><Relationship Id="rId30" Type="http://schemas.openxmlformats.org/officeDocument/2006/relationships/image" Target="../media/image53.png"/><Relationship Id="rId31" Type="http://schemas.openxmlformats.org/officeDocument/2006/relationships/image" Target="../media/image54.png"/><Relationship Id="rId32" Type="http://schemas.openxmlformats.org/officeDocument/2006/relationships/image" Target="../media/image55.png"/><Relationship Id="rId33" Type="http://schemas.openxmlformats.org/officeDocument/2006/relationships/image" Target="../media/image56.png"/><Relationship Id="rId34" Type="http://schemas.openxmlformats.org/officeDocument/2006/relationships/image" Target="../media/image57.png"/><Relationship Id="rId35" Type="http://schemas.openxmlformats.org/officeDocument/2006/relationships/image" Target="../media/image58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Relationship Id="rId8" Type="http://schemas.openxmlformats.org/officeDocument/2006/relationships/image" Target="../media/image65.png"/><Relationship Id="rId9" Type="http://schemas.openxmlformats.org/officeDocument/2006/relationships/image" Target="../media/image66.png"/><Relationship Id="rId10" Type="http://schemas.openxmlformats.org/officeDocument/2006/relationships/image" Target="../media/image67.png"/><Relationship Id="rId11" Type="http://schemas.openxmlformats.org/officeDocument/2006/relationships/image" Target="../media/image68.png"/><Relationship Id="rId12" Type="http://schemas.openxmlformats.org/officeDocument/2006/relationships/image" Target="../media/image69.png"/><Relationship Id="rId13" Type="http://schemas.openxmlformats.org/officeDocument/2006/relationships/image" Target="../media/image70.png"/><Relationship Id="rId14" Type="http://schemas.openxmlformats.org/officeDocument/2006/relationships/image" Target="../media/image71.png"/><Relationship Id="rId15" Type="http://schemas.openxmlformats.org/officeDocument/2006/relationships/image" Target="../media/image7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3.png"/><Relationship Id="rId3" Type="http://schemas.openxmlformats.org/officeDocument/2006/relationships/image" Target="../media/image74.png"/><Relationship Id="rId4" Type="http://schemas.openxmlformats.org/officeDocument/2006/relationships/image" Target="../media/image75.png"/><Relationship Id="rId5" Type="http://schemas.openxmlformats.org/officeDocument/2006/relationships/image" Target="../media/image76.png"/><Relationship Id="rId6" Type="http://schemas.openxmlformats.org/officeDocument/2006/relationships/image" Target="../media/image77.png"/><Relationship Id="rId7" Type="http://schemas.openxmlformats.org/officeDocument/2006/relationships/image" Target="../media/image78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79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image" Target="../media/image82.png"/><Relationship Id="rId5" Type="http://schemas.openxmlformats.org/officeDocument/2006/relationships/image" Target="../media/image83.png"/><Relationship Id="rId6" Type="http://schemas.openxmlformats.org/officeDocument/2006/relationships/image" Target="../media/image84.png"/><Relationship Id="rId7" Type="http://schemas.openxmlformats.org/officeDocument/2006/relationships/image" Target="../media/image85.png"/><Relationship Id="rId8" Type="http://schemas.openxmlformats.org/officeDocument/2006/relationships/image" Target="../media/image86.png"/><Relationship Id="rId9" Type="http://schemas.openxmlformats.org/officeDocument/2006/relationships/image" Target="../media/image87.png"/><Relationship Id="rId10" Type="http://schemas.openxmlformats.org/officeDocument/2006/relationships/image" Target="../media/image88.png"/><Relationship Id="rId11" Type="http://schemas.openxmlformats.org/officeDocument/2006/relationships/image" Target="../media/image89.png"/><Relationship Id="rId12" Type="http://schemas.openxmlformats.org/officeDocument/2006/relationships/image" Target="../media/image90.png"/><Relationship Id="rId13" Type="http://schemas.openxmlformats.org/officeDocument/2006/relationships/image" Target="../media/image91.png"/><Relationship Id="rId14" Type="http://schemas.openxmlformats.org/officeDocument/2006/relationships/image" Target="../media/image92.png"/><Relationship Id="rId15" Type="http://schemas.openxmlformats.org/officeDocument/2006/relationships/image" Target="../media/image93.png"/><Relationship Id="rId16" Type="http://schemas.openxmlformats.org/officeDocument/2006/relationships/image" Target="../media/image94.png"/><Relationship Id="rId17" Type="http://schemas.openxmlformats.org/officeDocument/2006/relationships/image" Target="../media/image95.png"/><Relationship Id="rId18" Type="http://schemas.openxmlformats.org/officeDocument/2006/relationships/image" Target="../media/image96.png"/><Relationship Id="rId19" Type="http://schemas.openxmlformats.org/officeDocument/2006/relationships/image" Target="../media/image97.png"/><Relationship Id="rId20" Type="http://schemas.openxmlformats.org/officeDocument/2006/relationships/image" Target="../media/image98.png"/><Relationship Id="rId21" Type="http://schemas.openxmlformats.org/officeDocument/2006/relationships/image" Target="../media/image99.png"/><Relationship Id="rId22" Type="http://schemas.openxmlformats.org/officeDocument/2006/relationships/image" Target="../media/image100.png"/><Relationship Id="rId23" Type="http://schemas.openxmlformats.org/officeDocument/2006/relationships/image" Target="../media/image101.png"/><Relationship Id="rId24" Type="http://schemas.openxmlformats.org/officeDocument/2006/relationships/image" Target="../media/image102.png"/><Relationship Id="rId25" Type="http://schemas.openxmlformats.org/officeDocument/2006/relationships/image" Target="../media/image103.png"/><Relationship Id="rId26" Type="http://schemas.openxmlformats.org/officeDocument/2006/relationships/image" Target="../media/image104.png"/><Relationship Id="rId27" Type="http://schemas.openxmlformats.org/officeDocument/2006/relationships/image" Target="../media/image105.png"/><Relationship Id="rId28" Type="http://schemas.openxmlformats.org/officeDocument/2006/relationships/image" Target="../media/image106.png"/><Relationship Id="rId29" Type="http://schemas.openxmlformats.org/officeDocument/2006/relationships/image" Target="../media/image107.png"/><Relationship Id="rId30" Type="http://schemas.openxmlformats.org/officeDocument/2006/relationships/image" Target="../media/image108.png"/><Relationship Id="rId31" Type="http://schemas.openxmlformats.org/officeDocument/2006/relationships/image" Target="../media/image109.png"/><Relationship Id="rId32" Type="http://schemas.openxmlformats.org/officeDocument/2006/relationships/image" Target="../media/image110.png"/><Relationship Id="rId33" Type="http://schemas.openxmlformats.org/officeDocument/2006/relationships/image" Target="../media/image111.png"/><Relationship Id="rId34" Type="http://schemas.openxmlformats.org/officeDocument/2006/relationships/image" Target="../media/image112.png"/><Relationship Id="rId35" Type="http://schemas.openxmlformats.org/officeDocument/2006/relationships/image" Target="../media/image113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4.png"/><Relationship Id="rId3" Type="http://schemas.openxmlformats.org/officeDocument/2006/relationships/image" Target="../media/image115.png"/><Relationship Id="rId4" Type="http://schemas.openxmlformats.org/officeDocument/2006/relationships/image" Target="../media/image116.png"/><Relationship Id="rId5" Type="http://schemas.openxmlformats.org/officeDocument/2006/relationships/image" Target="../media/image117.png"/><Relationship Id="rId6" Type="http://schemas.openxmlformats.org/officeDocument/2006/relationships/image" Target="../media/image118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9.png"/><Relationship Id="rId3" Type="http://schemas.openxmlformats.org/officeDocument/2006/relationships/image" Target="../media/image120.png"/><Relationship Id="rId4" Type="http://schemas.openxmlformats.org/officeDocument/2006/relationships/image" Target="../media/image121.png"/><Relationship Id="rId5" Type="http://schemas.openxmlformats.org/officeDocument/2006/relationships/image" Target="../media/image122.png"/><Relationship Id="rId6" Type="http://schemas.openxmlformats.org/officeDocument/2006/relationships/image" Target="../media/image123.png"/><Relationship Id="rId7" Type="http://schemas.openxmlformats.org/officeDocument/2006/relationships/image" Target="../media/image124.png"/><Relationship Id="rId8" Type="http://schemas.openxmlformats.org/officeDocument/2006/relationships/image" Target="../media/image125.png"/><Relationship Id="rId9" Type="http://schemas.openxmlformats.org/officeDocument/2006/relationships/image" Target="../media/image126.png"/><Relationship Id="rId10" Type="http://schemas.openxmlformats.org/officeDocument/2006/relationships/image" Target="../media/image127.png"/><Relationship Id="rId11" Type="http://schemas.openxmlformats.org/officeDocument/2006/relationships/image" Target="../media/image128.png"/><Relationship Id="rId12" Type="http://schemas.openxmlformats.org/officeDocument/2006/relationships/image" Target="../media/image129.png"/><Relationship Id="rId13" Type="http://schemas.openxmlformats.org/officeDocument/2006/relationships/image" Target="../media/image130.png"/><Relationship Id="rId14" Type="http://schemas.openxmlformats.org/officeDocument/2006/relationships/image" Target="../media/image131.png"/><Relationship Id="rId15" Type="http://schemas.openxmlformats.org/officeDocument/2006/relationships/image" Target="../media/image132.png"/><Relationship Id="rId16" Type="http://schemas.openxmlformats.org/officeDocument/2006/relationships/image" Target="../media/image133.png"/><Relationship Id="rId17" Type="http://schemas.openxmlformats.org/officeDocument/2006/relationships/image" Target="../media/image134.png"/><Relationship Id="rId18" Type="http://schemas.openxmlformats.org/officeDocument/2006/relationships/image" Target="../media/image135.png"/><Relationship Id="rId19" Type="http://schemas.openxmlformats.org/officeDocument/2006/relationships/image" Target="../media/image136.png"/><Relationship Id="rId20" Type="http://schemas.openxmlformats.org/officeDocument/2006/relationships/image" Target="../media/image137.png"/><Relationship Id="rId21" Type="http://schemas.openxmlformats.org/officeDocument/2006/relationships/image" Target="../media/image138.png"/><Relationship Id="rId22" Type="http://schemas.openxmlformats.org/officeDocument/2006/relationships/image" Target="../media/image13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0.png"/><Relationship Id="rId3" Type="http://schemas.openxmlformats.org/officeDocument/2006/relationships/image" Target="../media/image141.png"/><Relationship Id="rId4" Type="http://schemas.openxmlformats.org/officeDocument/2006/relationships/image" Target="../media/image142.png"/><Relationship Id="rId5" Type="http://schemas.openxmlformats.org/officeDocument/2006/relationships/image" Target="../media/image143.png"/><Relationship Id="rId6" Type="http://schemas.openxmlformats.org/officeDocument/2006/relationships/image" Target="../media/image144.png"/><Relationship Id="rId7" Type="http://schemas.openxmlformats.org/officeDocument/2006/relationships/image" Target="../media/image145.png"/><Relationship Id="rId8" Type="http://schemas.openxmlformats.org/officeDocument/2006/relationships/image" Target="../media/image146.png"/><Relationship Id="rId9" Type="http://schemas.openxmlformats.org/officeDocument/2006/relationships/image" Target="../media/image147.png"/><Relationship Id="rId10" Type="http://schemas.openxmlformats.org/officeDocument/2006/relationships/image" Target="../media/image148.png"/><Relationship Id="rId11" Type="http://schemas.openxmlformats.org/officeDocument/2006/relationships/image" Target="../media/image149.png"/><Relationship Id="rId12" Type="http://schemas.openxmlformats.org/officeDocument/2006/relationships/image" Target="../media/image150.png"/><Relationship Id="rId13" Type="http://schemas.openxmlformats.org/officeDocument/2006/relationships/image" Target="../media/image151.png"/><Relationship Id="rId14" Type="http://schemas.openxmlformats.org/officeDocument/2006/relationships/image" Target="../media/image152.png"/><Relationship Id="rId15" Type="http://schemas.openxmlformats.org/officeDocument/2006/relationships/image" Target="../media/image153.png"/><Relationship Id="rId16" Type="http://schemas.openxmlformats.org/officeDocument/2006/relationships/image" Target="../media/image154.png"/><Relationship Id="rId17" Type="http://schemas.openxmlformats.org/officeDocument/2006/relationships/image" Target="../media/image155.png"/><Relationship Id="rId18" Type="http://schemas.openxmlformats.org/officeDocument/2006/relationships/image" Target="../media/image156.png"/><Relationship Id="rId19" Type="http://schemas.openxmlformats.org/officeDocument/2006/relationships/image" Target="../media/image157.png"/><Relationship Id="rId20" Type="http://schemas.openxmlformats.org/officeDocument/2006/relationships/image" Target="../media/image158.png"/><Relationship Id="rId21" Type="http://schemas.openxmlformats.org/officeDocument/2006/relationships/image" Target="../media/image15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0.png"/><Relationship Id="rId3" Type="http://schemas.openxmlformats.org/officeDocument/2006/relationships/image" Target="../media/image161.png"/><Relationship Id="rId4" Type="http://schemas.openxmlformats.org/officeDocument/2006/relationships/image" Target="../media/image162.png"/><Relationship Id="rId5" Type="http://schemas.openxmlformats.org/officeDocument/2006/relationships/image" Target="../media/image163.png"/><Relationship Id="rId6" Type="http://schemas.openxmlformats.org/officeDocument/2006/relationships/image" Target="../media/image164.png"/><Relationship Id="rId7" Type="http://schemas.openxmlformats.org/officeDocument/2006/relationships/image" Target="../media/image165.png"/><Relationship Id="rId8" Type="http://schemas.openxmlformats.org/officeDocument/2006/relationships/image" Target="../media/image166.png"/><Relationship Id="rId9" Type="http://schemas.openxmlformats.org/officeDocument/2006/relationships/image" Target="../media/image167.png"/><Relationship Id="rId10" Type="http://schemas.openxmlformats.org/officeDocument/2006/relationships/image" Target="../media/image168.png"/><Relationship Id="rId11" Type="http://schemas.openxmlformats.org/officeDocument/2006/relationships/image" Target="../media/image169.png"/><Relationship Id="rId12" Type="http://schemas.openxmlformats.org/officeDocument/2006/relationships/image" Target="../media/image170.png"/><Relationship Id="rId13" Type="http://schemas.openxmlformats.org/officeDocument/2006/relationships/image" Target="../media/image171.png"/><Relationship Id="rId14" Type="http://schemas.openxmlformats.org/officeDocument/2006/relationships/image" Target="../media/image172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3.png"/><Relationship Id="rId3" Type="http://schemas.openxmlformats.org/officeDocument/2006/relationships/image" Target="../media/image174.png"/><Relationship Id="rId4" Type="http://schemas.openxmlformats.org/officeDocument/2006/relationships/image" Target="../media/image175.png"/><Relationship Id="rId5" Type="http://schemas.openxmlformats.org/officeDocument/2006/relationships/image" Target="../media/image176.png"/><Relationship Id="rId6" Type="http://schemas.openxmlformats.org/officeDocument/2006/relationships/image" Target="../media/image177.png"/><Relationship Id="rId7" Type="http://schemas.openxmlformats.org/officeDocument/2006/relationships/image" Target="../media/image178.png"/><Relationship Id="rId8" Type="http://schemas.openxmlformats.org/officeDocument/2006/relationships/image" Target="../media/image179.png"/><Relationship Id="rId9" Type="http://schemas.openxmlformats.org/officeDocument/2006/relationships/image" Target="../media/image180.png"/><Relationship Id="rId10" Type="http://schemas.openxmlformats.org/officeDocument/2006/relationships/image" Target="../media/image181.png"/><Relationship Id="rId11" Type="http://schemas.openxmlformats.org/officeDocument/2006/relationships/image" Target="../media/image182.png"/><Relationship Id="rId12" Type="http://schemas.openxmlformats.org/officeDocument/2006/relationships/image" Target="../media/image183.png"/><Relationship Id="rId13" Type="http://schemas.openxmlformats.org/officeDocument/2006/relationships/image" Target="../media/image184.png"/><Relationship Id="rId14" Type="http://schemas.openxmlformats.org/officeDocument/2006/relationships/image" Target="../media/image185.png"/><Relationship Id="rId15" Type="http://schemas.openxmlformats.org/officeDocument/2006/relationships/image" Target="../media/image186.png"/><Relationship Id="rId16" Type="http://schemas.openxmlformats.org/officeDocument/2006/relationships/image" Target="../media/image118.png"/><Relationship Id="rId17" Type="http://schemas.openxmlformats.org/officeDocument/2006/relationships/image" Target="../media/image187.png"/><Relationship Id="rId18" Type="http://schemas.openxmlformats.org/officeDocument/2006/relationships/image" Target="../media/image188.png"/><Relationship Id="rId19" Type="http://schemas.openxmlformats.org/officeDocument/2006/relationships/image" Target="../media/image189.png"/><Relationship Id="rId20" Type="http://schemas.openxmlformats.org/officeDocument/2006/relationships/image" Target="../media/image190.png"/><Relationship Id="rId21" Type="http://schemas.openxmlformats.org/officeDocument/2006/relationships/image" Target="../media/image191.png"/><Relationship Id="rId22" Type="http://schemas.openxmlformats.org/officeDocument/2006/relationships/image" Target="../media/image192.png"/><Relationship Id="rId23" Type="http://schemas.openxmlformats.org/officeDocument/2006/relationships/image" Target="../media/image193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4.png"/><Relationship Id="rId3" Type="http://schemas.openxmlformats.org/officeDocument/2006/relationships/image" Target="../media/image195.png"/><Relationship Id="rId4" Type="http://schemas.openxmlformats.org/officeDocument/2006/relationships/image" Target="../media/image196.png"/><Relationship Id="rId5" Type="http://schemas.openxmlformats.org/officeDocument/2006/relationships/image" Target="../media/image197.png"/><Relationship Id="rId6" Type="http://schemas.openxmlformats.org/officeDocument/2006/relationships/image" Target="../media/image198.png"/><Relationship Id="rId7" Type="http://schemas.openxmlformats.org/officeDocument/2006/relationships/image" Target="../media/image199.png"/><Relationship Id="rId8" Type="http://schemas.openxmlformats.org/officeDocument/2006/relationships/image" Target="../media/image200.png"/><Relationship Id="rId9" Type="http://schemas.openxmlformats.org/officeDocument/2006/relationships/image" Target="../media/image201.png"/><Relationship Id="rId10" Type="http://schemas.openxmlformats.org/officeDocument/2006/relationships/image" Target="../media/image202.png"/><Relationship Id="rId11" Type="http://schemas.openxmlformats.org/officeDocument/2006/relationships/image" Target="../media/image203.png"/><Relationship Id="rId12" Type="http://schemas.openxmlformats.org/officeDocument/2006/relationships/image" Target="../media/image204.png"/><Relationship Id="rId13" Type="http://schemas.openxmlformats.org/officeDocument/2006/relationships/image" Target="../media/image205.png"/><Relationship Id="rId14" Type="http://schemas.openxmlformats.org/officeDocument/2006/relationships/image" Target="../media/image206.png"/><Relationship Id="rId15" Type="http://schemas.openxmlformats.org/officeDocument/2006/relationships/image" Target="../media/image207.png"/><Relationship Id="rId16" Type="http://schemas.openxmlformats.org/officeDocument/2006/relationships/image" Target="../media/image208.png"/><Relationship Id="rId17" Type="http://schemas.openxmlformats.org/officeDocument/2006/relationships/image" Target="../media/image209.png"/><Relationship Id="rId18" Type="http://schemas.openxmlformats.org/officeDocument/2006/relationships/image" Target="../media/image210.png"/><Relationship Id="rId19" Type="http://schemas.openxmlformats.org/officeDocument/2006/relationships/image" Target="../media/image211.png"/><Relationship Id="rId20" Type="http://schemas.openxmlformats.org/officeDocument/2006/relationships/image" Target="../media/image212.png"/><Relationship Id="rId21" Type="http://schemas.openxmlformats.org/officeDocument/2006/relationships/image" Target="../media/image213.png"/><Relationship Id="rId22" Type="http://schemas.openxmlformats.org/officeDocument/2006/relationships/image" Target="../media/image214.png"/><Relationship Id="rId23" Type="http://schemas.openxmlformats.org/officeDocument/2006/relationships/image" Target="../media/image215.png"/><Relationship Id="rId24" Type="http://schemas.openxmlformats.org/officeDocument/2006/relationships/image" Target="../media/image216.png"/><Relationship Id="rId25" Type="http://schemas.openxmlformats.org/officeDocument/2006/relationships/image" Target="../media/image217.png"/><Relationship Id="rId26" Type="http://schemas.openxmlformats.org/officeDocument/2006/relationships/image" Target="../media/image218.png"/><Relationship Id="rId27" Type="http://schemas.openxmlformats.org/officeDocument/2006/relationships/image" Target="../media/image118.png"/><Relationship Id="rId28" Type="http://schemas.openxmlformats.org/officeDocument/2006/relationships/image" Target="../media/image219.png"/><Relationship Id="rId29" Type="http://schemas.openxmlformats.org/officeDocument/2006/relationships/image" Target="../media/image220.png"/><Relationship Id="rId30" Type="http://schemas.openxmlformats.org/officeDocument/2006/relationships/image" Target="../media/image221.png"/><Relationship Id="rId31" Type="http://schemas.openxmlformats.org/officeDocument/2006/relationships/image" Target="../media/image222.png"/><Relationship Id="rId32" Type="http://schemas.openxmlformats.org/officeDocument/2006/relationships/image" Target="../media/image223.png"/><Relationship Id="rId33" Type="http://schemas.openxmlformats.org/officeDocument/2006/relationships/image" Target="../media/image224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5.png"/><Relationship Id="rId3" Type="http://schemas.openxmlformats.org/officeDocument/2006/relationships/image" Target="../media/image226.png"/><Relationship Id="rId4" Type="http://schemas.openxmlformats.org/officeDocument/2006/relationships/image" Target="../media/image227.png"/><Relationship Id="rId5" Type="http://schemas.openxmlformats.org/officeDocument/2006/relationships/image" Target="../media/image228.png"/><Relationship Id="rId6" Type="http://schemas.openxmlformats.org/officeDocument/2006/relationships/image" Target="../media/image229.png"/><Relationship Id="rId7" Type="http://schemas.openxmlformats.org/officeDocument/2006/relationships/image" Target="../media/image230.png"/><Relationship Id="rId8" Type="http://schemas.openxmlformats.org/officeDocument/2006/relationships/image" Target="../media/image231.png"/><Relationship Id="rId9" Type="http://schemas.openxmlformats.org/officeDocument/2006/relationships/image" Target="../media/image232.png"/><Relationship Id="rId10" Type="http://schemas.openxmlformats.org/officeDocument/2006/relationships/image" Target="../media/image233.png"/><Relationship Id="rId11" Type="http://schemas.openxmlformats.org/officeDocument/2006/relationships/image" Target="../media/image234.png"/><Relationship Id="rId12" Type="http://schemas.openxmlformats.org/officeDocument/2006/relationships/image" Target="../media/image235.png"/><Relationship Id="rId13" Type="http://schemas.openxmlformats.org/officeDocument/2006/relationships/image" Target="../media/image236.png"/><Relationship Id="rId14" Type="http://schemas.openxmlformats.org/officeDocument/2006/relationships/image" Target="../media/image237.png"/><Relationship Id="rId15" Type="http://schemas.openxmlformats.org/officeDocument/2006/relationships/image" Target="../media/image238.png"/><Relationship Id="rId16" Type="http://schemas.openxmlformats.org/officeDocument/2006/relationships/image" Target="../media/image239.png"/><Relationship Id="rId17" Type="http://schemas.openxmlformats.org/officeDocument/2006/relationships/image" Target="../media/image240.png"/><Relationship Id="rId18" Type="http://schemas.openxmlformats.org/officeDocument/2006/relationships/image" Target="../media/image241.png"/><Relationship Id="rId19" Type="http://schemas.openxmlformats.org/officeDocument/2006/relationships/image" Target="../media/image242.png"/><Relationship Id="rId20" Type="http://schemas.openxmlformats.org/officeDocument/2006/relationships/image" Target="../media/image243.png"/><Relationship Id="rId21" Type="http://schemas.openxmlformats.org/officeDocument/2006/relationships/image" Target="../media/image244.png"/><Relationship Id="rId22" Type="http://schemas.openxmlformats.org/officeDocument/2006/relationships/image" Target="../media/image245.png"/><Relationship Id="rId23" Type="http://schemas.openxmlformats.org/officeDocument/2006/relationships/image" Target="../media/image246.png"/><Relationship Id="rId24" Type="http://schemas.openxmlformats.org/officeDocument/2006/relationships/image" Target="../media/image247.png"/><Relationship Id="rId25" Type="http://schemas.openxmlformats.org/officeDocument/2006/relationships/image" Target="../media/image219.png"/><Relationship Id="rId26" Type="http://schemas.openxmlformats.org/officeDocument/2006/relationships/image" Target="../media/image248.png"/><Relationship Id="rId27" Type="http://schemas.openxmlformats.org/officeDocument/2006/relationships/image" Target="../media/image249.png"/><Relationship Id="rId28" Type="http://schemas.openxmlformats.org/officeDocument/2006/relationships/image" Target="../media/image250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51.png"/><Relationship Id="rId3" Type="http://schemas.openxmlformats.org/officeDocument/2006/relationships/image" Target="../media/image252.png"/><Relationship Id="rId4" Type="http://schemas.openxmlformats.org/officeDocument/2006/relationships/image" Target="../media/image253.png"/><Relationship Id="rId5" Type="http://schemas.openxmlformats.org/officeDocument/2006/relationships/image" Target="../media/image254.png"/><Relationship Id="rId6" Type="http://schemas.openxmlformats.org/officeDocument/2006/relationships/image" Target="../media/image255.png"/><Relationship Id="rId7" Type="http://schemas.openxmlformats.org/officeDocument/2006/relationships/image" Target="../media/image256.png"/><Relationship Id="rId8" Type="http://schemas.openxmlformats.org/officeDocument/2006/relationships/image" Target="../media/image257.png"/><Relationship Id="rId9" Type="http://schemas.openxmlformats.org/officeDocument/2006/relationships/image" Target="../media/image258.png"/><Relationship Id="rId10" Type="http://schemas.openxmlformats.org/officeDocument/2006/relationships/image" Target="../media/image118.png"/><Relationship Id="rId11" Type="http://schemas.openxmlformats.org/officeDocument/2006/relationships/image" Target="../media/image259.png"/><Relationship Id="rId12" Type="http://schemas.openxmlformats.org/officeDocument/2006/relationships/image" Target="../media/image260.png"/><Relationship Id="rId13" Type="http://schemas.openxmlformats.org/officeDocument/2006/relationships/image" Target="../media/image261.png"/><Relationship Id="rId14" Type="http://schemas.openxmlformats.org/officeDocument/2006/relationships/image" Target="../media/image262.png"/><Relationship Id="rId15" Type="http://schemas.openxmlformats.org/officeDocument/2006/relationships/image" Target="../media/image263.png"/><Relationship Id="rId16" Type="http://schemas.openxmlformats.org/officeDocument/2006/relationships/image" Target="../media/image264.png"/><Relationship Id="rId17" Type="http://schemas.openxmlformats.org/officeDocument/2006/relationships/image" Target="../media/image265.png"/><Relationship Id="rId18" Type="http://schemas.openxmlformats.org/officeDocument/2006/relationships/image" Target="../media/image266.png"/><Relationship Id="rId19" Type="http://schemas.openxmlformats.org/officeDocument/2006/relationships/image" Target="../media/image267.png"/><Relationship Id="rId20" Type="http://schemas.openxmlformats.org/officeDocument/2006/relationships/image" Target="../media/image268.png"/><Relationship Id="rId21" Type="http://schemas.openxmlformats.org/officeDocument/2006/relationships/image" Target="../media/image269.png"/><Relationship Id="rId22" Type="http://schemas.openxmlformats.org/officeDocument/2006/relationships/image" Target="../media/image270.png"/><Relationship Id="rId23" Type="http://schemas.openxmlformats.org/officeDocument/2006/relationships/image" Target="../media/image271.png"/><Relationship Id="rId24" Type="http://schemas.openxmlformats.org/officeDocument/2006/relationships/image" Target="../media/image272.png"/><Relationship Id="rId25" Type="http://schemas.openxmlformats.org/officeDocument/2006/relationships/image" Target="../media/image273.png"/><Relationship Id="rId26" Type="http://schemas.openxmlformats.org/officeDocument/2006/relationships/image" Target="../media/image274.png"/><Relationship Id="rId27" Type="http://schemas.openxmlformats.org/officeDocument/2006/relationships/image" Target="../media/image172.png"/><Relationship Id="rId28" Type="http://schemas.openxmlformats.org/officeDocument/2006/relationships/image" Target="../media/image275.png"/><Relationship Id="rId29" Type="http://schemas.openxmlformats.org/officeDocument/2006/relationships/image" Target="../media/image276.png"/><Relationship Id="rId30" Type="http://schemas.openxmlformats.org/officeDocument/2006/relationships/image" Target="../media/image277.png"/><Relationship Id="rId31" Type="http://schemas.openxmlformats.org/officeDocument/2006/relationships/image" Target="../media/image278.png"/><Relationship Id="rId32" Type="http://schemas.openxmlformats.org/officeDocument/2006/relationships/image" Target="../media/image279.png"/><Relationship Id="rId33" Type="http://schemas.openxmlformats.org/officeDocument/2006/relationships/image" Target="../media/image280.png"/><Relationship Id="rId34" Type="http://schemas.openxmlformats.org/officeDocument/2006/relationships/image" Target="../media/image281.png"/><Relationship Id="rId35" Type="http://schemas.openxmlformats.org/officeDocument/2006/relationships/image" Target="../media/image28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3.png"/><Relationship Id="rId3" Type="http://schemas.openxmlformats.org/officeDocument/2006/relationships/image" Target="../media/image284.png"/><Relationship Id="rId4" Type="http://schemas.openxmlformats.org/officeDocument/2006/relationships/image" Target="../media/image285.png"/><Relationship Id="rId5" Type="http://schemas.openxmlformats.org/officeDocument/2006/relationships/image" Target="../media/image286.png"/><Relationship Id="rId6" Type="http://schemas.openxmlformats.org/officeDocument/2006/relationships/image" Target="../media/image287.png"/><Relationship Id="rId7" Type="http://schemas.openxmlformats.org/officeDocument/2006/relationships/image" Target="../media/image288.png"/><Relationship Id="rId8" Type="http://schemas.openxmlformats.org/officeDocument/2006/relationships/image" Target="../media/image289.png"/><Relationship Id="rId9" Type="http://schemas.openxmlformats.org/officeDocument/2006/relationships/image" Target="../media/image290.png"/><Relationship Id="rId10" Type="http://schemas.openxmlformats.org/officeDocument/2006/relationships/image" Target="../media/image291.png"/><Relationship Id="rId11" Type="http://schemas.openxmlformats.org/officeDocument/2006/relationships/image" Target="../media/image292.png"/><Relationship Id="rId12" Type="http://schemas.openxmlformats.org/officeDocument/2006/relationships/image" Target="../media/image293.png"/><Relationship Id="rId13" Type="http://schemas.openxmlformats.org/officeDocument/2006/relationships/image" Target="../media/image294.png"/><Relationship Id="rId14" Type="http://schemas.openxmlformats.org/officeDocument/2006/relationships/image" Target="../media/image118.png"/><Relationship Id="rId15" Type="http://schemas.openxmlformats.org/officeDocument/2006/relationships/image" Target="../media/image295.png"/><Relationship Id="rId16" Type="http://schemas.openxmlformats.org/officeDocument/2006/relationships/image" Target="../media/image296.png"/><Relationship Id="rId17" Type="http://schemas.openxmlformats.org/officeDocument/2006/relationships/image" Target="../media/image297.png"/><Relationship Id="rId18" Type="http://schemas.openxmlformats.org/officeDocument/2006/relationships/image" Target="../media/image298.png"/><Relationship Id="rId19" Type="http://schemas.openxmlformats.org/officeDocument/2006/relationships/image" Target="../media/image299.png"/><Relationship Id="rId20" Type="http://schemas.openxmlformats.org/officeDocument/2006/relationships/image" Target="../media/image300.png"/><Relationship Id="rId21" Type="http://schemas.openxmlformats.org/officeDocument/2006/relationships/image" Target="../media/image301.png"/><Relationship Id="rId22" Type="http://schemas.openxmlformats.org/officeDocument/2006/relationships/image" Target="../media/image302.png"/><Relationship Id="rId23" Type="http://schemas.openxmlformats.org/officeDocument/2006/relationships/image" Target="../media/image303.png"/><Relationship Id="rId24" Type="http://schemas.openxmlformats.org/officeDocument/2006/relationships/image" Target="../media/image304.png"/><Relationship Id="rId25" Type="http://schemas.openxmlformats.org/officeDocument/2006/relationships/image" Target="../media/image305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3.png"/><Relationship Id="rId3" Type="http://schemas.openxmlformats.org/officeDocument/2006/relationships/image" Target="../media/image284.png"/><Relationship Id="rId4" Type="http://schemas.openxmlformats.org/officeDocument/2006/relationships/image" Target="../media/image285.png"/><Relationship Id="rId5" Type="http://schemas.openxmlformats.org/officeDocument/2006/relationships/image" Target="../media/image286.png"/><Relationship Id="rId6" Type="http://schemas.openxmlformats.org/officeDocument/2006/relationships/image" Target="../media/image306.png"/><Relationship Id="rId7" Type="http://schemas.openxmlformats.org/officeDocument/2006/relationships/image" Target="../media/image288.png"/><Relationship Id="rId8" Type="http://schemas.openxmlformats.org/officeDocument/2006/relationships/image" Target="../media/image293.png"/><Relationship Id="rId9" Type="http://schemas.openxmlformats.org/officeDocument/2006/relationships/image" Target="../media/image290.png"/><Relationship Id="rId10" Type="http://schemas.openxmlformats.org/officeDocument/2006/relationships/image" Target="../media/image307.png"/><Relationship Id="rId11" Type="http://schemas.openxmlformats.org/officeDocument/2006/relationships/image" Target="../media/image308.png"/><Relationship Id="rId12" Type="http://schemas.openxmlformats.org/officeDocument/2006/relationships/image" Target="../media/image289.png"/><Relationship Id="rId13" Type="http://schemas.openxmlformats.org/officeDocument/2006/relationships/image" Target="../media/image309.png"/><Relationship Id="rId14" Type="http://schemas.openxmlformats.org/officeDocument/2006/relationships/image" Target="../media/image310.png"/><Relationship Id="rId15" Type="http://schemas.openxmlformats.org/officeDocument/2006/relationships/image" Target="../media/image311.png"/><Relationship Id="rId16" Type="http://schemas.openxmlformats.org/officeDocument/2006/relationships/image" Target="../media/image312.png"/><Relationship Id="rId17" Type="http://schemas.openxmlformats.org/officeDocument/2006/relationships/image" Target="../media/image313.png"/><Relationship Id="rId18" Type="http://schemas.openxmlformats.org/officeDocument/2006/relationships/image" Target="../media/image219.png"/><Relationship Id="rId19" Type="http://schemas.openxmlformats.org/officeDocument/2006/relationships/image" Target="../media/image172.png"/><Relationship Id="rId20" Type="http://schemas.openxmlformats.org/officeDocument/2006/relationships/image" Target="../media/image314.png"/><Relationship Id="rId21" Type="http://schemas.openxmlformats.org/officeDocument/2006/relationships/image" Target="../media/image315.png"/><Relationship Id="rId22" Type="http://schemas.openxmlformats.org/officeDocument/2006/relationships/image" Target="../media/image316.png"/><Relationship Id="rId23" Type="http://schemas.openxmlformats.org/officeDocument/2006/relationships/image" Target="../media/image298.png"/><Relationship Id="rId24" Type="http://schemas.openxmlformats.org/officeDocument/2006/relationships/image" Target="../media/image317.png"/><Relationship Id="rId25" Type="http://schemas.openxmlformats.org/officeDocument/2006/relationships/image" Target="../media/image318.png"/><Relationship Id="rId26" Type="http://schemas.openxmlformats.org/officeDocument/2006/relationships/image" Target="../media/image319.png"/><Relationship Id="rId27" Type="http://schemas.openxmlformats.org/officeDocument/2006/relationships/image" Target="../media/image320.png"/><Relationship Id="rId28" Type="http://schemas.openxmlformats.org/officeDocument/2006/relationships/image" Target="../media/image321.png"/><Relationship Id="rId29" Type="http://schemas.openxmlformats.org/officeDocument/2006/relationships/image" Target="../media/image322.png"/><Relationship Id="rId30" Type="http://schemas.openxmlformats.org/officeDocument/2006/relationships/image" Target="../media/image323.png"/><Relationship Id="rId31" Type="http://schemas.openxmlformats.org/officeDocument/2006/relationships/image" Target="../media/image324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5.png"/><Relationship Id="rId3" Type="http://schemas.openxmlformats.org/officeDocument/2006/relationships/image" Target="../media/image326.png"/><Relationship Id="rId4" Type="http://schemas.openxmlformats.org/officeDocument/2006/relationships/image" Target="../media/image327.png"/><Relationship Id="rId5" Type="http://schemas.openxmlformats.org/officeDocument/2006/relationships/image" Target="../media/image328.png"/><Relationship Id="rId6" Type="http://schemas.openxmlformats.org/officeDocument/2006/relationships/image" Target="../media/image329.png"/><Relationship Id="rId7" Type="http://schemas.openxmlformats.org/officeDocument/2006/relationships/image" Target="../media/image330.png"/><Relationship Id="rId8" Type="http://schemas.openxmlformats.org/officeDocument/2006/relationships/image" Target="../media/image331.png"/><Relationship Id="rId9" Type="http://schemas.openxmlformats.org/officeDocument/2006/relationships/image" Target="../media/image332.png"/><Relationship Id="rId10" Type="http://schemas.openxmlformats.org/officeDocument/2006/relationships/image" Target="../media/image333.png"/><Relationship Id="rId11" Type="http://schemas.openxmlformats.org/officeDocument/2006/relationships/image" Target="../media/image334.png"/><Relationship Id="rId12" Type="http://schemas.openxmlformats.org/officeDocument/2006/relationships/image" Target="../media/image335.png"/><Relationship Id="rId13" Type="http://schemas.openxmlformats.org/officeDocument/2006/relationships/image" Target="../media/image336.png"/><Relationship Id="rId14" Type="http://schemas.openxmlformats.org/officeDocument/2006/relationships/image" Target="../media/image337.png"/><Relationship Id="rId15" Type="http://schemas.openxmlformats.org/officeDocument/2006/relationships/image" Target="../media/image338.png"/><Relationship Id="rId16" Type="http://schemas.openxmlformats.org/officeDocument/2006/relationships/image" Target="../media/image339.png"/><Relationship Id="rId17" Type="http://schemas.openxmlformats.org/officeDocument/2006/relationships/image" Target="../media/image340.png"/><Relationship Id="rId18" Type="http://schemas.openxmlformats.org/officeDocument/2006/relationships/image" Target="../media/image118.png"/><Relationship Id="rId19" Type="http://schemas.openxmlformats.org/officeDocument/2006/relationships/image" Target="../media/image341.png"/><Relationship Id="rId20" Type="http://schemas.openxmlformats.org/officeDocument/2006/relationships/image" Target="../media/image342.png"/><Relationship Id="rId21" Type="http://schemas.openxmlformats.org/officeDocument/2006/relationships/image" Target="../media/image343.png"/><Relationship Id="rId22" Type="http://schemas.openxmlformats.org/officeDocument/2006/relationships/image" Target="../media/image344.png"/><Relationship Id="rId23" Type="http://schemas.openxmlformats.org/officeDocument/2006/relationships/image" Target="../media/image345.png"/><Relationship Id="rId24" Type="http://schemas.openxmlformats.org/officeDocument/2006/relationships/image" Target="../media/image346.png"/><Relationship Id="rId25" Type="http://schemas.openxmlformats.org/officeDocument/2006/relationships/image" Target="../media/image347.png"/><Relationship Id="rId26" Type="http://schemas.openxmlformats.org/officeDocument/2006/relationships/image" Target="../media/image348.png"/><Relationship Id="rId27" Type="http://schemas.openxmlformats.org/officeDocument/2006/relationships/image" Target="../media/image349.png"/><Relationship Id="rId28" Type="http://schemas.openxmlformats.org/officeDocument/2006/relationships/image" Target="../media/image350.png"/><Relationship Id="rId29" Type="http://schemas.openxmlformats.org/officeDocument/2006/relationships/image" Target="../media/image351.png"/><Relationship Id="rId30" Type="http://schemas.openxmlformats.org/officeDocument/2006/relationships/image" Target="../media/image352.png"/><Relationship Id="rId31" Type="http://schemas.openxmlformats.org/officeDocument/2006/relationships/image" Target="../media/image353.png"/><Relationship Id="rId32" Type="http://schemas.openxmlformats.org/officeDocument/2006/relationships/image" Target="../media/image354.png"/><Relationship Id="rId33" Type="http://schemas.openxmlformats.org/officeDocument/2006/relationships/image" Target="../media/image355.png"/><Relationship Id="rId34" Type="http://schemas.openxmlformats.org/officeDocument/2006/relationships/image" Target="../media/image356.png"/><Relationship Id="rId35" Type="http://schemas.openxmlformats.org/officeDocument/2006/relationships/image" Target="../media/image357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8.png"/><Relationship Id="rId3" Type="http://schemas.openxmlformats.org/officeDocument/2006/relationships/image" Target="../media/image359.png"/><Relationship Id="rId4" Type="http://schemas.openxmlformats.org/officeDocument/2006/relationships/image" Target="../media/image360.png"/><Relationship Id="rId5" Type="http://schemas.openxmlformats.org/officeDocument/2006/relationships/image" Target="../media/image361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2.png"/><Relationship Id="rId3" Type="http://schemas.openxmlformats.org/officeDocument/2006/relationships/image" Target="../media/image363.png"/><Relationship Id="rId4" Type="http://schemas.openxmlformats.org/officeDocument/2006/relationships/image" Target="../media/image364.png"/><Relationship Id="rId5" Type="http://schemas.openxmlformats.org/officeDocument/2006/relationships/image" Target="../media/image365.png"/><Relationship Id="rId6" Type="http://schemas.openxmlformats.org/officeDocument/2006/relationships/image" Target="../media/image366.png"/><Relationship Id="rId7" Type="http://schemas.openxmlformats.org/officeDocument/2006/relationships/image" Target="../media/image367.png"/><Relationship Id="rId8" Type="http://schemas.openxmlformats.org/officeDocument/2006/relationships/image" Target="../media/image368.png"/><Relationship Id="rId9" Type="http://schemas.openxmlformats.org/officeDocument/2006/relationships/image" Target="../media/image369.png"/><Relationship Id="rId10" Type="http://schemas.openxmlformats.org/officeDocument/2006/relationships/image" Target="../media/image370.png"/><Relationship Id="rId11" Type="http://schemas.openxmlformats.org/officeDocument/2006/relationships/image" Target="../media/image371.png"/><Relationship Id="rId12" Type="http://schemas.openxmlformats.org/officeDocument/2006/relationships/image" Target="../media/image372.png"/><Relationship Id="rId13" Type="http://schemas.openxmlformats.org/officeDocument/2006/relationships/image" Target="../media/image373.png"/><Relationship Id="rId14" Type="http://schemas.openxmlformats.org/officeDocument/2006/relationships/image" Target="../media/image374.png"/><Relationship Id="rId15" Type="http://schemas.openxmlformats.org/officeDocument/2006/relationships/image" Target="../media/image375.png"/><Relationship Id="rId16" Type="http://schemas.openxmlformats.org/officeDocument/2006/relationships/image" Target="../media/image376.png"/><Relationship Id="rId17" Type="http://schemas.openxmlformats.org/officeDocument/2006/relationships/image" Target="../media/image377.png"/><Relationship Id="rId18" Type="http://schemas.openxmlformats.org/officeDocument/2006/relationships/image" Target="../media/image378.png"/><Relationship Id="rId19" Type="http://schemas.openxmlformats.org/officeDocument/2006/relationships/image" Target="../media/image379.png"/><Relationship Id="rId20" Type="http://schemas.openxmlformats.org/officeDocument/2006/relationships/image" Target="../media/image380.png"/><Relationship Id="rId21" Type="http://schemas.openxmlformats.org/officeDocument/2006/relationships/image" Target="../media/image381.png"/><Relationship Id="rId22" Type="http://schemas.openxmlformats.org/officeDocument/2006/relationships/image" Target="../media/image382.png"/><Relationship Id="rId23" Type="http://schemas.openxmlformats.org/officeDocument/2006/relationships/image" Target="../media/image383.png"/><Relationship Id="rId24" Type="http://schemas.openxmlformats.org/officeDocument/2006/relationships/image" Target="../media/image384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5.png"/><Relationship Id="rId3" Type="http://schemas.openxmlformats.org/officeDocument/2006/relationships/image" Target="../media/image386.png"/><Relationship Id="rId4" Type="http://schemas.openxmlformats.org/officeDocument/2006/relationships/image" Target="../media/image387.png"/><Relationship Id="rId5" Type="http://schemas.openxmlformats.org/officeDocument/2006/relationships/image" Target="../media/image388.png"/><Relationship Id="rId6" Type="http://schemas.openxmlformats.org/officeDocument/2006/relationships/image" Target="../media/image389.png"/><Relationship Id="rId7" Type="http://schemas.openxmlformats.org/officeDocument/2006/relationships/image" Target="../media/image390.png"/><Relationship Id="rId8" Type="http://schemas.openxmlformats.org/officeDocument/2006/relationships/image" Target="../media/image391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2.png"/><Relationship Id="rId3" Type="http://schemas.openxmlformats.org/officeDocument/2006/relationships/image" Target="../media/image393.png"/><Relationship Id="rId4" Type="http://schemas.openxmlformats.org/officeDocument/2006/relationships/image" Target="../media/image394.png"/><Relationship Id="rId5" Type="http://schemas.openxmlformats.org/officeDocument/2006/relationships/image" Target="../media/image395.png"/><Relationship Id="rId6" Type="http://schemas.openxmlformats.org/officeDocument/2006/relationships/image" Target="../media/image396.png"/><Relationship Id="rId7" Type="http://schemas.openxmlformats.org/officeDocument/2006/relationships/image" Target="../media/image397.png"/><Relationship Id="rId8" Type="http://schemas.openxmlformats.org/officeDocument/2006/relationships/image" Target="../media/image398.png"/><Relationship Id="rId9" Type="http://schemas.openxmlformats.org/officeDocument/2006/relationships/image" Target="../media/image399.png"/><Relationship Id="rId10" Type="http://schemas.openxmlformats.org/officeDocument/2006/relationships/image" Target="../media/image400.png"/><Relationship Id="rId11" Type="http://schemas.openxmlformats.org/officeDocument/2006/relationships/image" Target="../media/image401.png"/><Relationship Id="rId12" Type="http://schemas.openxmlformats.org/officeDocument/2006/relationships/image" Target="../media/image402.png"/><Relationship Id="rId13" Type="http://schemas.openxmlformats.org/officeDocument/2006/relationships/image" Target="../media/image403.png"/><Relationship Id="rId14" Type="http://schemas.openxmlformats.org/officeDocument/2006/relationships/image" Target="../media/image404.png"/><Relationship Id="rId15" Type="http://schemas.openxmlformats.org/officeDocument/2006/relationships/image" Target="../media/image405.png"/><Relationship Id="rId16" Type="http://schemas.openxmlformats.org/officeDocument/2006/relationships/image" Target="../media/image406.png"/><Relationship Id="rId17" Type="http://schemas.openxmlformats.org/officeDocument/2006/relationships/image" Target="../media/image407.png"/><Relationship Id="rId18" Type="http://schemas.openxmlformats.org/officeDocument/2006/relationships/image" Target="../media/image408.png"/><Relationship Id="rId19" Type="http://schemas.openxmlformats.org/officeDocument/2006/relationships/image" Target="../media/image409.png"/><Relationship Id="rId20" Type="http://schemas.openxmlformats.org/officeDocument/2006/relationships/image" Target="../media/image410.png"/><Relationship Id="rId21" Type="http://schemas.openxmlformats.org/officeDocument/2006/relationships/image" Target="../media/image411.png"/><Relationship Id="rId22" Type="http://schemas.openxmlformats.org/officeDocument/2006/relationships/image" Target="../media/image412.png"/><Relationship Id="rId23" Type="http://schemas.openxmlformats.org/officeDocument/2006/relationships/image" Target="../media/image413.png"/><Relationship Id="rId24" Type="http://schemas.openxmlformats.org/officeDocument/2006/relationships/image" Target="../media/image414.png"/><Relationship Id="rId25" Type="http://schemas.openxmlformats.org/officeDocument/2006/relationships/image" Target="../media/image415.png"/><Relationship Id="rId26" Type="http://schemas.openxmlformats.org/officeDocument/2006/relationships/image" Target="../media/image416.png"/><Relationship Id="rId27" Type="http://schemas.openxmlformats.org/officeDocument/2006/relationships/image" Target="../media/image417.png"/><Relationship Id="rId28" Type="http://schemas.openxmlformats.org/officeDocument/2006/relationships/image" Target="../media/image418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9.png"/><Relationship Id="rId3" Type="http://schemas.openxmlformats.org/officeDocument/2006/relationships/image" Target="../media/image420.png"/><Relationship Id="rId4" Type="http://schemas.openxmlformats.org/officeDocument/2006/relationships/image" Target="../media/image421.png"/><Relationship Id="rId5" Type="http://schemas.openxmlformats.org/officeDocument/2006/relationships/image" Target="../media/image422.png"/><Relationship Id="rId6" Type="http://schemas.openxmlformats.org/officeDocument/2006/relationships/image" Target="../media/image423.png"/><Relationship Id="rId7" Type="http://schemas.openxmlformats.org/officeDocument/2006/relationships/image" Target="../media/image424.png"/><Relationship Id="rId8" Type="http://schemas.openxmlformats.org/officeDocument/2006/relationships/image" Target="../media/image425.png"/><Relationship Id="rId9" Type="http://schemas.openxmlformats.org/officeDocument/2006/relationships/image" Target="../media/image426.png"/><Relationship Id="rId10" Type="http://schemas.openxmlformats.org/officeDocument/2006/relationships/image" Target="../media/image427.png"/><Relationship Id="rId11" Type="http://schemas.openxmlformats.org/officeDocument/2006/relationships/image" Target="../media/image428.png"/><Relationship Id="rId12" Type="http://schemas.openxmlformats.org/officeDocument/2006/relationships/image" Target="../media/image429.png"/><Relationship Id="rId13" Type="http://schemas.openxmlformats.org/officeDocument/2006/relationships/image" Target="../media/image430.png"/><Relationship Id="rId14" Type="http://schemas.openxmlformats.org/officeDocument/2006/relationships/image" Target="../media/image431.png"/><Relationship Id="rId15" Type="http://schemas.openxmlformats.org/officeDocument/2006/relationships/image" Target="../media/image432.png"/><Relationship Id="rId16" Type="http://schemas.openxmlformats.org/officeDocument/2006/relationships/image" Target="../media/image433.png"/><Relationship Id="rId17" Type="http://schemas.openxmlformats.org/officeDocument/2006/relationships/image" Target="../media/image434.png"/><Relationship Id="rId18" Type="http://schemas.openxmlformats.org/officeDocument/2006/relationships/image" Target="../media/image435.png"/><Relationship Id="rId19" Type="http://schemas.openxmlformats.org/officeDocument/2006/relationships/image" Target="../media/image436.png"/><Relationship Id="rId20" Type="http://schemas.openxmlformats.org/officeDocument/2006/relationships/image" Target="../media/image437.png"/><Relationship Id="rId21" Type="http://schemas.openxmlformats.org/officeDocument/2006/relationships/image" Target="../media/image438.png"/><Relationship Id="rId22" Type="http://schemas.openxmlformats.org/officeDocument/2006/relationships/image" Target="../media/image439.png"/><Relationship Id="rId23" Type="http://schemas.openxmlformats.org/officeDocument/2006/relationships/image" Target="../media/image440.png"/><Relationship Id="rId24" Type="http://schemas.openxmlformats.org/officeDocument/2006/relationships/image" Target="../media/image441.png"/><Relationship Id="rId25" Type="http://schemas.openxmlformats.org/officeDocument/2006/relationships/image" Target="../media/image442.png"/><Relationship Id="rId26" Type="http://schemas.openxmlformats.org/officeDocument/2006/relationships/image" Target="../media/image443.png"/><Relationship Id="rId27" Type="http://schemas.openxmlformats.org/officeDocument/2006/relationships/image" Target="../media/image444.png"/><Relationship Id="rId28" Type="http://schemas.openxmlformats.org/officeDocument/2006/relationships/image" Target="../media/image445.png"/><Relationship Id="rId29" Type="http://schemas.openxmlformats.org/officeDocument/2006/relationships/image" Target="../media/image446.png"/><Relationship Id="rId30" Type="http://schemas.openxmlformats.org/officeDocument/2006/relationships/image" Target="../media/image447.png"/><Relationship Id="rId31" Type="http://schemas.openxmlformats.org/officeDocument/2006/relationships/image" Target="../media/image448.png"/><Relationship Id="rId32" Type="http://schemas.openxmlformats.org/officeDocument/2006/relationships/image" Target="../media/image449.png"/><Relationship Id="rId33" Type="http://schemas.openxmlformats.org/officeDocument/2006/relationships/image" Target="../media/image450.png"/><Relationship Id="rId34" Type="http://schemas.openxmlformats.org/officeDocument/2006/relationships/image" Target="../media/image451.png"/><Relationship Id="rId35" Type="http://schemas.openxmlformats.org/officeDocument/2006/relationships/image" Target="../media/image452.png"/><Relationship Id="rId36" Type="http://schemas.openxmlformats.org/officeDocument/2006/relationships/image" Target="../media/image453.png"/><Relationship Id="rId37" Type="http://schemas.openxmlformats.org/officeDocument/2006/relationships/image" Target="../media/image454.png"/><Relationship Id="rId38" Type="http://schemas.openxmlformats.org/officeDocument/2006/relationships/image" Target="../media/image455.png"/><Relationship Id="rId39" Type="http://schemas.openxmlformats.org/officeDocument/2006/relationships/image" Target="../media/image456.png"/><Relationship Id="rId40" Type="http://schemas.openxmlformats.org/officeDocument/2006/relationships/image" Target="../media/image457.png"/><Relationship Id="rId41" Type="http://schemas.openxmlformats.org/officeDocument/2006/relationships/image" Target="../media/image458.png"/><Relationship Id="rId42" Type="http://schemas.openxmlformats.org/officeDocument/2006/relationships/image" Target="../media/image459.png"/><Relationship Id="rId43" Type="http://schemas.openxmlformats.org/officeDocument/2006/relationships/image" Target="../media/image460.png"/><Relationship Id="rId44" Type="http://schemas.openxmlformats.org/officeDocument/2006/relationships/image" Target="../media/image461.png"/><Relationship Id="rId45" Type="http://schemas.openxmlformats.org/officeDocument/2006/relationships/image" Target="../media/image462.png"/><Relationship Id="rId46" Type="http://schemas.openxmlformats.org/officeDocument/2006/relationships/image" Target="../media/image463.png"/><Relationship Id="rId47" Type="http://schemas.openxmlformats.org/officeDocument/2006/relationships/image" Target="../media/image464.png"/><Relationship Id="rId48" Type="http://schemas.openxmlformats.org/officeDocument/2006/relationships/image" Target="../media/image465.png"/><Relationship Id="rId49" Type="http://schemas.openxmlformats.org/officeDocument/2006/relationships/image" Target="../media/image466.png"/><Relationship Id="rId50" Type="http://schemas.openxmlformats.org/officeDocument/2006/relationships/image" Target="../media/image467.png"/><Relationship Id="rId51" Type="http://schemas.openxmlformats.org/officeDocument/2006/relationships/image" Target="../media/image468.png"/><Relationship Id="rId52" Type="http://schemas.openxmlformats.org/officeDocument/2006/relationships/image" Target="../media/image469.png"/><Relationship Id="rId53" Type="http://schemas.openxmlformats.org/officeDocument/2006/relationships/image" Target="../media/image470.png"/><Relationship Id="rId54" Type="http://schemas.openxmlformats.org/officeDocument/2006/relationships/image" Target="../media/image471.png"/><Relationship Id="rId55" Type="http://schemas.openxmlformats.org/officeDocument/2006/relationships/image" Target="../media/image472.png"/><Relationship Id="rId56" Type="http://schemas.openxmlformats.org/officeDocument/2006/relationships/image" Target="../media/image473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74.png"/><Relationship Id="rId3" Type="http://schemas.openxmlformats.org/officeDocument/2006/relationships/image" Target="../media/image475.png"/><Relationship Id="rId4" Type="http://schemas.openxmlformats.org/officeDocument/2006/relationships/image" Target="../media/image476.png"/><Relationship Id="rId5" Type="http://schemas.openxmlformats.org/officeDocument/2006/relationships/image" Target="../media/image477.png"/><Relationship Id="rId6" Type="http://schemas.openxmlformats.org/officeDocument/2006/relationships/image" Target="../media/image478.png"/><Relationship Id="rId7" Type="http://schemas.openxmlformats.org/officeDocument/2006/relationships/image" Target="../media/image479.png"/><Relationship Id="rId8" Type="http://schemas.openxmlformats.org/officeDocument/2006/relationships/image" Target="../media/image480.png"/><Relationship Id="rId9" Type="http://schemas.openxmlformats.org/officeDocument/2006/relationships/image" Target="../media/image481.png"/><Relationship Id="rId10" Type="http://schemas.openxmlformats.org/officeDocument/2006/relationships/image" Target="../media/image482.png"/><Relationship Id="rId11" Type="http://schemas.openxmlformats.org/officeDocument/2006/relationships/image" Target="../media/image483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84.png"/><Relationship Id="rId3" Type="http://schemas.openxmlformats.org/officeDocument/2006/relationships/image" Target="../media/image485.png"/><Relationship Id="rId4" Type="http://schemas.openxmlformats.org/officeDocument/2006/relationships/image" Target="../media/image486.png"/><Relationship Id="rId5" Type="http://schemas.openxmlformats.org/officeDocument/2006/relationships/image" Target="../media/image487.png"/><Relationship Id="rId6" Type="http://schemas.openxmlformats.org/officeDocument/2006/relationships/image" Target="../media/image488.png"/><Relationship Id="rId7" Type="http://schemas.openxmlformats.org/officeDocument/2006/relationships/image" Target="../media/image489.png"/><Relationship Id="rId8" Type="http://schemas.openxmlformats.org/officeDocument/2006/relationships/image" Target="../media/image490.png"/><Relationship Id="rId9" Type="http://schemas.openxmlformats.org/officeDocument/2006/relationships/image" Target="../media/image491.png"/><Relationship Id="rId10" Type="http://schemas.openxmlformats.org/officeDocument/2006/relationships/image" Target="../media/image492.png"/><Relationship Id="rId11" Type="http://schemas.openxmlformats.org/officeDocument/2006/relationships/image" Target="../media/image493.png"/><Relationship Id="rId12" Type="http://schemas.openxmlformats.org/officeDocument/2006/relationships/image" Target="../media/image494.png"/><Relationship Id="rId13" Type="http://schemas.openxmlformats.org/officeDocument/2006/relationships/image" Target="../media/image495.png"/><Relationship Id="rId14" Type="http://schemas.openxmlformats.org/officeDocument/2006/relationships/image" Target="../media/image496.png"/><Relationship Id="rId15" Type="http://schemas.openxmlformats.org/officeDocument/2006/relationships/image" Target="../media/image497.png"/><Relationship Id="rId16" Type="http://schemas.openxmlformats.org/officeDocument/2006/relationships/image" Target="../media/image498.png"/><Relationship Id="rId17" Type="http://schemas.openxmlformats.org/officeDocument/2006/relationships/image" Target="../media/image499.png"/><Relationship Id="rId18" Type="http://schemas.openxmlformats.org/officeDocument/2006/relationships/image" Target="../media/image500.png"/><Relationship Id="rId19" Type="http://schemas.openxmlformats.org/officeDocument/2006/relationships/image" Target="../media/image441.png"/><Relationship Id="rId20" Type="http://schemas.openxmlformats.org/officeDocument/2006/relationships/image" Target="../media/image501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02.png"/><Relationship Id="rId3" Type="http://schemas.openxmlformats.org/officeDocument/2006/relationships/image" Target="../media/image503.png"/><Relationship Id="rId4" Type="http://schemas.openxmlformats.org/officeDocument/2006/relationships/image" Target="../media/image504.png"/><Relationship Id="rId5" Type="http://schemas.openxmlformats.org/officeDocument/2006/relationships/image" Target="../media/image505.png"/><Relationship Id="rId6" Type="http://schemas.openxmlformats.org/officeDocument/2006/relationships/image" Target="../media/image506.png"/><Relationship Id="rId7" Type="http://schemas.openxmlformats.org/officeDocument/2006/relationships/image" Target="../media/image507.png"/><Relationship Id="rId8" Type="http://schemas.openxmlformats.org/officeDocument/2006/relationships/image" Target="../media/image508.png"/><Relationship Id="rId9" Type="http://schemas.openxmlformats.org/officeDocument/2006/relationships/image" Target="../media/image509.png"/><Relationship Id="rId10" Type="http://schemas.openxmlformats.org/officeDocument/2006/relationships/image" Target="../media/image510.png"/><Relationship Id="rId11" Type="http://schemas.openxmlformats.org/officeDocument/2006/relationships/image" Target="../media/image511.png"/><Relationship Id="rId12" Type="http://schemas.openxmlformats.org/officeDocument/2006/relationships/image" Target="../media/image512.png"/><Relationship Id="rId13" Type="http://schemas.openxmlformats.org/officeDocument/2006/relationships/image" Target="../media/image513.png"/><Relationship Id="rId14" Type="http://schemas.openxmlformats.org/officeDocument/2006/relationships/image" Target="../media/image514.png"/><Relationship Id="rId15" Type="http://schemas.openxmlformats.org/officeDocument/2006/relationships/image" Target="../media/image515.png"/><Relationship Id="rId16" Type="http://schemas.openxmlformats.org/officeDocument/2006/relationships/image" Target="../media/image516.png"/><Relationship Id="rId17" Type="http://schemas.openxmlformats.org/officeDocument/2006/relationships/image" Target="../media/image517.png"/><Relationship Id="rId18" Type="http://schemas.openxmlformats.org/officeDocument/2006/relationships/image" Target="../media/image518.png"/><Relationship Id="rId19" Type="http://schemas.openxmlformats.org/officeDocument/2006/relationships/image" Target="../media/image519.png"/><Relationship Id="rId20" Type="http://schemas.openxmlformats.org/officeDocument/2006/relationships/image" Target="../media/image520.png"/><Relationship Id="rId21" Type="http://schemas.openxmlformats.org/officeDocument/2006/relationships/image" Target="../media/image521.png"/><Relationship Id="rId22" Type="http://schemas.openxmlformats.org/officeDocument/2006/relationships/image" Target="../media/image522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3.png"/><Relationship Id="rId3" Type="http://schemas.openxmlformats.org/officeDocument/2006/relationships/image" Target="../media/image524.png"/><Relationship Id="rId4" Type="http://schemas.openxmlformats.org/officeDocument/2006/relationships/image" Target="../media/image525.png"/><Relationship Id="rId5" Type="http://schemas.openxmlformats.org/officeDocument/2006/relationships/image" Target="../media/image526.png"/><Relationship Id="rId6" Type="http://schemas.openxmlformats.org/officeDocument/2006/relationships/image" Target="../media/image527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28.png"/><Relationship Id="rId3" Type="http://schemas.openxmlformats.org/officeDocument/2006/relationships/image" Target="../media/image529.png"/><Relationship Id="rId4" Type="http://schemas.openxmlformats.org/officeDocument/2006/relationships/image" Target="../media/image530.png"/><Relationship Id="rId5" Type="http://schemas.openxmlformats.org/officeDocument/2006/relationships/image" Target="../media/image531.png"/><Relationship Id="rId6" Type="http://schemas.openxmlformats.org/officeDocument/2006/relationships/image" Target="../media/image532.png"/><Relationship Id="rId7" Type="http://schemas.openxmlformats.org/officeDocument/2006/relationships/image" Target="../media/image533.png"/><Relationship Id="rId8" Type="http://schemas.openxmlformats.org/officeDocument/2006/relationships/image" Target="../media/image534.png"/><Relationship Id="rId9" Type="http://schemas.openxmlformats.org/officeDocument/2006/relationships/image" Target="../media/image535.png"/><Relationship Id="rId10" Type="http://schemas.openxmlformats.org/officeDocument/2006/relationships/image" Target="../media/image536.png"/><Relationship Id="rId11" Type="http://schemas.openxmlformats.org/officeDocument/2006/relationships/image" Target="../media/image537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8.png"/><Relationship Id="rId3" Type="http://schemas.openxmlformats.org/officeDocument/2006/relationships/image" Target="../media/image539.png"/><Relationship Id="rId4" Type="http://schemas.openxmlformats.org/officeDocument/2006/relationships/image" Target="../media/image540.png"/><Relationship Id="rId5" Type="http://schemas.openxmlformats.org/officeDocument/2006/relationships/image" Target="../media/image541.png"/><Relationship Id="rId6" Type="http://schemas.openxmlformats.org/officeDocument/2006/relationships/image" Target="../media/image542.png"/><Relationship Id="rId7" Type="http://schemas.openxmlformats.org/officeDocument/2006/relationships/image" Target="../media/image543.png"/><Relationship Id="rId8" Type="http://schemas.openxmlformats.org/officeDocument/2006/relationships/image" Target="../media/image544.png"/><Relationship Id="rId9" Type="http://schemas.openxmlformats.org/officeDocument/2006/relationships/image" Target="../media/image545.png"/><Relationship Id="rId10" Type="http://schemas.openxmlformats.org/officeDocument/2006/relationships/image" Target="../media/image546.png"/><Relationship Id="rId11" Type="http://schemas.openxmlformats.org/officeDocument/2006/relationships/image" Target="../media/image547.png"/><Relationship Id="rId12" Type="http://schemas.openxmlformats.org/officeDocument/2006/relationships/image" Target="../media/image548.png"/><Relationship Id="rId13" Type="http://schemas.openxmlformats.org/officeDocument/2006/relationships/image" Target="../media/image549.png"/><Relationship Id="rId14" Type="http://schemas.openxmlformats.org/officeDocument/2006/relationships/image" Target="../media/image550.png"/><Relationship Id="rId15" Type="http://schemas.openxmlformats.org/officeDocument/2006/relationships/image" Target="../media/image551.png"/><Relationship Id="rId16" Type="http://schemas.openxmlformats.org/officeDocument/2006/relationships/image" Target="../media/image552.png"/><Relationship Id="rId17" Type="http://schemas.openxmlformats.org/officeDocument/2006/relationships/image" Target="../media/image553.png"/><Relationship Id="rId18" Type="http://schemas.openxmlformats.org/officeDocument/2006/relationships/image" Target="../media/image554.png"/><Relationship Id="rId19" Type="http://schemas.openxmlformats.org/officeDocument/2006/relationships/image" Target="../media/image555.png"/><Relationship Id="rId20" Type="http://schemas.openxmlformats.org/officeDocument/2006/relationships/image" Target="../media/image556.png"/><Relationship Id="rId21" Type="http://schemas.openxmlformats.org/officeDocument/2006/relationships/image" Target="../media/image557.png"/><Relationship Id="rId22" Type="http://schemas.openxmlformats.org/officeDocument/2006/relationships/image" Target="../media/image558.png"/><Relationship Id="rId23" Type="http://schemas.openxmlformats.org/officeDocument/2006/relationships/image" Target="../media/image559.png"/><Relationship Id="rId24" Type="http://schemas.openxmlformats.org/officeDocument/2006/relationships/image" Target="../media/image560.png"/><Relationship Id="rId25" Type="http://schemas.openxmlformats.org/officeDocument/2006/relationships/image" Target="../media/image561.png"/><Relationship Id="rId26" Type="http://schemas.openxmlformats.org/officeDocument/2006/relationships/image" Target="../media/image562.png"/><Relationship Id="rId27" Type="http://schemas.openxmlformats.org/officeDocument/2006/relationships/image" Target="../media/image563.png"/><Relationship Id="rId28" Type="http://schemas.openxmlformats.org/officeDocument/2006/relationships/image" Target="../media/image564.png"/><Relationship Id="rId29" Type="http://schemas.openxmlformats.org/officeDocument/2006/relationships/image" Target="../media/image565.png"/><Relationship Id="rId30" Type="http://schemas.openxmlformats.org/officeDocument/2006/relationships/image" Target="../media/image566.png"/><Relationship Id="rId31" Type="http://schemas.openxmlformats.org/officeDocument/2006/relationships/image" Target="../media/image567.png"/><Relationship Id="rId32" Type="http://schemas.openxmlformats.org/officeDocument/2006/relationships/image" Target="../media/image568.png"/><Relationship Id="rId33" Type="http://schemas.openxmlformats.org/officeDocument/2006/relationships/image" Target="../media/image569.png"/><Relationship Id="rId34" Type="http://schemas.openxmlformats.org/officeDocument/2006/relationships/image" Target="../media/image570.png"/><Relationship Id="rId35" Type="http://schemas.openxmlformats.org/officeDocument/2006/relationships/image" Target="../media/image571.png"/><Relationship Id="rId36" Type="http://schemas.openxmlformats.org/officeDocument/2006/relationships/image" Target="../media/image572.png"/><Relationship Id="rId37" Type="http://schemas.openxmlformats.org/officeDocument/2006/relationships/image" Target="../media/image573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4.png"/><Relationship Id="rId3" Type="http://schemas.openxmlformats.org/officeDocument/2006/relationships/image" Target="../media/image575.png"/><Relationship Id="rId4" Type="http://schemas.openxmlformats.org/officeDocument/2006/relationships/image" Target="../media/image576.png"/><Relationship Id="rId5" Type="http://schemas.openxmlformats.org/officeDocument/2006/relationships/image" Target="../media/image577.png"/><Relationship Id="rId6" Type="http://schemas.openxmlformats.org/officeDocument/2006/relationships/image" Target="../media/image578.png"/><Relationship Id="rId7" Type="http://schemas.openxmlformats.org/officeDocument/2006/relationships/image" Target="../media/image579.png"/><Relationship Id="rId8" Type="http://schemas.openxmlformats.org/officeDocument/2006/relationships/image" Target="../media/image580.png"/><Relationship Id="rId9" Type="http://schemas.openxmlformats.org/officeDocument/2006/relationships/image" Target="../media/image581.png"/><Relationship Id="rId10" Type="http://schemas.openxmlformats.org/officeDocument/2006/relationships/image" Target="../media/image582.png"/><Relationship Id="rId11" Type="http://schemas.openxmlformats.org/officeDocument/2006/relationships/image" Target="../media/image583.png"/><Relationship Id="rId12" Type="http://schemas.openxmlformats.org/officeDocument/2006/relationships/image" Target="../media/image584.png"/><Relationship Id="rId13" Type="http://schemas.openxmlformats.org/officeDocument/2006/relationships/image" Target="../media/image585.png"/><Relationship Id="rId14" Type="http://schemas.openxmlformats.org/officeDocument/2006/relationships/image" Target="../media/image586.png"/><Relationship Id="rId15" Type="http://schemas.openxmlformats.org/officeDocument/2006/relationships/image" Target="../media/image587.png"/><Relationship Id="rId16" Type="http://schemas.openxmlformats.org/officeDocument/2006/relationships/image" Target="../media/image588.png"/><Relationship Id="rId17" Type="http://schemas.openxmlformats.org/officeDocument/2006/relationships/image" Target="../media/image589.png"/><Relationship Id="rId18" Type="http://schemas.openxmlformats.org/officeDocument/2006/relationships/image" Target="../media/image590.png"/><Relationship Id="rId19" Type="http://schemas.openxmlformats.org/officeDocument/2006/relationships/image" Target="../media/image591.png"/><Relationship Id="rId20" Type="http://schemas.openxmlformats.org/officeDocument/2006/relationships/image" Target="../media/image592.png"/><Relationship Id="rId21" Type="http://schemas.openxmlformats.org/officeDocument/2006/relationships/image" Target="../media/image593.png"/><Relationship Id="rId22" Type="http://schemas.openxmlformats.org/officeDocument/2006/relationships/image" Target="../media/image594.png"/><Relationship Id="rId23" Type="http://schemas.openxmlformats.org/officeDocument/2006/relationships/image" Target="../media/image595.png"/><Relationship Id="rId24" Type="http://schemas.openxmlformats.org/officeDocument/2006/relationships/image" Target="../media/image596.png"/><Relationship Id="rId25" Type="http://schemas.openxmlformats.org/officeDocument/2006/relationships/image" Target="../media/image597.png"/><Relationship Id="rId26" Type="http://schemas.openxmlformats.org/officeDocument/2006/relationships/image" Target="../media/image598.png"/><Relationship Id="rId27" Type="http://schemas.openxmlformats.org/officeDocument/2006/relationships/image" Target="../media/image599.png"/><Relationship Id="rId28" Type="http://schemas.openxmlformats.org/officeDocument/2006/relationships/image" Target="../media/image600.png"/><Relationship Id="rId29" Type="http://schemas.openxmlformats.org/officeDocument/2006/relationships/image" Target="../media/image601.png"/><Relationship Id="rId30" Type="http://schemas.openxmlformats.org/officeDocument/2006/relationships/image" Target="../media/image602.png"/><Relationship Id="rId31" Type="http://schemas.openxmlformats.org/officeDocument/2006/relationships/image" Target="../media/image603.png"/><Relationship Id="rId32" Type="http://schemas.openxmlformats.org/officeDocument/2006/relationships/image" Target="../media/image604.png"/><Relationship Id="rId33" Type="http://schemas.openxmlformats.org/officeDocument/2006/relationships/image" Target="../media/image605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06.png"/><Relationship Id="rId3" Type="http://schemas.openxmlformats.org/officeDocument/2006/relationships/image" Target="../media/image607.png"/><Relationship Id="rId4" Type="http://schemas.openxmlformats.org/officeDocument/2006/relationships/image" Target="../media/image608.png"/><Relationship Id="rId5" Type="http://schemas.openxmlformats.org/officeDocument/2006/relationships/image" Target="../media/image609.png"/><Relationship Id="rId6" Type="http://schemas.openxmlformats.org/officeDocument/2006/relationships/image" Target="../media/image610.png"/><Relationship Id="rId7" Type="http://schemas.openxmlformats.org/officeDocument/2006/relationships/image" Target="../media/image611.png"/><Relationship Id="rId8" Type="http://schemas.openxmlformats.org/officeDocument/2006/relationships/image" Target="../media/image612.png"/><Relationship Id="rId9" Type="http://schemas.openxmlformats.org/officeDocument/2006/relationships/image" Target="../media/image613.png"/><Relationship Id="rId10" Type="http://schemas.openxmlformats.org/officeDocument/2006/relationships/image" Target="../media/image614.png"/><Relationship Id="rId11" Type="http://schemas.openxmlformats.org/officeDocument/2006/relationships/image" Target="../media/image615.png"/><Relationship Id="rId12" Type="http://schemas.openxmlformats.org/officeDocument/2006/relationships/image" Target="../media/image616.png"/><Relationship Id="rId13" Type="http://schemas.openxmlformats.org/officeDocument/2006/relationships/image" Target="../media/image617.png"/><Relationship Id="rId14" Type="http://schemas.openxmlformats.org/officeDocument/2006/relationships/image" Target="../media/image618.png"/><Relationship Id="rId15" Type="http://schemas.openxmlformats.org/officeDocument/2006/relationships/image" Target="../media/image619.png"/><Relationship Id="rId16" Type="http://schemas.openxmlformats.org/officeDocument/2006/relationships/image" Target="../media/image620.png"/><Relationship Id="rId17" Type="http://schemas.openxmlformats.org/officeDocument/2006/relationships/image" Target="../media/image621.png"/><Relationship Id="rId18" Type="http://schemas.openxmlformats.org/officeDocument/2006/relationships/image" Target="../media/image622.png"/><Relationship Id="rId19" Type="http://schemas.openxmlformats.org/officeDocument/2006/relationships/image" Target="../media/image623.png"/><Relationship Id="rId20" Type="http://schemas.openxmlformats.org/officeDocument/2006/relationships/image" Target="../media/image624.png"/><Relationship Id="rId21" Type="http://schemas.openxmlformats.org/officeDocument/2006/relationships/image" Target="../media/image625.png"/><Relationship Id="rId22" Type="http://schemas.openxmlformats.org/officeDocument/2006/relationships/image" Target="../media/image626.png"/><Relationship Id="rId23" Type="http://schemas.openxmlformats.org/officeDocument/2006/relationships/image" Target="../media/image627.png"/><Relationship Id="rId24" Type="http://schemas.openxmlformats.org/officeDocument/2006/relationships/image" Target="../media/image628.png"/><Relationship Id="rId25" Type="http://schemas.openxmlformats.org/officeDocument/2006/relationships/image" Target="../media/image629.png"/><Relationship Id="rId26" Type="http://schemas.openxmlformats.org/officeDocument/2006/relationships/image" Target="../media/image630.png"/><Relationship Id="rId27" Type="http://schemas.openxmlformats.org/officeDocument/2006/relationships/image" Target="../media/image631.png"/><Relationship Id="rId28" Type="http://schemas.openxmlformats.org/officeDocument/2006/relationships/image" Target="../media/image632.png"/><Relationship Id="rId29" Type="http://schemas.openxmlformats.org/officeDocument/2006/relationships/image" Target="../media/image633.png"/><Relationship Id="rId30" Type="http://schemas.openxmlformats.org/officeDocument/2006/relationships/image" Target="../media/image634.png"/><Relationship Id="rId31" Type="http://schemas.openxmlformats.org/officeDocument/2006/relationships/image" Target="../media/image635.png"/><Relationship Id="rId32" Type="http://schemas.openxmlformats.org/officeDocument/2006/relationships/image" Target="../media/image636.png"/><Relationship Id="rId33" Type="http://schemas.openxmlformats.org/officeDocument/2006/relationships/image" Target="../media/image637.png"/><Relationship Id="rId34" Type="http://schemas.openxmlformats.org/officeDocument/2006/relationships/image" Target="../media/image638.png"/><Relationship Id="rId35" Type="http://schemas.openxmlformats.org/officeDocument/2006/relationships/image" Target="../media/image639.png"/><Relationship Id="rId36" Type="http://schemas.openxmlformats.org/officeDocument/2006/relationships/image" Target="../media/image640.png"/><Relationship Id="rId37" Type="http://schemas.openxmlformats.org/officeDocument/2006/relationships/image" Target="../media/image641.png"/><Relationship Id="rId38" Type="http://schemas.openxmlformats.org/officeDocument/2006/relationships/image" Target="../media/image542.png"/><Relationship Id="rId39" Type="http://schemas.openxmlformats.org/officeDocument/2006/relationships/image" Target="../media/image642.png"/><Relationship Id="rId40" Type="http://schemas.openxmlformats.org/officeDocument/2006/relationships/image" Target="../media/image64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4.png"/><Relationship Id="rId3" Type="http://schemas.openxmlformats.org/officeDocument/2006/relationships/image" Target="../media/image645.png"/><Relationship Id="rId4" Type="http://schemas.openxmlformats.org/officeDocument/2006/relationships/image" Target="../media/image646.png"/><Relationship Id="rId5" Type="http://schemas.openxmlformats.org/officeDocument/2006/relationships/image" Target="../media/image647.png"/><Relationship Id="rId6" Type="http://schemas.openxmlformats.org/officeDocument/2006/relationships/image" Target="../media/image648.png"/><Relationship Id="rId7" Type="http://schemas.openxmlformats.org/officeDocument/2006/relationships/image" Target="../media/image649.png"/><Relationship Id="rId8" Type="http://schemas.openxmlformats.org/officeDocument/2006/relationships/image" Target="../media/image650.png"/><Relationship Id="rId9" Type="http://schemas.openxmlformats.org/officeDocument/2006/relationships/image" Target="../media/image651.png"/><Relationship Id="rId10" Type="http://schemas.openxmlformats.org/officeDocument/2006/relationships/image" Target="../media/image652.png"/><Relationship Id="rId11" Type="http://schemas.openxmlformats.org/officeDocument/2006/relationships/image" Target="../media/image653.png"/><Relationship Id="rId12" Type="http://schemas.openxmlformats.org/officeDocument/2006/relationships/image" Target="../media/image654.png"/><Relationship Id="rId13" Type="http://schemas.openxmlformats.org/officeDocument/2006/relationships/image" Target="../media/image655.png"/><Relationship Id="rId14" Type="http://schemas.openxmlformats.org/officeDocument/2006/relationships/image" Target="../media/image656.png"/><Relationship Id="rId15" Type="http://schemas.openxmlformats.org/officeDocument/2006/relationships/image" Target="../media/image657.png"/><Relationship Id="rId16" Type="http://schemas.openxmlformats.org/officeDocument/2006/relationships/image" Target="../media/image658.png"/><Relationship Id="rId17" Type="http://schemas.openxmlformats.org/officeDocument/2006/relationships/image" Target="../media/image659.png"/><Relationship Id="rId18" Type="http://schemas.openxmlformats.org/officeDocument/2006/relationships/image" Target="../media/image660.png"/><Relationship Id="rId19" Type="http://schemas.openxmlformats.org/officeDocument/2006/relationships/image" Target="../media/image661.png"/><Relationship Id="rId20" Type="http://schemas.openxmlformats.org/officeDocument/2006/relationships/image" Target="../media/image662.png"/><Relationship Id="rId21" Type="http://schemas.openxmlformats.org/officeDocument/2006/relationships/image" Target="../media/image663.png"/><Relationship Id="rId22" Type="http://schemas.openxmlformats.org/officeDocument/2006/relationships/image" Target="../media/image664.png"/><Relationship Id="rId23" Type="http://schemas.openxmlformats.org/officeDocument/2006/relationships/image" Target="../media/image643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4.png"/><Relationship Id="rId3" Type="http://schemas.openxmlformats.org/officeDocument/2006/relationships/image" Target="../media/image665.png"/><Relationship Id="rId4" Type="http://schemas.openxmlformats.org/officeDocument/2006/relationships/image" Target="../media/image646.png"/><Relationship Id="rId5" Type="http://schemas.openxmlformats.org/officeDocument/2006/relationships/image" Target="../media/image666.png"/><Relationship Id="rId6" Type="http://schemas.openxmlformats.org/officeDocument/2006/relationships/image" Target="../media/image648.png"/><Relationship Id="rId7" Type="http://schemas.openxmlformats.org/officeDocument/2006/relationships/image" Target="../media/image649.png"/><Relationship Id="rId8" Type="http://schemas.openxmlformats.org/officeDocument/2006/relationships/image" Target="../media/image650.png"/><Relationship Id="rId9" Type="http://schemas.openxmlformats.org/officeDocument/2006/relationships/image" Target="../media/image651.png"/><Relationship Id="rId10" Type="http://schemas.openxmlformats.org/officeDocument/2006/relationships/image" Target="../media/image652.png"/><Relationship Id="rId11" Type="http://schemas.openxmlformats.org/officeDocument/2006/relationships/image" Target="../media/image653.png"/><Relationship Id="rId12" Type="http://schemas.openxmlformats.org/officeDocument/2006/relationships/image" Target="../media/image654.png"/><Relationship Id="rId13" Type="http://schemas.openxmlformats.org/officeDocument/2006/relationships/image" Target="../media/image655.png"/><Relationship Id="rId14" Type="http://schemas.openxmlformats.org/officeDocument/2006/relationships/image" Target="../media/image656.png"/><Relationship Id="rId15" Type="http://schemas.openxmlformats.org/officeDocument/2006/relationships/image" Target="../media/image657.png"/><Relationship Id="rId16" Type="http://schemas.openxmlformats.org/officeDocument/2006/relationships/image" Target="../media/image658.png"/><Relationship Id="rId17" Type="http://schemas.openxmlformats.org/officeDocument/2006/relationships/image" Target="../media/image659.png"/><Relationship Id="rId18" Type="http://schemas.openxmlformats.org/officeDocument/2006/relationships/image" Target="../media/image667.png"/><Relationship Id="rId19" Type="http://schemas.openxmlformats.org/officeDocument/2006/relationships/image" Target="../media/image668.png"/><Relationship Id="rId20" Type="http://schemas.openxmlformats.org/officeDocument/2006/relationships/image" Target="../media/image669.png"/><Relationship Id="rId21" Type="http://schemas.openxmlformats.org/officeDocument/2006/relationships/image" Target="../media/image670.png"/><Relationship Id="rId22" Type="http://schemas.openxmlformats.org/officeDocument/2006/relationships/image" Target="../media/image660.png"/><Relationship Id="rId23" Type="http://schemas.openxmlformats.org/officeDocument/2006/relationships/image" Target="../media/image661.png"/><Relationship Id="rId24" Type="http://schemas.openxmlformats.org/officeDocument/2006/relationships/image" Target="../media/image662.png"/><Relationship Id="rId25" Type="http://schemas.openxmlformats.org/officeDocument/2006/relationships/image" Target="../media/image671.png"/><Relationship Id="rId26" Type="http://schemas.openxmlformats.org/officeDocument/2006/relationships/image" Target="../media/image672.png"/><Relationship Id="rId27" Type="http://schemas.openxmlformats.org/officeDocument/2006/relationships/image" Target="../media/image673.png"/><Relationship Id="rId28" Type="http://schemas.openxmlformats.org/officeDocument/2006/relationships/image" Target="../media/image674.png"/><Relationship Id="rId29" Type="http://schemas.openxmlformats.org/officeDocument/2006/relationships/image" Target="../media/image675.png"/><Relationship Id="rId30" Type="http://schemas.openxmlformats.org/officeDocument/2006/relationships/image" Target="../media/image676.png"/><Relationship Id="rId31" Type="http://schemas.openxmlformats.org/officeDocument/2006/relationships/image" Target="../media/image572.png"/><Relationship Id="rId32" Type="http://schemas.openxmlformats.org/officeDocument/2006/relationships/image" Target="../media/image677.png"/><Relationship Id="rId33" Type="http://schemas.openxmlformats.org/officeDocument/2006/relationships/image" Target="../media/image678.png"/><Relationship Id="rId34" Type="http://schemas.openxmlformats.org/officeDocument/2006/relationships/image" Target="../media/image679.png"/><Relationship Id="rId35" Type="http://schemas.openxmlformats.org/officeDocument/2006/relationships/image" Target="../media/image680.png"/><Relationship Id="rId36" Type="http://schemas.openxmlformats.org/officeDocument/2006/relationships/image" Target="../media/image681.png"/><Relationship Id="rId37" Type="http://schemas.openxmlformats.org/officeDocument/2006/relationships/image" Target="../media/image682.png"/><Relationship Id="rId38" Type="http://schemas.openxmlformats.org/officeDocument/2006/relationships/image" Target="../media/image683.png"/><Relationship Id="rId39" Type="http://schemas.openxmlformats.org/officeDocument/2006/relationships/image" Target="../media/image641.png"/><Relationship Id="rId40" Type="http://schemas.openxmlformats.org/officeDocument/2006/relationships/image" Target="../media/image663.png"/><Relationship Id="rId41" Type="http://schemas.openxmlformats.org/officeDocument/2006/relationships/image" Target="../media/image664.png"/><Relationship Id="rId42" Type="http://schemas.openxmlformats.org/officeDocument/2006/relationships/image" Target="../media/image643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84.png"/><Relationship Id="rId3" Type="http://schemas.openxmlformats.org/officeDocument/2006/relationships/image" Target="../media/image685.png"/><Relationship Id="rId4" Type="http://schemas.openxmlformats.org/officeDocument/2006/relationships/image" Target="../media/image686.png"/><Relationship Id="rId5" Type="http://schemas.openxmlformats.org/officeDocument/2006/relationships/image" Target="../media/image687.png"/><Relationship Id="rId6" Type="http://schemas.openxmlformats.org/officeDocument/2006/relationships/image" Target="../media/image688.png"/><Relationship Id="rId7" Type="http://schemas.openxmlformats.org/officeDocument/2006/relationships/image" Target="../media/image689.png"/><Relationship Id="rId8" Type="http://schemas.openxmlformats.org/officeDocument/2006/relationships/image" Target="../media/image690.png"/><Relationship Id="rId9" Type="http://schemas.openxmlformats.org/officeDocument/2006/relationships/image" Target="../media/image691.png"/><Relationship Id="rId10" Type="http://schemas.openxmlformats.org/officeDocument/2006/relationships/image" Target="../media/image692.png"/><Relationship Id="rId11" Type="http://schemas.openxmlformats.org/officeDocument/2006/relationships/image" Target="../media/image693.png"/><Relationship Id="rId12" Type="http://schemas.openxmlformats.org/officeDocument/2006/relationships/image" Target="../media/image694.png"/><Relationship Id="rId13" Type="http://schemas.openxmlformats.org/officeDocument/2006/relationships/image" Target="../media/image695.png"/><Relationship Id="rId14" Type="http://schemas.openxmlformats.org/officeDocument/2006/relationships/image" Target="../media/image696.png"/><Relationship Id="rId15" Type="http://schemas.openxmlformats.org/officeDocument/2006/relationships/image" Target="../media/image697.png"/><Relationship Id="rId16" Type="http://schemas.openxmlformats.org/officeDocument/2006/relationships/image" Target="../media/image698.png"/><Relationship Id="rId17" Type="http://schemas.openxmlformats.org/officeDocument/2006/relationships/image" Target="../media/image699.png"/><Relationship Id="rId18" Type="http://schemas.openxmlformats.org/officeDocument/2006/relationships/image" Target="../media/image700.png"/><Relationship Id="rId19" Type="http://schemas.openxmlformats.org/officeDocument/2006/relationships/image" Target="../media/image701.png"/><Relationship Id="rId20" Type="http://schemas.openxmlformats.org/officeDocument/2006/relationships/image" Target="../media/image702.png"/><Relationship Id="rId21" Type="http://schemas.openxmlformats.org/officeDocument/2006/relationships/image" Target="../media/image703.png"/><Relationship Id="rId22" Type="http://schemas.openxmlformats.org/officeDocument/2006/relationships/image" Target="../media/image704.png"/><Relationship Id="rId23" Type="http://schemas.openxmlformats.org/officeDocument/2006/relationships/image" Target="../media/image705.png"/><Relationship Id="rId24" Type="http://schemas.openxmlformats.org/officeDocument/2006/relationships/image" Target="../media/image706.png"/><Relationship Id="rId25" Type="http://schemas.openxmlformats.org/officeDocument/2006/relationships/image" Target="../media/image707.png"/><Relationship Id="rId26" Type="http://schemas.openxmlformats.org/officeDocument/2006/relationships/image" Target="../media/image708.png"/><Relationship Id="rId27" Type="http://schemas.openxmlformats.org/officeDocument/2006/relationships/image" Target="../media/image709.png"/><Relationship Id="rId28" Type="http://schemas.openxmlformats.org/officeDocument/2006/relationships/image" Target="../media/image710.png"/><Relationship Id="rId29" Type="http://schemas.openxmlformats.org/officeDocument/2006/relationships/image" Target="../media/image711.png"/><Relationship Id="rId30" Type="http://schemas.openxmlformats.org/officeDocument/2006/relationships/image" Target="../media/image712.png"/><Relationship Id="rId31" Type="http://schemas.openxmlformats.org/officeDocument/2006/relationships/image" Target="../media/image713.png"/><Relationship Id="rId32" Type="http://schemas.openxmlformats.org/officeDocument/2006/relationships/image" Target="../media/image714.png"/><Relationship Id="rId33" Type="http://schemas.openxmlformats.org/officeDocument/2006/relationships/image" Target="../media/image715.png"/><Relationship Id="rId34" Type="http://schemas.openxmlformats.org/officeDocument/2006/relationships/image" Target="../media/image716.png"/><Relationship Id="rId35" Type="http://schemas.openxmlformats.org/officeDocument/2006/relationships/image" Target="../media/image717.png"/><Relationship Id="rId36" Type="http://schemas.openxmlformats.org/officeDocument/2006/relationships/image" Target="../media/image641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18.png"/><Relationship Id="rId3" Type="http://schemas.openxmlformats.org/officeDocument/2006/relationships/image" Target="../media/image719.png"/><Relationship Id="rId4" Type="http://schemas.openxmlformats.org/officeDocument/2006/relationships/image" Target="../media/image720.png"/><Relationship Id="rId5" Type="http://schemas.openxmlformats.org/officeDocument/2006/relationships/image" Target="../media/image721.png"/><Relationship Id="rId6" Type="http://schemas.openxmlformats.org/officeDocument/2006/relationships/image" Target="../media/image722.png"/><Relationship Id="rId7" Type="http://schemas.openxmlformats.org/officeDocument/2006/relationships/image" Target="../media/image458.png"/><Relationship Id="rId8" Type="http://schemas.openxmlformats.org/officeDocument/2006/relationships/image" Target="../media/image723.png"/><Relationship Id="rId9" Type="http://schemas.openxmlformats.org/officeDocument/2006/relationships/image" Target="../media/image724.png"/><Relationship Id="rId10" Type="http://schemas.openxmlformats.org/officeDocument/2006/relationships/image" Target="../media/image423.png"/><Relationship Id="rId11" Type="http://schemas.openxmlformats.org/officeDocument/2006/relationships/image" Target="../media/image725.png"/><Relationship Id="rId12" Type="http://schemas.openxmlformats.org/officeDocument/2006/relationships/image" Target="../media/image726.png"/><Relationship Id="rId13" Type="http://schemas.openxmlformats.org/officeDocument/2006/relationships/image" Target="../media/image727.png"/><Relationship Id="rId14" Type="http://schemas.openxmlformats.org/officeDocument/2006/relationships/image" Target="../media/image728.png"/><Relationship Id="rId15" Type="http://schemas.openxmlformats.org/officeDocument/2006/relationships/image" Target="../media/image442.png"/><Relationship Id="rId16" Type="http://schemas.openxmlformats.org/officeDocument/2006/relationships/image" Target="../media/image443.png"/><Relationship Id="rId17" Type="http://schemas.openxmlformats.org/officeDocument/2006/relationships/image" Target="../media/image729.png"/><Relationship Id="rId18" Type="http://schemas.openxmlformats.org/officeDocument/2006/relationships/image" Target="../media/image730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1.png"/><Relationship Id="rId3" Type="http://schemas.openxmlformats.org/officeDocument/2006/relationships/image" Target="../media/image732.png"/><Relationship Id="rId4" Type="http://schemas.openxmlformats.org/officeDocument/2006/relationships/image" Target="../media/image733.png"/><Relationship Id="rId5" Type="http://schemas.openxmlformats.org/officeDocument/2006/relationships/image" Target="../media/image734.png"/><Relationship Id="rId6" Type="http://schemas.openxmlformats.org/officeDocument/2006/relationships/image" Target="../media/image735.png"/><Relationship Id="rId7" Type="http://schemas.openxmlformats.org/officeDocument/2006/relationships/image" Target="../media/image736.png"/><Relationship Id="rId8" Type="http://schemas.openxmlformats.org/officeDocument/2006/relationships/image" Target="../media/image737.png"/><Relationship Id="rId9" Type="http://schemas.openxmlformats.org/officeDocument/2006/relationships/image" Target="../media/image738.png"/><Relationship Id="rId10" Type="http://schemas.openxmlformats.org/officeDocument/2006/relationships/image" Target="../media/image739.png"/><Relationship Id="rId11" Type="http://schemas.openxmlformats.org/officeDocument/2006/relationships/image" Target="../media/image740.png"/><Relationship Id="rId12" Type="http://schemas.openxmlformats.org/officeDocument/2006/relationships/image" Target="../media/image741.png"/><Relationship Id="rId13" Type="http://schemas.openxmlformats.org/officeDocument/2006/relationships/image" Target="../media/image742.png"/><Relationship Id="rId14" Type="http://schemas.openxmlformats.org/officeDocument/2006/relationships/image" Target="../media/image743.png"/><Relationship Id="rId15" Type="http://schemas.openxmlformats.org/officeDocument/2006/relationships/image" Target="../media/image744.png"/><Relationship Id="rId16" Type="http://schemas.openxmlformats.org/officeDocument/2006/relationships/image" Target="../media/image745.png"/><Relationship Id="rId17" Type="http://schemas.openxmlformats.org/officeDocument/2006/relationships/image" Target="../media/image746.png"/><Relationship Id="rId18" Type="http://schemas.openxmlformats.org/officeDocument/2006/relationships/image" Target="../media/image747.png"/><Relationship Id="rId19" Type="http://schemas.openxmlformats.org/officeDocument/2006/relationships/image" Target="../media/image748.png"/><Relationship Id="rId20" Type="http://schemas.openxmlformats.org/officeDocument/2006/relationships/image" Target="../media/image749.png"/><Relationship Id="rId21" Type="http://schemas.openxmlformats.org/officeDocument/2006/relationships/image" Target="../media/image750.png"/><Relationship Id="rId22" Type="http://schemas.openxmlformats.org/officeDocument/2006/relationships/image" Target="../media/image751.png"/><Relationship Id="rId23" Type="http://schemas.openxmlformats.org/officeDocument/2006/relationships/image" Target="../media/image752.png"/><Relationship Id="rId24" Type="http://schemas.openxmlformats.org/officeDocument/2006/relationships/image" Target="../media/image753.png"/><Relationship Id="rId25" Type="http://schemas.openxmlformats.org/officeDocument/2006/relationships/image" Target="../media/image754.png"/><Relationship Id="rId26" Type="http://schemas.openxmlformats.org/officeDocument/2006/relationships/image" Target="../media/image755.png"/><Relationship Id="rId27" Type="http://schemas.openxmlformats.org/officeDocument/2006/relationships/image" Target="../media/image756.png"/><Relationship Id="rId28" Type="http://schemas.openxmlformats.org/officeDocument/2006/relationships/image" Target="../media/image757.png"/><Relationship Id="rId29" Type="http://schemas.openxmlformats.org/officeDocument/2006/relationships/image" Target="../media/image758.png"/><Relationship Id="rId30" Type="http://schemas.openxmlformats.org/officeDocument/2006/relationships/image" Target="../media/image759.png"/><Relationship Id="rId31" Type="http://schemas.openxmlformats.org/officeDocument/2006/relationships/image" Target="../media/image760.png"/><Relationship Id="rId32" Type="http://schemas.openxmlformats.org/officeDocument/2006/relationships/image" Target="../media/image761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2701" rIns="0" bIns="0" rtlCol="0" vert="horz">
            <a:spAutoFit/>
          </a:bodyPr>
          <a:lstStyle/>
          <a:p>
            <a:pPr marL="2315845">
              <a:lnSpc>
                <a:spcPct val="100000"/>
              </a:lnSpc>
              <a:spcBef>
                <a:spcPts val="100"/>
              </a:spcBef>
            </a:pPr>
            <a:r>
              <a:rPr dirty="0" sz="4500">
                <a:latin typeface="Calibri"/>
                <a:cs typeface="Calibri"/>
              </a:rPr>
              <a:t>Copyright</a:t>
            </a:r>
            <a:r>
              <a:rPr dirty="0" sz="4500" spc="-190">
                <a:latin typeface="Calibri"/>
                <a:cs typeface="Calibri"/>
              </a:rPr>
              <a:t> </a:t>
            </a:r>
            <a:r>
              <a:rPr dirty="0" sz="4500" spc="-10">
                <a:latin typeface="Calibri"/>
                <a:cs typeface="Calibri"/>
              </a:rPr>
              <a:t>Notice</a:t>
            </a:r>
            <a:endParaRPr sz="45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2543" y="1141729"/>
            <a:ext cx="7382509" cy="1461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latin typeface="Calibri"/>
                <a:cs typeface="Calibri"/>
              </a:rPr>
              <a:t>These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slides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are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distributed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under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the</a:t>
            </a:r>
            <a:r>
              <a:rPr dirty="0" sz="1350" spc="-3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Creative</a:t>
            </a:r>
            <a:r>
              <a:rPr dirty="0" sz="1350" spc="-3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Commons</a:t>
            </a:r>
            <a:r>
              <a:rPr dirty="0" sz="1350" spc="-40">
                <a:latin typeface="Calibri"/>
                <a:cs typeface="Calibri"/>
              </a:rPr>
              <a:t> </a:t>
            </a:r>
            <a:r>
              <a:rPr dirty="0" sz="1350" spc="-10">
                <a:latin typeface="Calibri"/>
                <a:cs typeface="Calibri"/>
              </a:rPr>
              <a:t>License.</a:t>
            </a:r>
            <a:endParaRPr sz="1350">
              <a:latin typeface="Calibri"/>
              <a:cs typeface="Calibri"/>
            </a:endParaRPr>
          </a:p>
          <a:p>
            <a:pPr marL="12700" marR="5080" indent="-635">
              <a:lnSpc>
                <a:spcPct val="99400"/>
              </a:lnSpc>
              <a:spcBef>
                <a:spcPts val="1630"/>
              </a:spcBef>
            </a:pPr>
            <a:r>
              <a:rPr dirty="0" u="sng" sz="13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DeepLearning.AI</a:t>
            </a:r>
            <a:r>
              <a:rPr dirty="0" u="none" sz="1350" spc="-4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makes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these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slides</a:t>
            </a:r>
            <a:r>
              <a:rPr dirty="0" u="none" sz="1350" spc="-3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available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for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educational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purposes.</a:t>
            </a:r>
            <a:r>
              <a:rPr dirty="0" u="none" sz="1350" spc="-3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You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may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not</a:t>
            </a:r>
            <a:r>
              <a:rPr dirty="0" u="none" sz="1350" spc="-3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use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or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 spc="-10">
                <a:latin typeface="Calibri"/>
                <a:cs typeface="Calibri"/>
              </a:rPr>
              <a:t>distribute </a:t>
            </a:r>
            <a:r>
              <a:rPr dirty="0" u="none" sz="1350">
                <a:latin typeface="Calibri"/>
                <a:cs typeface="Calibri"/>
              </a:rPr>
              <a:t>these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slides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for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commercial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purposes.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You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may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make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copies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of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these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slides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and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use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or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 spc="-10">
                <a:latin typeface="Calibri"/>
                <a:cs typeface="Calibri"/>
              </a:rPr>
              <a:t>distribute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them</a:t>
            </a:r>
            <a:r>
              <a:rPr dirty="0" u="none" sz="1350" spc="-30">
                <a:latin typeface="Calibri"/>
                <a:cs typeface="Calibri"/>
              </a:rPr>
              <a:t> </a:t>
            </a:r>
            <a:r>
              <a:rPr dirty="0" u="none" sz="1350" spc="-25">
                <a:latin typeface="Calibri"/>
                <a:cs typeface="Calibri"/>
              </a:rPr>
              <a:t>for </a:t>
            </a:r>
            <a:r>
              <a:rPr dirty="0" u="none" sz="1350" spc="-10">
                <a:latin typeface="Calibri"/>
                <a:cs typeface="Calibri"/>
              </a:rPr>
              <a:t>educational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purposes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as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long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as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you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cite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sng" sz="135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DeepLearning.AI</a:t>
            </a:r>
            <a:r>
              <a:rPr dirty="0" u="none" sz="1350" spc="-25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as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the</a:t>
            </a:r>
            <a:r>
              <a:rPr dirty="0" u="none" sz="1350" spc="-1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source</a:t>
            </a:r>
            <a:r>
              <a:rPr dirty="0" u="none" sz="1350" spc="-20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of</a:t>
            </a:r>
            <a:r>
              <a:rPr dirty="0" u="none" sz="1350" spc="-25">
                <a:latin typeface="Calibri"/>
                <a:cs typeface="Calibri"/>
              </a:rPr>
              <a:t> </a:t>
            </a:r>
            <a:r>
              <a:rPr dirty="0" u="none" sz="1350">
                <a:latin typeface="Calibri"/>
                <a:cs typeface="Calibri"/>
              </a:rPr>
              <a:t>the</a:t>
            </a:r>
            <a:r>
              <a:rPr dirty="0" u="none" sz="1350" spc="-15">
                <a:latin typeface="Calibri"/>
                <a:cs typeface="Calibri"/>
              </a:rPr>
              <a:t> </a:t>
            </a:r>
            <a:r>
              <a:rPr dirty="0" u="none" sz="1350" spc="-10">
                <a:latin typeface="Calibri"/>
                <a:cs typeface="Calibri"/>
              </a:rPr>
              <a:t>slides.</a:t>
            </a:r>
            <a:endParaRPr sz="13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dirty="0" sz="1350">
                <a:latin typeface="Calibri"/>
                <a:cs typeface="Calibri"/>
              </a:rPr>
              <a:t>For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the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rest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of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the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details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of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the</a:t>
            </a:r>
            <a:r>
              <a:rPr dirty="0" sz="1350" spc="-5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license,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sz="1350">
                <a:latin typeface="Calibri"/>
                <a:cs typeface="Calibri"/>
              </a:rPr>
              <a:t>see</a:t>
            </a:r>
            <a:r>
              <a:rPr dirty="0" sz="1350" spc="-10">
                <a:latin typeface="Calibri"/>
                <a:cs typeface="Calibri"/>
              </a:rPr>
              <a:t> </a:t>
            </a:r>
            <a:r>
              <a:rPr dirty="0" u="sng" sz="1350" spc="-1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2"/>
              </a:rPr>
              <a:t>https://creativecommons.org/licenses/by-sa/2.0/legalcode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35927" rIns="0" bIns="0" rtlCol="0" vert="horz">
            <a:spAutoFit/>
          </a:bodyPr>
          <a:lstStyle/>
          <a:p>
            <a:pPr marL="660400">
              <a:lnSpc>
                <a:spcPct val="100000"/>
              </a:lnSpc>
              <a:spcBef>
                <a:spcPts val="110"/>
              </a:spcBef>
            </a:pPr>
            <a:r>
              <a:rPr dirty="0" sz="4800" spc="-10">
                <a:solidFill>
                  <a:srgbClr val="0070EA"/>
                </a:solidFill>
              </a:rPr>
              <a:t>Classification</a:t>
            </a:r>
            <a:endParaRPr sz="48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389382" rIns="0" bIns="0" rtlCol="0" vert="horz">
            <a:spAutoFit/>
          </a:bodyPr>
          <a:lstStyle/>
          <a:p>
            <a:pPr marL="1266190">
              <a:lnSpc>
                <a:spcPct val="100000"/>
              </a:lnSpc>
              <a:spcBef>
                <a:spcPts val="130"/>
              </a:spcBef>
            </a:pPr>
            <a:r>
              <a:rPr dirty="0" sz="4400" spc="-10">
                <a:solidFill>
                  <a:srgbClr val="000000"/>
                </a:solidFill>
              </a:rPr>
              <a:t>Motivations</a:t>
            </a:r>
            <a:endParaRPr sz="4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0842" y="259461"/>
            <a:ext cx="2253615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 spc="-10"/>
              <a:t>Classification</a:t>
            </a:r>
            <a:endParaRPr sz="2700"/>
          </a:p>
        </p:txBody>
      </p:sp>
      <p:sp>
        <p:nvSpPr>
          <p:cNvPr id="3" name="object 3"/>
          <p:cNvSpPr/>
          <p:nvPr/>
        </p:nvSpPr>
        <p:spPr>
          <a:xfrm>
            <a:off x="314325" y="2495550"/>
            <a:ext cx="4381500" cy="400050"/>
          </a:xfrm>
          <a:custGeom>
            <a:avLst/>
            <a:gdLst/>
            <a:ahLst/>
            <a:cxnLst/>
            <a:rect l="l" t="t" r="r" b="b"/>
            <a:pathLst>
              <a:path w="4381500" h="400050">
                <a:moveTo>
                  <a:pt x="0" y="400050"/>
                </a:moveTo>
                <a:lnTo>
                  <a:pt x="4381500" y="400050"/>
                </a:lnTo>
                <a:lnTo>
                  <a:pt x="4381500" y="0"/>
                </a:lnTo>
                <a:lnTo>
                  <a:pt x="0" y="0"/>
                </a:lnTo>
                <a:lnTo>
                  <a:pt x="0" y="40005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90842" y="2524696"/>
            <a:ext cx="4069079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FF0000"/>
                </a:solidFill>
                <a:latin typeface="Cambria Math"/>
                <a:cs typeface="Cambria Math"/>
              </a:rPr>
              <a:t>𝑦</a:t>
            </a:r>
            <a:r>
              <a:rPr dirty="0" sz="2000" spc="220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Verdana"/>
                <a:cs typeface="Verdana"/>
              </a:rPr>
              <a:t>can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only</a:t>
            </a:r>
            <a:r>
              <a:rPr dirty="0" sz="2000" spc="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be</a:t>
            </a:r>
            <a:r>
              <a:rPr dirty="0" sz="2000" spc="-4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one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30"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0096FF"/>
                </a:solidFill>
                <a:latin typeface="Verdana"/>
                <a:cs typeface="Verdana"/>
              </a:rPr>
              <a:t>two</a:t>
            </a:r>
            <a:r>
              <a:rPr dirty="0" sz="2000" spc="-130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values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90319" y="1099184"/>
            <a:ext cx="5170170" cy="114744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algn="just" marL="12700" marR="5080">
              <a:lnSpc>
                <a:spcPct val="122800"/>
              </a:lnSpc>
              <a:spcBef>
                <a:spcPts val="85"/>
              </a:spcBef>
              <a:tabLst>
                <a:tab pos="3961765" algn="l"/>
              </a:tabLst>
            </a:pPr>
            <a:r>
              <a:rPr dirty="0" sz="2000">
                <a:latin typeface="Verdana"/>
                <a:cs typeface="Verdana"/>
              </a:rPr>
              <a:t>Is</a:t>
            </a:r>
            <a:r>
              <a:rPr dirty="0" sz="2000" spc="-5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this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email </a:t>
            </a:r>
            <a:r>
              <a:rPr dirty="0" sz="2000" spc="-20">
                <a:latin typeface="Verdana"/>
                <a:cs typeface="Verdana"/>
              </a:rPr>
              <a:t>spam?</a:t>
            </a:r>
            <a:r>
              <a:rPr dirty="0" sz="2000">
                <a:latin typeface="Verdana"/>
                <a:cs typeface="Verdana"/>
              </a:rPr>
              <a:t>	</a:t>
            </a:r>
            <a:r>
              <a:rPr dirty="0" sz="2000">
                <a:solidFill>
                  <a:srgbClr val="7A81FF"/>
                </a:solidFill>
                <a:latin typeface="Verdana"/>
                <a:cs typeface="Verdana"/>
              </a:rPr>
              <a:t>no</a:t>
            </a:r>
            <a:r>
              <a:rPr dirty="0" sz="2000" spc="440">
                <a:solidFill>
                  <a:srgbClr val="7A81FF"/>
                </a:solidFill>
                <a:latin typeface="Verdana"/>
                <a:cs typeface="Verdana"/>
              </a:rPr>
              <a:t>   </a:t>
            </a:r>
            <a:r>
              <a:rPr dirty="0" sz="2000" spc="-25">
                <a:solidFill>
                  <a:srgbClr val="945200"/>
                </a:solidFill>
                <a:latin typeface="Verdana"/>
                <a:cs typeface="Verdana"/>
              </a:rPr>
              <a:t>yes </a:t>
            </a:r>
            <a:r>
              <a:rPr dirty="0" sz="2000">
                <a:latin typeface="Verdana"/>
                <a:cs typeface="Verdana"/>
              </a:rPr>
              <a:t>Is</a:t>
            </a:r>
            <a:r>
              <a:rPr dirty="0" sz="2000" spc="-1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the</a:t>
            </a:r>
            <a:r>
              <a:rPr dirty="0" sz="2000" spc="-1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transaction</a:t>
            </a:r>
            <a:r>
              <a:rPr dirty="0" sz="2000" spc="-17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fraudulent?</a:t>
            </a:r>
            <a:r>
              <a:rPr dirty="0" sz="2000" spc="430"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7A81FF"/>
                </a:solidFill>
                <a:latin typeface="Verdana"/>
                <a:cs typeface="Verdana"/>
              </a:rPr>
              <a:t>no</a:t>
            </a:r>
            <a:r>
              <a:rPr dirty="0" sz="2000" spc="475">
                <a:solidFill>
                  <a:srgbClr val="7A81FF"/>
                </a:solidFill>
                <a:latin typeface="Verdana"/>
                <a:cs typeface="Verdana"/>
              </a:rPr>
              <a:t>   </a:t>
            </a:r>
            <a:r>
              <a:rPr dirty="0" sz="2000" spc="-25">
                <a:solidFill>
                  <a:srgbClr val="945200"/>
                </a:solidFill>
                <a:latin typeface="Verdana"/>
                <a:cs typeface="Verdana"/>
              </a:rPr>
              <a:t>yes </a:t>
            </a:r>
            <a:r>
              <a:rPr dirty="0" sz="2000">
                <a:latin typeface="Verdana"/>
                <a:cs typeface="Verdana"/>
              </a:rPr>
              <a:t>Is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the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tumor</a:t>
            </a:r>
            <a:r>
              <a:rPr dirty="0" sz="2000" spc="-6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malignant?</a:t>
            </a:r>
            <a:r>
              <a:rPr dirty="0" sz="2000" spc="405">
                <a:latin typeface="Verdana"/>
                <a:cs typeface="Verdana"/>
              </a:rPr>
              <a:t>      </a:t>
            </a:r>
            <a:r>
              <a:rPr dirty="0" baseline="1388" sz="3000">
                <a:solidFill>
                  <a:srgbClr val="7A81FF"/>
                </a:solidFill>
                <a:latin typeface="Verdana"/>
                <a:cs typeface="Verdana"/>
              </a:rPr>
              <a:t>no</a:t>
            </a:r>
            <a:r>
              <a:rPr dirty="0" baseline="1388" sz="3000" spc="675">
                <a:solidFill>
                  <a:srgbClr val="7A81FF"/>
                </a:solidFill>
                <a:latin typeface="Verdana"/>
                <a:cs typeface="Verdana"/>
              </a:rPr>
              <a:t>   </a:t>
            </a:r>
            <a:r>
              <a:rPr dirty="0" baseline="1388" sz="3000" spc="-37">
                <a:solidFill>
                  <a:srgbClr val="945200"/>
                </a:solidFill>
                <a:latin typeface="Verdana"/>
                <a:cs typeface="Verdana"/>
              </a:rPr>
              <a:t>yes</a:t>
            </a:r>
            <a:endParaRPr baseline="1388" sz="3000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240020" y="755649"/>
            <a:ext cx="125603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Arial"/>
                <a:cs typeface="Arial"/>
              </a:rPr>
              <a:t>Answer</a:t>
            </a:r>
            <a:r>
              <a:rPr dirty="0" sz="2000" spc="-55">
                <a:latin typeface="Arial"/>
                <a:cs typeface="Arial"/>
              </a:rPr>
              <a:t> </a:t>
            </a:r>
            <a:r>
              <a:rPr dirty="0" sz="2000" spc="-25">
                <a:latin typeface="Arial"/>
                <a:cs typeface="Arial"/>
              </a:rPr>
              <a:t>“</a:t>
            </a:r>
            <a:r>
              <a:rPr dirty="0" sz="2000" spc="-25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-25">
                <a:latin typeface="Arial"/>
                <a:cs typeface="Arial"/>
              </a:rPr>
              <a:t>”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285875" y="781050"/>
            <a:ext cx="5487670" cy="1628139"/>
            <a:chOff x="1285875" y="781050"/>
            <a:chExt cx="5487670" cy="1628139"/>
          </a:xfrm>
        </p:grpSpPr>
        <p:sp>
          <p:nvSpPr>
            <p:cNvPr id="8" name="object 8"/>
            <p:cNvSpPr/>
            <p:nvPr/>
          </p:nvSpPr>
          <p:spPr>
            <a:xfrm>
              <a:off x="1304925" y="781050"/>
              <a:ext cx="5449570" cy="1628139"/>
            </a:xfrm>
            <a:custGeom>
              <a:avLst/>
              <a:gdLst/>
              <a:ahLst/>
              <a:cxnLst/>
              <a:rect l="l" t="t" r="r" b="b"/>
              <a:pathLst>
                <a:path w="5449570" h="1628139">
                  <a:moveTo>
                    <a:pt x="0" y="390525"/>
                  </a:moveTo>
                  <a:lnTo>
                    <a:pt x="5449443" y="418338"/>
                  </a:lnTo>
                </a:path>
                <a:path w="5449570" h="1628139">
                  <a:moveTo>
                    <a:pt x="3790950" y="0"/>
                  </a:moveTo>
                  <a:lnTo>
                    <a:pt x="3790950" y="1627886"/>
                  </a:lnTo>
                </a:path>
              </a:pathLst>
            </a:custGeom>
            <a:ln w="38100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966847" y="1466722"/>
              <a:ext cx="1932305" cy="815975"/>
            </a:xfrm>
            <a:custGeom>
              <a:avLst/>
              <a:gdLst/>
              <a:ahLst/>
              <a:cxnLst/>
              <a:rect l="l" t="t" r="r" b="b"/>
              <a:pathLst>
                <a:path w="1932304" h="815975">
                  <a:moveTo>
                    <a:pt x="708025" y="6477"/>
                  </a:moveTo>
                  <a:lnTo>
                    <a:pt x="707898" y="4064"/>
                  </a:lnTo>
                  <a:lnTo>
                    <a:pt x="707656" y="1778"/>
                  </a:lnTo>
                  <a:lnTo>
                    <a:pt x="707783" y="1778"/>
                  </a:lnTo>
                  <a:lnTo>
                    <a:pt x="705751" y="0"/>
                  </a:lnTo>
                  <a:lnTo>
                    <a:pt x="703199" y="0"/>
                  </a:lnTo>
                  <a:lnTo>
                    <a:pt x="694182" y="762"/>
                  </a:lnTo>
                  <a:lnTo>
                    <a:pt x="675894" y="1778"/>
                  </a:lnTo>
                  <a:lnTo>
                    <a:pt x="653161" y="3683"/>
                  </a:lnTo>
                  <a:lnTo>
                    <a:pt x="633476" y="4699"/>
                  </a:lnTo>
                  <a:lnTo>
                    <a:pt x="612902" y="5461"/>
                  </a:lnTo>
                  <a:lnTo>
                    <a:pt x="567182" y="7874"/>
                  </a:lnTo>
                  <a:lnTo>
                    <a:pt x="548513" y="8382"/>
                  </a:lnTo>
                  <a:lnTo>
                    <a:pt x="517715" y="9639"/>
                  </a:lnTo>
                  <a:lnTo>
                    <a:pt x="516801" y="9639"/>
                  </a:lnTo>
                  <a:lnTo>
                    <a:pt x="486448" y="10541"/>
                  </a:lnTo>
                  <a:lnTo>
                    <a:pt x="462915" y="10541"/>
                  </a:lnTo>
                  <a:lnTo>
                    <a:pt x="436435" y="10934"/>
                  </a:lnTo>
                  <a:lnTo>
                    <a:pt x="340004" y="9639"/>
                  </a:lnTo>
                  <a:lnTo>
                    <a:pt x="344157" y="9639"/>
                  </a:lnTo>
                  <a:lnTo>
                    <a:pt x="284581" y="9017"/>
                  </a:lnTo>
                  <a:lnTo>
                    <a:pt x="365252" y="9017"/>
                  </a:lnTo>
                  <a:lnTo>
                    <a:pt x="277736" y="8953"/>
                  </a:lnTo>
                  <a:lnTo>
                    <a:pt x="235966" y="8509"/>
                  </a:lnTo>
                  <a:lnTo>
                    <a:pt x="209791" y="8890"/>
                  </a:lnTo>
                  <a:lnTo>
                    <a:pt x="54343" y="8763"/>
                  </a:lnTo>
                  <a:lnTo>
                    <a:pt x="20574" y="9017"/>
                  </a:lnTo>
                  <a:lnTo>
                    <a:pt x="20193" y="9017"/>
                  </a:lnTo>
                  <a:lnTo>
                    <a:pt x="12573" y="9461"/>
                  </a:lnTo>
                  <a:lnTo>
                    <a:pt x="12573" y="19304"/>
                  </a:lnTo>
                  <a:lnTo>
                    <a:pt x="11582" y="19989"/>
                  </a:lnTo>
                  <a:lnTo>
                    <a:pt x="12522" y="19304"/>
                  </a:lnTo>
                  <a:lnTo>
                    <a:pt x="12573" y="9461"/>
                  </a:lnTo>
                  <a:lnTo>
                    <a:pt x="9245" y="9639"/>
                  </a:lnTo>
                  <a:lnTo>
                    <a:pt x="7747" y="9017"/>
                  </a:lnTo>
                  <a:lnTo>
                    <a:pt x="6172" y="9639"/>
                  </a:lnTo>
                  <a:lnTo>
                    <a:pt x="5753" y="9829"/>
                  </a:lnTo>
                  <a:lnTo>
                    <a:pt x="5588" y="9906"/>
                  </a:lnTo>
                  <a:lnTo>
                    <a:pt x="4330" y="9906"/>
                  </a:lnTo>
                  <a:lnTo>
                    <a:pt x="3429" y="9906"/>
                  </a:lnTo>
                  <a:lnTo>
                    <a:pt x="2260" y="11023"/>
                  </a:lnTo>
                  <a:lnTo>
                    <a:pt x="1778" y="11176"/>
                  </a:lnTo>
                  <a:lnTo>
                    <a:pt x="1384" y="11849"/>
                  </a:lnTo>
                  <a:lnTo>
                    <a:pt x="889" y="12319"/>
                  </a:lnTo>
                  <a:lnTo>
                    <a:pt x="800" y="12852"/>
                  </a:lnTo>
                  <a:lnTo>
                    <a:pt x="0" y="14224"/>
                  </a:lnTo>
                  <a:lnTo>
                    <a:pt x="76" y="14732"/>
                  </a:lnTo>
                  <a:lnTo>
                    <a:pt x="177" y="15367"/>
                  </a:lnTo>
                  <a:lnTo>
                    <a:pt x="292" y="16065"/>
                  </a:lnTo>
                  <a:lnTo>
                    <a:pt x="431" y="16891"/>
                  </a:lnTo>
                  <a:lnTo>
                    <a:pt x="469" y="17145"/>
                  </a:lnTo>
                  <a:lnTo>
                    <a:pt x="292" y="16065"/>
                  </a:lnTo>
                  <a:lnTo>
                    <a:pt x="190" y="16891"/>
                  </a:lnTo>
                  <a:lnTo>
                    <a:pt x="101" y="17653"/>
                  </a:lnTo>
                  <a:lnTo>
                    <a:pt x="0" y="18542"/>
                  </a:lnTo>
                  <a:lnTo>
                    <a:pt x="990" y="20066"/>
                  </a:lnTo>
                  <a:lnTo>
                    <a:pt x="1016" y="20447"/>
                  </a:lnTo>
                  <a:lnTo>
                    <a:pt x="1524" y="20891"/>
                  </a:lnTo>
                  <a:lnTo>
                    <a:pt x="1816" y="21336"/>
                  </a:lnTo>
                  <a:lnTo>
                    <a:pt x="1536" y="21336"/>
                  </a:lnTo>
                  <a:lnTo>
                    <a:pt x="2400" y="21640"/>
                  </a:lnTo>
                  <a:lnTo>
                    <a:pt x="3683" y="22733"/>
                  </a:lnTo>
                  <a:lnTo>
                    <a:pt x="5549" y="22733"/>
                  </a:lnTo>
                  <a:lnTo>
                    <a:pt x="5689" y="22733"/>
                  </a:lnTo>
                  <a:lnTo>
                    <a:pt x="7874" y="23368"/>
                  </a:lnTo>
                  <a:lnTo>
                    <a:pt x="9525" y="22733"/>
                  </a:lnTo>
                  <a:lnTo>
                    <a:pt x="20574" y="22733"/>
                  </a:lnTo>
                  <a:lnTo>
                    <a:pt x="144272" y="24384"/>
                  </a:lnTo>
                  <a:lnTo>
                    <a:pt x="210058" y="24384"/>
                  </a:lnTo>
                  <a:lnTo>
                    <a:pt x="354749" y="22733"/>
                  </a:lnTo>
                  <a:lnTo>
                    <a:pt x="386207" y="22733"/>
                  </a:lnTo>
                  <a:lnTo>
                    <a:pt x="454063" y="22098"/>
                  </a:lnTo>
                  <a:lnTo>
                    <a:pt x="472008" y="21844"/>
                  </a:lnTo>
                  <a:lnTo>
                    <a:pt x="473748" y="21844"/>
                  </a:lnTo>
                  <a:lnTo>
                    <a:pt x="491248" y="21640"/>
                  </a:lnTo>
                  <a:lnTo>
                    <a:pt x="493598" y="21640"/>
                  </a:lnTo>
                  <a:lnTo>
                    <a:pt x="518833" y="20891"/>
                  </a:lnTo>
                  <a:lnTo>
                    <a:pt x="519887" y="20891"/>
                  </a:lnTo>
                  <a:lnTo>
                    <a:pt x="544982" y="19304"/>
                  </a:lnTo>
                  <a:lnTo>
                    <a:pt x="543687" y="19304"/>
                  </a:lnTo>
                  <a:lnTo>
                    <a:pt x="567690" y="18161"/>
                  </a:lnTo>
                  <a:lnTo>
                    <a:pt x="586486" y="16891"/>
                  </a:lnTo>
                  <a:lnTo>
                    <a:pt x="613537" y="14732"/>
                  </a:lnTo>
                  <a:lnTo>
                    <a:pt x="653669" y="12319"/>
                  </a:lnTo>
                  <a:lnTo>
                    <a:pt x="670433" y="11023"/>
                  </a:lnTo>
                  <a:lnTo>
                    <a:pt x="676529" y="10541"/>
                  </a:lnTo>
                  <a:lnTo>
                    <a:pt x="692912" y="9639"/>
                  </a:lnTo>
                  <a:lnTo>
                    <a:pt x="693559" y="9639"/>
                  </a:lnTo>
                  <a:lnTo>
                    <a:pt x="700824" y="9017"/>
                  </a:lnTo>
                  <a:lnTo>
                    <a:pt x="701408" y="9017"/>
                  </a:lnTo>
                  <a:lnTo>
                    <a:pt x="706247" y="8509"/>
                  </a:lnTo>
                  <a:lnTo>
                    <a:pt x="708025" y="6477"/>
                  </a:lnTo>
                  <a:close/>
                </a:path>
                <a:path w="1932304" h="815975">
                  <a:moveTo>
                    <a:pt x="1231480" y="809117"/>
                  </a:moveTo>
                  <a:lnTo>
                    <a:pt x="1230934" y="808101"/>
                  </a:lnTo>
                  <a:lnTo>
                    <a:pt x="1229868" y="806450"/>
                  </a:lnTo>
                  <a:lnTo>
                    <a:pt x="1227328" y="805815"/>
                  </a:lnTo>
                  <a:lnTo>
                    <a:pt x="1225931" y="805434"/>
                  </a:lnTo>
                  <a:lnTo>
                    <a:pt x="1226337" y="805434"/>
                  </a:lnTo>
                  <a:lnTo>
                    <a:pt x="1207389" y="803148"/>
                  </a:lnTo>
                  <a:lnTo>
                    <a:pt x="1207135" y="803148"/>
                  </a:lnTo>
                  <a:lnTo>
                    <a:pt x="1176718" y="800735"/>
                  </a:lnTo>
                  <a:lnTo>
                    <a:pt x="1176235" y="800735"/>
                  </a:lnTo>
                  <a:lnTo>
                    <a:pt x="1155192" y="798322"/>
                  </a:lnTo>
                  <a:lnTo>
                    <a:pt x="1154811" y="798322"/>
                  </a:lnTo>
                  <a:lnTo>
                    <a:pt x="1126109" y="796671"/>
                  </a:lnTo>
                  <a:lnTo>
                    <a:pt x="1098448" y="795655"/>
                  </a:lnTo>
                  <a:lnTo>
                    <a:pt x="1097000" y="795655"/>
                  </a:lnTo>
                  <a:lnTo>
                    <a:pt x="1064742" y="793623"/>
                  </a:lnTo>
                  <a:lnTo>
                    <a:pt x="1065149" y="793623"/>
                  </a:lnTo>
                  <a:lnTo>
                    <a:pt x="1033640" y="791972"/>
                  </a:lnTo>
                  <a:lnTo>
                    <a:pt x="1032573" y="791972"/>
                  </a:lnTo>
                  <a:lnTo>
                    <a:pt x="1011656" y="791210"/>
                  </a:lnTo>
                  <a:lnTo>
                    <a:pt x="1009789" y="791210"/>
                  </a:lnTo>
                  <a:lnTo>
                    <a:pt x="979170" y="789686"/>
                  </a:lnTo>
                  <a:lnTo>
                    <a:pt x="980173" y="789686"/>
                  </a:lnTo>
                  <a:lnTo>
                    <a:pt x="955294" y="788797"/>
                  </a:lnTo>
                  <a:lnTo>
                    <a:pt x="933894" y="787679"/>
                  </a:lnTo>
                  <a:lnTo>
                    <a:pt x="913663" y="787044"/>
                  </a:lnTo>
                  <a:lnTo>
                    <a:pt x="804418" y="783844"/>
                  </a:lnTo>
                  <a:lnTo>
                    <a:pt x="779526" y="783463"/>
                  </a:lnTo>
                  <a:lnTo>
                    <a:pt x="679831" y="781431"/>
                  </a:lnTo>
                  <a:lnTo>
                    <a:pt x="489331" y="779272"/>
                  </a:lnTo>
                  <a:lnTo>
                    <a:pt x="455549" y="778510"/>
                  </a:lnTo>
                  <a:lnTo>
                    <a:pt x="370840" y="778256"/>
                  </a:lnTo>
                  <a:lnTo>
                    <a:pt x="335661" y="777875"/>
                  </a:lnTo>
                  <a:lnTo>
                    <a:pt x="313563" y="777875"/>
                  </a:lnTo>
                  <a:lnTo>
                    <a:pt x="284175" y="777367"/>
                  </a:lnTo>
                  <a:lnTo>
                    <a:pt x="276161" y="777367"/>
                  </a:lnTo>
                  <a:lnTo>
                    <a:pt x="246545" y="776490"/>
                  </a:lnTo>
                  <a:lnTo>
                    <a:pt x="227330" y="775081"/>
                  </a:lnTo>
                  <a:lnTo>
                    <a:pt x="212305" y="774166"/>
                  </a:lnTo>
                  <a:lnTo>
                    <a:pt x="208470" y="773938"/>
                  </a:lnTo>
                  <a:lnTo>
                    <a:pt x="196596" y="772668"/>
                  </a:lnTo>
                  <a:lnTo>
                    <a:pt x="195580" y="772541"/>
                  </a:lnTo>
                  <a:lnTo>
                    <a:pt x="166001" y="773938"/>
                  </a:lnTo>
                  <a:lnTo>
                    <a:pt x="173939" y="773557"/>
                  </a:lnTo>
                  <a:lnTo>
                    <a:pt x="164020" y="773557"/>
                  </a:lnTo>
                  <a:lnTo>
                    <a:pt x="159004" y="773430"/>
                  </a:lnTo>
                  <a:lnTo>
                    <a:pt x="158115" y="773557"/>
                  </a:lnTo>
                  <a:lnTo>
                    <a:pt x="142621" y="775017"/>
                  </a:lnTo>
                  <a:lnTo>
                    <a:pt x="142367" y="774827"/>
                  </a:lnTo>
                  <a:lnTo>
                    <a:pt x="139839" y="775271"/>
                  </a:lnTo>
                  <a:lnTo>
                    <a:pt x="141782" y="775081"/>
                  </a:lnTo>
                  <a:lnTo>
                    <a:pt x="141922" y="775081"/>
                  </a:lnTo>
                  <a:lnTo>
                    <a:pt x="139649" y="775296"/>
                  </a:lnTo>
                  <a:lnTo>
                    <a:pt x="138620" y="775474"/>
                  </a:lnTo>
                  <a:lnTo>
                    <a:pt x="139636" y="775335"/>
                  </a:lnTo>
                  <a:lnTo>
                    <a:pt x="139420" y="775335"/>
                  </a:lnTo>
                  <a:lnTo>
                    <a:pt x="139217" y="775335"/>
                  </a:lnTo>
                  <a:lnTo>
                    <a:pt x="136525" y="775589"/>
                  </a:lnTo>
                  <a:lnTo>
                    <a:pt x="136258" y="775792"/>
                  </a:lnTo>
                  <a:lnTo>
                    <a:pt x="137731" y="775589"/>
                  </a:lnTo>
                  <a:lnTo>
                    <a:pt x="136258" y="775792"/>
                  </a:lnTo>
                  <a:lnTo>
                    <a:pt x="134874" y="775970"/>
                  </a:lnTo>
                  <a:lnTo>
                    <a:pt x="132422" y="779272"/>
                  </a:lnTo>
                  <a:lnTo>
                    <a:pt x="132511" y="781177"/>
                  </a:lnTo>
                  <a:lnTo>
                    <a:pt x="132727" y="780923"/>
                  </a:lnTo>
                  <a:lnTo>
                    <a:pt x="132791" y="783844"/>
                  </a:lnTo>
                  <a:lnTo>
                    <a:pt x="132715" y="783209"/>
                  </a:lnTo>
                  <a:lnTo>
                    <a:pt x="132638" y="782447"/>
                  </a:lnTo>
                  <a:lnTo>
                    <a:pt x="132537" y="781431"/>
                  </a:lnTo>
                  <a:lnTo>
                    <a:pt x="132334" y="781812"/>
                  </a:lnTo>
                  <a:lnTo>
                    <a:pt x="132384" y="782447"/>
                  </a:lnTo>
                  <a:lnTo>
                    <a:pt x="132461" y="783209"/>
                  </a:lnTo>
                  <a:lnTo>
                    <a:pt x="132588" y="784479"/>
                  </a:lnTo>
                  <a:lnTo>
                    <a:pt x="132956" y="785037"/>
                  </a:lnTo>
                  <a:lnTo>
                    <a:pt x="133045" y="785622"/>
                  </a:lnTo>
                  <a:lnTo>
                    <a:pt x="133159" y="786511"/>
                  </a:lnTo>
                  <a:lnTo>
                    <a:pt x="133223" y="786892"/>
                  </a:lnTo>
                  <a:lnTo>
                    <a:pt x="136525" y="789686"/>
                  </a:lnTo>
                  <a:lnTo>
                    <a:pt x="137896" y="789559"/>
                  </a:lnTo>
                  <a:lnTo>
                    <a:pt x="139382" y="789419"/>
                  </a:lnTo>
                  <a:lnTo>
                    <a:pt x="141719" y="791095"/>
                  </a:lnTo>
                  <a:lnTo>
                    <a:pt x="145288" y="790575"/>
                  </a:lnTo>
                  <a:lnTo>
                    <a:pt x="146621" y="788797"/>
                  </a:lnTo>
                  <a:lnTo>
                    <a:pt x="146189" y="788797"/>
                  </a:lnTo>
                  <a:lnTo>
                    <a:pt x="146646" y="788758"/>
                  </a:lnTo>
                  <a:lnTo>
                    <a:pt x="159105" y="787679"/>
                  </a:lnTo>
                  <a:lnTo>
                    <a:pt x="168529" y="788035"/>
                  </a:lnTo>
                  <a:lnTo>
                    <a:pt x="169164" y="788035"/>
                  </a:lnTo>
                  <a:lnTo>
                    <a:pt x="178638" y="787679"/>
                  </a:lnTo>
                  <a:lnTo>
                    <a:pt x="195440" y="787044"/>
                  </a:lnTo>
                  <a:lnTo>
                    <a:pt x="209550" y="788416"/>
                  </a:lnTo>
                  <a:lnTo>
                    <a:pt x="209804" y="788416"/>
                  </a:lnTo>
                  <a:lnTo>
                    <a:pt x="228142" y="789686"/>
                  </a:lnTo>
                  <a:lnTo>
                    <a:pt x="229069" y="789686"/>
                  </a:lnTo>
                  <a:lnTo>
                    <a:pt x="245618" y="790448"/>
                  </a:lnTo>
                  <a:lnTo>
                    <a:pt x="267208" y="791210"/>
                  </a:lnTo>
                  <a:lnTo>
                    <a:pt x="324027" y="791972"/>
                  </a:lnTo>
                  <a:lnTo>
                    <a:pt x="347256" y="791972"/>
                  </a:lnTo>
                  <a:lnTo>
                    <a:pt x="382435" y="792353"/>
                  </a:lnTo>
                  <a:lnTo>
                    <a:pt x="410083" y="792353"/>
                  </a:lnTo>
                  <a:lnTo>
                    <a:pt x="455422" y="791972"/>
                  </a:lnTo>
                  <a:lnTo>
                    <a:pt x="524129" y="791972"/>
                  </a:lnTo>
                  <a:lnTo>
                    <a:pt x="679577" y="794004"/>
                  </a:lnTo>
                  <a:lnTo>
                    <a:pt x="779272" y="796417"/>
                  </a:lnTo>
                  <a:lnTo>
                    <a:pt x="804164" y="796671"/>
                  </a:lnTo>
                  <a:lnTo>
                    <a:pt x="932942" y="800735"/>
                  </a:lnTo>
                  <a:lnTo>
                    <a:pt x="954786" y="801878"/>
                  </a:lnTo>
                  <a:lnTo>
                    <a:pt x="976109" y="802525"/>
                  </a:lnTo>
                  <a:lnTo>
                    <a:pt x="1004062" y="803910"/>
                  </a:lnTo>
                  <a:lnTo>
                    <a:pt x="1035558" y="805053"/>
                  </a:lnTo>
                  <a:lnTo>
                    <a:pt x="1094486" y="808101"/>
                  </a:lnTo>
                  <a:lnTo>
                    <a:pt x="1154303" y="810260"/>
                  </a:lnTo>
                  <a:lnTo>
                    <a:pt x="1174369" y="810260"/>
                  </a:lnTo>
                  <a:lnTo>
                    <a:pt x="1206804" y="812711"/>
                  </a:lnTo>
                  <a:lnTo>
                    <a:pt x="1206360" y="812711"/>
                  </a:lnTo>
                  <a:lnTo>
                    <a:pt x="1214755" y="813816"/>
                  </a:lnTo>
                  <a:lnTo>
                    <a:pt x="1224026" y="814832"/>
                  </a:lnTo>
                  <a:lnTo>
                    <a:pt x="1227582" y="815721"/>
                  </a:lnTo>
                  <a:lnTo>
                    <a:pt x="1230249" y="814197"/>
                  </a:lnTo>
                  <a:lnTo>
                    <a:pt x="1230884" y="811657"/>
                  </a:lnTo>
                  <a:lnTo>
                    <a:pt x="1231480" y="809117"/>
                  </a:lnTo>
                  <a:close/>
                </a:path>
                <a:path w="1932304" h="815975">
                  <a:moveTo>
                    <a:pt x="1459992" y="406908"/>
                  </a:moveTo>
                  <a:lnTo>
                    <a:pt x="1385430" y="406908"/>
                  </a:lnTo>
                  <a:lnTo>
                    <a:pt x="1434706" y="407174"/>
                  </a:lnTo>
                  <a:lnTo>
                    <a:pt x="1459992" y="406908"/>
                  </a:lnTo>
                  <a:close/>
                </a:path>
                <a:path w="1932304" h="815975">
                  <a:moveTo>
                    <a:pt x="1932051" y="361315"/>
                  </a:moveTo>
                  <a:lnTo>
                    <a:pt x="1930654" y="357378"/>
                  </a:lnTo>
                  <a:lnTo>
                    <a:pt x="1929257" y="353568"/>
                  </a:lnTo>
                  <a:lnTo>
                    <a:pt x="1924939" y="351548"/>
                  </a:lnTo>
                  <a:lnTo>
                    <a:pt x="1921129" y="352806"/>
                  </a:lnTo>
                  <a:lnTo>
                    <a:pt x="1913623" y="355447"/>
                  </a:lnTo>
                  <a:lnTo>
                    <a:pt x="1908810" y="356616"/>
                  </a:lnTo>
                  <a:lnTo>
                    <a:pt x="1883232" y="362292"/>
                  </a:lnTo>
                  <a:lnTo>
                    <a:pt x="1883016" y="362292"/>
                  </a:lnTo>
                  <a:lnTo>
                    <a:pt x="1867281" y="364744"/>
                  </a:lnTo>
                  <a:lnTo>
                    <a:pt x="1842909" y="368160"/>
                  </a:lnTo>
                  <a:lnTo>
                    <a:pt x="1789112" y="374777"/>
                  </a:lnTo>
                  <a:lnTo>
                    <a:pt x="1791081" y="374561"/>
                  </a:lnTo>
                  <a:lnTo>
                    <a:pt x="1718310" y="381647"/>
                  </a:lnTo>
                  <a:lnTo>
                    <a:pt x="1652016" y="386346"/>
                  </a:lnTo>
                  <a:lnTo>
                    <a:pt x="1565402" y="389763"/>
                  </a:lnTo>
                  <a:lnTo>
                    <a:pt x="1509725" y="390652"/>
                  </a:lnTo>
                  <a:lnTo>
                    <a:pt x="1510753" y="390652"/>
                  </a:lnTo>
                  <a:lnTo>
                    <a:pt x="1436331" y="391922"/>
                  </a:lnTo>
                  <a:lnTo>
                    <a:pt x="1410335" y="392049"/>
                  </a:lnTo>
                  <a:lnTo>
                    <a:pt x="1410208" y="392049"/>
                  </a:lnTo>
                  <a:lnTo>
                    <a:pt x="1393736" y="391795"/>
                  </a:lnTo>
                  <a:lnTo>
                    <a:pt x="1327785" y="391795"/>
                  </a:lnTo>
                  <a:lnTo>
                    <a:pt x="1296784" y="391934"/>
                  </a:lnTo>
                  <a:lnTo>
                    <a:pt x="1283512" y="391795"/>
                  </a:lnTo>
                  <a:lnTo>
                    <a:pt x="1100556" y="391795"/>
                  </a:lnTo>
                  <a:lnTo>
                    <a:pt x="1062355" y="392430"/>
                  </a:lnTo>
                  <a:lnTo>
                    <a:pt x="997585" y="392696"/>
                  </a:lnTo>
                  <a:lnTo>
                    <a:pt x="824801" y="392696"/>
                  </a:lnTo>
                  <a:lnTo>
                    <a:pt x="780211" y="393458"/>
                  </a:lnTo>
                  <a:lnTo>
                    <a:pt x="759002" y="393458"/>
                  </a:lnTo>
                  <a:lnTo>
                    <a:pt x="745070" y="394208"/>
                  </a:lnTo>
                  <a:lnTo>
                    <a:pt x="741553" y="394208"/>
                  </a:lnTo>
                  <a:lnTo>
                    <a:pt x="741553" y="403987"/>
                  </a:lnTo>
                  <a:lnTo>
                    <a:pt x="739965" y="406908"/>
                  </a:lnTo>
                  <a:lnTo>
                    <a:pt x="741553" y="403987"/>
                  </a:lnTo>
                  <a:lnTo>
                    <a:pt x="741553" y="394208"/>
                  </a:lnTo>
                  <a:lnTo>
                    <a:pt x="740156" y="394208"/>
                  </a:lnTo>
                  <a:lnTo>
                    <a:pt x="737362" y="394538"/>
                  </a:lnTo>
                  <a:lnTo>
                    <a:pt x="737362" y="399669"/>
                  </a:lnTo>
                  <a:lnTo>
                    <a:pt x="737069" y="399415"/>
                  </a:lnTo>
                  <a:lnTo>
                    <a:pt x="737019" y="399199"/>
                  </a:lnTo>
                  <a:lnTo>
                    <a:pt x="737362" y="399669"/>
                  </a:lnTo>
                  <a:lnTo>
                    <a:pt x="737362" y="394538"/>
                  </a:lnTo>
                  <a:lnTo>
                    <a:pt x="736066" y="394690"/>
                  </a:lnTo>
                  <a:lnTo>
                    <a:pt x="736066" y="398551"/>
                  </a:lnTo>
                  <a:lnTo>
                    <a:pt x="735469" y="398018"/>
                  </a:lnTo>
                  <a:lnTo>
                    <a:pt x="736066" y="398551"/>
                  </a:lnTo>
                  <a:lnTo>
                    <a:pt x="736066" y="394690"/>
                  </a:lnTo>
                  <a:lnTo>
                    <a:pt x="732701" y="395071"/>
                  </a:lnTo>
                  <a:lnTo>
                    <a:pt x="730885" y="394589"/>
                  </a:lnTo>
                  <a:lnTo>
                    <a:pt x="729018" y="395490"/>
                  </a:lnTo>
                  <a:lnTo>
                    <a:pt x="726821" y="395732"/>
                  </a:lnTo>
                  <a:lnTo>
                    <a:pt x="725347" y="397357"/>
                  </a:lnTo>
                  <a:lnTo>
                    <a:pt x="725043" y="397522"/>
                  </a:lnTo>
                  <a:lnTo>
                    <a:pt x="724801" y="398018"/>
                  </a:lnTo>
                  <a:lnTo>
                    <a:pt x="724268" y="398564"/>
                  </a:lnTo>
                  <a:lnTo>
                    <a:pt x="724268" y="399046"/>
                  </a:lnTo>
                  <a:lnTo>
                    <a:pt x="724255" y="399415"/>
                  </a:lnTo>
                  <a:lnTo>
                    <a:pt x="724039" y="399669"/>
                  </a:lnTo>
                  <a:lnTo>
                    <a:pt x="723519" y="400812"/>
                  </a:lnTo>
                  <a:lnTo>
                    <a:pt x="724192" y="403136"/>
                  </a:lnTo>
                  <a:lnTo>
                    <a:pt x="724154" y="405257"/>
                  </a:lnTo>
                  <a:lnTo>
                    <a:pt x="725170" y="406514"/>
                  </a:lnTo>
                  <a:lnTo>
                    <a:pt x="725500" y="406908"/>
                  </a:lnTo>
                  <a:lnTo>
                    <a:pt x="725297" y="406908"/>
                  </a:lnTo>
                  <a:lnTo>
                    <a:pt x="725779" y="407238"/>
                  </a:lnTo>
                  <a:lnTo>
                    <a:pt x="726059" y="407428"/>
                  </a:lnTo>
                  <a:lnTo>
                    <a:pt x="726325" y="407898"/>
                  </a:lnTo>
                  <a:lnTo>
                    <a:pt x="726770" y="408432"/>
                  </a:lnTo>
                  <a:lnTo>
                    <a:pt x="727570" y="408432"/>
                  </a:lnTo>
                  <a:lnTo>
                    <a:pt x="728345" y="408940"/>
                  </a:lnTo>
                  <a:lnTo>
                    <a:pt x="728980" y="408940"/>
                  </a:lnTo>
                  <a:lnTo>
                    <a:pt x="730504" y="408787"/>
                  </a:lnTo>
                  <a:lnTo>
                    <a:pt x="730796" y="408762"/>
                  </a:lnTo>
                  <a:lnTo>
                    <a:pt x="730516" y="408800"/>
                  </a:lnTo>
                  <a:lnTo>
                    <a:pt x="728980" y="408940"/>
                  </a:lnTo>
                  <a:lnTo>
                    <a:pt x="731189" y="408940"/>
                  </a:lnTo>
                  <a:lnTo>
                    <a:pt x="735203" y="410845"/>
                  </a:lnTo>
                  <a:lnTo>
                    <a:pt x="738632" y="409702"/>
                  </a:lnTo>
                  <a:lnTo>
                    <a:pt x="738987" y="408940"/>
                  </a:lnTo>
                  <a:lnTo>
                    <a:pt x="739495" y="407898"/>
                  </a:lnTo>
                  <a:lnTo>
                    <a:pt x="731088" y="408736"/>
                  </a:lnTo>
                  <a:lnTo>
                    <a:pt x="734060" y="408432"/>
                  </a:lnTo>
                  <a:lnTo>
                    <a:pt x="739495" y="407898"/>
                  </a:lnTo>
                  <a:lnTo>
                    <a:pt x="745693" y="407898"/>
                  </a:lnTo>
                  <a:lnTo>
                    <a:pt x="762393" y="407238"/>
                  </a:lnTo>
                  <a:lnTo>
                    <a:pt x="765263" y="407238"/>
                  </a:lnTo>
                  <a:lnTo>
                    <a:pt x="779614" y="407898"/>
                  </a:lnTo>
                  <a:lnTo>
                    <a:pt x="791171" y="407898"/>
                  </a:lnTo>
                  <a:lnTo>
                    <a:pt x="812203" y="408432"/>
                  </a:lnTo>
                  <a:lnTo>
                    <a:pt x="825182" y="408432"/>
                  </a:lnTo>
                  <a:lnTo>
                    <a:pt x="879297" y="407898"/>
                  </a:lnTo>
                  <a:lnTo>
                    <a:pt x="871791" y="407898"/>
                  </a:lnTo>
                  <a:lnTo>
                    <a:pt x="897001" y="407416"/>
                  </a:lnTo>
                  <a:lnTo>
                    <a:pt x="932688" y="407416"/>
                  </a:lnTo>
                  <a:lnTo>
                    <a:pt x="940968" y="407238"/>
                  </a:lnTo>
                  <a:lnTo>
                    <a:pt x="956056" y="406908"/>
                  </a:lnTo>
                  <a:lnTo>
                    <a:pt x="1047191" y="406908"/>
                  </a:lnTo>
                  <a:lnTo>
                    <a:pt x="1100683" y="406019"/>
                  </a:lnTo>
                  <a:lnTo>
                    <a:pt x="1110348" y="406019"/>
                  </a:lnTo>
                  <a:lnTo>
                    <a:pt x="1479816" y="406781"/>
                  </a:lnTo>
                  <a:lnTo>
                    <a:pt x="1537754" y="406019"/>
                  </a:lnTo>
                  <a:lnTo>
                    <a:pt x="1543177" y="406019"/>
                  </a:lnTo>
                  <a:lnTo>
                    <a:pt x="1565783" y="405638"/>
                  </a:lnTo>
                  <a:lnTo>
                    <a:pt x="1652778" y="402590"/>
                  </a:lnTo>
                  <a:lnTo>
                    <a:pt x="1653032" y="402590"/>
                  </a:lnTo>
                  <a:lnTo>
                    <a:pt x="1682496" y="400812"/>
                  </a:lnTo>
                  <a:lnTo>
                    <a:pt x="1718170" y="398018"/>
                  </a:lnTo>
                  <a:lnTo>
                    <a:pt x="1767573" y="393458"/>
                  </a:lnTo>
                  <a:lnTo>
                    <a:pt x="1767954" y="393458"/>
                  </a:lnTo>
                  <a:lnTo>
                    <a:pt x="1780527" y="392049"/>
                  </a:lnTo>
                  <a:lnTo>
                    <a:pt x="1782826" y="391795"/>
                  </a:lnTo>
                  <a:lnTo>
                    <a:pt x="1793113" y="390652"/>
                  </a:lnTo>
                  <a:lnTo>
                    <a:pt x="1845691" y="383413"/>
                  </a:lnTo>
                  <a:lnTo>
                    <a:pt x="1845945" y="383413"/>
                  </a:lnTo>
                  <a:lnTo>
                    <a:pt x="1869694" y="379476"/>
                  </a:lnTo>
                  <a:lnTo>
                    <a:pt x="1885823" y="377063"/>
                  </a:lnTo>
                  <a:lnTo>
                    <a:pt x="1897138" y="374561"/>
                  </a:lnTo>
                  <a:lnTo>
                    <a:pt x="1912239" y="371233"/>
                  </a:lnTo>
                  <a:lnTo>
                    <a:pt x="1912366" y="371094"/>
                  </a:lnTo>
                  <a:lnTo>
                    <a:pt x="1918208" y="369709"/>
                  </a:lnTo>
                  <a:lnTo>
                    <a:pt x="1918843" y="369443"/>
                  </a:lnTo>
                  <a:lnTo>
                    <a:pt x="1926082" y="367030"/>
                  </a:lnTo>
                  <a:lnTo>
                    <a:pt x="1929892" y="365633"/>
                  </a:lnTo>
                  <a:lnTo>
                    <a:pt x="1932051" y="361315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172075" y="1228725"/>
              <a:ext cx="1409700" cy="1047750"/>
            </a:xfrm>
            <a:custGeom>
              <a:avLst/>
              <a:gdLst/>
              <a:ahLst/>
              <a:cxnLst/>
              <a:rect l="l" t="t" r="r" b="b"/>
              <a:pathLst>
                <a:path w="1409700" h="1047750">
                  <a:moveTo>
                    <a:pt x="0" y="1047750"/>
                  </a:moveTo>
                  <a:lnTo>
                    <a:pt x="1409700" y="1047750"/>
                  </a:lnTo>
                  <a:lnTo>
                    <a:pt x="1409700" y="0"/>
                  </a:lnTo>
                  <a:lnTo>
                    <a:pt x="0" y="0"/>
                  </a:lnTo>
                  <a:lnTo>
                    <a:pt x="0" y="1047750"/>
                  </a:lnTo>
                  <a:close/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307846" y="741997"/>
            <a:ext cx="116014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>
                <a:latin typeface="Verdana"/>
                <a:cs typeface="Verdana"/>
              </a:rPr>
              <a:t>Question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14325" y="2990850"/>
            <a:ext cx="3162300" cy="400050"/>
          </a:xfrm>
          <a:prstGeom prst="rect">
            <a:avLst/>
          </a:prstGeom>
          <a:ln w="38100">
            <a:solidFill>
              <a:srgbClr val="000000"/>
            </a:solidFill>
          </a:ln>
        </p:spPr>
        <p:txBody>
          <a:bodyPr wrap="square" lIns="0" tIns="48895" rIns="0" bIns="0" rtlCol="0" vert="horz">
            <a:spAutoFit/>
          </a:bodyPr>
          <a:lstStyle/>
          <a:p>
            <a:pPr marL="88900">
              <a:lnSpc>
                <a:spcPct val="100000"/>
              </a:lnSpc>
              <a:spcBef>
                <a:spcPts val="385"/>
              </a:spcBef>
            </a:pPr>
            <a:r>
              <a:rPr dirty="0" sz="2000">
                <a:latin typeface="Verdana"/>
                <a:cs typeface="Verdana"/>
              </a:rPr>
              <a:t>“</a:t>
            </a:r>
            <a:r>
              <a:rPr dirty="0" sz="2000">
                <a:solidFill>
                  <a:srgbClr val="0096FF"/>
                </a:solidFill>
                <a:latin typeface="Verdana"/>
                <a:cs typeface="Verdana"/>
              </a:rPr>
              <a:t>binary</a:t>
            </a:r>
            <a:r>
              <a:rPr dirty="0" sz="2000" spc="-75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classification”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09390" y="3589273"/>
            <a:ext cx="206057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Verdana"/>
                <a:cs typeface="Verdana"/>
              </a:rPr>
              <a:t>“</a:t>
            </a:r>
            <a:r>
              <a:rPr dirty="0" sz="2000">
                <a:solidFill>
                  <a:srgbClr val="7A81FF"/>
                </a:solidFill>
                <a:latin typeface="Verdana"/>
                <a:cs typeface="Verdana"/>
              </a:rPr>
              <a:t>negative</a:t>
            </a:r>
            <a:r>
              <a:rPr dirty="0" sz="2000" spc="-85">
                <a:solidFill>
                  <a:srgbClr val="7A81FF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class”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306820" y="3589337"/>
            <a:ext cx="195389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Verdana"/>
                <a:cs typeface="Verdana"/>
              </a:rPr>
              <a:t>“</a:t>
            </a:r>
            <a:r>
              <a:rPr dirty="0" sz="2000">
                <a:solidFill>
                  <a:srgbClr val="945200"/>
                </a:solidFill>
                <a:latin typeface="Verdana"/>
                <a:cs typeface="Verdana"/>
              </a:rPr>
              <a:t>positive</a:t>
            </a:r>
            <a:r>
              <a:rPr dirty="0" sz="2000" spc="-50">
                <a:solidFill>
                  <a:srgbClr val="945200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class”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187696" y="2429462"/>
            <a:ext cx="1368425" cy="823594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  <a:tabLst>
                <a:tab pos="819150" algn="l"/>
              </a:tabLst>
            </a:pPr>
            <a:r>
              <a:rPr dirty="0" baseline="1388" sz="3000" spc="-15">
                <a:solidFill>
                  <a:srgbClr val="7A81FF"/>
                </a:solidFill>
                <a:latin typeface="Verdana"/>
                <a:cs typeface="Verdana"/>
              </a:rPr>
              <a:t>false</a:t>
            </a:r>
            <a:r>
              <a:rPr dirty="0" baseline="1388" sz="3000">
                <a:solidFill>
                  <a:srgbClr val="7A81FF"/>
                </a:solidFill>
                <a:latin typeface="Verdana"/>
                <a:cs typeface="Verdana"/>
              </a:rPr>
              <a:t>	</a:t>
            </a:r>
            <a:r>
              <a:rPr dirty="0" sz="2000" spc="-20">
                <a:solidFill>
                  <a:srgbClr val="945200"/>
                </a:solidFill>
                <a:latin typeface="Verdana"/>
                <a:cs typeface="Verdana"/>
              </a:rPr>
              <a:t>true</a:t>
            </a:r>
            <a:endParaRPr sz="2000">
              <a:latin typeface="Verdana"/>
              <a:cs typeface="Verdana"/>
            </a:endParaRPr>
          </a:p>
          <a:p>
            <a:pPr marL="197485">
              <a:lnSpc>
                <a:spcPct val="100000"/>
              </a:lnSpc>
              <a:spcBef>
                <a:spcPts val="740"/>
              </a:spcBef>
              <a:tabLst>
                <a:tab pos="969010" algn="l"/>
              </a:tabLst>
            </a:pPr>
            <a:r>
              <a:rPr dirty="0" sz="2000" spc="-5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2000">
                <a:solidFill>
                  <a:srgbClr val="7A81FF"/>
                </a:solidFill>
                <a:latin typeface="Cambria Math"/>
                <a:cs typeface="Cambria Math"/>
              </a:rPr>
              <a:t>	</a:t>
            </a:r>
            <a:r>
              <a:rPr dirty="0" sz="20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0730" y="2825623"/>
            <a:ext cx="2706751" cy="8274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34129" y="2843783"/>
            <a:ext cx="1591812" cy="45440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47492" y="3939438"/>
            <a:ext cx="1198141" cy="50397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668768" y="3962679"/>
            <a:ext cx="1261238" cy="520141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013959" y="3977081"/>
            <a:ext cx="89535" cy="103250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84657" y="3538601"/>
            <a:ext cx="684750" cy="23914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280413" y="3560445"/>
            <a:ext cx="1493393" cy="269621"/>
          </a:xfrm>
          <a:prstGeom prst="rect">
            <a:avLst/>
          </a:prstGeom>
        </p:spPr>
      </p:pic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700" y="1095375"/>
            <a:ext cx="3641725" cy="1946910"/>
            <a:chOff x="1417700" y="1095375"/>
            <a:chExt cx="3641725" cy="1946910"/>
          </a:xfrm>
        </p:grpSpPr>
        <p:sp>
          <p:nvSpPr>
            <p:cNvPr id="3" name="object 3"/>
            <p:cNvSpPr/>
            <p:nvPr/>
          </p:nvSpPr>
          <p:spPr>
            <a:xfrm>
              <a:off x="1428750" y="1095374"/>
              <a:ext cx="3630929" cy="1946910"/>
            </a:xfrm>
            <a:custGeom>
              <a:avLst/>
              <a:gdLst/>
              <a:ahLst/>
              <a:cxnLst/>
              <a:rect l="l" t="t" r="r" b="b"/>
              <a:pathLst>
                <a:path w="3630929" h="1946910">
                  <a:moveTo>
                    <a:pt x="3630549" y="1600200"/>
                  </a:moveTo>
                  <a:lnTo>
                    <a:pt x="3607663" y="1581150"/>
                  </a:lnTo>
                  <a:lnTo>
                    <a:pt x="3498596" y="1490345"/>
                  </a:lnTo>
                  <a:lnTo>
                    <a:pt x="3491979" y="1486750"/>
                  </a:lnTo>
                  <a:lnTo>
                    <a:pt x="3467481" y="1506689"/>
                  </a:lnTo>
                  <a:lnTo>
                    <a:pt x="3469513" y="1513674"/>
                  </a:lnTo>
                  <a:lnTo>
                    <a:pt x="3474212" y="1519555"/>
                  </a:lnTo>
                  <a:lnTo>
                    <a:pt x="3548126" y="1581150"/>
                  </a:lnTo>
                  <a:lnTo>
                    <a:pt x="133350" y="1581150"/>
                  </a:lnTo>
                  <a:lnTo>
                    <a:pt x="133350" y="82296"/>
                  </a:lnTo>
                  <a:lnTo>
                    <a:pt x="194945" y="156210"/>
                  </a:lnTo>
                  <a:lnTo>
                    <a:pt x="200825" y="160972"/>
                  </a:lnTo>
                  <a:lnTo>
                    <a:pt x="207810" y="162991"/>
                  </a:lnTo>
                  <a:lnTo>
                    <a:pt x="215061" y="162229"/>
                  </a:lnTo>
                  <a:lnTo>
                    <a:pt x="221742" y="158623"/>
                  </a:lnTo>
                  <a:lnTo>
                    <a:pt x="226491" y="152742"/>
                  </a:lnTo>
                  <a:lnTo>
                    <a:pt x="228511" y="145757"/>
                  </a:lnTo>
                  <a:lnTo>
                    <a:pt x="227749" y="138506"/>
                  </a:lnTo>
                  <a:lnTo>
                    <a:pt x="224155" y="131826"/>
                  </a:lnTo>
                  <a:lnTo>
                    <a:pt x="139052" y="29718"/>
                  </a:lnTo>
                  <a:lnTo>
                    <a:pt x="114300" y="0"/>
                  </a:lnTo>
                  <a:lnTo>
                    <a:pt x="4445" y="131826"/>
                  </a:lnTo>
                  <a:lnTo>
                    <a:pt x="838" y="138506"/>
                  </a:lnTo>
                  <a:lnTo>
                    <a:pt x="76" y="145757"/>
                  </a:lnTo>
                  <a:lnTo>
                    <a:pt x="2095" y="152742"/>
                  </a:lnTo>
                  <a:lnTo>
                    <a:pt x="6858" y="158623"/>
                  </a:lnTo>
                  <a:lnTo>
                    <a:pt x="13525" y="162229"/>
                  </a:lnTo>
                  <a:lnTo>
                    <a:pt x="20777" y="162991"/>
                  </a:lnTo>
                  <a:lnTo>
                    <a:pt x="27762" y="160972"/>
                  </a:lnTo>
                  <a:lnTo>
                    <a:pt x="33655" y="156210"/>
                  </a:lnTo>
                  <a:lnTo>
                    <a:pt x="95250" y="82296"/>
                  </a:lnTo>
                  <a:lnTo>
                    <a:pt x="95250" y="1581150"/>
                  </a:lnTo>
                  <a:lnTo>
                    <a:pt x="0" y="1581150"/>
                  </a:lnTo>
                  <a:lnTo>
                    <a:pt x="0" y="1619250"/>
                  </a:lnTo>
                  <a:lnTo>
                    <a:pt x="95250" y="1619250"/>
                  </a:lnTo>
                  <a:lnTo>
                    <a:pt x="95250" y="1946656"/>
                  </a:lnTo>
                  <a:lnTo>
                    <a:pt x="133350" y="1946656"/>
                  </a:lnTo>
                  <a:lnTo>
                    <a:pt x="133350" y="1619250"/>
                  </a:lnTo>
                  <a:lnTo>
                    <a:pt x="3548126" y="1619250"/>
                  </a:lnTo>
                  <a:lnTo>
                    <a:pt x="3474212" y="1680845"/>
                  </a:lnTo>
                  <a:lnTo>
                    <a:pt x="3469513" y="1686737"/>
                  </a:lnTo>
                  <a:lnTo>
                    <a:pt x="3467481" y="1693722"/>
                  </a:lnTo>
                  <a:lnTo>
                    <a:pt x="3468205" y="1700974"/>
                  </a:lnTo>
                  <a:lnTo>
                    <a:pt x="3471799" y="1707642"/>
                  </a:lnTo>
                  <a:lnTo>
                    <a:pt x="3477691" y="1712404"/>
                  </a:lnTo>
                  <a:lnTo>
                    <a:pt x="3484715" y="1714423"/>
                  </a:lnTo>
                  <a:lnTo>
                    <a:pt x="3491979" y="1713661"/>
                  </a:lnTo>
                  <a:lnTo>
                    <a:pt x="3498596" y="1710055"/>
                  </a:lnTo>
                  <a:lnTo>
                    <a:pt x="3607663" y="1619250"/>
                  </a:lnTo>
                  <a:lnTo>
                    <a:pt x="3630549" y="16002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4800" y="1320927"/>
              <a:ext cx="221614" cy="22174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7474" y="1320927"/>
              <a:ext cx="221741" cy="22174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6597" y="1320927"/>
              <a:ext cx="221741" cy="2217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4488" y="1320927"/>
              <a:ext cx="221614" cy="22174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1433575" y="1433575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 h="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317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86727" y="1240091"/>
            <a:ext cx="921385" cy="334645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/>
              <a:t>(</a:t>
            </a:r>
            <a:r>
              <a:rPr dirty="0" sz="2000">
                <a:solidFill>
                  <a:srgbClr val="945200"/>
                </a:solidFill>
              </a:rPr>
              <a:t>yes</a:t>
            </a:r>
            <a:r>
              <a:rPr dirty="0" sz="2000"/>
              <a:t>)</a:t>
            </a:r>
            <a:r>
              <a:rPr dirty="0" sz="2000" spc="-55"/>
              <a:t> </a:t>
            </a:r>
            <a:r>
              <a:rPr dirty="0" sz="20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malignant?</a:t>
            </a:r>
          </a:p>
          <a:p>
            <a:pPr>
              <a:lnSpc>
                <a:spcPct val="100000"/>
              </a:lnSpc>
              <a:spcBef>
                <a:spcPts val="515"/>
              </a:spcBef>
            </a:pPr>
          </a:p>
          <a:p>
            <a:pPr algn="ctr" marR="2716530">
              <a:lnSpc>
                <a:spcPct val="100000"/>
              </a:lnSpc>
            </a:pPr>
            <a:r>
              <a:rPr dirty="0" sz="2000">
                <a:solidFill>
                  <a:srgbClr val="000000"/>
                </a:solidFill>
              </a:rPr>
              <a:t>(</a:t>
            </a:r>
            <a:r>
              <a:rPr dirty="0" sz="2000">
                <a:solidFill>
                  <a:srgbClr val="7A81FF"/>
                </a:solidFill>
              </a:rPr>
              <a:t>no</a:t>
            </a:r>
            <a:r>
              <a:rPr dirty="0" sz="2000">
                <a:solidFill>
                  <a:srgbClr val="000000"/>
                </a:solidFill>
              </a:rPr>
              <a:t>)</a:t>
            </a:r>
            <a:r>
              <a:rPr dirty="0" sz="2000" spc="-25">
                <a:solidFill>
                  <a:srgbClr val="000000"/>
                </a:solidFill>
              </a:rPr>
              <a:t> </a:t>
            </a:r>
            <a:r>
              <a:rPr dirty="0" sz="2000" spc="-5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  <a:p>
            <a:pPr algn="ctr" marL="2354580">
              <a:lnSpc>
                <a:spcPct val="100000"/>
              </a:lnSpc>
              <a:spcBef>
                <a:spcPts val="130"/>
              </a:spcBef>
            </a:pPr>
            <a:r>
              <a:rPr dirty="0">
                <a:solidFill>
                  <a:srgbClr val="FF9300"/>
                </a:solidFill>
              </a:rPr>
              <a:t>tumor</a:t>
            </a:r>
            <a:r>
              <a:rPr dirty="0" spc="-20">
                <a:solidFill>
                  <a:srgbClr val="FF9300"/>
                </a:solidFill>
              </a:rPr>
              <a:t> </a:t>
            </a:r>
            <a:r>
              <a:rPr dirty="0">
                <a:solidFill>
                  <a:srgbClr val="FF9300"/>
                </a:solidFill>
              </a:rPr>
              <a:t>size</a:t>
            </a:r>
            <a:r>
              <a:rPr dirty="0" spc="-15">
                <a:solidFill>
                  <a:srgbClr val="FF9300"/>
                </a:solidFill>
              </a:rPr>
              <a:t> </a:t>
            </a:r>
            <a:r>
              <a:rPr dirty="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</a:p>
          <a:p>
            <a:pPr algn="ctr" marL="2367280">
              <a:lnSpc>
                <a:spcPct val="100000"/>
              </a:lnSpc>
              <a:spcBef>
                <a:spcPts val="20"/>
              </a:spcBef>
            </a:pPr>
            <a:r>
              <a:rPr dirty="0">
                <a:solidFill>
                  <a:srgbClr val="000000"/>
                </a:solidFill>
              </a:rPr>
              <a:t>(diameter</a:t>
            </a:r>
            <a:r>
              <a:rPr dirty="0" spc="15">
                <a:solidFill>
                  <a:srgbClr val="000000"/>
                </a:solidFill>
              </a:rPr>
              <a:t> </a:t>
            </a:r>
            <a:r>
              <a:rPr dirty="0">
                <a:solidFill>
                  <a:srgbClr val="000000"/>
                </a:solidFill>
              </a:rPr>
              <a:t>in</a:t>
            </a:r>
            <a:r>
              <a:rPr dirty="0" spc="-95">
                <a:solidFill>
                  <a:srgbClr val="000000"/>
                </a:solidFill>
              </a:rPr>
              <a:t> </a:t>
            </a:r>
            <a:r>
              <a:rPr dirty="0" spc="-25">
                <a:solidFill>
                  <a:srgbClr val="000000"/>
                </a:solidFill>
              </a:rPr>
              <a:t>cm)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7076440" y="3380473"/>
            <a:ext cx="1298575" cy="829944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2000" spc="-10">
                <a:latin typeface="Verdana"/>
                <a:cs typeface="Verdana"/>
              </a:rPr>
              <a:t>benign</a:t>
            </a:r>
            <a:endParaRPr sz="20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65"/>
              </a:spcBef>
            </a:pPr>
            <a:r>
              <a:rPr dirty="0" sz="2000" spc="-10">
                <a:latin typeface="Verdana"/>
                <a:cs typeface="Verdana"/>
              </a:rPr>
              <a:t>malignant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524000" y="3657600"/>
            <a:ext cx="4732020" cy="367030"/>
            <a:chOff x="1524000" y="3657600"/>
            <a:chExt cx="4732020" cy="367030"/>
          </a:xfrm>
        </p:grpSpPr>
        <p:sp>
          <p:nvSpPr>
            <p:cNvPr id="13" name="object 13"/>
            <p:cNvSpPr/>
            <p:nvPr/>
          </p:nvSpPr>
          <p:spPr>
            <a:xfrm>
              <a:off x="1552575" y="3724354"/>
              <a:ext cx="4703445" cy="228600"/>
            </a:xfrm>
            <a:custGeom>
              <a:avLst/>
              <a:gdLst/>
              <a:ahLst/>
              <a:cxnLst/>
              <a:rect l="l" t="t" r="r" b="b"/>
              <a:pathLst>
                <a:path w="4703445" h="228600">
                  <a:moveTo>
                    <a:pt x="4643882" y="114220"/>
                  </a:moveTo>
                  <a:lnTo>
                    <a:pt x="4547108" y="194840"/>
                  </a:lnTo>
                  <a:lnTo>
                    <a:pt x="4542355" y="200735"/>
                  </a:lnTo>
                  <a:lnTo>
                    <a:pt x="4540329" y="207746"/>
                  </a:lnTo>
                  <a:lnTo>
                    <a:pt x="4541089" y="215010"/>
                  </a:lnTo>
                  <a:lnTo>
                    <a:pt x="4544695" y="221662"/>
                  </a:lnTo>
                  <a:lnTo>
                    <a:pt x="4550578" y="226404"/>
                  </a:lnTo>
                  <a:lnTo>
                    <a:pt x="4557569" y="228444"/>
                  </a:lnTo>
                  <a:lnTo>
                    <a:pt x="4564822" y="227702"/>
                  </a:lnTo>
                  <a:lnTo>
                    <a:pt x="4571492" y="224101"/>
                  </a:lnTo>
                  <a:lnTo>
                    <a:pt x="4680463" y="133270"/>
                  </a:lnTo>
                  <a:lnTo>
                    <a:pt x="4673600" y="133270"/>
                  </a:lnTo>
                  <a:lnTo>
                    <a:pt x="4673600" y="128825"/>
                  </a:lnTo>
                  <a:lnTo>
                    <a:pt x="4661408" y="128825"/>
                  </a:lnTo>
                  <a:lnTo>
                    <a:pt x="4643882" y="114220"/>
                  </a:lnTo>
                  <a:close/>
                </a:path>
                <a:path w="4703445" h="228600">
                  <a:moveTo>
                    <a:pt x="4621022" y="95170"/>
                  </a:moveTo>
                  <a:lnTo>
                    <a:pt x="0" y="95170"/>
                  </a:lnTo>
                  <a:lnTo>
                    <a:pt x="0" y="133270"/>
                  </a:lnTo>
                  <a:lnTo>
                    <a:pt x="4621011" y="133270"/>
                  </a:lnTo>
                  <a:lnTo>
                    <a:pt x="4643877" y="114220"/>
                  </a:lnTo>
                  <a:lnTo>
                    <a:pt x="4621022" y="95170"/>
                  </a:lnTo>
                  <a:close/>
                </a:path>
                <a:path w="4703445" h="228600">
                  <a:moveTo>
                    <a:pt x="4680458" y="95170"/>
                  </a:moveTo>
                  <a:lnTo>
                    <a:pt x="4673600" y="95170"/>
                  </a:lnTo>
                  <a:lnTo>
                    <a:pt x="4673600" y="133270"/>
                  </a:lnTo>
                  <a:lnTo>
                    <a:pt x="4680463" y="133270"/>
                  </a:lnTo>
                  <a:lnTo>
                    <a:pt x="4703318" y="114220"/>
                  </a:lnTo>
                  <a:lnTo>
                    <a:pt x="4680458" y="95170"/>
                  </a:lnTo>
                  <a:close/>
                </a:path>
                <a:path w="4703445" h="228600">
                  <a:moveTo>
                    <a:pt x="4661408" y="99615"/>
                  </a:moveTo>
                  <a:lnTo>
                    <a:pt x="4643882" y="114220"/>
                  </a:lnTo>
                  <a:lnTo>
                    <a:pt x="4661408" y="128825"/>
                  </a:lnTo>
                  <a:lnTo>
                    <a:pt x="4661408" y="99615"/>
                  </a:lnTo>
                  <a:close/>
                </a:path>
                <a:path w="4703445" h="228600">
                  <a:moveTo>
                    <a:pt x="4673600" y="99615"/>
                  </a:moveTo>
                  <a:lnTo>
                    <a:pt x="4661408" y="99615"/>
                  </a:lnTo>
                  <a:lnTo>
                    <a:pt x="4661408" y="128825"/>
                  </a:lnTo>
                  <a:lnTo>
                    <a:pt x="4673600" y="128825"/>
                  </a:lnTo>
                  <a:lnTo>
                    <a:pt x="4673600" y="99615"/>
                  </a:lnTo>
                  <a:close/>
                </a:path>
                <a:path w="4703445" h="228600">
                  <a:moveTo>
                    <a:pt x="4557569" y="0"/>
                  </a:moveTo>
                  <a:lnTo>
                    <a:pt x="4550578" y="2026"/>
                  </a:lnTo>
                  <a:lnTo>
                    <a:pt x="4544695" y="6778"/>
                  </a:lnTo>
                  <a:lnTo>
                    <a:pt x="4541089" y="13448"/>
                  </a:lnTo>
                  <a:lnTo>
                    <a:pt x="4540329" y="20700"/>
                  </a:lnTo>
                  <a:lnTo>
                    <a:pt x="4542355" y="27691"/>
                  </a:lnTo>
                  <a:lnTo>
                    <a:pt x="4547108" y="33575"/>
                  </a:lnTo>
                  <a:lnTo>
                    <a:pt x="4643882" y="114220"/>
                  </a:lnTo>
                  <a:lnTo>
                    <a:pt x="4661408" y="99615"/>
                  </a:lnTo>
                  <a:lnTo>
                    <a:pt x="4673600" y="99615"/>
                  </a:lnTo>
                  <a:lnTo>
                    <a:pt x="4673600" y="95170"/>
                  </a:lnTo>
                  <a:lnTo>
                    <a:pt x="4680458" y="95170"/>
                  </a:lnTo>
                  <a:lnTo>
                    <a:pt x="4571492" y="4365"/>
                  </a:lnTo>
                  <a:lnTo>
                    <a:pt x="4564822" y="760"/>
                  </a:lnTo>
                  <a:lnTo>
                    <a:pt x="455756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1666875" y="3733800"/>
              <a:ext cx="1228725" cy="219075"/>
            </a:xfrm>
            <a:custGeom>
              <a:avLst/>
              <a:gdLst/>
              <a:ahLst/>
              <a:cxnLst/>
              <a:rect l="l" t="t" r="r" b="b"/>
              <a:pathLst>
                <a:path w="1228725" h="219075">
                  <a:moveTo>
                    <a:pt x="0" y="109600"/>
                  </a:moveTo>
                  <a:lnTo>
                    <a:pt x="8227" y="66919"/>
                  </a:lnTo>
                  <a:lnTo>
                    <a:pt x="30670" y="32083"/>
                  </a:lnTo>
                  <a:lnTo>
                    <a:pt x="63972" y="8606"/>
                  </a:lnTo>
                  <a:lnTo>
                    <a:pt x="104775" y="0"/>
                  </a:lnTo>
                  <a:lnTo>
                    <a:pt x="145577" y="8606"/>
                  </a:lnTo>
                  <a:lnTo>
                    <a:pt x="178879" y="32083"/>
                  </a:lnTo>
                  <a:lnTo>
                    <a:pt x="201322" y="66919"/>
                  </a:lnTo>
                  <a:lnTo>
                    <a:pt x="209550" y="109600"/>
                  </a:lnTo>
                  <a:lnTo>
                    <a:pt x="201322" y="152198"/>
                  </a:lnTo>
                  <a:lnTo>
                    <a:pt x="178879" y="186997"/>
                  </a:lnTo>
                  <a:lnTo>
                    <a:pt x="145577" y="210467"/>
                  </a:lnTo>
                  <a:lnTo>
                    <a:pt x="104775" y="219075"/>
                  </a:lnTo>
                  <a:lnTo>
                    <a:pt x="63972" y="210467"/>
                  </a:lnTo>
                  <a:lnTo>
                    <a:pt x="30670" y="186997"/>
                  </a:lnTo>
                  <a:lnTo>
                    <a:pt x="8227" y="152198"/>
                  </a:lnTo>
                  <a:lnTo>
                    <a:pt x="0" y="109600"/>
                  </a:lnTo>
                  <a:close/>
                </a:path>
                <a:path w="1228725" h="219075">
                  <a:moveTo>
                    <a:pt x="628650" y="109600"/>
                  </a:moveTo>
                  <a:lnTo>
                    <a:pt x="637256" y="66919"/>
                  </a:lnTo>
                  <a:lnTo>
                    <a:pt x="660733" y="32083"/>
                  </a:lnTo>
                  <a:lnTo>
                    <a:pt x="695569" y="8606"/>
                  </a:lnTo>
                  <a:lnTo>
                    <a:pt x="738251" y="0"/>
                  </a:lnTo>
                  <a:lnTo>
                    <a:pt x="780859" y="8606"/>
                  </a:lnTo>
                  <a:lnTo>
                    <a:pt x="815657" y="32083"/>
                  </a:lnTo>
                  <a:lnTo>
                    <a:pt x="839120" y="66919"/>
                  </a:lnTo>
                  <a:lnTo>
                    <a:pt x="847725" y="109600"/>
                  </a:lnTo>
                  <a:lnTo>
                    <a:pt x="839120" y="152198"/>
                  </a:lnTo>
                  <a:lnTo>
                    <a:pt x="815657" y="186997"/>
                  </a:lnTo>
                  <a:lnTo>
                    <a:pt x="780859" y="210467"/>
                  </a:lnTo>
                  <a:lnTo>
                    <a:pt x="738251" y="219075"/>
                  </a:lnTo>
                  <a:lnTo>
                    <a:pt x="695569" y="210467"/>
                  </a:lnTo>
                  <a:lnTo>
                    <a:pt x="660733" y="186997"/>
                  </a:lnTo>
                  <a:lnTo>
                    <a:pt x="637256" y="152198"/>
                  </a:lnTo>
                  <a:lnTo>
                    <a:pt x="628650" y="109600"/>
                  </a:lnTo>
                  <a:close/>
                </a:path>
                <a:path w="1228725" h="219075">
                  <a:moveTo>
                    <a:pt x="1009650" y="114300"/>
                  </a:moveTo>
                  <a:lnTo>
                    <a:pt x="1018256" y="73497"/>
                  </a:lnTo>
                  <a:lnTo>
                    <a:pt x="1041733" y="40195"/>
                  </a:lnTo>
                  <a:lnTo>
                    <a:pt x="1076569" y="17752"/>
                  </a:lnTo>
                  <a:lnTo>
                    <a:pt x="1119251" y="9525"/>
                  </a:lnTo>
                  <a:lnTo>
                    <a:pt x="1161859" y="17752"/>
                  </a:lnTo>
                  <a:lnTo>
                    <a:pt x="1196657" y="40195"/>
                  </a:lnTo>
                  <a:lnTo>
                    <a:pt x="1220120" y="73497"/>
                  </a:lnTo>
                  <a:lnTo>
                    <a:pt x="1228725" y="114300"/>
                  </a:lnTo>
                  <a:lnTo>
                    <a:pt x="1220120" y="155081"/>
                  </a:lnTo>
                  <a:lnTo>
                    <a:pt x="1196657" y="188385"/>
                  </a:lnTo>
                  <a:lnTo>
                    <a:pt x="1161859" y="210840"/>
                  </a:lnTo>
                  <a:lnTo>
                    <a:pt x="1119251" y="219075"/>
                  </a:lnTo>
                  <a:lnTo>
                    <a:pt x="1076569" y="210840"/>
                  </a:lnTo>
                  <a:lnTo>
                    <a:pt x="1041733" y="188385"/>
                  </a:lnTo>
                  <a:lnTo>
                    <a:pt x="1018256" y="155081"/>
                  </a:lnTo>
                  <a:lnTo>
                    <a:pt x="1009650" y="114300"/>
                  </a:lnTo>
                  <a:close/>
                </a:path>
                <a:path w="1228725" h="219075">
                  <a:moveTo>
                    <a:pt x="295275" y="109600"/>
                  </a:moveTo>
                  <a:lnTo>
                    <a:pt x="303881" y="66919"/>
                  </a:lnTo>
                  <a:lnTo>
                    <a:pt x="327358" y="32083"/>
                  </a:lnTo>
                  <a:lnTo>
                    <a:pt x="362194" y="8606"/>
                  </a:lnTo>
                  <a:lnTo>
                    <a:pt x="404875" y="0"/>
                  </a:lnTo>
                  <a:lnTo>
                    <a:pt x="447484" y="8606"/>
                  </a:lnTo>
                  <a:lnTo>
                    <a:pt x="482282" y="32083"/>
                  </a:lnTo>
                  <a:lnTo>
                    <a:pt x="505745" y="66919"/>
                  </a:lnTo>
                  <a:lnTo>
                    <a:pt x="514350" y="109600"/>
                  </a:lnTo>
                  <a:lnTo>
                    <a:pt x="505745" y="152198"/>
                  </a:lnTo>
                  <a:lnTo>
                    <a:pt x="482282" y="186997"/>
                  </a:lnTo>
                  <a:lnTo>
                    <a:pt x="447484" y="210467"/>
                  </a:lnTo>
                  <a:lnTo>
                    <a:pt x="404875" y="219075"/>
                  </a:lnTo>
                  <a:lnTo>
                    <a:pt x="362194" y="210467"/>
                  </a:lnTo>
                  <a:lnTo>
                    <a:pt x="327358" y="186997"/>
                  </a:lnTo>
                  <a:lnTo>
                    <a:pt x="303881" y="152198"/>
                  </a:lnTo>
                  <a:lnTo>
                    <a:pt x="295275" y="109600"/>
                  </a:lnTo>
                  <a:close/>
                </a:path>
              </a:pathLst>
            </a:custGeom>
            <a:ln w="4127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1543050" y="3657600"/>
              <a:ext cx="0" cy="367030"/>
            </a:xfrm>
            <a:custGeom>
              <a:avLst/>
              <a:gdLst/>
              <a:ahLst/>
              <a:cxnLst/>
              <a:rect l="l" t="t" r="r" b="b"/>
              <a:pathLst>
                <a:path w="0" h="367029">
                  <a:moveTo>
                    <a:pt x="0" y="0"/>
                  </a:moveTo>
                  <a:lnTo>
                    <a:pt x="0" y="366712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91432" y="3738626"/>
              <a:ext cx="221614" cy="221602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904107" y="3738626"/>
              <a:ext cx="221741" cy="22160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253229" y="3738626"/>
              <a:ext cx="221615" cy="22160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51120" y="3738626"/>
              <a:ext cx="221614" cy="221602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6705600" y="3524250"/>
            <a:ext cx="219075" cy="219075"/>
          </a:xfrm>
          <a:custGeom>
            <a:avLst/>
            <a:gdLst/>
            <a:ahLst/>
            <a:cxnLst/>
            <a:rect l="l" t="t" r="r" b="b"/>
            <a:pathLst>
              <a:path w="219075" h="219075">
                <a:moveTo>
                  <a:pt x="0" y="109600"/>
                </a:moveTo>
                <a:lnTo>
                  <a:pt x="8606" y="66919"/>
                </a:lnTo>
                <a:lnTo>
                  <a:pt x="32083" y="32083"/>
                </a:lnTo>
                <a:lnTo>
                  <a:pt x="66919" y="8606"/>
                </a:lnTo>
                <a:lnTo>
                  <a:pt x="109600" y="0"/>
                </a:lnTo>
                <a:lnTo>
                  <a:pt x="152209" y="8606"/>
                </a:lnTo>
                <a:lnTo>
                  <a:pt x="187007" y="32083"/>
                </a:lnTo>
                <a:lnTo>
                  <a:pt x="210470" y="66919"/>
                </a:lnTo>
                <a:lnTo>
                  <a:pt x="219075" y="109600"/>
                </a:lnTo>
                <a:lnTo>
                  <a:pt x="210470" y="152209"/>
                </a:lnTo>
                <a:lnTo>
                  <a:pt x="187007" y="187007"/>
                </a:lnTo>
                <a:lnTo>
                  <a:pt x="152209" y="210470"/>
                </a:lnTo>
                <a:lnTo>
                  <a:pt x="109600" y="219075"/>
                </a:lnTo>
                <a:lnTo>
                  <a:pt x="66919" y="210470"/>
                </a:lnTo>
                <a:lnTo>
                  <a:pt x="32083" y="187007"/>
                </a:lnTo>
                <a:lnTo>
                  <a:pt x="8606" y="152209"/>
                </a:lnTo>
                <a:lnTo>
                  <a:pt x="0" y="109600"/>
                </a:lnTo>
                <a:close/>
              </a:path>
            </a:pathLst>
          </a:custGeom>
          <a:ln w="41275">
            <a:solidFill>
              <a:srgbClr val="4285F4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701663" y="3912920"/>
            <a:ext cx="221614" cy="221653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1228725" y="2428875"/>
            <a:ext cx="1649730" cy="638175"/>
            <a:chOff x="1228725" y="2428875"/>
            <a:chExt cx="1649730" cy="638175"/>
          </a:xfrm>
        </p:grpSpPr>
        <p:sp>
          <p:nvSpPr>
            <p:cNvPr id="23" name="object 23"/>
            <p:cNvSpPr/>
            <p:nvPr/>
          </p:nvSpPr>
          <p:spPr>
            <a:xfrm>
              <a:off x="1628775" y="2590800"/>
              <a:ext cx="1228725" cy="228600"/>
            </a:xfrm>
            <a:custGeom>
              <a:avLst/>
              <a:gdLst/>
              <a:ahLst/>
              <a:cxnLst/>
              <a:rect l="l" t="t" r="r" b="b"/>
              <a:pathLst>
                <a:path w="1228725" h="228600">
                  <a:moveTo>
                    <a:pt x="0" y="109474"/>
                  </a:moveTo>
                  <a:lnTo>
                    <a:pt x="8606" y="66865"/>
                  </a:lnTo>
                  <a:lnTo>
                    <a:pt x="32083" y="32067"/>
                  </a:lnTo>
                  <a:lnTo>
                    <a:pt x="66919" y="8604"/>
                  </a:lnTo>
                  <a:lnTo>
                    <a:pt x="109600" y="0"/>
                  </a:lnTo>
                  <a:lnTo>
                    <a:pt x="152209" y="8604"/>
                  </a:lnTo>
                  <a:lnTo>
                    <a:pt x="187007" y="32067"/>
                  </a:lnTo>
                  <a:lnTo>
                    <a:pt x="210470" y="66865"/>
                  </a:lnTo>
                  <a:lnTo>
                    <a:pt x="219075" y="109474"/>
                  </a:lnTo>
                  <a:lnTo>
                    <a:pt x="210470" y="152155"/>
                  </a:lnTo>
                  <a:lnTo>
                    <a:pt x="187007" y="186991"/>
                  </a:lnTo>
                  <a:lnTo>
                    <a:pt x="152209" y="210468"/>
                  </a:lnTo>
                  <a:lnTo>
                    <a:pt x="109600" y="219075"/>
                  </a:lnTo>
                  <a:lnTo>
                    <a:pt x="66919" y="210468"/>
                  </a:lnTo>
                  <a:lnTo>
                    <a:pt x="32083" y="186991"/>
                  </a:lnTo>
                  <a:lnTo>
                    <a:pt x="8606" y="152155"/>
                  </a:lnTo>
                  <a:lnTo>
                    <a:pt x="0" y="109474"/>
                  </a:lnTo>
                  <a:close/>
                </a:path>
                <a:path w="1228725" h="228600">
                  <a:moveTo>
                    <a:pt x="628650" y="114300"/>
                  </a:moveTo>
                  <a:lnTo>
                    <a:pt x="637256" y="73497"/>
                  </a:lnTo>
                  <a:lnTo>
                    <a:pt x="660733" y="40195"/>
                  </a:lnTo>
                  <a:lnTo>
                    <a:pt x="695569" y="17752"/>
                  </a:lnTo>
                  <a:lnTo>
                    <a:pt x="738251" y="9525"/>
                  </a:lnTo>
                  <a:lnTo>
                    <a:pt x="780859" y="17752"/>
                  </a:lnTo>
                  <a:lnTo>
                    <a:pt x="815657" y="40195"/>
                  </a:lnTo>
                  <a:lnTo>
                    <a:pt x="839120" y="73497"/>
                  </a:lnTo>
                  <a:lnTo>
                    <a:pt x="847725" y="114300"/>
                  </a:lnTo>
                  <a:lnTo>
                    <a:pt x="839120" y="155102"/>
                  </a:lnTo>
                  <a:lnTo>
                    <a:pt x="815657" y="188404"/>
                  </a:lnTo>
                  <a:lnTo>
                    <a:pt x="780859" y="210847"/>
                  </a:lnTo>
                  <a:lnTo>
                    <a:pt x="738251" y="219075"/>
                  </a:lnTo>
                  <a:lnTo>
                    <a:pt x="695569" y="210847"/>
                  </a:lnTo>
                  <a:lnTo>
                    <a:pt x="660733" y="188404"/>
                  </a:lnTo>
                  <a:lnTo>
                    <a:pt x="637256" y="155102"/>
                  </a:lnTo>
                  <a:lnTo>
                    <a:pt x="628650" y="114300"/>
                  </a:lnTo>
                  <a:close/>
                </a:path>
                <a:path w="1228725" h="228600">
                  <a:moveTo>
                    <a:pt x="1009650" y="118999"/>
                  </a:moveTo>
                  <a:lnTo>
                    <a:pt x="1018256" y="76390"/>
                  </a:lnTo>
                  <a:lnTo>
                    <a:pt x="1041733" y="41592"/>
                  </a:lnTo>
                  <a:lnTo>
                    <a:pt x="1076569" y="18129"/>
                  </a:lnTo>
                  <a:lnTo>
                    <a:pt x="1119251" y="9525"/>
                  </a:lnTo>
                  <a:lnTo>
                    <a:pt x="1161859" y="18129"/>
                  </a:lnTo>
                  <a:lnTo>
                    <a:pt x="1196657" y="41592"/>
                  </a:lnTo>
                  <a:lnTo>
                    <a:pt x="1220120" y="76390"/>
                  </a:lnTo>
                  <a:lnTo>
                    <a:pt x="1228725" y="118999"/>
                  </a:lnTo>
                  <a:lnTo>
                    <a:pt x="1220120" y="161680"/>
                  </a:lnTo>
                  <a:lnTo>
                    <a:pt x="1196657" y="196516"/>
                  </a:lnTo>
                  <a:lnTo>
                    <a:pt x="1161859" y="219993"/>
                  </a:lnTo>
                  <a:lnTo>
                    <a:pt x="1119251" y="228600"/>
                  </a:lnTo>
                  <a:lnTo>
                    <a:pt x="1076569" y="219993"/>
                  </a:lnTo>
                  <a:lnTo>
                    <a:pt x="1041733" y="196516"/>
                  </a:lnTo>
                  <a:lnTo>
                    <a:pt x="1018256" y="161680"/>
                  </a:lnTo>
                  <a:lnTo>
                    <a:pt x="1009650" y="118999"/>
                  </a:lnTo>
                  <a:close/>
                </a:path>
                <a:path w="1228725" h="228600">
                  <a:moveTo>
                    <a:pt x="295275" y="109474"/>
                  </a:moveTo>
                  <a:lnTo>
                    <a:pt x="303881" y="66865"/>
                  </a:lnTo>
                  <a:lnTo>
                    <a:pt x="327358" y="32067"/>
                  </a:lnTo>
                  <a:lnTo>
                    <a:pt x="362194" y="8604"/>
                  </a:lnTo>
                  <a:lnTo>
                    <a:pt x="404875" y="0"/>
                  </a:lnTo>
                  <a:lnTo>
                    <a:pt x="447484" y="8604"/>
                  </a:lnTo>
                  <a:lnTo>
                    <a:pt x="482282" y="32067"/>
                  </a:lnTo>
                  <a:lnTo>
                    <a:pt x="505745" y="66865"/>
                  </a:lnTo>
                  <a:lnTo>
                    <a:pt x="514350" y="109474"/>
                  </a:lnTo>
                  <a:lnTo>
                    <a:pt x="505745" y="152155"/>
                  </a:lnTo>
                  <a:lnTo>
                    <a:pt x="482282" y="186991"/>
                  </a:lnTo>
                  <a:lnTo>
                    <a:pt x="447484" y="210468"/>
                  </a:lnTo>
                  <a:lnTo>
                    <a:pt x="404875" y="219075"/>
                  </a:lnTo>
                  <a:lnTo>
                    <a:pt x="362194" y="210468"/>
                  </a:lnTo>
                  <a:lnTo>
                    <a:pt x="327358" y="186991"/>
                  </a:lnTo>
                  <a:lnTo>
                    <a:pt x="303881" y="152155"/>
                  </a:lnTo>
                  <a:lnTo>
                    <a:pt x="295275" y="109474"/>
                  </a:lnTo>
                  <a:close/>
                </a:path>
              </a:pathLst>
            </a:custGeom>
            <a:ln w="4127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590675" y="2886075"/>
              <a:ext cx="180975" cy="18097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28725" y="2428875"/>
              <a:ext cx="180975" cy="180975"/>
            </a:xfrm>
            <a:prstGeom prst="rect">
              <a:avLst/>
            </a:prstGeom>
          </p:spPr>
        </p:pic>
      </p:grp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17700" y="971550"/>
            <a:ext cx="6765925" cy="2070735"/>
            <a:chOff x="1417700" y="971550"/>
            <a:chExt cx="6765925" cy="2070735"/>
          </a:xfrm>
        </p:grpSpPr>
        <p:sp>
          <p:nvSpPr>
            <p:cNvPr id="3" name="object 3"/>
            <p:cNvSpPr/>
            <p:nvPr/>
          </p:nvSpPr>
          <p:spPr>
            <a:xfrm>
              <a:off x="1428750" y="2581363"/>
              <a:ext cx="6755130" cy="234315"/>
            </a:xfrm>
            <a:custGeom>
              <a:avLst/>
              <a:gdLst/>
              <a:ahLst/>
              <a:cxnLst/>
              <a:rect l="l" t="t" r="r" b="b"/>
              <a:pathLst>
                <a:path w="6755130" h="234314">
                  <a:moveTo>
                    <a:pt x="6754749" y="120180"/>
                  </a:moveTo>
                  <a:lnTo>
                    <a:pt x="6731914" y="101130"/>
                  </a:lnTo>
                  <a:lnTo>
                    <a:pt x="6622923" y="10198"/>
                  </a:lnTo>
                  <a:lnTo>
                    <a:pt x="6616306" y="6604"/>
                  </a:lnTo>
                  <a:lnTo>
                    <a:pt x="6591757" y="26492"/>
                  </a:lnTo>
                  <a:lnTo>
                    <a:pt x="6593776" y="33515"/>
                  </a:lnTo>
                  <a:lnTo>
                    <a:pt x="6598539" y="39408"/>
                  </a:lnTo>
                  <a:lnTo>
                    <a:pt x="6672364" y="101092"/>
                  </a:lnTo>
                  <a:lnTo>
                    <a:pt x="3611511" y="98374"/>
                  </a:lnTo>
                  <a:lnTo>
                    <a:pt x="3607663" y="95161"/>
                  </a:lnTo>
                  <a:lnTo>
                    <a:pt x="3498596" y="4356"/>
                  </a:lnTo>
                  <a:lnTo>
                    <a:pt x="3491979" y="762"/>
                  </a:lnTo>
                  <a:lnTo>
                    <a:pt x="3484715" y="0"/>
                  </a:lnTo>
                  <a:lnTo>
                    <a:pt x="3477691" y="2019"/>
                  </a:lnTo>
                  <a:lnTo>
                    <a:pt x="3471799" y="6769"/>
                  </a:lnTo>
                  <a:lnTo>
                    <a:pt x="3468205" y="13449"/>
                  </a:lnTo>
                  <a:lnTo>
                    <a:pt x="3467481" y="20701"/>
                  </a:lnTo>
                  <a:lnTo>
                    <a:pt x="3469513" y="27686"/>
                  </a:lnTo>
                  <a:lnTo>
                    <a:pt x="3474212" y="33566"/>
                  </a:lnTo>
                  <a:lnTo>
                    <a:pt x="3548126" y="95161"/>
                  </a:lnTo>
                  <a:lnTo>
                    <a:pt x="0" y="95161"/>
                  </a:lnTo>
                  <a:lnTo>
                    <a:pt x="0" y="133261"/>
                  </a:lnTo>
                  <a:lnTo>
                    <a:pt x="3544341" y="136410"/>
                  </a:lnTo>
                  <a:lnTo>
                    <a:pt x="3474212" y="194856"/>
                  </a:lnTo>
                  <a:lnTo>
                    <a:pt x="3469513" y="200748"/>
                  </a:lnTo>
                  <a:lnTo>
                    <a:pt x="3467481" y="207733"/>
                  </a:lnTo>
                  <a:lnTo>
                    <a:pt x="3468205" y="214985"/>
                  </a:lnTo>
                  <a:lnTo>
                    <a:pt x="3471799" y="221653"/>
                  </a:lnTo>
                  <a:lnTo>
                    <a:pt x="3477691" y="226415"/>
                  </a:lnTo>
                  <a:lnTo>
                    <a:pt x="3484715" y="228434"/>
                  </a:lnTo>
                  <a:lnTo>
                    <a:pt x="3491979" y="227672"/>
                  </a:lnTo>
                  <a:lnTo>
                    <a:pt x="3498596" y="224066"/>
                  </a:lnTo>
                  <a:lnTo>
                    <a:pt x="3603815" y="136461"/>
                  </a:lnTo>
                  <a:lnTo>
                    <a:pt x="6672224" y="139192"/>
                  </a:lnTo>
                  <a:lnTo>
                    <a:pt x="6695021" y="120180"/>
                  </a:lnTo>
                  <a:lnTo>
                    <a:pt x="6672224" y="139192"/>
                  </a:lnTo>
                  <a:lnTo>
                    <a:pt x="6725145" y="139230"/>
                  </a:lnTo>
                  <a:lnTo>
                    <a:pt x="6672173" y="139230"/>
                  </a:lnTo>
                  <a:lnTo>
                    <a:pt x="6598412" y="200698"/>
                  </a:lnTo>
                  <a:lnTo>
                    <a:pt x="6593637" y="206590"/>
                  </a:lnTo>
                  <a:lnTo>
                    <a:pt x="6591567" y="213575"/>
                  </a:lnTo>
                  <a:lnTo>
                    <a:pt x="6592278" y="220827"/>
                  </a:lnTo>
                  <a:lnTo>
                    <a:pt x="6595872" y="227495"/>
                  </a:lnTo>
                  <a:lnTo>
                    <a:pt x="6601765" y="232257"/>
                  </a:lnTo>
                  <a:lnTo>
                    <a:pt x="6608800" y="234276"/>
                  </a:lnTo>
                  <a:lnTo>
                    <a:pt x="6616103" y="233514"/>
                  </a:lnTo>
                  <a:lnTo>
                    <a:pt x="6622796" y="229908"/>
                  </a:lnTo>
                  <a:lnTo>
                    <a:pt x="6731838" y="139230"/>
                  </a:lnTo>
                  <a:lnTo>
                    <a:pt x="6754749" y="12018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1628774" y="2590800"/>
              <a:ext cx="1228725" cy="228600"/>
            </a:xfrm>
            <a:custGeom>
              <a:avLst/>
              <a:gdLst/>
              <a:ahLst/>
              <a:cxnLst/>
              <a:rect l="l" t="t" r="r" b="b"/>
              <a:pathLst>
                <a:path w="1228725" h="228600">
                  <a:moveTo>
                    <a:pt x="0" y="109474"/>
                  </a:moveTo>
                  <a:lnTo>
                    <a:pt x="8606" y="66865"/>
                  </a:lnTo>
                  <a:lnTo>
                    <a:pt x="32083" y="32067"/>
                  </a:lnTo>
                  <a:lnTo>
                    <a:pt x="66919" y="8604"/>
                  </a:lnTo>
                  <a:lnTo>
                    <a:pt x="109600" y="0"/>
                  </a:lnTo>
                  <a:lnTo>
                    <a:pt x="152209" y="8604"/>
                  </a:lnTo>
                  <a:lnTo>
                    <a:pt x="187007" y="32067"/>
                  </a:lnTo>
                  <a:lnTo>
                    <a:pt x="210470" y="66865"/>
                  </a:lnTo>
                  <a:lnTo>
                    <a:pt x="219075" y="109474"/>
                  </a:lnTo>
                  <a:lnTo>
                    <a:pt x="210470" y="152155"/>
                  </a:lnTo>
                  <a:lnTo>
                    <a:pt x="187007" y="186991"/>
                  </a:lnTo>
                  <a:lnTo>
                    <a:pt x="152209" y="210468"/>
                  </a:lnTo>
                  <a:lnTo>
                    <a:pt x="109600" y="219075"/>
                  </a:lnTo>
                  <a:lnTo>
                    <a:pt x="66919" y="210468"/>
                  </a:lnTo>
                  <a:lnTo>
                    <a:pt x="32083" y="186991"/>
                  </a:lnTo>
                  <a:lnTo>
                    <a:pt x="8606" y="152155"/>
                  </a:lnTo>
                  <a:lnTo>
                    <a:pt x="0" y="109474"/>
                  </a:lnTo>
                  <a:close/>
                </a:path>
                <a:path w="1228725" h="228600">
                  <a:moveTo>
                    <a:pt x="628650" y="114300"/>
                  </a:moveTo>
                  <a:lnTo>
                    <a:pt x="637256" y="73497"/>
                  </a:lnTo>
                  <a:lnTo>
                    <a:pt x="660733" y="40195"/>
                  </a:lnTo>
                  <a:lnTo>
                    <a:pt x="695569" y="17752"/>
                  </a:lnTo>
                  <a:lnTo>
                    <a:pt x="738251" y="9525"/>
                  </a:lnTo>
                  <a:lnTo>
                    <a:pt x="780859" y="17752"/>
                  </a:lnTo>
                  <a:lnTo>
                    <a:pt x="815657" y="40195"/>
                  </a:lnTo>
                  <a:lnTo>
                    <a:pt x="839120" y="73497"/>
                  </a:lnTo>
                  <a:lnTo>
                    <a:pt x="847725" y="114300"/>
                  </a:lnTo>
                  <a:lnTo>
                    <a:pt x="839120" y="155102"/>
                  </a:lnTo>
                  <a:lnTo>
                    <a:pt x="815657" y="188404"/>
                  </a:lnTo>
                  <a:lnTo>
                    <a:pt x="780859" y="210847"/>
                  </a:lnTo>
                  <a:lnTo>
                    <a:pt x="738251" y="219075"/>
                  </a:lnTo>
                  <a:lnTo>
                    <a:pt x="695569" y="210847"/>
                  </a:lnTo>
                  <a:lnTo>
                    <a:pt x="660733" y="188404"/>
                  </a:lnTo>
                  <a:lnTo>
                    <a:pt x="637256" y="155102"/>
                  </a:lnTo>
                  <a:lnTo>
                    <a:pt x="628650" y="114300"/>
                  </a:lnTo>
                  <a:close/>
                </a:path>
                <a:path w="1228725" h="228600">
                  <a:moveTo>
                    <a:pt x="1009650" y="118999"/>
                  </a:moveTo>
                  <a:lnTo>
                    <a:pt x="1018256" y="76390"/>
                  </a:lnTo>
                  <a:lnTo>
                    <a:pt x="1041733" y="41592"/>
                  </a:lnTo>
                  <a:lnTo>
                    <a:pt x="1076569" y="18129"/>
                  </a:lnTo>
                  <a:lnTo>
                    <a:pt x="1119251" y="9525"/>
                  </a:lnTo>
                  <a:lnTo>
                    <a:pt x="1161859" y="18129"/>
                  </a:lnTo>
                  <a:lnTo>
                    <a:pt x="1196657" y="41592"/>
                  </a:lnTo>
                  <a:lnTo>
                    <a:pt x="1220120" y="76390"/>
                  </a:lnTo>
                  <a:lnTo>
                    <a:pt x="1228725" y="118999"/>
                  </a:lnTo>
                  <a:lnTo>
                    <a:pt x="1220120" y="161680"/>
                  </a:lnTo>
                  <a:lnTo>
                    <a:pt x="1196657" y="196516"/>
                  </a:lnTo>
                  <a:lnTo>
                    <a:pt x="1161859" y="219993"/>
                  </a:lnTo>
                  <a:lnTo>
                    <a:pt x="1119251" y="228600"/>
                  </a:lnTo>
                  <a:lnTo>
                    <a:pt x="1076569" y="219993"/>
                  </a:lnTo>
                  <a:lnTo>
                    <a:pt x="1041733" y="196516"/>
                  </a:lnTo>
                  <a:lnTo>
                    <a:pt x="1018256" y="161680"/>
                  </a:lnTo>
                  <a:lnTo>
                    <a:pt x="1009650" y="118999"/>
                  </a:lnTo>
                  <a:close/>
                </a:path>
                <a:path w="1228725" h="228600">
                  <a:moveTo>
                    <a:pt x="295275" y="109474"/>
                  </a:moveTo>
                  <a:lnTo>
                    <a:pt x="303881" y="66865"/>
                  </a:lnTo>
                  <a:lnTo>
                    <a:pt x="327358" y="32067"/>
                  </a:lnTo>
                  <a:lnTo>
                    <a:pt x="362194" y="8604"/>
                  </a:lnTo>
                  <a:lnTo>
                    <a:pt x="404875" y="0"/>
                  </a:lnTo>
                  <a:lnTo>
                    <a:pt x="447484" y="8604"/>
                  </a:lnTo>
                  <a:lnTo>
                    <a:pt x="482282" y="32067"/>
                  </a:lnTo>
                  <a:lnTo>
                    <a:pt x="505745" y="66865"/>
                  </a:lnTo>
                  <a:lnTo>
                    <a:pt x="514350" y="109474"/>
                  </a:lnTo>
                  <a:lnTo>
                    <a:pt x="505745" y="152155"/>
                  </a:lnTo>
                  <a:lnTo>
                    <a:pt x="482282" y="186991"/>
                  </a:lnTo>
                  <a:lnTo>
                    <a:pt x="447484" y="210468"/>
                  </a:lnTo>
                  <a:lnTo>
                    <a:pt x="404875" y="219075"/>
                  </a:lnTo>
                  <a:lnTo>
                    <a:pt x="362194" y="210468"/>
                  </a:lnTo>
                  <a:lnTo>
                    <a:pt x="327358" y="186991"/>
                  </a:lnTo>
                  <a:lnTo>
                    <a:pt x="303881" y="152155"/>
                  </a:lnTo>
                  <a:lnTo>
                    <a:pt x="295275" y="109474"/>
                  </a:lnTo>
                  <a:close/>
                </a:path>
              </a:pathLst>
            </a:custGeom>
            <a:ln w="4127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428829" y="1095375"/>
              <a:ext cx="228600" cy="1946910"/>
            </a:xfrm>
            <a:custGeom>
              <a:avLst/>
              <a:gdLst/>
              <a:ahLst/>
              <a:cxnLst/>
              <a:rect l="l" t="t" r="r" b="b"/>
              <a:pathLst>
                <a:path w="228600" h="1946910">
                  <a:moveTo>
                    <a:pt x="114220" y="59436"/>
                  </a:moveTo>
                  <a:lnTo>
                    <a:pt x="95170" y="82296"/>
                  </a:lnTo>
                  <a:lnTo>
                    <a:pt x="95170" y="1946656"/>
                  </a:lnTo>
                  <a:lnTo>
                    <a:pt x="133270" y="1946656"/>
                  </a:lnTo>
                  <a:lnTo>
                    <a:pt x="133270" y="82296"/>
                  </a:lnTo>
                  <a:lnTo>
                    <a:pt x="114220" y="59436"/>
                  </a:lnTo>
                  <a:close/>
                </a:path>
                <a:path w="228600" h="1946910">
                  <a:moveTo>
                    <a:pt x="114220" y="0"/>
                  </a:moveTo>
                  <a:lnTo>
                    <a:pt x="4365" y="131825"/>
                  </a:lnTo>
                  <a:lnTo>
                    <a:pt x="760" y="138495"/>
                  </a:lnTo>
                  <a:lnTo>
                    <a:pt x="0" y="145748"/>
                  </a:lnTo>
                  <a:lnTo>
                    <a:pt x="2026" y="152739"/>
                  </a:lnTo>
                  <a:lnTo>
                    <a:pt x="6778" y="158623"/>
                  </a:lnTo>
                  <a:lnTo>
                    <a:pt x="13448" y="162228"/>
                  </a:lnTo>
                  <a:lnTo>
                    <a:pt x="20701" y="162988"/>
                  </a:lnTo>
                  <a:lnTo>
                    <a:pt x="27691" y="160962"/>
                  </a:lnTo>
                  <a:lnTo>
                    <a:pt x="33575" y="156210"/>
                  </a:lnTo>
                  <a:lnTo>
                    <a:pt x="95170" y="82296"/>
                  </a:lnTo>
                  <a:lnTo>
                    <a:pt x="95170" y="29717"/>
                  </a:lnTo>
                  <a:lnTo>
                    <a:pt x="138985" y="29717"/>
                  </a:lnTo>
                  <a:lnTo>
                    <a:pt x="114220" y="0"/>
                  </a:lnTo>
                  <a:close/>
                </a:path>
                <a:path w="228600" h="1946910">
                  <a:moveTo>
                    <a:pt x="138985" y="29717"/>
                  </a:moveTo>
                  <a:lnTo>
                    <a:pt x="133270" y="29717"/>
                  </a:lnTo>
                  <a:lnTo>
                    <a:pt x="133270" y="82296"/>
                  </a:lnTo>
                  <a:lnTo>
                    <a:pt x="194865" y="156210"/>
                  </a:lnTo>
                  <a:lnTo>
                    <a:pt x="200749" y="160962"/>
                  </a:lnTo>
                  <a:lnTo>
                    <a:pt x="207740" y="162988"/>
                  </a:lnTo>
                  <a:lnTo>
                    <a:pt x="214993" y="162228"/>
                  </a:lnTo>
                  <a:lnTo>
                    <a:pt x="221662" y="158623"/>
                  </a:lnTo>
                  <a:lnTo>
                    <a:pt x="226415" y="152739"/>
                  </a:lnTo>
                  <a:lnTo>
                    <a:pt x="228441" y="145748"/>
                  </a:lnTo>
                  <a:lnTo>
                    <a:pt x="227681" y="138495"/>
                  </a:lnTo>
                  <a:lnTo>
                    <a:pt x="224075" y="131825"/>
                  </a:lnTo>
                  <a:lnTo>
                    <a:pt x="138985" y="29717"/>
                  </a:lnTo>
                  <a:close/>
                </a:path>
                <a:path w="228600" h="1946910">
                  <a:moveTo>
                    <a:pt x="133270" y="29717"/>
                  </a:moveTo>
                  <a:lnTo>
                    <a:pt x="95170" y="29717"/>
                  </a:lnTo>
                  <a:lnTo>
                    <a:pt x="95170" y="82296"/>
                  </a:lnTo>
                  <a:lnTo>
                    <a:pt x="114220" y="59436"/>
                  </a:lnTo>
                  <a:lnTo>
                    <a:pt x="99615" y="41910"/>
                  </a:lnTo>
                  <a:lnTo>
                    <a:pt x="133270" y="41910"/>
                  </a:lnTo>
                  <a:lnTo>
                    <a:pt x="133270" y="29717"/>
                  </a:lnTo>
                  <a:close/>
                </a:path>
                <a:path w="228600" h="1946910">
                  <a:moveTo>
                    <a:pt x="133270" y="41910"/>
                  </a:moveTo>
                  <a:lnTo>
                    <a:pt x="128825" y="41910"/>
                  </a:lnTo>
                  <a:lnTo>
                    <a:pt x="114220" y="59436"/>
                  </a:lnTo>
                  <a:lnTo>
                    <a:pt x="133270" y="82296"/>
                  </a:lnTo>
                  <a:lnTo>
                    <a:pt x="133270" y="41910"/>
                  </a:lnTo>
                  <a:close/>
                </a:path>
                <a:path w="228600" h="1946910">
                  <a:moveTo>
                    <a:pt x="128825" y="41910"/>
                  </a:moveTo>
                  <a:lnTo>
                    <a:pt x="99615" y="41910"/>
                  </a:lnTo>
                  <a:lnTo>
                    <a:pt x="114220" y="59436"/>
                  </a:lnTo>
                  <a:lnTo>
                    <a:pt x="128825" y="4191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4800" y="1320545"/>
              <a:ext cx="221614" cy="221741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27474" y="1320545"/>
              <a:ext cx="221741" cy="22174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276597" y="1320545"/>
              <a:ext cx="221741" cy="221741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74488" y="1320545"/>
              <a:ext cx="221614" cy="221741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1433575" y="1433576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 h="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317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657349" y="990600"/>
              <a:ext cx="3669665" cy="2012314"/>
            </a:xfrm>
            <a:custGeom>
              <a:avLst/>
              <a:gdLst/>
              <a:ahLst/>
              <a:cxnLst/>
              <a:rect l="l" t="t" r="r" b="b"/>
              <a:pathLst>
                <a:path w="3669665" h="2012314">
                  <a:moveTo>
                    <a:pt x="0" y="2012061"/>
                  </a:moveTo>
                  <a:lnTo>
                    <a:pt x="3669411" y="0"/>
                  </a:lnTo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22023" y="973455"/>
              <a:ext cx="2153517" cy="1790700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22237" y="1133538"/>
            <a:ext cx="1285875" cy="1708785"/>
          </a:xfrm>
          <a:prstGeom prst="rect">
            <a:avLst/>
          </a:prstGeom>
        </p:spPr>
        <p:txBody>
          <a:bodyPr wrap="square" lIns="0" tIns="12255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965"/>
              </a:spcBef>
            </a:pPr>
            <a:r>
              <a:rPr dirty="0" sz="2000">
                <a:latin typeface="Verdana"/>
                <a:cs typeface="Verdana"/>
              </a:rPr>
              <a:t>(</a:t>
            </a:r>
            <a:r>
              <a:rPr dirty="0" sz="2000">
                <a:solidFill>
                  <a:srgbClr val="945200"/>
                </a:solidFill>
                <a:latin typeface="Verdana"/>
                <a:cs typeface="Verdana"/>
              </a:rPr>
              <a:t>yes</a:t>
            </a:r>
            <a:r>
              <a:rPr dirty="0" sz="2000">
                <a:latin typeface="Verdana"/>
                <a:cs typeface="Verdana"/>
              </a:rPr>
              <a:t>)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  <a:p>
            <a:pPr algn="r" marR="8890">
              <a:lnSpc>
                <a:spcPts val="2130"/>
              </a:lnSpc>
              <a:spcBef>
                <a:spcPts val="870"/>
              </a:spcBef>
            </a:pPr>
            <a:r>
              <a:rPr dirty="0" sz="2000" spc="-10">
                <a:solidFill>
                  <a:srgbClr val="7030A0"/>
                </a:solidFill>
                <a:latin typeface="Verdana"/>
                <a:cs typeface="Verdana"/>
              </a:rPr>
              <a:t>threshold</a:t>
            </a:r>
            <a:endParaRPr sz="2000">
              <a:latin typeface="Verdana"/>
              <a:cs typeface="Verdana"/>
            </a:endParaRPr>
          </a:p>
          <a:p>
            <a:pPr algn="r" marR="25400">
              <a:lnSpc>
                <a:spcPts val="1889"/>
              </a:lnSpc>
            </a:pPr>
            <a:r>
              <a:rPr dirty="0" sz="1800" spc="-25">
                <a:solidFill>
                  <a:srgbClr val="C00000"/>
                </a:solidFill>
                <a:latin typeface="Verdana"/>
                <a:cs typeface="Verdana"/>
              </a:rPr>
              <a:t>malignant?</a:t>
            </a:r>
            <a:endParaRPr sz="18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800">
              <a:latin typeface="Verdana"/>
              <a:cs typeface="Verdana"/>
            </a:endParaRPr>
          </a:p>
          <a:p>
            <a:pPr algn="r" marR="78105">
              <a:lnSpc>
                <a:spcPct val="100000"/>
              </a:lnSpc>
              <a:spcBef>
                <a:spcPts val="5"/>
              </a:spcBef>
            </a:pPr>
            <a:r>
              <a:rPr dirty="0" sz="2000">
                <a:latin typeface="Verdana"/>
                <a:cs typeface="Verdana"/>
              </a:rPr>
              <a:t>(</a:t>
            </a:r>
            <a:r>
              <a:rPr dirty="0" sz="2000">
                <a:solidFill>
                  <a:srgbClr val="7A81FF"/>
                </a:solidFill>
                <a:latin typeface="Verdana"/>
                <a:cs typeface="Verdana"/>
              </a:rPr>
              <a:t>no</a:t>
            </a:r>
            <a:r>
              <a:rPr dirty="0" sz="2000">
                <a:latin typeface="Verdana"/>
                <a:cs typeface="Verdana"/>
              </a:rPr>
              <a:t>)</a:t>
            </a:r>
            <a:r>
              <a:rPr dirty="0" sz="2000" spc="-5"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630165" y="651255"/>
            <a:ext cx="486409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 spc="-3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latin typeface="Cambria Math"/>
                <a:cs typeface="Cambria Math"/>
              </a:rPr>
              <a:t>𝑤,𝑏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114544" y="671702"/>
            <a:ext cx="309245" cy="238760"/>
          </a:xfrm>
          <a:custGeom>
            <a:avLst/>
            <a:gdLst/>
            <a:ahLst/>
            <a:cxnLst/>
            <a:rect l="l" t="t" r="r" b="b"/>
            <a:pathLst>
              <a:path w="309245" h="238759">
                <a:moveTo>
                  <a:pt x="233298" y="0"/>
                </a:moveTo>
                <a:lnTo>
                  <a:pt x="229869" y="9651"/>
                </a:lnTo>
                <a:lnTo>
                  <a:pt x="243659" y="15654"/>
                </a:lnTo>
                <a:lnTo>
                  <a:pt x="255508" y="23955"/>
                </a:lnTo>
                <a:lnTo>
                  <a:pt x="279598" y="62404"/>
                </a:lnTo>
                <a:lnTo>
                  <a:pt x="287527" y="117983"/>
                </a:lnTo>
                <a:lnTo>
                  <a:pt x="286646" y="138955"/>
                </a:lnTo>
                <a:lnTo>
                  <a:pt x="273430" y="190373"/>
                </a:lnTo>
                <a:lnTo>
                  <a:pt x="243820" y="222573"/>
                </a:lnTo>
                <a:lnTo>
                  <a:pt x="230250" y="228600"/>
                </a:lnTo>
                <a:lnTo>
                  <a:pt x="233298" y="238251"/>
                </a:lnTo>
                <a:lnTo>
                  <a:pt x="278804" y="211195"/>
                </a:lnTo>
                <a:lnTo>
                  <a:pt x="304371" y="161258"/>
                </a:lnTo>
                <a:lnTo>
                  <a:pt x="309244" y="119252"/>
                </a:lnTo>
                <a:lnTo>
                  <a:pt x="308022" y="97647"/>
                </a:lnTo>
                <a:lnTo>
                  <a:pt x="308008" y="97397"/>
                </a:lnTo>
                <a:lnTo>
                  <a:pt x="298154" y="58638"/>
                </a:lnTo>
                <a:lnTo>
                  <a:pt x="265668" y="15319"/>
                </a:lnTo>
                <a:lnTo>
                  <a:pt x="250537" y="6260"/>
                </a:lnTo>
                <a:lnTo>
                  <a:pt x="233298" y="0"/>
                </a:lnTo>
                <a:close/>
              </a:path>
              <a:path w="309245" h="238759">
                <a:moveTo>
                  <a:pt x="76072" y="0"/>
                </a:moveTo>
                <a:lnTo>
                  <a:pt x="30567" y="27164"/>
                </a:lnTo>
                <a:lnTo>
                  <a:pt x="4937" y="77184"/>
                </a:lnTo>
                <a:lnTo>
                  <a:pt x="71" y="117983"/>
                </a:lnTo>
                <a:lnTo>
                  <a:pt x="0" y="119252"/>
                </a:lnTo>
                <a:lnTo>
                  <a:pt x="4937" y="161258"/>
                </a:lnTo>
                <a:lnTo>
                  <a:pt x="19684" y="196596"/>
                </a:lnTo>
                <a:lnTo>
                  <a:pt x="58761" y="232011"/>
                </a:lnTo>
                <a:lnTo>
                  <a:pt x="76072" y="238251"/>
                </a:lnTo>
                <a:lnTo>
                  <a:pt x="78993" y="228600"/>
                </a:lnTo>
                <a:lnTo>
                  <a:pt x="65444" y="222573"/>
                </a:lnTo>
                <a:lnTo>
                  <a:pt x="53752" y="214201"/>
                </a:lnTo>
                <a:lnTo>
                  <a:pt x="29773" y="175186"/>
                </a:lnTo>
                <a:lnTo>
                  <a:pt x="21897" y="119252"/>
                </a:lnTo>
                <a:lnTo>
                  <a:pt x="21843" y="117983"/>
                </a:lnTo>
                <a:lnTo>
                  <a:pt x="22725" y="97647"/>
                </a:lnTo>
                <a:lnTo>
                  <a:pt x="35940" y="47498"/>
                </a:lnTo>
                <a:lnTo>
                  <a:pt x="65659" y="15654"/>
                </a:lnTo>
                <a:lnTo>
                  <a:pt x="79375" y="9651"/>
                </a:lnTo>
                <a:lnTo>
                  <a:pt x="760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189601" y="593724"/>
            <a:ext cx="137541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7025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8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 spc="7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1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651761" y="3874134"/>
            <a:ext cx="309245" cy="238760"/>
          </a:xfrm>
          <a:custGeom>
            <a:avLst/>
            <a:gdLst/>
            <a:ahLst/>
            <a:cxnLst/>
            <a:rect l="l" t="t" r="r" b="b"/>
            <a:pathLst>
              <a:path w="309244" h="238760">
                <a:moveTo>
                  <a:pt x="233171" y="0"/>
                </a:moveTo>
                <a:lnTo>
                  <a:pt x="229743" y="9677"/>
                </a:lnTo>
                <a:lnTo>
                  <a:pt x="243550" y="15658"/>
                </a:lnTo>
                <a:lnTo>
                  <a:pt x="255428" y="23942"/>
                </a:lnTo>
                <a:lnTo>
                  <a:pt x="279471" y="62339"/>
                </a:lnTo>
                <a:lnTo>
                  <a:pt x="287400" y="117919"/>
                </a:lnTo>
                <a:lnTo>
                  <a:pt x="286519" y="138929"/>
                </a:lnTo>
                <a:lnTo>
                  <a:pt x="273304" y="190372"/>
                </a:lnTo>
                <a:lnTo>
                  <a:pt x="243746" y="222535"/>
                </a:lnTo>
                <a:lnTo>
                  <a:pt x="230124" y="228549"/>
                </a:lnTo>
                <a:lnTo>
                  <a:pt x="233171" y="238213"/>
                </a:lnTo>
                <a:lnTo>
                  <a:pt x="278677" y="211178"/>
                </a:lnTo>
                <a:lnTo>
                  <a:pt x="304244" y="161258"/>
                </a:lnTo>
                <a:lnTo>
                  <a:pt x="309118" y="119176"/>
                </a:lnTo>
                <a:lnTo>
                  <a:pt x="307914" y="97595"/>
                </a:lnTo>
                <a:lnTo>
                  <a:pt x="298080" y="58626"/>
                </a:lnTo>
                <a:lnTo>
                  <a:pt x="265541" y="15278"/>
                </a:lnTo>
                <a:lnTo>
                  <a:pt x="250410" y="6238"/>
                </a:lnTo>
                <a:lnTo>
                  <a:pt x="233171" y="0"/>
                </a:lnTo>
                <a:close/>
              </a:path>
              <a:path w="309244" h="238760">
                <a:moveTo>
                  <a:pt x="75945" y="0"/>
                </a:moveTo>
                <a:lnTo>
                  <a:pt x="30493" y="27117"/>
                </a:lnTo>
                <a:lnTo>
                  <a:pt x="4873" y="77152"/>
                </a:lnTo>
                <a:lnTo>
                  <a:pt x="70" y="117919"/>
                </a:lnTo>
                <a:lnTo>
                  <a:pt x="0" y="119176"/>
                </a:lnTo>
                <a:lnTo>
                  <a:pt x="1097" y="138929"/>
                </a:lnTo>
                <a:lnTo>
                  <a:pt x="10983" y="179770"/>
                </a:lnTo>
                <a:lnTo>
                  <a:pt x="43465" y="222977"/>
                </a:lnTo>
                <a:lnTo>
                  <a:pt x="75945" y="238213"/>
                </a:lnTo>
                <a:lnTo>
                  <a:pt x="78993" y="228549"/>
                </a:lnTo>
                <a:lnTo>
                  <a:pt x="65371" y="222535"/>
                </a:lnTo>
                <a:lnTo>
                  <a:pt x="53641" y="214171"/>
                </a:lnTo>
                <a:lnTo>
                  <a:pt x="29646" y="175157"/>
                </a:lnTo>
                <a:lnTo>
                  <a:pt x="21769" y="119176"/>
                </a:lnTo>
                <a:lnTo>
                  <a:pt x="21717" y="117919"/>
                </a:lnTo>
                <a:lnTo>
                  <a:pt x="22598" y="97595"/>
                </a:lnTo>
                <a:lnTo>
                  <a:pt x="35813" y="47409"/>
                </a:lnTo>
                <a:lnTo>
                  <a:pt x="65585" y="15658"/>
                </a:lnTo>
                <a:lnTo>
                  <a:pt x="79375" y="9677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915669" y="3315779"/>
            <a:ext cx="748030" cy="821055"/>
          </a:xfrm>
          <a:prstGeom prst="rect">
            <a:avLst/>
          </a:prstGeom>
        </p:spPr>
        <p:txBody>
          <a:bodyPr wrap="square" lIns="0" tIns="104775" rIns="0" bIns="0" rtlCol="0" vert="horz">
            <a:spAutoFit/>
          </a:bodyPr>
          <a:lstStyle/>
          <a:p>
            <a:pPr marL="51435">
              <a:lnSpc>
                <a:spcPct val="100000"/>
              </a:lnSpc>
              <a:spcBef>
                <a:spcPts val="825"/>
              </a:spcBef>
            </a:pPr>
            <a:r>
              <a:rPr dirty="0" sz="2000">
                <a:latin typeface="Verdana"/>
                <a:cs typeface="Verdana"/>
              </a:rPr>
              <a:t>if</a:t>
            </a:r>
            <a:r>
              <a:rPr dirty="0" sz="2000" spc="-15"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dirty="0" baseline="-16666" sz="2250" spc="-30">
                <a:latin typeface="Cambria Math"/>
                <a:cs typeface="Cambria Math"/>
              </a:rPr>
              <a:t>𝑤,𝑏</a:t>
            </a:r>
            <a:endParaRPr baseline="-16666" sz="225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735"/>
              </a:spcBef>
            </a:pPr>
            <a:r>
              <a:rPr dirty="0" sz="2000">
                <a:latin typeface="Verdana"/>
                <a:cs typeface="Verdana"/>
              </a:rPr>
              <a:t>if</a:t>
            </a:r>
            <a:r>
              <a:rPr dirty="0" sz="2000" spc="-15">
                <a:latin typeface="Verdana"/>
                <a:cs typeface="Verdana"/>
              </a:rPr>
              <a:t> </a:t>
            </a:r>
            <a:r>
              <a:rPr dirty="0" sz="2000" spc="-20">
                <a:solidFill>
                  <a:srgbClr val="0096FF"/>
                </a:solidFill>
                <a:latin typeface="Cambria Math"/>
                <a:cs typeface="Cambria Math"/>
              </a:rPr>
              <a:t>𝑓</a:t>
            </a:r>
            <a:r>
              <a:rPr dirty="0" baseline="-16666" sz="2250" spc="-30">
                <a:latin typeface="Cambria Math"/>
                <a:cs typeface="Cambria Math"/>
              </a:rPr>
              <a:t>𝑤,𝑏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665097" y="3477005"/>
            <a:ext cx="309245" cy="238125"/>
          </a:xfrm>
          <a:custGeom>
            <a:avLst/>
            <a:gdLst/>
            <a:ahLst/>
            <a:cxnLst/>
            <a:rect l="l" t="t" r="r" b="b"/>
            <a:pathLst>
              <a:path w="309244" h="238125">
                <a:moveTo>
                  <a:pt x="233298" y="0"/>
                </a:moveTo>
                <a:lnTo>
                  <a:pt x="229869" y="9652"/>
                </a:lnTo>
                <a:lnTo>
                  <a:pt x="243659" y="15652"/>
                </a:lnTo>
                <a:lnTo>
                  <a:pt x="255508" y="23939"/>
                </a:lnTo>
                <a:lnTo>
                  <a:pt x="279598" y="62277"/>
                </a:lnTo>
                <a:lnTo>
                  <a:pt x="286613" y="97287"/>
                </a:lnTo>
                <a:lnTo>
                  <a:pt x="286646" y="97520"/>
                </a:lnTo>
                <a:lnTo>
                  <a:pt x="287527" y="117856"/>
                </a:lnTo>
                <a:lnTo>
                  <a:pt x="286646" y="138884"/>
                </a:lnTo>
                <a:lnTo>
                  <a:pt x="284003" y="157972"/>
                </a:lnTo>
                <a:lnTo>
                  <a:pt x="265380" y="203416"/>
                </a:lnTo>
                <a:lnTo>
                  <a:pt x="230250" y="228473"/>
                </a:lnTo>
                <a:lnTo>
                  <a:pt x="233298" y="238125"/>
                </a:lnTo>
                <a:lnTo>
                  <a:pt x="278804" y="211139"/>
                </a:lnTo>
                <a:lnTo>
                  <a:pt x="304323" y="161242"/>
                </a:lnTo>
                <a:lnTo>
                  <a:pt x="309244" y="119126"/>
                </a:lnTo>
                <a:lnTo>
                  <a:pt x="308021" y="97520"/>
                </a:lnTo>
                <a:lnTo>
                  <a:pt x="308008" y="97287"/>
                </a:lnTo>
                <a:lnTo>
                  <a:pt x="298154" y="58564"/>
                </a:lnTo>
                <a:lnTo>
                  <a:pt x="265668" y="15208"/>
                </a:lnTo>
                <a:lnTo>
                  <a:pt x="250537" y="6187"/>
                </a:lnTo>
                <a:lnTo>
                  <a:pt x="233298" y="0"/>
                </a:lnTo>
                <a:close/>
              </a:path>
              <a:path w="309244" h="238125">
                <a:moveTo>
                  <a:pt x="76072" y="0"/>
                </a:moveTo>
                <a:lnTo>
                  <a:pt x="30567" y="27039"/>
                </a:lnTo>
                <a:lnTo>
                  <a:pt x="4937" y="77104"/>
                </a:lnTo>
                <a:lnTo>
                  <a:pt x="71" y="117856"/>
                </a:lnTo>
                <a:lnTo>
                  <a:pt x="0" y="119126"/>
                </a:lnTo>
                <a:lnTo>
                  <a:pt x="1114" y="138884"/>
                </a:lnTo>
                <a:lnTo>
                  <a:pt x="1236" y="141035"/>
                </a:lnTo>
                <a:lnTo>
                  <a:pt x="11090" y="179758"/>
                </a:lnTo>
                <a:lnTo>
                  <a:pt x="43497" y="222932"/>
                </a:lnTo>
                <a:lnTo>
                  <a:pt x="76072" y="238125"/>
                </a:lnTo>
                <a:lnTo>
                  <a:pt x="78993" y="228473"/>
                </a:lnTo>
                <a:lnTo>
                  <a:pt x="65444" y="222502"/>
                </a:lnTo>
                <a:lnTo>
                  <a:pt x="53752" y="214137"/>
                </a:lnTo>
                <a:lnTo>
                  <a:pt x="29753" y="175131"/>
                </a:lnTo>
                <a:lnTo>
                  <a:pt x="21771" y="119126"/>
                </a:lnTo>
                <a:lnTo>
                  <a:pt x="21716" y="117856"/>
                </a:lnTo>
                <a:lnTo>
                  <a:pt x="22617" y="97520"/>
                </a:lnTo>
                <a:lnTo>
                  <a:pt x="35940" y="47371"/>
                </a:lnTo>
                <a:lnTo>
                  <a:pt x="65658" y="15652"/>
                </a:lnTo>
                <a:lnTo>
                  <a:pt x="79375" y="9652"/>
                </a:lnTo>
                <a:lnTo>
                  <a:pt x="7607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0" name="object 20"/>
          <p:cNvGrpSpPr/>
          <p:nvPr/>
        </p:nvGrpSpPr>
        <p:grpSpPr>
          <a:xfrm>
            <a:off x="1657350" y="707262"/>
            <a:ext cx="6214110" cy="2192655"/>
            <a:chOff x="1657350" y="707262"/>
            <a:chExt cx="6214110" cy="2192655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555738" y="1320545"/>
              <a:ext cx="221614" cy="221741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1676400" y="761999"/>
              <a:ext cx="6176010" cy="2118995"/>
            </a:xfrm>
            <a:custGeom>
              <a:avLst/>
              <a:gdLst/>
              <a:ahLst/>
              <a:cxnLst/>
              <a:rect l="l" t="t" r="r" b="b"/>
              <a:pathLst>
                <a:path w="6176009" h="2118995">
                  <a:moveTo>
                    <a:pt x="0" y="2118614"/>
                  </a:moveTo>
                  <a:lnTo>
                    <a:pt x="6175629" y="0"/>
                  </a:lnTo>
                </a:path>
              </a:pathLst>
            </a:custGeom>
            <a:ln w="38100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196588" y="1895601"/>
              <a:ext cx="214757" cy="201930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4251325" y="707262"/>
              <a:ext cx="62230" cy="2006600"/>
            </a:xfrm>
            <a:custGeom>
              <a:avLst/>
              <a:gdLst/>
              <a:ahLst/>
              <a:cxnLst/>
              <a:rect l="l" t="t" r="r" b="b"/>
              <a:pathLst>
                <a:path w="62229" h="2006600">
                  <a:moveTo>
                    <a:pt x="10540" y="1993900"/>
                  </a:moveTo>
                  <a:lnTo>
                    <a:pt x="8636" y="1993900"/>
                  </a:lnTo>
                  <a:lnTo>
                    <a:pt x="8636" y="2006600"/>
                  </a:lnTo>
                  <a:lnTo>
                    <a:pt x="10413" y="2006600"/>
                  </a:lnTo>
                  <a:lnTo>
                    <a:pt x="10540" y="1993900"/>
                  </a:lnTo>
                  <a:close/>
                </a:path>
                <a:path w="62229" h="2006600">
                  <a:moveTo>
                    <a:pt x="12191" y="1993900"/>
                  </a:moveTo>
                  <a:lnTo>
                    <a:pt x="10540" y="1993900"/>
                  </a:lnTo>
                  <a:lnTo>
                    <a:pt x="10413" y="2006600"/>
                  </a:lnTo>
                  <a:lnTo>
                    <a:pt x="12191" y="1993900"/>
                  </a:lnTo>
                  <a:close/>
                </a:path>
                <a:path w="62229" h="2006600">
                  <a:moveTo>
                    <a:pt x="12191" y="1993900"/>
                  </a:moveTo>
                  <a:lnTo>
                    <a:pt x="10413" y="2006600"/>
                  </a:lnTo>
                  <a:lnTo>
                    <a:pt x="11302" y="2006600"/>
                  </a:lnTo>
                  <a:lnTo>
                    <a:pt x="12191" y="1993900"/>
                  </a:lnTo>
                  <a:close/>
                </a:path>
                <a:path w="62229" h="2006600">
                  <a:moveTo>
                    <a:pt x="19685" y="1993900"/>
                  </a:moveTo>
                  <a:lnTo>
                    <a:pt x="12191" y="1993900"/>
                  </a:lnTo>
                  <a:lnTo>
                    <a:pt x="11302" y="2006600"/>
                  </a:lnTo>
                  <a:lnTo>
                    <a:pt x="20574" y="2006600"/>
                  </a:lnTo>
                  <a:lnTo>
                    <a:pt x="19685" y="1993900"/>
                  </a:lnTo>
                  <a:close/>
                </a:path>
                <a:path w="62229" h="2006600">
                  <a:moveTo>
                    <a:pt x="19685" y="1993900"/>
                  </a:moveTo>
                  <a:lnTo>
                    <a:pt x="20574" y="2006600"/>
                  </a:lnTo>
                  <a:lnTo>
                    <a:pt x="21462" y="2006600"/>
                  </a:lnTo>
                  <a:lnTo>
                    <a:pt x="19685" y="1993900"/>
                  </a:lnTo>
                  <a:close/>
                </a:path>
                <a:path w="62229" h="2006600">
                  <a:moveTo>
                    <a:pt x="21336" y="1993900"/>
                  </a:moveTo>
                  <a:lnTo>
                    <a:pt x="19685" y="1993900"/>
                  </a:lnTo>
                  <a:lnTo>
                    <a:pt x="21462" y="2006600"/>
                  </a:lnTo>
                  <a:lnTo>
                    <a:pt x="21336" y="1993900"/>
                  </a:lnTo>
                  <a:close/>
                </a:path>
                <a:path w="62229" h="2006600">
                  <a:moveTo>
                    <a:pt x="24002" y="1993900"/>
                  </a:moveTo>
                  <a:lnTo>
                    <a:pt x="21336" y="1993900"/>
                  </a:lnTo>
                  <a:lnTo>
                    <a:pt x="21462" y="2006600"/>
                  </a:lnTo>
                  <a:lnTo>
                    <a:pt x="23113" y="2006600"/>
                  </a:lnTo>
                  <a:lnTo>
                    <a:pt x="24002" y="1993900"/>
                  </a:lnTo>
                  <a:close/>
                </a:path>
                <a:path w="62229" h="2006600">
                  <a:moveTo>
                    <a:pt x="26542" y="1981200"/>
                  </a:moveTo>
                  <a:lnTo>
                    <a:pt x="9651" y="1981200"/>
                  </a:lnTo>
                  <a:lnTo>
                    <a:pt x="9778" y="1993900"/>
                  </a:lnTo>
                  <a:lnTo>
                    <a:pt x="25780" y="1993900"/>
                  </a:lnTo>
                  <a:lnTo>
                    <a:pt x="26542" y="1981200"/>
                  </a:lnTo>
                  <a:close/>
                </a:path>
                <a:path w="62229" h="2006600">
                  <a:moveTo>
                    <a:pt x="26670" y="1981200"/>
                  </a:moveTo>
                  <a:lnTo>
                    <a:pt x="26542" y="1981200"/>
                  </a:lnTo>
                  <a:lnTo>
                    <a:pt x="25780" y="1993900"/>
                  </a:lnTo>
                  <a:lnTo>
                    <a:pt x="26670" y="1981200"/>
                  </a:lnTo>
                  <a:close/>
                </a:path>
                <a:path w="62229" h="2006600">
                  <a:moveTo>
                    <a:pt x="29845" y="1968500"/>
                  </a:moveTo>
                  <a:lnTo>
                    <a:pt x="12191" y="1968500"/>
                  </a:lnTo>
                  <a:lnTo>
                    <a:pt x="12064" y="1981200"/>
                  </a:lnTo>
                  <a:lnTo>
                    <a:pt x="28701" y="1981200"/>
                  </a:lnTo>
                  <a:lnTo>
                    <a:pt x="29845" y="1968500"/>
                  </a:lnTo>
                  <a:close/>
                </a:path>
                <a:path w="62229" h="2006600">
                  <a:moveTo>
                    <a:pt x="13970" y="1960033"/>
                  </a:moveTo>
                  <a:lnTo>
                    <a:pt x="13715" y="1968500"/>
                  </a:lnTo>
                  <a:lnTo>
                    <a:pt x="13970" y="1968500"/>
                  </a:lnTo>
                  <a:lnTo>
                    <a:pt x="13970" y="1960033"/>
                  </a:lnTo>
                  <a:close/>
                </a:path>
                <a:path w="62229" h="2006600">
                  <a:moveTo>
                    <a:pt x="31496" y="1955800"/>
                  </a:moveTo>
                  <a:lnTo>
                    <a:pt x="14097" y="1955800"/>
                  </a:lnTo>
                  <a:lnTo>
                    <a:pt x="13970" y="1968500"/>
                  </a:lnTo>
                  <a:lnTo>
                    <a:pt x="31496" y="1968500"/>
                  </a:lnTo>
                  <a:lnTo>
                    <a:pt x="31496" y="1955800"/>
                  </a:lnTo>
                  <a:close/>
                </a:path>
                <a:path w="62229" h="2006600">
                  <a:moveTo>
                    <a:pt x="7747" y="1943100"/>
                  </a:moveTo>
                  <a:lnTo>
                    <a:pt x="6350" y="1943100"/>
                  </a:lnTo>
                  <a:lnTo>
                    <a:pt x="8762" y="1955800"/>
                  </a:lnTo>
                  <a:lnTo>
                    <a:pt x="12319" y="1955800"/>
                  </a:lnTo>
                  <a:lnTo>
                    <a:pt x="7747" y="1943100"/>
                  </a:lnTo>
                  <a:close/>
                </a:path>
                <a:path w="62229" h="2006600">
                  <a:moveTo>
                    <a:pt x="27432" y="1943100"/>
                  </a:moveTo>
                  <a:lnTo>
                    <a:pt x="7747" y="1943100"/>
                  </a:lnTo>
                  <a:lnTo>
                    <a:pt x="12319" y="1955800"/>
                  </a:lnTo>
                  <a:lnTo>
                    <a:pt x="25908" y="1955800"/>
                  </a:lnTo>
                  <a:lnTo>
                    <a:pt x="27432" y="1943100"/>
                  </a:lnTo>
                  <a:close/>
                </a:path>
                <a:path w="62229" h="2006600">
                  <a:moveTo>
                    <a:pt x="29717" y="1943100"/>
                  </a:moveTo>
                  <a:lnTo>
                    <a:pt x="27432" y="1943100"/>
                  </a:lnTo>
                  <a:lnTo>
                    <a:pt x="25908" y="1955800"/>
                  </a:lnTo>
                  <a:lnTo>
                    <a:pt x="31114" y="1955800"/>
                  </a:lnTo>
                  <a:lnTo>
                    <a:pt x="29717" y="1943100"/>
                  </a:lnTo>
                  <a:close/>
                </a:path>
                <a:path w="62229" h="2006600">
                  <a:moveTo>
                    <a:pt x="11535" y="1938720"/>
                  </a:moveTo>
                  <a:lnTo>
                    <a:pt x="9651" y="1943100"/>
                  </a:lnTo>
                  <a:lnTo>
                    <a:pt x="10922" y="1943100"/>
                  </a:lnTo>
                  <a:lnTo>
                    <a:pt x="11535" y="1938720"/>
                  </a:lnTo>
                  <a:close/>
                </a:path>
                <a:path w="62229" h="2006600">
                  <a:moveTo>
                    <a:pt x="14692" y="1931376"/>
                  </a:moveTo>
                  <a:lnTo>
                    <a:pt x="14505" y="1931547"/>
                  </a:lnTo>
                  <a:lnTo>
                    <a:pt x="11556" y="1938565"/>
                  </a:lnTo>
                  <a:lnTo>
                    <a:pt x="10922" y="1943100"/>
                  </a:lnTo>
                  <a:lnTo>
                    <a:pt x="13715" y="1934633"/>
                  </a:lnTo>
                  <a:lnTo>
                    <a:pt x="14641" y="1931547"/>
                  </a:lnTo>
                  <a:lnTo>
                    <a:pt x="14700" y="1931376"/>
                  </a:lnTo>
                  <a:close/>
                </a:path>
                <a:path w="62229" h="2006600">
                  <a:moveTo>
                    <a:pt x="12489" y="1938720"/>
                  </a:moveTo>
                  <a:lnTo>
                    <a:pt x="10922" y="1943100"/>
                  </a:lnTo>
                  <a:lnTo>
                    <a:pt x="11175" y="1943100"/>
                  </a:lnTo>
                  <a:lnTo>
                    <a:pt x="12489" y="1938720"/>
                  </a:lnTo>
                  <a:close/>
                </a:path>
                <a:path w="62229" h="2006600">
                  <a:moveTo>
                    <a:pt x="14985" y="1930787"/>
                  </a:moveTo>
                  <a:lnTo>
                    <a:pt x="14692" y="1931376"/>
                  </a:lnTo>
                  <a:lnTo>
                    <a:pt x="14619" y="1931547"/>
                  </a:lnTo>
                  <a:lnTo>
                    <a:pt x="11175" y="1943100"/>
                  </a:lnTo>
                  <a:lnTo>
                    <a:pt x="14986" y="1943100"/>
                  </a:lnTo>
                  <a:lnTo>
                    <a:pt x="14985" y="1930787"/>
                  </a:lnTo>
                  <a:close/>
                </a:path>
                <a:path w="62229" h="2006600">
                  <a:moveTo>
                    <a:pt x="32836" y="1929002"/>
                  </a:moveTo>
                  <a:lnTo>
                    <a:pt x="15574" y="1929002"/>
                  </a:lnTo>
                  <a:lnTo>
                    <a:pt x="15243" y="1930005"/>
                  </a:lnTo>
                  <a:lnTo>
                    <a:pt x="14985" y="1930440"/>
                  </a:lnTo>
                  <a:lnTo>
                    <a:pt x="14986" y="1943100"/>
                  </a:lnTo>
                  <a:lnTo>
                    <a:pt x="19295" y="1930787"/>
                  </a:lnTo>
                  <a:lnTo>
                    <a:pt x="19416" y="1930440"/>
                  </a:lnTo>
                  <a:lnTo>
                    <a:pt x="32829" y="1930440"/>
                  </a:lnTo>
                  <a:lnTo>
                    <a:pt x="32836" y="1929002"/>
                  </a:lnTo>
                  <a:close/>
                </a:path>
                <a:path w="62229" h="2006600">
                  <a:moveTo>
                    <a:pt x="20338" y="1930440"/>
                  </a:moveTo>
                  <a:lnTo>
                    <a:pt x="19416" y="1930440"/>
                  </a:lnTo>
                  <a:lnTo>
                    <a:pt x="14986" y="1943100"/>
                  </a:lnTo>
                  <a:lnTo>
                    <a:pt x="26035" y="1943100"/>
                  </a:lnTo>
                  <a:lnTo>
                    <a:pt x="20338" y="1930440"/>
                  </a:lnTo>
                  <a:close/>
                </a:path>
                <a:path w="62229" h="2006600">
                  <a:moveTo>
                    <a:pt x="32829" y="1930440"/>
                  </a:moveTo>
                  <a:lnTo>
                    <a:pt x="20338" y="1930440"/>
                  </a:lnTo>
                  <a:lnTo>
                    <a:pt x="26035" y="1943100"/>
                  </a:lnTo>
                  <a:lnTo>
                    <a:pt x="32765" y="1943100"/>
                  </a:lnTo>
                  <a:lnTo>
                    <a:pt x="32829" y="1930440"/>
                  </a:lnTo>
                  <a:close/>
                </a:path>
                <a:path w="62229" h="2006600">
                  <a:moveTo>
                    <a:pt x="14970" y="1930440"/>
                  </a:moveTo>
                  <a:lnTo>
                    <a:pt x="12694" y="1930440"/>
                  </a:lnTo>
                  <a:lnTo>
                    <a:pt x="11556" y="1938565"/>
                  </a:lnTo>
                  <a:lnTo>
                    <a:pt x="14970" y="1930440"/>
                  </a:lnTo>
                  <a:close/>
                </a:path>
                <a:path w="62229" h="2006600">
                  <a:moveTo>
                    <a:pt x="32892" y="1917700"/>
                  </a:moveTo>
                  <a:lnTo>
                    <a:pt x="14732" y="1917700"/>
                  </a:lnTo>
                  <a:lnTo>
                    <a:pt x="14958" y="1929002"/>
                  </a:lnTo>
                  <a:lnTo>
                    <a:pt x="15038" y="1930440"/>
                  </a:lnTo>
                  <a:lnTo>
                    <a:pt x="15243" y="1930005"/>
                  </a:lnTo>
                  <a:lnTo>
                    <a:pt x="15574" y="1929002"/>
                  </a:lnTo>
                  <a:lnTo>
                    <a:pt x="32836" y="1929002"/>
                  </a:lnTo>
                  <a:lnTo>
                    <a:pt x="32892" y="1917700"/>
                  </a:lnTo>
                  <a:close/>
                </a:path>
                <a:path w="62229" h="2006600">
                  <a:moveTo>
                    <a:pt x="33020" y="1905000"/>
                  </a:moveTo>
                  <a:lnTo>
                    <a:pt x="14604" y="1905000"/>
                  </a:lnTo>
                  <a:lnTo>
                    <a:pt x="14604" y="1917700"/>
                  </a:lnTo>
                  <a:lnTo>
                    <a:pt x="33020" y="1917700"/>
                  </a:lnTo>
                  <a:lnTo>
                    <a:pt x="33020" y="1905000"/>
                  </a:lnTo>
                  <a:close/>
                </a:path>
                <a:path w="62229" h="2006600">
                  <a:moveTo>
                    <a:pt x="34671" y="1892300"/>
                  </a:moveTo>
                  <a:lnTo>
                    <a:pt x="15494" y="1892300"/>
                  </a:lnTo>
                  <a:lnTo>
                    <a:pt x="14986" y="1905000"/>
                  </a:lnTo>
                  <a:lnTo>
                    <a:pt x="33527" y="1905000"/>
                  </a:lnTo>
                  <a:lnTo>
                    <a:pt x="34671" y="1892300"/>
                  </a:lnTo>
                  <a:close/>
                </a:path>
                <a:path w="62229" h="2006600">
                  <a:moveTo>
                    <a:pt x="17507" y="1881414"/>
                  </a:moveTo>
                  <a:lnTo>
                    <a:pt x="16637" y="1892300"/>
                  </a:lnTo>
                  <a:lnTo>
                    <a:pt x="17399" y="1892300"/>
                  </a:lnTo>
                  <a:lnTo>
                    <a:pt x="17507" y="1881414"/>
                  </a:lnTo>
                  <a:close/>
                </a:path>
                <a:path w="62229" h="2006600">
                  <a:moveTo>
                    <a:pt x="36957" y="1854200"/>
                  </a:moveTo>
                  <a:lnTo>
                    <a:pt x="18034" y="1854200"/>
                  </a:lnTo>
                  <a:lnTo>
                    <a:pt x="18161" y="1879600"/>
                  </a:lnTo>
                  <a:lnTo>
                    <a:pt x="17652" y="1879600"/>
                  </a:lnTo>
                  <a:lnTo>
                    <a:pt x="17399" y="1892300"/>
                  </a:lnTo>
                  <a:lnTo>
                    <a:pt x="35940" y="1892300"/>
                  </a:lnTo>
                  <a:lnTo>
                    <a:pt x="36594" y="1881414"/>
                  </a:lnTo>
                  <a:lnTo>
                    <a:pt x="36702" y="1879600"/>
                  </a:lnTo>
                  <a:lnTo>
                    <a:pt x="36957" y="1854200"/>
                  </a:lnTo>
                  <a:close/>
                </a:path>
                <a:path w="62229" h="2006600">
                  <a:moveTo>
                    <a:pt x="37719" y="1841500"/>
                  </a:moveTo>
                  <a:lnTo>
                    <a:pt x="18669" y="1841500"/>
                  </a:lnTo>
                  <a:lnTo>
                    <a:pt x="18669" y="1854200"/>
                  </a:lnTo>
                  <a:lnTo>
                    <a:pt x="37719" y="1854200"/>
                  </a:lnTo>
                  <a:lnTo>
                    <a:pt x="37719" y="1841500"/>
                  </a:lnTo>
                  <a:close/>
                </a:path>
                <a:path w="62229" h="2006600">
                  <a:moveTo>
                    <a:pt x="39242" y="1739900"/>
                  </a:moveTo>
                  <a:lnTo>
                    <a:pt x="19303" y="1739900"/>
                  </a:lnTo>
                  <a:lnTo>
                    <a:pt x="19430" y="1841500"/>
                  </a:lnTo>
                  <a:lnTo>
                    <a:pt x="38353" y="1841500"/>
                  </a:lnTo>
                  <a:lnTo>
                    <a:pt x="38480" y="1816100"/>
                  </a:lnTo>
                  <a:lnTo>
                    <a:pt x="38608" y="1816100"/>
                  </a:lnTo>
                  <a:lnTo>
                    <a:pt x="38735" y="1765300"/>
                  </a:lnTo>
                  <a:lnTo>
                    <a:pt x="39115" y="1752600"/>
                  </a:lnTo>
                  <a:lnTo>
                    <a:pt x="38862" y="1752600"/>
                  </a:lnTo>
                  <a:lnTo>
                    <a:pt x="39242" y="1739900"/>
                  </a:lnTo>
                  <a:close/>
                </a:path>
                <a:path w="62229" h="2006600">
                  <a:moveTo>
                    <a:pt x="39242" y="1739900"/>
                  </a:moveTo>
                  <a:lnTo>
                    <a:pt x="38862" y="1752600"/>
                  </a:lnTo>
                  <a:lnTo>
                    <a:pt x="39115" y="1752600"/>
                  </a:lnTo>
                  <a:lnTo>
                    <a:pt x="39242" y="1739900"/>
                  </a:lnTo>
                  <a:close/>
                </a:path>
                <a:path w="62229" h="2006600">
                  <a:moveTo>
                    <a:pt x="40004" y="1714500"/>
                  </a:moveTo>
                  <a:lnTo>
                    <a:pt x="19938" y="1714500"/>
                  </a:lnTo>
                  <a:lnTo>
                    <a:pt x="19938" y="1739900"/>
                  </a:lnTo>
                  <a:lnTo>
                    <a:pt x="40004" y="1739900"/>
                  </a:lnTo>
                  <a:lnTo>
                    <a:pt x="40004" y="1714500"/>
                  </a:lnTo>
                  <a:close/>
                </a:path>
                <a:path w="62229" h="2006600">
                  <a:moveTo>
                    <a:pt x="41148" y="1676400"/>
                  </a:moveTo>
                  <a:lnTo>
                    <a:pt x="20954" y="1676400"/>
                  </a:lnTo>
                  <a:lnTo>
                    <a:pt x="20192" y="1701800"/>
                  </a:lnTo>
                  <a:lnTo>
                    <a:pt x="20192" y="1714500"/>
                  </a:lnTo>
                  <a:lnTo>
                    <a:pt x="40512" y="1714500"/>
                  </a:lnTo>
                  <a:lnTo>
                    <a:pt x="40639" y="1695450"/>
                  </a:lnTo>
                  <a:lnTo>
                    <a:pt x="40766" y="1689105"/>
                  </a:lnTo>
                  <a:lnTo>
                    <a:pt x="40893" y="1689105"/>
                  </a:lnTo>
                  <a:lnTo>
                    <a:pt x="41148" y="1676400"/>
                  </a:lnTo>
                  <a:close/>
                </a:path>
                <a:path w="62229" h="2006600">
                  <a:moveTo>
                    <a:pt x="41528" y="1676400"/>
                  </a:moveTo>
                  <a:lnTo>
                    <a:pt x="41148" y="1676400"/>
                  </a:lnTo>
                  <a:lnTo>
                    <a:pt x="40957" y="1685923"/>
                  </a:lnTo>
                  <a:lnTo>
                    <a:pt x="41528" y="1676400"/>
                  </a:lnTo>
                  <a:close/>
                </a:path>
                <a:path w="62229" h="2006600">
                  <a:moveTo>
                    <a:pt x="42290" y="1663700"/>
                  </a:moveTo>
                  <a:lnTo>
                    <a:pt x="21844" y="1663700"/>
                  </a:lnTo>
                  <a:lnTo>
                    <a:pt x="21971" y="1676400"/>
                  </a:lnTo>
                  <a:lnTo>
                    <a:pt x="42163" y="1676400"/>
                  </a:lnTo>
                  <a:lnTo>
                    <a:pt x="42290" y="1663700"/>
                  </a:lnTo>
                  <a:close/>
                </a:path>
                <a:path w="62229" h="2006600">
                  <a:moveTo>
                    <a:pt x="42037" y="1638300"/>
                  </a:moveTo>
                  <a:lnTo>
                    <a:pt x="21462" y="1638300"/>
                  </a:lnTo>
                  <a:lnTo>
                    <a:pt x="21589" y="1663700"/>
                  </a:lnTo>
                  <a:lnTo>
                    <a:pt x="42037" y="1663700"/>
                  </a:lnTo>
                  <a:lnTo>
                    <a:pt x="42037" y="1638300"/>
                  </a:lnTo>
                  <a:close/>
                </a:path>
                <a:path w="62229" h="2006600">
                  <a:moveTo>
                    <a:pt x="22478" y="1631950"/>
                  </a:moveTo>
                  <a:lnTo>
                    <a:pt x="22225" y="1638300"/>
                  </a:lnTo>
                  <a:lnTo>
                    <a:pt x="22478" y="1638300"/>
                  </a:lnTo>
                  <a:lnTo>
                    <a:pt x="22478" y="1631950"/>
                  </a:lnTo>
                  <a:close/>
                </a:path>
                <a:path w="62229" h="2006600">
                  <a:moveTo>
                    <a:pt x="43179" y="1625600"/>
                  </a:moveTo>
                  <a:lnTo>
                    <a:pt x="22733" y="1625600"/>
                  </a:lnTo>
                  <a:lnTo>
                    <a:pt x="22605" y="1631950"/>
                  </a:lnTo>
                  <a:lnTo>
                    <a:pt x="22478" y="1638300"/>
                  </a:lnTo>
                  <a:lnTo>
                    <a:pt x="43052" y="1638300"/>
                  </a:lnTo>
                  <a:lnTo>
                    <a:pt x="43179" y="1625600"/>
                  </a:lnTo>
                  <a:close/>
                </a:path>
                <a:path w="62229" h="2006600">
                  <a:moveTo>
                    <a:pt x="22733" y="1625600"/>
                  </a:moveTo>
                  <a:lnTo>
                    <a:pt x="22478" y="1625600"/>
                  </a:lnTo>
                  <a:lnTo>
                    <a:pt x="22478" y="1631950"/>
                  </a:lnTo>
                  <a:lnTo>
                    <a:pt x="22733" y="1625600"/>
                  </a:lnTo>
                  <a:close/>
                </a:path>
                <a:path w="62229" h="2006600">
                  <a:moveTo>
                    <a:pt x="44196" y="1612900"/>
                  </a:moveTo>
                  <a:lnTo>
                    <a:pt x="23622" y="1612900"/>
                  </a:lnTo>
                  <a:lnTo>
                    <a:pt x="23495" y="1625600"/>
                  </a:lnTo>
                  <a:lnTo>
                    <a:pt x="44323" y="1625600"/>
                  </a:lnTo>
                  <a:lnTo>
                    <a:pt x="44196" y="1612900"/>
                  </a:lnTo>
                  <a:close/>
                </a:path>
                <a:path w="62229" h="2006600">
                  <a:moveTo>
                    <a:pt x="45085" y="1600200"/>
                  </a:moveTo>
                  <a:lnTo>
                    <a:pt x="24257" y="1600200"/>
                  </a:lnTo>
                  <a:lnTo>
                    <a:pt x="24257" y="1612900"/>
                  </a:lnTo>
                  <a:lnTo>
                    <a:pt x="45085" y="1612900"/>
                  </a:lnTo>
                  <a:lnTo>
                    <a:pt x="45085" y="1600200"/>
                  </a:lnTo>
                  <a:close/>
                </a:path>
                <a:path w="62229" h="2006600">
                  <a:moveTo>
                    <a:pt x="45465" y="1562100"/>
                  </a:moveTo>
                  <a:lnTo>
                    <a:pt x="24637" y="1562100"/>
                  </a:lnTo>
                  <a:lnTo>
                    <a:pt x="24637" y="1600200"/>
                  </a:lnTo>
                  <a:lnTo>
                    <a:pt x="45465" y="1600200"/>
                  </a:lnTo>
                  <a:lnTo>
                    <a:pt x="45465" y="1562100"/>
                  </a:lnTo>
                  <a:close/>
                </a:path>
                <a:path w="62229" h="2006600">
                  <a:moveTo>
                    <a:pt x="45847" y="1485900"/>
                  </a:moveTo>
                  <a:lnTo>
                    <a:pt x="24891" y="1485900"/>
                  </a:lnTo>
                  <a:lnTo>
                    <a:pt x="24891" y="1562100"/>
                  </a:lnTo>
                  <a:lnTo>
                    <a:pt x="45847" y="1562100"/>
                  </a:lnTo>
                  <a:lnTo>
                    <a:pt x="45847" y="1485900"/>
                  </a:lnTo>
                  <a:close/>
                </a:path>
                <a:path w="62229" h="2006600">
                  <a:moveTo>
                    <a:pt x="46989" y="1473200"/>
                  </a:moveTo>
                  <a:lnTo>
                    <a:pt x="25526" y="1473200"/>
                  </a:lnTo>
                  <a:lnTo>
                    <a:pt x="25526" y="1485900"/>
                  </a:lnTo>
                  <a:lnTo>
                    <a:pt x="46609" y="1485900"/>
                  </a:lnTo>
                  <a:lnTo>
                    <a:pt x="46989" y="1473200"/>
                  </a:lnTo>
                  <a:close/>
                </a:path>
                <a:path w="62229" h="2006600">
                  <a:moveTo>
                    <a:pt x="48895" y="1447800"/>
                  </a:moveTo>
                  <a:lnTo>
                    <a:pt x="27686" y="1447800"/>
                  </a:lnTo>
                  <a:lnTo>
                    <a:pt x="27686" y="1460502"/>
                  </a:lnTo>
                  <a:lnTo>
                    <a:pt x="27304" y="1460502"/>
                  </a:lnTo>
                  <a:lnTo>
                    <a:pt x="27177" y="1466850"/>
                  </a:lnTo>
                  <a:lnTo>
                    <a:pt x="27050" y="1473200"/>
                  </a:lnTo>
                  <a:lnTo>
                    <a:pt x="48513" y="1473200"/>
                  </a:lnTo>
                  <a:lnTo>
                    <a:pt x="48894" y="1460502"/>
                  </a:lnTo>
                  <a:lnTo>
                    <a:pt x="48895" y="1447800"/>
                  </a:lnTo>
                  <a:close/>
                </a:path>
                <a:path w="62229" h="2006600">
                  <a:moveTo>
                    <a:pt x="49275" y="1447800"/>
                  </a:moveTo>
                  <a:lnTo>
                    <a:pt x="48895" y="1447800"/>
                  </a:lnTo>
                  <a:lnTo>
                    <a:pt x="48894" y="1457327"/>
                  </a:lnTo>
                  <a:lnTo>
                    <a:pt x="49275" y="1447800"/>
                  </a:lnTo>
                  <a:close/>
                </a:path>
                <a:path w="62229" h="2006600">
                  <a:moveTo>
                    <a:pt x="28955" y="1422400"/>
                  </a:moveTo>
                  <a:lnTo>
                    <a:pt x="28701" y="1435100"/>
                  </a:lnTo>
                  <a:lnTo>
                    <a:pt x="28321" y="1447800"/>
                  </a:lnTo>
                  <a:lnTo>
                    <a:pt x="49657" y="1447800"/>
                  </a:lnTo>
                  <a:lnTo>
                    <a:pt x="50037" y="1435100"/>
                  </a:lnTo>
                  <a:lnTo>
                    <a:pt x="28955" y="1435100"/>
                  </a:lnTo>
                  <a:lnTo>
                    <a:pt x="28955" y="1422400"/>
                  </a:lnTo>
                  <a:close/>
                </a:path>
                <a:path w="62229" h="2006600">
                  <a:moveTo>
                    <a:pt x="50037" y="1397000"/>
                  </a:moveTo>
                  <a:lnTo>
                    <a:pt x="28575" y="1397000"/>
                  </a:lnTo>
                  <a:lnTo>
                    <a:pt x="28955" y="1409700"/>
                  </a:lnTo>
                  <a:lnTo>
                    <a:pt x="28955" y="1435100"/>
                  </a:lnTo>
                  <a:lnTo>
                    <a:pt x="50419" y="1435100"/>
                  </a:lnTo>
                  <a:lnTo>
                    <a:pt x="50419" y="1409700"/>
                  </a:lnTo>
                  <a:lnTo>
                    <a:pt x="50037" y="1397000"/>
                  </a:lnTo>
                  <a:close/>
                </a:path>
                <a:path w="62229" h="2006600">
                  <a:moveTo>
                    <a:pt x="49275" y="1371600"/>
                  </a:moveTo>
                  <a:lnTo>
                    <a:pt x="27812" y="1371600"/>
                  </a:lnTo>
                  <a:lnTo>
                    <a:pt x="28194" y="1384300"/>
                  </a:lnTo>
                  <a:lnTo>
                    <a:pt x="28194" y="1397000"/>
                  </a:lnTo>
                  <a:lnTo>
                    <a:pt x="49784" y="1397000"/>
                  </a:lnTo>
                  <a:lnTo>
                    <a:pt x="49784" y="1384300"/>
                  </a:lnTo>
                  <a:lnTo>
                    <a:pt x="49275" y="1371600"/>
                  </a:lnTo>
                  <a:close/>
                </a:path>
                <a:path w="62229" h="2006600">
                  <a:moveTo>
                    <a:pt x="48513" y="1358900"/>
                  </a:moveTo>
                  <a:lnTo>
                    <a:pt x="26797" y="1358900"/>
                  </a:lnTo>
                  <a:lnTo>
                    <a:pt x="27050" y="1371600"/>
                  </a:lnTo>
                  <a:lnTo>
                    <a:pt x="49022" y="1371600"/>
                  </a:lnTo>
                  <a:lnTo>
                    <a:pt x="48513" y="1358900"/>
                  </a:lnTo>
                  <a:close/>
                </a:path>
                <a:path w="62229" h="2006600">
                  <a:moveTo>
                    <a:pt x="48005" y="1346200"/>
                  </a:moveTo>
                  <a:lnTo>
                    <a:pt x="26415" y="1346200"/>
                  </a:lnTo>
                  <a:lnTo>
                    <a:pt x="26415" y="1358900"/>
                  </a:lnTo>
                  <a:lnTo>
                    <a:pt x="48005" y="1358900"/>
                  </a:lnTo>
                  <a:lnTo>
                    <a:pt x="48005" y="1346200"/>
                  </a:lnTo>
                  <a:close/>
                </a:path>
                <a:path w="62229" h="2006600">
                  <a:moveTo>
                    <a:pt x="47116" y="1333500"/>
                  </a:moveTo>
                  <a:lnTo>
                    <a:pt x="25653" y="1333500"/>
                  </a:lnTo>
                  <a:lnTo>
                    <a:pt x="25780" y="1346200"/>
                  </a:lnTo>
                  <a:lnTo>
                    <a:pt x="47625" y="1346200"/>
                  </a:lnTo>
                  <a:lnTo>
                    <a:pt x="47116" y="1333500"/>
                  </a:lnTo>
                  <a:close/>
                </a:path>
                <a:path w="62229" h="2006600">
                  <a:moveTo>
                    <a:pt x="46100" y="1295400"/>
                  </a:moveTo>
                  <a:lnTo>
                    <a:pt x="24129" y="1295400"/>
                  </a:lnTo>
                  <a:lnTo>
                    <a:pt x="24257" y="1308100"/>
                  </a:lnTo>
                  <a:lnTo>
                    <a:pt x="24891" y="1308100"/>
                  </a:lnTo>
                  <a:lnTo>
                    <a:pt x="24891" y="1320800"/>
                  </a:lnTo>
                  <a:lnTo>
                    <a:pt x="25273" y="1333500"/>
                  </a:lnTo>
                  <a:lnTo>
                    <a:pt x="46862" y="1333500"/>
                  </a:lnTo>
                  <a:lnTo>
                    <a:pt x="46609" y="1320800"/>
                  </a:lnTo>
                  <a:lnTo>
                    <a:pt x="46609" y="1308100"/>
                  </a:lnTo>
                  <a:lnTo>
                    <a:pt x="46100" y="1295400"/>
                  </a:lnTo>
                  <a:close/>
                </a:path>
                <a:path w="62229" h="2006600">
                  <a:moveTo>
                    <a:pt x="44830" y="1282700"/>
                  </a:moveTo>
                  <a:lnTo>
                    <a:pt x="23113" y="1282700"/>
                  </a:lnTo>
                  <a:lnTo>
                    <a:pt x="23113" y="1295400"/>
                  </a:lnTo>
                  <a:lnTo>
                    <a:pt x="45085" y="1295400"/>
                  </a:lnTo>
                  <a:lnTo>
                    <a:pt x="44830" y="1282700"/>
                  </a:lnTo>
                  <a:close/>
                </a:path>
                <a:path w="62229" h="2006600">
                  <a:moveTo>
                    <a:pt x="44703" y="1244600"/>
                  </a:moveTo>
                  <a:lnTo>
                    <a:pt x="23113" y="1244600"/>
                  </a:lnTo>
                  <a:lnTo>
                    <a:pt x="22733" y="1257302"/>
                  </a:lnTo>
                  <a:lnTo>
                    <a:pt x="22733" y="1282700"/>
                  </a:lnTo>
                  <a:lnTo>
                    <a:pt x="44450" y="1282700"/>
                  </a:lnTo>
                  <a:lnTo>
                    <a:pt x="44449" y="1257302"/>
                  </a:lnTo>
                  <a:lnTo>
                    <a:pt x="44703" y="1244600"/>
                  </a:lnTo>
                  <a:close/>
                </a:path>
                <a:path w="62229" h="2006600">
                  <a:moveTo>
                    <a:pt x="22860" y="1244600"/>
                  </a:moveTo>
                  <a:lnTo>
                    <a:pt x="22478" y="1257302"/>
                  </a:lnTo>
                  <a:lnTo>
                    <a:pt x="22732" y="1257302"/>
                  </a:lnTo>
                  <a:lnTo>
                    <a:pt x="22860" y="1244600"/>
                  </a:lnTo>
                  <a:close/>
                </a:path>
                <a:path w="62229" h="2006600">
                  <a:moveTo>
                    <a:pt x="45338" y="1219200"/>
                  </a:moveTo>
                  <a:lnTo>
                    <a:pt x="23749" y="1219200"/>
                  </a:lnTo>
                  <a:lnTo>
                    <a:pt x="23875" y="1231900"/>
                  </a:lnTo>
                  <a:lnTo>
                    <a:pt x="23495" y="1231900"/>
                  </a:lnTo>
                  <a:lnTo>
                    <a:pt x="23495" y="1244600"/>
                  </a:lnTo>
                  <a:lnTo>
                    <a:pt x="45085" y="1244600"/>
                  </a:lnTo>
                  <a:lnTo>
                    <a:pt x="45465" y="1231900"/>
                  </a:lnTo>
                  <a:lnTo>
                    <a:pt x="45338" y="1219200"/>
                  </a:lnTo>
                  <a:close/>
                </a:path>
                <a:path w="62229" h="2006600">
                  <a:moveTo>
                    <a:pt x="47498" y="1206500"/>
                  </a:moveTo>
                  <a:lnTo>
                    <a:pt x="25019" y="1206500"/>
                  </a:lnTo>
                  <a:lnTo>
                    <a:pt x="24257" y="1219200"/>
                  </a:lnTo>
                  <a:lnTo>
                    <a:pt x="46862" y="1219200"/>
                  </a:lnTo>
                  <a:lnTo>
                    <a:pt x="47498" y="1206500"/>
                  </a:lnTo>
                  <a:close/>
                </a:path>
                <a:path w="62229" h="2006600">
                  <a:moveTo>
                    <a:pt x="47878" y="1193800"/>
                  </a:moveTo>
                  <a:lnTo>
                    <a:pt x="26415" y="1193800"/>
                  </a:lnTo>
                  <a:lnTo>
                    <a:pt x="26288" y="1206500"/>
                  </a:lnTo>
                  <a:lnTo>
                    <a:pt x="47878" y="1206500"/>
                  </a:lnTo>
                  <a:lnTo>
                    <a:pt x="47878" y="1193800"/>
                  </a:lnTo>
                  <a:close/>
                </a:path>
                <a:path w="62229" h="2006600">
                  <a:moveTo>
                    <a:pt x="49784" y="1181100"/>
                  </a:moveTo>
                  <a:lnTo>
                    <a:pt x="27686" y="1181100"/>
                  </a:lnTo>
                  <a:lnTo>
                    <a:pt x="27050" y="1193800"/>
                  </a:lnTo>
                  <a:lnTo>
                    <a:pt x="48767" y="1193800"/>
                  </a:lnTo>
                  <a:lnTo>
                    <a:pt x="49784" y="1181100"/>
                  </a:lnTo>
                  <a:close/>
                </a:path>
                <a:path w="62229" h="2006600">
                  <a:moveTo>
                    <a:pt x="52197" y="1168400"/>
                  </a:moveTo>
                  <a:lnTo>
                    <a:pt x="29845" y="1168400"/>
                  </a:lnTo>
                  <a:lnTo>
                    <a:pt x="28701" y="1181100"/>
                  </a:lnTo>
                  <a:lnTo>
                    <a:pt x="51562" y="1181100"/>
                  </a:lnTo>
                  <a:lnTo>
                    <a:pt x="52197" y="1168400"/>
                  </a:lnTo>
                  <a:close/>
                </a:path>
                <a:path w="62229" h="2006600">
                  <a:moveTo>
                    <a:pt x="53339" y="1143000"/>
                  </a:moveTo>
                  <a:lnTo>
                    <a:pt x="31369" y="1143000"/>
                  </a:lnTo>
                  <a:lnTo>
                    <a:pt x="31369" y="1155700"/>
                  </a:lnTo>
                  <a:lnTo>
                    <a:pt x="31114" y="1168400"/>
                  </a:lnTo>
                  <a:lnTo>
                    <a:pt x="52704" y="1168400"/>
                  </a:lnTo>
                  <a:lnTo>
                    <a:pt x="53339" y="1143000"/>
                  </a:lnTo>
                  <a:close/>
                </a:path>
                <a:path w="62229" h="2006600">
                  <a:moveTo>
                    <a:pt x="32130" y="1130300"/>
                  </a:moveTo>
                  <a:lnTo>
                    <a:pt x="31750" y="1143000"/>
                  </a:lnTo>
                  <a:lnTo>
                    <a:pt x="32130" y="1143000"/>
                  </a:lnTo>
                  <a:lnTo>
                    <a:pt x="32130" y="1130300"/>
                  </a:lnTo>
                  <a:close/>
                </a:path>
                <a:path w="62229" h="2006600">
                  <a:moveTo>
                    <a:pt x="53721" y="1130300"/>
                  </a:moveTo>
                  <a:lnTo>
                    <a:pt x="32130" y="1130300"/>
                  </a:lnTo>
                  <a:lnTo>
                    <a:pt x="32130" y="1143000"/>
                  </a:lnTo>
                  <a:lnTo>
                    <a:pt x="53721" y="1143000"/>
                  </a:lnTo>
                  <a:lnTo>
                    <a:pt x="53721" y="1130300"/>
                  </a:lnTo>
                  <a:close/>
                </a:path>
                <a:path w="62229" h="2006600">
                  <a:moveTo>
                    <a:pt x="55372" y="1117600"/>
                  </a:moveTo>
                  <a:lnTo>
                    <a:pt x="33654" y="1117600"/>
                  </a:lnTo>
                  <a:lnTo>
                    <a:pt x="32892" y="1130300"/>
                  </a:lnTo>
                  <a:lnTo>
                    <a:pt x="54990" y="1130300"/>
                  </a:lnTo>
                  <a:lnTo>
                    <a:pt x="55372" y="1117600"/>
                  </a:lnTo>
                  <a:close/>
                </a:path>
                <a:path w="62229" h="2006600">
                  <a:moveTo>
                    <a:pt x="35305" y="1107440"/>
                  </a:moveTo>
                  <a:lnTo>
                    <a:pt x="34798" y="1117600"/>
                  </a:lnTo>
                  <a:lnTo>
                    <a:pt x="35305" y="1117600"/>
                  </a:lnTo>
                  <a:lnTo>
                    <a:pt x="35305" y="1107440"/>
                  </a:lnTo>
                  <a:close/>
                </a:path>
                <a:path w="62229" h="2006600">
                  <a:moveTo>
                    <a:pt x="57023" y="1104900"/>
                  </a:moveTo>
                  <a:lnTo>
                    <a:pt x="35433" y="1104900"/>
                  </a:lnTo>
                  <a:lnTo>
                    <a:pt x="35407" y="1107440"/>
                  </a:lnTo>
                  <a:lnTo>
                    <a:pt x="35305" y="1117600"/>
                  </a:lnTo>
                  <a:lnTo>
                    <a:pt x="56896" y="1117600"/>
                  </a:lnTo>
                  <a:lnTo>
                    <a:pt x="57023" y="1104900"/>
                  </a:lnTo>
                  <a:close/>
                </a:path>
                <a:path w="62229" h="2006600">
                  <a:moveTo>
                    <a:pt x="35433" y="1104900"/>
                  </a:moveTo>
                  <a:lnTo>
                    <a:pt x="35305" y="1104900"/>
                  </a:lnTo>
                  <a:lnTo>
                    <a:pt x="35305" y="1107440"/>
                  </a:lnTo>
                  <a:lnTo>
                    <a:pt x="35433" y="1104900"/>
                  </a:lnTo>
                  <a:close/>
                </a:path>
                <a:path w="62229" h="2006600">
                  <a:moveTo>
                    <a:pt x="57785" y="1092200"/>
                  </a:moveTo>
                  <a:lnTo>
                    <a:pt x="36067" y="1092200"/>
                  </a:lnTo>
                  <a:lnTo>
                    <a:pt x="36067" y="1104900"/>
                  </a:lnTo>
                  <a:lnTo>
                    <a:pt x="57658" y="1104900"/>
                  </a:lnTo>
                  <a:lnTo>
                    <a:pt x="57785" y="1092200"/>
                  </a:lnTo>
                  <a:close/>
                </a:path>
                <a:path w="62229" h="2006600">
                  <a:moveTo>
                    <a:pt x="58038" y="1092200"/>
                  </a:moveTo>
                  <a:lnTo>
                    <a:pt x="57785" y="1092200"/>
                  </a:lnTo>
                  <a:lnTo>
                    <a:pt x="57658" y="1104900"/>
                  </a:lnTo>
                  <a:lnTo>
                    <a:pt x="58038" y="1092200"/>
                  </a:lnTo>
                  <a:close/>
                </a:path>
                <a:path w="62229" h="2006600">
                  <a:moveTo>
                    <a:pt x="58420" y="1079500"/>
                  </a:moveTo>
                  <a:lnTo>
                    <a:pt x="36829" y="1079500"/>
                  </a:lnTo>
                  <a:lnTo>
                    <a:pt x="36829" y="1092200"/>
                  </a:lnTo>
                  <a:lnTo>
                    <a:pt x="58420" y="1092200"/>
                  </a:lnTo>
                  <a:lnTo>
                    <a:pt x="58420" y="1079500"/>
                  </a:lnTo>
                  <a:close/>
                </a:path>
                <a:path w="62229" h="2006600">
                  <a:moveTo>
                    <a:pt x="58674" y="1079500"/>
                  </a:moveTo>
                  <a:lnTo>
                    <a:pt x="58420" y="1079500"/>
                  </a:lnTo>
                  <a:lnTo>
                    <a:pt x="58420" y="1092200"/>
                  </a:lnTo>
                  <a:lnTo>
                    <a:pt x="58674" y="1079500"/>
                  </a:lnTo>
                  <a:close/>
                </a:path>
                <a:path w="62229" h="2006600">
                  <a:moveTo>
                    <a:pt x="59562" y="1066800"/>
                  </a:moveTo>
                  <a:lnTo>
                    <a:pt x="37846" y="1066800"/>
                  </a:lnTo>
                  <a:lnTo>
                    <a:pt x="37464" y="1079500"/>
                  </a:lnTo>
                  <a:lnTo>
                    <a:pt x="59436" y="1079500"/>
                  </a:lnTo>
                  <a:lnTo>
                    <a:pt x="59562" y="1066800"/>
                  </a:lnTo>
                  <a:close/>
                </a:path>
                <a:path w="62229" h="2006600">
                  <a:moveTo>
                    <a:pt x="60198" y="1028700"/>
                  </a:moveTo>
                  <a:lnTo>
                    <a:pt x="38608" y="1028700"/>
                  </a:lnTo>
                  <a:lnTo>
                    <a:pt x="38608" y="1054100"/>
                  </a:lnTo>
                  <a:lnTo>
                    <a:pt x="38226" y="1066800"/>
                  </a:lnTo>
                  <a:lnTo>
                    <a:pt x="60198" y="1066800"/>
                  </a:lnTo>
                  <a:lnTo>
                    <a:pt x="60198" y="1028700"/>
                  </a:lnTo>
                  <a:close/>
                </a:path>
                <a:path w="62229" h="2006600">
                  <a:moveTo>
                    <a:pt x="60960" y="1016000"/>
                  </a:moveTo>
                  <a:lnTo>
                    <a:pt x="39242" y="1016000"/>
                  </a:lnTo>
                  <a:lnTo>
                    <a:pt x="39412" y="1024466"/>
                  </a:lnTo>
                  <a:lnTo>
                    <a:pt x="39497" y="1028700"/>
                  </a:lnTo>
                  <a:lnTo>
                    <a:pt x="60833" y="1028700"/>
                  </a:lnTo>
                  <a:lnTo>
                    <a:pt x="60960" y="1016000"/>
                  </a:lnTo>
                  <a:close/>
                </a:path>
                <a:path w="62229" h="2006600">
                  <a:moveTo>
                    <a:pt x="61213" y="1016000"/>
                  </a:moveTo>
                  <a:lnTo>
                    <a:pt x="60960" y="1016000"/>
                  </a:lnTo>
                  <a:lnTo>
                    <a:pt x="60960" y="1024466"/>
                  </a:lnTo>
                  <a:lnTo>
                    <a:pt x="61213" y="1016000"/>
                  </a:lnTo>
                  <a:close/>
                </a:path>
                <a:path w="62229" h="2006600">
                  <a:moveTo>
                    <a:pt x="61595" y="914400"/>
                  </a:moveTo>
                  <a:lnTo>
                    <a:pt x="40004" y="914400"/>
                  </a:lnTo>
                  <a:lnTo>
                    <a:pt x="40004" y="1016000"/>
                  </a:lnTo>
                  <a:lnTo>
                    <a:pt x="61595" y="1016000"/>
                  </a:lnTo>
                  <a:lnTo>
                    <a:pt x="61595" y="914400"/>
                  </a:lnTo>
                  <a:close/>
                </a:path>
                <a:path w="62229" h="2006600">
                  <a:moveTo>
                    <a:pt x="61975" y="863600"/>
                  </a:moveTo>
                  <a:lnTo>
                    <a:pt x="40386" y="863600"/>
                  </a:lnTo>
                  <a:lnTo>
                    <a:pt x="40512" y="914400"/>
                  </a:lnTo>
                  <a:lnTo>
                    <a:pt x="61975" y="914400"/>
                  </a:lnTo>
                  <a:lnTo>
                    <a:pt x="61975" y="863600"/>
                  </a:lnTo>
                  <a:close/>
                </a:path>
                <a:path w="62229" h="2006600">
                  <a:moveTo>
                    <a:pt x="61467" y="850900"/>
                  </a:moveTo>
                  <a:lnTo>
                    <a:pt x="39497" y="850900"/>
                  </a:lnTo>
                  <a:lnTo>
                    <a:pt x="40132" y="863600"/>
                  </a:lnTo>
                  <a:lnTo>
                    <a:pt x="61595" y="863600"/>
                  </a:lnTo>
                  <a:lnTo>
                    <a:pt x="61467" y="850900"/>
                  </a:lnTo>
                  <a:close/>
                </a:path>
                <a:path w="62229" h="2006600">
                  <a:moveTo>
                    <a:pt x="60198" y="838200"/>
                  </a:moveTo>
                  <a:lnTo>
                    <a:pt x="38608" y="838200"/>
                  </a:lnTo>
                  <a:lnTo>
                    <a:pt x="38735" y="850900"/>
                  </a:lnTo>
                  <a:lnTo>
                    <a:pt x="60833" y="850900"/>
                  </a:lnTo>
                  <a:lnTo>
                    <a:pt x="60198" y="838200"/>
                  </a:lnTo>
                  <a:close/>
                </a:path>
                <a:path w="62229" h="2006600">
                  <a:moveTo>
                    <a:pt x="59054" y="812800"/>
                  </a:moveTo>
                  <a:lnTo>
                    <a:pt x="37337" y="812800"/>
                  </a:lnTo>
                  <a:lnTo>
                    <a:pt x="37909" y="831849"/>
                  </a:lnTo>
                  <a:lnTo>
                    <a:pt x="37973" y="838200"/>
                  </a:lnTo>
                  <a:lnTo>
                    <a:pt x="59436" y="838200"/>
                  </a:lnTo>
                  <a:lnTo>
                    <a:pt x="59436" y="825503"/>
                  </a:lnTo>
                  <a:lnTo>
                    <a:pt x="59054" y="812800"/>
                  </a:lnTo>
                  <a:close/>
                </a:path>
                <a:path w="62229" h="2006600">
                  <a:moveTo>
                    <a:pt x="59562" y="831849"/>
                  </a:moveTo>
                  <a:lnTo>
                    <a:pt x="59436" y="838200"/>
                  </a:lnTo>
                  <a:lnTo>
                    <a:pt x="59689" y="838200"/>
                  </a:lnTo>
                  <a:lnTo>
                    <a:pt x="59562" y="831849"/>
                  </a:lnTo>
                  <a:close/>
                </a:path>
                <a:path w="62229" h="2006600">
                  <a:moveTo>
                    <a:pt x="58420" y="800100"/>
                  </a:moveTo>
                  <a:lnTo>
                    <a:pt x="36829" y="800100"/>
                  </a:lnTo>
                  <a:lnTo>
                    <a:pt x="36829" y="812800"/>
                  </a:lnTo>
                  <a:lnTo>
                    <a:pt x="58420" y="812800"/>
                  </a:lnTo>
                  <a:lnTo>
                    <a:pt x="58420" y="800100"/>
                  </a:lnTo>
                  <a:close/>
                </a:path>
                <a:path w="62229" h="2006600">
                  <a:moveTo>
                    <a:pt x="58038" y="787400"/>
                  </a:moveTo>
                  <a:lnTo>
                    <a:pt x="36449" y="787400"/>
                  </a:lnTo>
                  <a:lnTo>
                    <a:pt x="36449" y="800100"/>
                  </a:lnTo>
                  <a:lnTo>
                    <a:pt x="58038" y="800100"/>
                  </a:lnTo>
                  <a:lnTo>
                    <a:pt x="58038" y="787400"/>
                  </a:lnTo>
                  <a:close/>
                </a:path>
                <a:path w="62229" h="2006600">
                  <a:moveTo>
                    <a:pt x="57658" y="762000"/>
                  </a:moveTo>
                  <a:lnTo>
                    <a:pt x="36067" y="762000"/>
                  </a:lnTo>
                  <a:lnTo>
                    <a:pt x="36067" y="787400"/>
                  </a:lnTo>
                  <a:lnTo>
                    <a:pt x="57658" y="787400"/>
                  </a:lnTo>
                  <a:lnTo>
                    <a:pt x="57658" y="762000"/>
                  </a:lnTo>
                  <a:close/>
                </a:path>
                <a:path w="62229" h="2006600">
                  <a:moveTo>
                    <a:pt x="37306" y="752475"/>
                  </a:moveTo>
                  <a:lnTo>
                    <a:pt x="36829" y="762000"/>
                  </a:lnTo>
                  <a:lnTo>
                    <a:pt x="37211" y="762000"/>
                  </a:lnTo>
                  <a:lnTo>
                    <a:pt x="37306" y="752475"/>
                  </a:lnTo>
                  <a:close/>
                </a:path>
                <a:path w="62229" h="2006600">
                  <a:moveTo>
                    <a:pt x="58674" y="711200"/>
                  </a:moveTo>
                  <a:lnTo>
                    <a:pt x="36829" y="711200"/>
                  </a:lnTo>
                  <a:lnTo>
                    <a:pt x="37211" y="723900"/>
                  </a:lnTo>
                  <a:lnTo>
                    <a:pt x="37591" y="723900"/>
                  </a:lnTo>
                  <a:lnTo>
                    <a:pt x="37591" y="749301"/>
                  </a:lnTo>
                  <a:lnTo>
                    <a:pt x="37337" y="749301"/>
                  </a:lnTo>
                  <a:lnTo>
                    <a:pt x="37211" y="762000"/>
                  </a:lnTo>
                  <a:lnTo>
                    <a:pt x="58674" y="762000"/>
                  </a:lnTo>
                  <a:lnTo>
                    <a:pt x="58800" y="749301"/>
                  </a:lnTo>
                  <a:lnTo>
                    <a:pt x="58864" y="742950"/>
                  </a:lnTo>
                  <a:lnTo>
                    <a:pt x="58927" y="723900"/>
                  </a:lnTo>
                  <a:lnTo>
                    <a:pt x="58674" y="711200"/>
                  </a:lnTo>
                  <a:close/>
                </a:path>
                <a:path w="62229" h="2006600">
                  <a:moveTo>
                    <a:pt x="58927" y="742950"/>
                  </a:moveTo>
                  <a:lnTo>
                    <a:pt x="58800" y="749301"/>
                  </a:lnTo>
                  <a:lnTo>
                    <a:pt x="58927" y="749301"/>
                  </a:lnTo>
                  <a:lnTo>
                    <a:pt x="58927" y="742950"/>
                  </a:lnTo>
                  <a:close/>
                </a:path>
                <a:path w="62229" h="2006600">
                  <a:moveTo>
                    <a:pt x="58292" y="698500"/>
                  </a:moveTo>
                  <a:lnTo>
                    <a:pt x="36575" y="698500"/>
                  </a:lnTo>
                  <a:lnTo>
                    <a:pt x="36957" y="711200"/>
                  </a:lnTo>
                  <a:lnTo>
                    <a:pt x="58420" y="711200"/>
                  </a:lnTo>
                  <a:lnTo>
                    <a:pt x="58292" y="698500"/>
                  </a:lnTo>
                  <a:close/>
                </a:path>
                <a:path w="62229" h="2006600">
                  <a:moveTo>
                    <a:pt x="31856" y="689226"/>
                  </a:moveTo>
                  <a:lnTo>
                    <a:pt x="31114" y="698500"/>
                  </a:lnTo>
                  <a:lnTo>
                    <a:pt x="36957" y="698500"/>
                  </a:lnTo>
                  <a:lnTo>
                    <a:pt x="31856" y="689226"/>
                  </a:lnTo>
                  <a:close/>
                </a:path>
                <a:path w="62229" h="2006600">
                  <a:moveTo>
                    <a:pt x="33147" y="673100"/>
                  </a:moveTo>
                  <a:lnTo>
                    <a:pt x="32130" y="673100"/>
                  </a:lnTo>
                  <a:lnTo>
                    <a:pt x="29210" y="685800"/>
                  </a:lnTo>
                  <a:lnTo>
                    <a:pt x="32130" y="685800"/>
                  </a:lnTo>
                  <a:lnTo>
                    <a:pt x="31856" y="689226"/>
                  </a:lnTo>
                  <a:lnTo>
                    <a:pt x="36957" y="698500"/>
                  </a:lnTo>
                  <a:lnTo>
                    <a:pt x="33527" y="685800"/>
                  </a:lnTo>
                  <a:lnTo>
                    <a:pt x="33147" y="673100"/>
                  </a:lnTo>
                  <a:close/>
                </a:path>
                <a:path w="62229" h="2006600">
                  <a:moveTo>
                    <a:pt x="48260" y="673100"/>
                  </a:moveTo>
                  <a:lnTo>
                    <a:pt x="35051" y="673100"/>
                  </a:lnTo>
                  <a:lnTo>
                    <a:pt x="33527" y="685800"/>
                  </a:lnTo>
                  <a:lnTo>
                    <a:pt x="36957" y="698500"/>
                  </a:lnTo>
                  <a:lnTo>
                    <a:pt x="53086" y="698500"/>
                  </a:lnTo>
                  <a:lnTo>
                    <a:pt x="48767" y="685800"/>
                  </a:lnTo>
                  <a:lnTo>
                    <a:pt x="50037" y="685800"/>
                  </a:lnTo>
                  <a:lnTo>
                    <a:pt x="48260" y="673100"/>
                  </a:lnTo>
                  <a:close/>
                </a:path>
                <a:path w="62229" h="2006600">
                  <a:moveTo>
                    <a:pt x="55372" y="685800"/>
                  </a:moveTo>
                  <a:lnTo>
                    <a:pt x="48767" y="685800"/>
                  </a:lnTo>
                  <a:lnTo>
                    <a:pt x="53086" y="698500"/>
                  </a:lnTo>
                  <a:lnTo>
                    <a:pt x="55372" y="685800"/>
                  </a:lnTo>
                  <a:close/>
                </a:path>
                <a:path w="62229" h="2006600">
                  <a:moveTo>
                    <a:pt x="56514" y="685800"/>
                  </a:moveTo>
                  <a:lnTo>
                    <a:pt x="55372" y="685800"/>
                  </a:lnTo>
                  <a:lnTo>
                    <a:pt x="53086" y="698500"/>
                  </a:lnTo>
                  <a:lnTo>
                    <a:pt x="56896" y="698500"/>
                  </a:lnTo>
                  <a:lnTo>
                    <a:pt x="56617" y="689226"/>
                  </a:lnTo>
                  <a:lnTo>
                    <a:pt x="56514" y="685800"/>
                  </a:lnTo>
                  <a:close/>
                </a:path>
                <a:path w="62229" h="2006600">
                  <a:moveTo>
                    <a:pt x="32130" y="685800"/>
                  </a:moveTo>
                  <a:lnTo>
                    <a:pt x="29972" y="685800"/>
                  </a:lnTo>
                  <a:lnTo>
                    <a:pt x="31856" y="689226"/>
                  </a:lnTo>
                  <a:lnTo>
                    <a:pt x="32130" y="685800"/>
                  </a:lnTo>
                  <a:close/>
                </a:path>
                <a:path w="62229" h="2006600">
                  <a:moveTo>
                    <a:pt x="35051" y="673100"/>
                  </a:moveTo>
                  <a:lnTo>
                    <a:pt x="33147" y="673100"/>
                  </a:lnTo>
                  <a:lnTo>
                    <a:pt x="33527" y="685800"/>
                  </a:lnTo>
                  <a:lnTo>
                    <a:pt x="35051" y="673100"/>
                  </a:lnTo>
                  <a:close/>
                </a:path>
                <a:path w="62229" h="2006600">
                  <a:moveTo>
                    <a:pt x="51053" y="673100"/>
                  </a:moveTo>
                  <a:lnTo>
                    <a:pt x="48260" y="673100"/>
                  </a:lnTo>
                  <a:lnTo>
                    <a:pt x="50037" y="685800"/>
                  </a:lnTo>
                  <a:lnTo>
                    <a:pt x="54101" y="685800"/>
                  </a:lnTo>
                  <a:lnTo>
                    <a:pt x="51053" y="673100"/>
                  </a:lnTo>
                  <a:close/>
                </a:path>
                <a:path w="62229" h="2006600">
                  <a:moveTo>
                    <a:pt x="54610" y="673100"/>
                  </a:moveTo>
                  <a:lnTo>
                    <a:pt x="51053" y="673100"/>
                  </a:lnTo>
                  <a:lnTo>
                    <a:pt x="54101" y="685800"/>
                  </a:lnTo>
                  <a:lnTo>
                    <a:pt x="55117" y="685800"/>
                  </a:lnTo>
                  <a:lnTo>
                    <a:pt x="54610" y="673100"/>
                  </a:lnTo>
                  <a:close/>
                </a:path>
                <a:path w="62229" h="2006600">
                  <a:moveTo>
                    <a:pt x="54355" y="660400"/>
                  </a:moveTo>
                  <a:lnTo>
                    <a:pt x="32892" y="660400"/>
                  </a:lnTo>
                  <a:lnTo>
                    <a:pt x="32892" y="673100"/>
                  </a:lnTo>
                  <a:lnTo>
                    <a:pt x="54355" y="673100"/>
                  </a:lnTo>
                  <a:lnTo>
                    <a:pt x="54355" y="660400"/>
                  </a:lnTo>
                  <a:close/>
                </a:path>
                <a:path w="62229" h="2006600">
                  <a:moveTo>
                    <a:pt x="53466" y="647700"/>
                  </a:moveTo>
                  <a:lnTo>
                    <a:pt x="32130" y="647700"/>
                  </a:lnTo>
                  <a:lnTo>
                    <a:pt x="32130" y="660400"/>
                  </a:lnTo>
                  <a:lnTo>
                    <a:pt x="53721" y="660400"/>
                  </a:lnTo>
                  <a:lnTo>
                    <a:pt x="53466" y="647700"/>
                  </a:lnTo>
                  <a:close/>
                </a:path>
                <a:path w="62229" h="2006600">
                  <a:moveTo>
                    <a:pt x="53721" y="647700"/>
                  </a:moveTo>
                  <a:lnTo>
                    <a:pt x="53466" y="647700"/>
                  </a:lnTo>
                  <a:lnTo>
                    <a:pt x="53721" y="660400"/>
                  </a:lnTo>
                  <a:lnTo>
                    <a:pt x="53721" y="647700"/>
                  </a:lnTo>
                  <a:close/>
                </a:path>
                <a:path w="62229" h="2006600">
                  <a:moveTo>
                    <a:pt x="52450" y="635000"/>
                  </a:moveTo>
                  <a:lnTo>
                    <a:pt x="30734" y="635000"/>
                  </a:lnTo>
                  <a:lnTo>
                    <a:pt x="31114" y="647700"/>
                  </a:lnTo>
                  <a:lnTo>
                    <a:pt x="53212" y="647700"/>
                  </a:lnTo>
                  <a:lnTo>
                    <a:pt x="52450" y="635000"/>
                  </a:lnTo>
                  <a:close/>
                </a:path>
                <a:path w="62229" h="2006600">
                  <a:moveTo>
                    <a:pt x="51435" y="622300"/>
                  </a:moveTo>
                  <a:lnTo>
                    <a:pt x="29337" y="622300"/>
                  </a:lnTo>
                  <a:lnTo>
                    <a:pt x="29717" y="635000"/>
                  </a:lnTo>
                  <a:lnTo>
                    <a:pt x="51815" y="635000"/>
                  </a:lnTo>
                  <a:lnTo>
                    <a:pt x="51435" y="622300"/>
                  </a:lnTo>
                  <a:close/>
                </a:path>
                <a:path w="62229" h="2006600">
                  <a:moveTo>
                    <a:pt x="50419" y="596900"/>
                  </a:moveTo>
                  <a:lnTo>
                    <a:pt x="28701" y="596900"/>
                  </a:lnTo>
                  <a:lnTo>
                    <a:pt x="28955" y="609600"/>
                  </a:lnTo>
                  <a:lnTo>
                    <a:pt x="28955" y="622300"/>
                  </a:lnTo>
                  <a:lnTo>
                    <a:pt x="50419" y="622300"/>
                  </a:lnTo>
                  <a:lnTo>
                    <a:pt x="50419" y="596900"/>
                  </a:lnTo>
                  <a:close/>
                </a:path>
                <a:path w="62229" h="2006600">
                  <a:moveTo>
                    <a:pt x="48513" y="584200"/>
                  </a:moveTo>
                  <a:lnTo>
                    <a:pt x="27177" y="584200"/>
                  </a:lnTo>
                  <a:lnTo>
                    <a:pt x="27177" y="596900"/>
                  </a:lnTo>
                  <a:lnTo>
                    <a:pt x="48895" y="596900"/>
                  </a:lnTo>
                  <a:lnTo>
                    <a:pt x="48513" y="584200"/>
                  </a:lnTo>
                  <a:close/>
                </a:path>
                <a:path w="62229" h="2006600">
                  <a:moveTo>
                    <a:pt x="46736" y="571500"/>
                  </a:moveTo>
                  <a:lnTo>
                    <a:pt x="25400" y="571500"/>
                  </a:lnTo>
                  <a:lnTo>
                    <a:pt x="25526" y="584200"/>
                  </a:lnTo>
                  <a:lnTo>
                    <a:pt x="47751" y="584200"/>
                  </a:lnTo>
                  <a:lnTo>
                    <a:pt x="46736" y="571500"/>
                  </a:lnTo>
                  <a:close/>
                </a:path>
                <a:path w="62229" h="2006600">
                  <a:moveTo>
                    <a:pt x="46482" y="558807"/>
                  </a:moveTo>
                  <a:lnTo>
                    <a:pt x="25019" y="558807"/>
                  </a:lnTo>
                  <a:lnTo>
                    <a:pt x="25019" y="571500"/>
                  </a:lnTo>
                  <a:lnTo>
                    <a:pt x="46482" y="571500"/>
                  </a:lnTo>
                  <a:lnTo>
                    <a:pt x="46482" y="558807"/>
                  </a:lnTo>
                  <a:close/>
                </a:path>
                <a:path w="62229" h="2006600">
                  <a:moveTo>
                    <a:pt x="23367" y="546100"/>
                  </a:moveTo>
                  <a:lnTo>
                    <a:pt x="22860" y="546100"/>
                  </a:lnTo>
                  <a:lnTo>
                    <a:pt x="23622" y="558807"/>
                  </a:lnTo>
                  <a:lnTo>
                    <a:pt x="23367" y="546100"/>
                  </a:lnTo>
                  <a:close/>
                </a:path>
                <a:path w="62229" h="2006600">
                  <a:moveTo>
                    <a:pt x="44830" y="546100"/>
                  </a:moveTo>
                  <a:lnTo>
                    <a:pt x="23367" y="546100"/>
                  </a:lnTo>
                  <a:lnTo>
                    <a:pt x="23749" y="558807"/>
                  </a:lnTo>
                  <a:lnTo>
                    <a:pt x="45593" y="558807"/>
                  </a:lnTo>
                  <a:lnTo>
                    <a:pt x="44830" y="546100"/>
                  </a:lnTo>
                  <a:close/>
                </a:path>
                <a:path w="62229" h="2006600">
                  <a:moveTo>
                    <a:pt x="42799" y="533400"/>
                  </a:moveTo>
                  <a:lnTo>
                    <a:pt x="20827" y="533400"/>
                  </a:lnTo>
                  <a:lnTo>
                    <a:pt x="21462" y="546100"/>
                  </a:lnTo>
                  <a:lnTo>
                    <a:pt x="43052" y="546100"/>
                  </a:lnTo>
                  <a:lnTo>
                    <a:pt x="42799" y="533400"/>
                  </a:lnTo>
                  <a:close/>
                </a:path>
                <a:path w="62229" h="2006600">
                  <a:moveTo>
                    <a:pt x="41021" y="520700"/>
                  </a:moveTo>
                  <a:lnTo>
                    <a:pt x="18923" y="520700"/>
                  </a:lnTo>
                  <a:lnTo>
                    <a:pt x="19812" y="533400"/>
                  </a:lnTo>
                  <a:lnTo>
                    <a:pt x="42037" y="533400"/>
                  </a:lnTo>
                  <a:lnTo>
                    <a:pt x="41021" y="520700"/>
                  </a:lnTo>
                  <a:close/>
                </a:path>
                <a:path w="62229" h="2006600">
                  <a:moveTo>
                    <a:pt x="40004" y="457200"/>
                  </a:moveTo>
                  <a:lnTo>
                    <a:pt x="18541" y="457200"/>
                  </a:lnTo>
                  <a:lnTo>
                    <a:pt x="18541" y="520700"/>
                  </a:lnTo>
                  <a:lnTo>
                    <a:pt x="40259" y="520700"/>
                  </a:lnTo>
                  <a:lnTo>
                    <a:pt x="40004" y="508000"/>
                  </a:lnTo>
                  <a:lnTo>
                    <a:pt x="40004" y="457200"/>
                  </a:lnTo>
                  <a:close/>
                </a:path>
                <a:path w="62229" h="2006600">
                  <a:moveTo>
                    <a:pt x="39370" y="444500"/>
                  </a:moveTo>
                  <a:lnTo>
                    <a:pt x="18161" y="444500"/>
                  </a:lnTo>
                  <a:lnTo>
                    <a:pt x="18161" y="457200"/>
                  </a:lnTo>
                  <a:lnTo>
                    <a:pt x="39624" y="457200"/>
                  </a:lnTo>
                  <a:lnTo>
                    <a:pt x="39370" y="444500"/>
                  </a:lnTo>
                  <a:close/>
                </a:path>
                <a:path w="62229" h="2006600">
                  <a:moveTo>
                    <a:pt x="39242" y="393700"/>
                  </a:moveTo>
                  <a:lnTo>
                    <a:pt x="17779" y="393700"/>
                  </a:lnTo>
                  <a:lnTo>
                    <a:pt x="17779" y="431800"/>
                  </a:lnTo>
                  <a:lnTo>
                    <a:pt x="17907" y="444500"/>
                  </a:lnTo>
                  <a:lnTo>
                    <a:pt x="39370" y="444500"/>
                  </a:lnTo>
                  <a:lnTo>
                    <a:pt x="39598" y="452120"/>
                  </a:lnTo>
                  <a:lnTo>
                    <a:pt x="39497" y="431800"/>
                  </a:lnTo>
                  <a:lnTo>
                    <a:pt x="39242" y="431800"/>
                  </a:lnTo>
                  <a:lnTo>
                    <a:pt x="39242" y="393700"/>
                  </a:lnTo>
                  <a:close/>
                </a:path>
                <a:path w="62229" h="2006600">
                  <a:moveTo>
                    <a:pt x="40512" y="381000"/>
                  </a:moveTo>
                  <a:lnTo>
                    <a:pt x="18414" y="381000"/>
                  </a:lnTo>
                  <a:lnTo>
                    <a:pt x="18161" y="393700"/>
                  </a:lnTo>
                  <a:lnTo>
                    <a:pt x="39370" y="393700"/>
                  </a:lnTo>
                  <a:lnTo>
                    <a:pt x="40512" y="381000"/>
                  </a:lnTo>
                  <a:close/>
                </a:path>
                <a:path w="62229" h="2006600">
                  <a:moveTo>
                    <a:pt x="44576" y="304800"/>
                  </a:moveTo>
                  <a:lnTo>
                    <a:pt x="23240" y="304800"/>
                  </a:lnTo>
                  <a:lnTo>
                    <a:pt x="23240" y="330200"/>
                  </a:lnTo>
                  <a:lnTo>
                    <a:pt x="22987" y="330200"/>
                  </a:lnTo>
                  <a:lnTo>
                    <a:pt x="22605" y="342900"/>
                  </a:lnTo>
                  <a:lnTo>
                    <a:pt x="22478" y="355600"/>
                  </a:lnTo>
                  <a:lnTo>
                    <a:pt x="22225" y="368300"/>
                  </a:lnTo>
                  <a:lnTo>
                    <a:pt x="21336" y="368300"/>
                  </a:lnTo>
                  <a:lnTo>
                    <a:pt x="20192" y="381000"/>
                  </a:lnTo>
                  <a:lnTo>
                    <a:pt x="42672" y="381000"/>
                  </a:lnTo>
                  <a:lnTo>
                    <a:pt x="43561" y="368300"/>
                  </a:lnTo>
                  <a:lnTo>
                    <a:pt x="43941" y="355600"/>
                  </a:lnTo>
                  <a:lnTo>
                    <a:pt x="43814" y="342900"/>
                  </a:lnTo>
                  <a:lnTo>
                    <a:pt x="44323" y="342900"/>
                  </a:lnTo>
                  <a:lnTo>
                    <a:pt x="44576" y="330200"/>
                  </a:lnTo>
                  <a:lnTo>
                    <a:pt x="44576" y="304800"/>
                  </a:lnTo>
                  <a:close/>
                </a:path>
                <a:path w="62229" h="2006600">
                  <a:moveTo>
                    <a:pt x="43814" y="292100"/>
                  </a:moveTo>
                  <a:lnTo>
                    <a:pt x="22225" y="292100"/>
                  </a:lnTo>
                  <a:lnTo>
                    <a:pt x="22478" y="304800"/>
                  </a:lnTo>
                  <a:lnTo>
                    <a:pt x="44323" y="304800"/>
                  </a:lnTo>
                  <a:lnTo>
                    <a:pt x="43814" y="292100"/>
                  </a:lnTo>
                  <a:close/>
                </a:path>
                <a:path w="62229" h="2006600">
                  <a:moveTo>
                    <a:pt x="42417" y="279400"/>
                  </a:moveTo>
                  <a:lnTo>
                    <a:pt x="21082" y="279400"/>
                  </a:lnTo>
                  <a:lnTo>
                    <a:pt x="21462" y="292100"/>
                  </a:lnTo>
                  <a:lnTo>
                    <a:pt x="42799" y="292100"/>
                  </a:lnTo>
                  <a:lnTo>
                    <a:pt x="42417" y="279400"/>
                  </a:lnTo>
                  <a:close/>
                </a:path>
                <a:path w="62229" h="2006600">
                  <a:moveTo>
                    <a:pt x="20320" y="266700"/>
                  </a:moveTo>
                  <a:lnTo>
                    <a:pt x="19938" y="266700"/>
                  </a:lnTo>
                  <a:lnTo>
                    <a:pt x="20320" y="279400"/>
                  </a:lnTo>
                  <a:lnTo>
                    <a:pt x="20320" y="266700"/>
                  </a:lnTo>
                  <a:close/>
                </a:path>
                <a:path w="62229" h="2006600">
                  <a:moveTo>
                    <a:pt x="41783" y="266700"/>
                  </a:moveTo>
                  <a:lnTo>
                    <a:pt x="20320" y="266700"/>
                  </a:lnTo>
                  <a:lnTo>
                    <a:pt x="20320" y="279400"/>
                  </a:lnTo>
                  <a:lnTo>
                    <a:pt x="41783" y="279400"/>
                  </a:lnTo>
                  <a:lnTo>
                    <a:pt x="41783" y="266700"/>
                  </a:lnTo>
                  <a:close/>
                </a:path>
                <a:path w="62229" h="2006600">
                  <a:moveTo>
                    <a:pt x="40132" y="254000"/>
                  </a:moveTo>
                  <a:lnTo>
                    <a:pt x="18669" y="254000"/>
                  </a:lnTo>
                  <a:lnTo>
                    <a:pt x="18923" y="266700"/>
                  </a:lnTo>
                  <a:lnTo>
                    <a:pt x="41021" y="266700"/>
                  </a:lnTo>
                  <a:lnTo>
                    <a:pt x="40132" y="254000"/>
                  </a:lnTo>
                  <a:close/>
                </a:path>
                <a:path w="62229" h="2006600">
                  <a:moveTo>
                    <a:pt x="37591" y="241300"/>
                  </a:moveTo>
                  <a:lnTo>
                    <a:pt x="16383" y="241300"/>
                  </a:lnTo>
                  <a:lnTo>
                    <a:pt x="16510" y="254000"/>
                  </a:lnTo>
                  <a:lnTo>
                    <a:pt x="39115" y="254000"/>
                  </a:lnTo>
                  <a:lnTo>
                    <a:pt x="37591" y="241300"/>
                  </a:lnTo>
                  <a:close/>
                </a:path>
                <a:path w="62229" h="2006600">
                  <a:moveTo>
                    <a:pt x="36322" y="228600"/>
                  </a:moveTo>
                  <a:lnTo>
                    <a:pt x="14859" y="228600"/>
                  </a:lnTo>
                  <a:lnTo>
                    <a:pt x="14986" y="241300"/>
                  </a:lnTo>
                  <a:lnTo>
                    <a:pt x="36449" y="241300"/>
                  </a:lnTo>
                  <a:lnTo>
                    <a:pt x="36322" y="228600"/>
                  </a:lnTo>
                  <a:close/>
                </a:path>
                <a:path w="62229" h="2006600">
                  <a:moveTo>
                    <a:pt x="36322" y="228600"/>
                  </a:moveTo>
                  <a:lnTo>
                    <a:pt x="36449" y="241300"/>
                  </a:lnTo>
                  <a:lnTo>
                    <a:pt x="37337" y="241300"/>
                  </a:lnTo>
                  <a:lnTo>
                    <a:pt x="36322" y="228600"/>
                  </a:lnTo>
                  <a:close/>
                </a:path>
                <a:path w="62229" h="2006600">
                  <a:moveTo>
                    <a:pt x="35687" y="215900"/>
                  </a:moveTo>
                  <a:lnTo>
                    <a:pt x="10287" y="215900"/>
                  </a:lnTo>
                  <a:lnTo>
                    <a:pt x="11429" y="228600"/>
                  </a:lnTo>
                  <a:lnTo>
                    <a:pt x="35687" y="228600"/>
                  </a:lnTo>
                  <a:lnTo>
                    <a:pt x="35687" y="215900"/>
                  </a:lnTo>
                  <a:close/>
                </a:path>
                <a:path w="62229" h="2006600">
                  <a:moveTo>
                    <a:pt x="34036" y="203200"/>
                  </a:moveTo>
                  <a:lnTo>
                    <a:pt x="8509" y="203200"/>
                  </a:lnTo>
                  <a:lnTo>
                    <a:pt x="8254" y="215900"/>
                  </a:lnTo>
                  <a:lnTo>
                    <a:pt x="33400" y="215900"/>
                  </a:lnTo>
                  <a:lnTo>
                    <a:pt x="34036" y="203200"/>
                  </a:lnTo>
                  <a:close/>
                </a:path>
                <a:path w="62229" h="2006600">
                  <a:moveTo>
                    <a:pt x="32638" y="114300"/>
                  </a:moveTo>
                  <a:lnTo>
                    <a:pt x="11302" y="114300"/>
                  </a:lnTo>
                  <a:lnTo>
                    <a:pt x="10922" y="127000"/>
                  </a:lnTo>
                  <a:lnTo>
                    <a:pt x="10922" y="203200"/>
                  </a:lnTo>
                  <a:lnTo>
                    <a:pt x="32512" y="203200"/>
                  </a:lnTo>
                  <a:lnTo>
                    <a:pt x="32385" y="127000"/>
                  </a:lnTo>
                  <a:lnTo>
                    <a:pt x="32638" y="114300"/>
                  </a:lnTo>
                  <a:close/>
                </a:path>
                <a:path w="62229" h="2006600">
                  <a:moveTo>
                    <a:pt x="32490" y="190500"/>
                  </a:moveTo>
                  <a:lnTo>
                    <a:pt x="32258" y="190500"/>
                  </a:lnTo>
                  <a:lnTo>
                    <a:pt x="32504" y="198717"/>
                  </a:lnTo>
                  <a:lnTo>
                    <a:pt x="32490" y="190500"/>
                  </a:lnTo>
                  <a:close/>
                </a:path>
                <a:path w="62229" h="2006600">
                  <a:moveTo>
                    <a:pt x="33654" y="88900"/>
                  </a:moveTo>
                  <a:lnTo>
                    <a:pt x="9525" y="88900"/>
                  </a:lnTo>
                  <a:lnTo>
                    <a:pt x="8832" y="100445"/>
                  </a:lnTo>
                  <a:lnTo>
                    <a:pt x="9525" y="114300"/>
                  </a:lnTo>
                  <a:lnTo>
                    <a:pt x="33020" y="114300"/>
                  </a:lnTo>
                  <a:lnTo>
                    <a:pt x="32258" y="101600"/>
                  </a:lnTo>
                  <a:lnTo>
                    <a:pt x="30099" y="101600"/>
                  </a:lnTo>
                  <a:lnTo>
                    <a:pt x="33654" y="88900"/>
                  </a:lnTo>
                  <a:close/>
                </a:path>
                <a:path w="62229" h="2006600">
                  <a:moveTo>
                    <a:pt x="35687" y="38100"/>
                  </a:moveTo>
                  <a:lnTo>
                    <a:pt x="14224" y="38100"/>
                  </a:lnTo>
                  <a:lnTo>
                    <a:pt x="14224" y="76200"/>
                  </a:lnTo>
                  <a:lnTo>
                    <a:pt x="13842" y="88900"/>
                  </a:lnTo>
                  <a:lnTo>
                    <a:pt x="35305" y="88900"/>
                  </a:lnTo>
                  <a:lnTo>
                    <a:pt x="35687" y="76200"/>
                  </a:lnTo>
                  <a:lnTo>
                    <a:pt x="35687" y="38100"/>
                  </a:lnTo>
                  <a:close/>
                </a:path>
                <a:path w="62229" h="2006600">
                  <a:moveTo>
                    <a:pt x="13842" y="33866"/>
                  </a:moveTo>
                  <a:lnTo>
                    <a:pt x="13842" y="38100"/>
                  </a:lnTo>
                  <a:lnTo>
                    <a:pt x="13970" y="38100"/>
                  </a:lnTo>
                  <a:lnTo>
                    <a:pt x="13842" y="33866"/>
                  </a:lnTo>
                  <a:close/>
                </a:path>
                <a:path w="62229" h="2006600">
                  <a:moveTo>
                    <a:pt x="35178" y="25400"/>
                  </a:moveTo>
                  <a:lnTo>
                    <a:pt x="13842" y="25400"/>
                  </a:lnTo>
                  <a:lnTo>
                    <a:pt x="13927" y="33866"/>
                  </a:lnTo>
                  <a:lnTo>
                    <a:pt x="13970" y="38100"/>
                  </a:lnTo>
                  <a:lnTo>
                    <a:pt x="35051" y="38100"/>
                  </a:lnTo>
                  <a:lnTo>
                    <a:pt x="35178" y="25400"/>
                  </a:lnTo>
                  <a:close/>
                </a:path>
                <a:path w="62229" h="2006600">
                  <a:moveTo>
                    <a:pt x="19303" y="12700"/>
                  </a:moveTo>
                  <a:lnTo>
                    <a:pt x="13462" y="12700"/>
                  </a:lnTo>
                  <a:lnTo>
                    <a:pt x="13588" y="25400"/>
                  </a:lnTo>
                  <a:lnTo>
                    <a:pt x="13842" y="33866"/>
                  </a:lnTo>
                  <a:lnTo>
                    <a:pt x="13842" y="25400"/>
                  </a:lnTo>
                  <a:lnTo>
                    <a:pt x="16763" y="25400"/>
                  </a:lnTo>
                  <a:lnTo>
                    <a:pt x="19303" y="12700"/>
                  </a:lnTo>
                  <a:close/>
                </a:path>
                <a:path w="62229" h="2006600">
                  <a:moveTo>
                    <a:pt x="13462" y="12700"/>
                  </a:moveTo>
                  <a:lnTo>
                    <a:pt x="2159" y="12700"/>
                  </a:lnTo>
                  <a:lnTo>
                    <a:pt x="0" y="25400"/>
                  </a:lnTo>
                  <a:lnTo>
                    <a:pt x="13588" y="25400"/>
                  </a:lnTo>
                  <a:lnTo>
                    <a:pt x="13462" y="12700"/>
                  </a:lnTo>
                  <a:close/>
                </a:path>
                <a:path w="62229" h="2006600">
                  <a:moveTo>
                    <a:pt x="34925" y="0"/>
                  </a:moveTo>
                  <a:lnTo>
                    <a:pt x="33400" y="0"/>
                  </a:lnTo>
                  <a:lnTo>
                    <a:pt x="33909" y="12700"/>
                  </a:lnTo>
                  <a:lnTo>
                    <a:pt x="19303" y="12700"/>
                  </a:lnTo>
                  <a:lnTo>
                    <a:pt x="16763" y="25400"/>
                  </a:lnTo>
                  <a:lnTo>
                    <a:pt x="34925" y="25400"/>
                  </a:lnTo>
                  <a:lnTo>
                    <a:pt x="34925" y="0"/>
                  </a:lnTo>
                  <a:close/>
                </a:path>
                <a:path w="62229" h="2006600">
                  <a:moveTo>
                    <a:pt x="8308" y="7686"/>
                  </a:moveTo>
                  <a:lnTo>
                    <a:pt x="6603" y="12700"/>
                  </a:lnTo>
                  <a:lnTo>
                    <a:pt x="8509" y="12700"/>
                  </a:lnTo>
                  <a:lnTo>
                    <a:pt x="8308" y="7686"/>
                  </a:lnTo>
                  <a:close/>
                </a:path>
                <a:path w="62229" h="2006600">
                  <a:moveTo>
                    <a:pt x="8511" y="7088"/>
                  </a:moveTo>
                  <a:lnTo>
                    <a:pt x="8308" y="7686"/>
                  </a:lnTo>
                  <a:lnTo>
                    <a:pt x="8509" y="12700"/>
                  </a:lnTo>
                  <a:lnTo>
                    <a:pt x="9016" y="12700"/>
                  </a:lnTo>
                  <a:lnTo>
                    <a:pt x="8565" y="7686"/>
                  </a:lnTo>
                  <a:lnTo>
                    <a:pt x="8511" y="7088"/>
                  </a:lnTo>
                  <a:close/>
                </a:path>
                <a:path w="62229" h="2006600">
                  <a:moveTo>
                    <a:pt x="12064" y="0"/>
                  </a:moveTo>
                  <a:lnTo>
                    <a:pt x="10922" y="0"/>
                  </a:lnTo>
                  <a:lnTo>
                    <a:pt x="8511" y="7088"/>
                  </a:lnTo>
                  <a:lnTo>
                    <a:pt x="9016" y="12700"/>
                  </a:lnTo>
                  <a:lnTo>
                    <a:pt x="17779" y="12700"/>
                  </a:lnTo>
                  <a:lnTo>
                    <a:pt x="12064" y="0"/>
                  </a:lnTo>
                  <a:close/>
                </a:path>
                <a:path w="62229" h="2006600">
                  <a:moveTo>
                    <a:pt x="33400" y="0"/>
                  </a:moveTo>
                  <a:lnTo>
                    <a:pt x="12064" y="0"/>
                  </a:lnTo>
                  <a:lnTo>
                    <a:pt x="17779" y="12700"/>
                  </a:lnTo>
                  <a:lnTo>
                    <a:pt x="33909" y="12700"/>
                  </a:lnTo>
                  <a:lnTo>
                    <a:pt x="33502" y="2539"/>
                  </a:lnTo>
                  <a:lnTo>
                    <a:pt x="33400" y="0"/>
                  </a:lnTo>
                  <a:close/>
                </a:path>
                <a:path w="62229" h="2006600">
                  <a:moveTo>
                    <a:pt x="8102" y="2539"/>
                  </a:moveTo>
                  <a:lnTo>
                    <a:pt x="8284" y="7088"/>
                  </a:lnTo>
                  <a:lnTo>
                    <a:pt x="8308" y="7686"/>
                  </a:lnTo>
                  <a:lnTo>
                    <a:pt x="8511" y="7088"/>
                  </a:lnTo>
                  <a:lnTo>
                    <a:pt x="8102" y="2539"/>
                  </a:lnTo>
                  <a:close/>
                </a:path>
                <a:path w="62229" h="2006600">
                  <a:moveTo>
                    <a:pt x="10922" y="0"/>
                  </a:moveTo>
                  <a:lnTo>
                    <a:pt x="7874" y="0"/>
                  </a:lnTo>
                  <a:lnTo>
                    <a:pt x="8511" y="7088"/>
                  </a:lnTo>
                  <a:lnTo>
                    <a:pt x="10922" y="0"/>
                  </a:lnTo>
                  <a:close/>
                </a:path>
              </a:pathLst>
            </a:custGeom>
            <a:solidFill>
              <a:srgbClr val="008C3A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6988175" y="374649"/>
            <a:ext cx="486409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 spc="-30">
                <a:solidFill>
                  <a:srgbClr val="00B050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latin typeface="Cambria Math"/>
                <a:cs typeface="Cambria Math"/>
              </a:rPr>
              <a:t>𝑤,𝑏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470393" y="395731"/>
            <a:ext cx="309245" cy="238125"/>
          </a:xfrm>
          <a:custGeom>
            <a:avLst/>
            <a:gdLst/>
            <a:ahLst/>
            <a:cxnLst/>
            <a:rect l="l" t="t" r="r" b="b"/>
            <a:pathLst>
              <a:path w="309245" h="238125">
                <a:moveTo>
                  <a:pt x="233172" y="0"/>
                </a:moveTo>
                <a:lnTo>
                  <a:pt x="229742" y="9651"/>
                </a:lnTo>
                <a:lnTo>
                  <a:pt x="243552" y="15652"/>
                </a:lnTo>
                <a:lnTo>
                  <a:pt x="255444" y="23939"/>
                </a:lnTo>
                <a:lnTo>
                  <a:pt x="279525" y="62277"/>
                </a:lnTo>
                <a:lnTo>
                  <a:pt x="287400" y="117855"/>
                </a:lnTo>
                <a:lnTo>
                  <a:pt x="286519" y="138884"/>
                </a:lnTo>
                <a:lnTo>
                  <a:pt x="273303" y="190372"/>
                </a:lnTo>
                <a:lnTo>
                  <a:pt x="243746" y="222502"/>
                </a:lnTo>
                <a:lnTo>
                  <a:pt x="230124" y="228472"/>
                </a:lnTo>
                <a:lnTo>
                  <a:pt x="233172" y="238125"/>
                </a:lnTo>
                <a:lnTo>
                  <a:pt x="278677" y="211139"/>
                </a:lnTo>
                <a:lnTo>
                  <a:pt x="304244" y="161242"/>
                </a:lnTo>
                <a:lnTo>
                  <a:pt x="309117" y="119125"/>
                </a:lnTo>
                <a:lnTo>
                  <a:pt x="307914" y="97520"/>
                </a:lnTo>
                <a:lnTo>
                  <a:pt x="298134" y="58564"/>
                </a:lnTo>
                <a:lnTo>
                  <a:pt x="265604" y="15208"/>
                </a:lnTo>
                <a:lnTo>
                  <a:pt x="250465" y="6187"/>
                </a:lnTo>
                <a:lnTo>
                  <a:pt x="233172" y="0"/>
                </a:lnTo>
                <a:close/>
              </a:path>
              <a:path w="309245" h="238125">
                <a:moveTo>
                  <a:pt x="75946" y="0"/>
                </a:moveTo>
                <a:lnTo>
                  <a:pt x="30565" y="27039"/>
                </a:lnTo>
                <a:lnTo>
                  <a:pt x="4889" y="77104"/>
                </a:lnTo>
                <a:lnTo>
                  <a:pt x="70" y="117855"/>
                </a:lnTo>
                <a:lnTo>
                  <a:pt x="0" y="119125"/>
                </a:lnTo>
                <a:lnTo>
                  <a:pt x="4873" y="161242"/>
                </a:lnTo>
                <a:lnTo>
                  <a:pt x="19557" y="196595"/>
                </a:lnTo>
                <a:lnTo>
                  <a:pt x="58634" y="231939"/>
                </a:lnTo>
                <a:lnTo>
                  <a:pt x="75946" y="238125"/>
                </a:lnTo>
                <a:lnTo>
                  <a:pt x="78994" y="228472"/>
                </a:lnTo>
                <a:lnTo>
                  <a:pt x="65371" y="222502"/>
                </a:lnTo>
                <a:lnTo>
                  <a:pt x="53641" y="214137"/>
                </a:lnTo>
                <a:lnTo>
                  <a:pt x="29646" y="175131"/>
                </a:lnTo>
                <a:lnTo>
                  <a:pt x="21770" y="119125"/>
                </a:lnTo>
                <a:lnTo>
                  <a:pt x="21716" y="117855"/>
                </a:lnTo>
                <a:lnTo>
                  <a:pt x="22598" y="97520"/>
                </a:lnTo>
                <a:lnTo>
                  <a:pt x="35813" y="47370"/>
                </a:lnTo>
                <a:lnTo>
                  <a:pt x="65585" y="15652"/>
                </a:lnTo>
                <a:lnTo>
                  <a:pt x="79375" y="9651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 descr="$PPTXTitle"/>
          <p:cNvSpPr txBox="1">
            <a:spLocks noGrp="1"/>
          </p:cNvSpPr>
          <p:nvPr>
            <p:ph type="title"/>
          </p:nvPr>
        </p:nvSpPr>
        <p:spPr>
          <a:xfrm>
            <a:off x="7547609" y="317118"/>
            <a:ext cx="1375410" cy="3352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7025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8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 spc="7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1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937766" y="372745"/>
            <a:ext cx="5528945" cy="2734310"/>
            <a:chOff x="1937766" y="372745"/>
            <a:chExt cx="5528945" cy="2734310"/>
          </a:xfrm>
        </p:grpSpPr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937766" y="2100706"/>
              <a:ext cx="659764" cy="28422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970278" y="1344803"/>
              <a:ext cx="495046" cy="622807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681097" y="1573148"/>
              <a:ext cx="697437" cy="228473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535044" y="891667"/>
              <a:ext cx="489203" cy="20154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693666" y="2090863"/>
              <a:ext cx="163068" cy="20174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7248525" y="1466850"/>
              <a:ext cx="171450" cy="180975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504347" y="372745"/>
              <a:ext cx="1148930" cy="229107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533140" y="1503298"/>
              <a:ext cx="1757934" cy="1603502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94198" y="2962021"/>
              <a:ext cx="64007" cy="12763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623941" y="2844927"/>
              <a:ext cx="1169162" cy="252730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858635" y="2827655"/>
              <a:ext cx="608076" cy="27279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286125" y="914400"/>
              <a:ext cx="180975" cy="1809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143375" y="1171575"/>
              <a:ext cx="180975" cy="18097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1723135" y="2832417"/>
            <a:ext cx="2739390" cy="13049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75501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9300"/>
                </a:solidFill>
                <a:latin typeface="Verdana"/>
                <a:cs typeface="Verdana"/>
              </a:rPr>
              <a:t>tumor</a:t>
            </a:r>
            <a:r>
              <a:rPr dirty="0" sz="1800" spc="-2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9300"/>
                </a:solidFill>
                <a:latin typeface="Verdana"/>
                <a:cs typeface="Verdana"/>
              </a:rPr>
              <a:t>size</a:t>
            </a:r>
            <a:r>
              <a:rPr dirty="0" sz="1800" spc="-15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  <a:p>
            <a:pPr algn="ctr" marL="767715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Verdana"/>
                <a:cs typeface="Verdana"/>
              </a:rPr>
              <a:t>(diameter</a:t>
            </a:r>
            <a:r>
              <a:rPr dirty="0" sz="1800" spc="1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in</a:t>
            </a:r>
            <a:r>
              <a:rPr dirty="0" sz="1800" spc="-9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cm)</a:t>
            </a:r>
            <a:endParaRPr sz="1800">
              <a:latin typeface="Verdana"/>
              <a:cs typeface="Verdana"/>
            </a:endParaRPr>
          </a:p>
          <a:p>
            <a:pPr marL="25400">
              <a:lnSpc>
                <a:spcPct val="100000"/>
              </a:lnSpc>
              <a:spcBef>
                <a:spcPts val="190"/>
              </a:spcBef>
              <a:tabLst>
                <a:tab pos="340360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&lt;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7030A0"/>
                </a:solidFill>
                <a:latin typeface="Cambria Math"/>
                <a:cs typeface="Cambria Math"/>
              </a:rPr>
              <a:t>0.5</a:t>
            </a:r>
            <a:r>
              <a:rPr dirty="0" sz="2000" spc="105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→</a:t>
            </a:r>
            <a:r>
              <a:rPr dirty="0" sz="2000" spc="135">
                <a:latin typeface="Cambria Math"/>
                <a:cs typeface="Cambria Math"/>
              </a:rPr>
              <a:t> </a:t>
            </a:r>
            <a:r>
              <a:rPr dirty="0" sz="2000" spc="-800">
                <a:solidFill>
                  <a:srgbClr val="FF40FF"/>
                </a:solidFill>
                <a:latin typeface="Cambria Math"/>
                <a:cs typeface="Cambria Math"/>
              </a:rPr>
              <a:t>𝑦ො</a:t>
            </a:r>
            <a:r>
              <a:rPr dirty="0" sz="2000" spc="105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6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327025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≥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7030A0"/>
                </a:solidFill>
                <a:latin typeface="Cambria Math"/>
                <a:cs typeface="Cambria Math"/>
              </a:rPr>
              <a:t>0.5</a:t>
            </a:r>
            <a:r>
              <a:rPr dirty="0" sz="2000" spc="105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→</a:t>
            </a:r>
            <a:r>
              <a:rPr dirty="0" sz="2000" spc="135">
                <a:latin typeface="Cambria Math"/>
                <a:cs typeface="Cambria Math"/>
              </a:rPr>
              <a:t> </a:t>
            </a:r>
            <a:r>
              <a:rPr dirty="0" sz="2000" spc="-800">
                <a:solidFill>
                  <a:srgbClr val="FF40FF"/>
                </a:solidFill>
                <a:latin typeface="Cambria Math"/>
                <a:cs typeface="Cambria Math"/>
              </a:rPr>
              <a:t>𝑦ො</a:t>
            </a:r>
            <a:r>
              <a:rPr dirty="0" sz="2000" spc="105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60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43" name="object 4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4324222" y="74168"/>
            <a:ext cx="594105" cy="222123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4982336" y="47498"/>
            <a:ext cx="193039" cy="208152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5242814" y="117855"/>
            <a:ext cx="300736" cy="155321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4558745" y="3398139"/>
            <a:ext cx="663621" cy="232791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311647" y="3467227"/>
            <a:ext cx="43434" cy="12306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5500340" y="3396741"/>
            <a:ext cx="46638" cy="213232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5500852" y="3475228"/>
            <a:ext cx="2908300" cy="424180"/>
            <a:chOff x="5500852" y="3475228"/>
            <a:chExt cx="2908300" cy="424180"/>
          </a:xfrm>
        </p:grpSpPr>
        <p:pic>
          <p:nvPicPr>
            <p:cNvPr id="50" name="object 5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620385" y="3475228"/>
              <a:ext cx="291845" cy="27051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500852" y="3783330"/>
              <a:ext cx="2908003" cy="115697"/>
            </a:xfrm>
            <a:prstGeom prst="rect">
              <a:avLst/>
            </a:prstGeom>
          </p:spPr>
        </p:pic>
      </p:grpSp>
      <p:pic>
        <p:nvPicPr>
          <p:cNvPr id="52" name="object 5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990716" y="3380866"/>
            <a:ext cx="782955" cy="240283"/>
          </a:xfrm>
          <a:prstGeom prst="rect">
            <a:avLst/>
          </a:prstGeom>
        </p:spPr>
      </p:pic>
      <p:grpSp>
        <p:nvGrpSpPr>
          <p:cNvPr id="53" name="object 53"/>
          <p:cNvGrpSpPr/>
          <p:nvPr/>
        </p:nvGrpSpPr>
        <p:grpSpPr>
          <a:xfrm>
            <a:off x="6910737" y="3366515"/>
            <a:ext cx="1614170" cy="343535"/>
            <a:chOff x="6910737" y="3366515"/>
            <a:chExt cx="1614170" cy="343535"/>
          </a:xfrm>
        </p:grpSpPr>
        <p:pic>
          <p:nvPicPr>
            <p:cNvPr id="54" name="object 54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7399401" y="3431920"/>
              <a:ext cx="565294" cy="139700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6910737" y="3437889"/>
              <a:ext cx="1613630" cy="272034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8029067" y="3366515"/>
              <a:ext cx="467232" cy="219836"/>
            </a:xfrm>
            <a:prstGeom prst="rect">
              <a:avLst/>
            </a:prstGeom>
          </p:spPr>
        </p:pic>
      </p:grpSp>
      <p:pic>
        <p:nvPicPr>
          <p:cNvPr id="57" name="object 57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092190" y="4060774"/>
            <a:ext cx="154736" cy="147167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323584" y="4015194"/>
            <a:ext cx="518563" cy="198653"/>
          </a:xfrm>
          <a:prstGeom prst="rect">
            <a:avLst/>
          </a:prstGeom>
        </p:spPr>
      </p:pic>
      <p:pic>
        <p:nvPicPr>
          <p:cNvPr id="59" name="object 59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6914133" y="3983647"/>
            <a:ext cx="1304798" cy="226733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267075" y="2143125"/>
            <a:ext cx="180975" cy="180975"/>
          </a:xfrm>
          <a:prstGeom prst="rect">
            <a:avLst/>
          </a:prstGeom>
        </p:spPr>
      </p:pic>
      <p:sp>
        <p:nvSpPr>
          <p:cNvPr id="61" name="object 6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389382" rIns="0" bIns="0" rtlCol="0" vert="horz">
            <a:spAutoFit/>
          </a:bodyPr>
          <a:lstStyle/>
          <a:p>
            <a:pPr marL="179070">
              <a:lnSpc>
                <a:spcPct val="100000"/>
              </a:lnSpc>
              <a:spcBef>
                <a:spcPts val="130"/>
              </a:spcBef>
            </a:pPr>
            <a:r>
              <a:rPr dirty="0" sz="4400">
                <a:solidFill>
                  <a:srgbClr val="000000"/>
                </a:solidFill>
              </a:rPr>
              <a:t>Logistic</a:t>
            </a:r>
            <a:r>
              <a:rPr dirty="0" sz="4400" spc="-155">
                <a:solidFill>
                  <a:srgbClr val="000000"/>
                </a:solidFill>
              </a:rPr>
              <a:t> </a:t>
            </a:r>
            <a:r>
              <a:rPr dirty="0" sz="4400" spc="-10">
                <a:solidFill>
                  <a:srgbClr val="000000"/>
                </a:solidFill>
              </a:rPr>
              <a:t>Regression</a:t>
            </a:r>
            <a:endParaRPr sz="440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35927" rIns="0" bIns="0" rtlCol="0" vert="horz">
            <a:spAutoFit/>
          </a:bodyPr>
          <a:lstStyle/>
          <a:p>
            <a:pPr marL="660400">
              <a:lnSpc>
                <a:spcPct val="100000"/>
              </a:lnSpc>
              <a:spcBef>
                <a:spcPts val="110"/>
              </a:spcBef>
            </a:pPr>
            <a:r>
              <a:rPr dirty="0" sz="4800" spc="-10">
                <a:solidFill>
                  <a:srgbClr val="0070EA"/>
                </a:solidFill>
              </a:rPr>
              <a:t>Classification</a:t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324051" y="1095374"/>
            <a:ext cx="3640454" cy="1946910"/>
          </a:xfrm>
          <a:custGeom>
            <a:avLst/>
            <a:gdLst/>
            <a:ahLst/>
            <a:cxnLst/>
            <a:rect l="l" t="t" r="r" b="b"/>
            <a:pathLst>
              <a:path w="3640454" h="1946910">
                <a:moveTo>
                  <a:pt x="3639997" y="1600200"/>
                </a:moveTo>
                <a:lnTo>
                  <a:pt x="3617112" y="1581150"/>
                </a:lnTo>
                <a:lnTo>
                  <a:pt x="3508044" y="1490345"/>
                </a:lnTo>
                <a:lnTo>
                  <a:pt x="3501428" y="1486750"/>
                </a:lnTo>
                <a:lnTo>
                  <a:pt x="3476929" y="1506689"/>
                </a:lnTo>
                <a:lnTo>
                  <a:pt x="3478961" y="1513674"/>
                </a:lnTo>
                <a:lnTo>
                  <a:pt x="3483660" y="1519555"/>
                </a:lnTo>
                <a:lnTo>
                  <a:pt x="3557574" y="1581150"/>
                </a:lnTo>
                <a:lnTo>
                  <a:pt x="133273" y="1581150"/>
                </a:lnTo>
                <a:lnTo>
                  <a:pt x="133273" y="82296"/>
                </a:lnTo>
                <a:lnTo>
                  <a:pt x="194868" y="156210"/>
                </a:lnTo>
                <a:lnTo>
                  <a:pt x="200748" y="160972"/>
                </a:lnTo>
                <a:lnTo>
                  <a:pt x="207733" y="162991"/>
                </a:lnTo>
                <a:lnTo>
                  <a:pt x="214985" y="162229"/>
                </a:lnTo>
                <a:lnTo>
                  <a:pt x="221665" y="158623"/>
                </a:lnTo>
                <a:lnTo>
                  <a:pt x="226415" y="152742"/>
                </a:lnTo>
                <a:lnTo>
                  <a:pt x="228434" y="145757"/>
                </a:lnTo>
                <a:lnTo>
                  <a:pt x="227672" y="138506"/>
                </a:lnTo>
                <a:lnTo>
                  <a:pt x="224078" y="131826"/>
                </a:lnTo>
                <a:lnTo>
                  <a:pt x="138976" y="29718"/>
                </a:lnTo>
                <a:lnTo>
                  <a:pt x="114223" y="0"/>
                </a:lnTo>
                <a:lnTo>
                  <a:pt x="4368" y="131826"/>
                </a:lnTo>
                <a:lnTo>
                  <a:pt x="762" y="138506"/>
                </a:lnTo>
                <a:lnTo>
                  <a:pt x="0" y="145757"/>
                </a:lnTo>
                <a:lnTo>
                  <a:pt x="2019" y="152742"/>
                </a:lnTo>
                <a:lnTo>
                  <a:pt x="6781" y="158623"/>
                </a:lnTo>
                <a:lnTo>
                  <a:pt x="13449" y="162229"/>
                </a:lnTo>
                <a:lnTo>
                  <a:pt x="20701" y="162991"/>
                </a:lnTo>
                <a:lnTo>
                  <a:pt x="27686" y="160972"/>
                </a:lnTo>
                <a:lnTo>
                  <a:pt x="33578" y="156210"/>
                </a:lnTo>
                <a:lnTo>
                  <a:pt x="95173" y="82296"/>
                </a:lnTo>
                <a:lnTo>
                  <a:pt x="95173" y="1581150"/>
                </a:lnTo>
                <a:lnTo>
                  <a:pt x="9448" y="1581150"/>
                </a:lnTo>
                <a:lnTo>
                  <a:pt x="9448" y="1619250"/>
                </a:lnTo>
                <a:lnTo>
                  <a:pt x="95173" y="1619250"/>
                </a:lnTo>
                <a:lnTo>
                  <a:pt x="95173" y="1946656"/>
                </a:lnTo>
                <a:lnTo>
                  <a:pt x="133273" y="1946656"/>
                </a:lnTo>
                <a:lnTo>
                  <a:pt x="133273" y="1619250"/>
                </a:lnTo>
                <a:lnTo>
                  <a:pt x="3557574" y="1619250"/>
                </a:lnTo>
                <a:lnTo>
                  <a:pt x="3483660" y="1680845"/>
                </a:lnTo>
                <a:lnTo>
                  <a:pt x="3478961" y="1686737"/>
                </a:lnTo>
                <a:lnTo>
                  <a:pt x="3476929" y="1693722"/>
                </a:lnTo>
                <a:lnTo>
                  <a:pt x="3477653" y="1700974"/>
                </a:lnTo>
                <a:lnTo>
                  <a:pt x="3481247" y="1707642"/>
                </a:lnTo>
                <a:lnTo>
                  <a:pt x="3487140" y="1712404"/>
                </a:lnTo>
                <a:lnTo>
                  <a:pt x="3494163" y="1714423"/>
                </a:lnTo>
                <a:lnTo>
                  <a:pt x="3501428" y="1713661"/>
                </a:lnTo>
                <a:lnTo>
                  <a:pt x="3508044" y="1710055"/>
                </a:lnTo>
                <a:lnTo>
                  <a:pt x="3617112" y="1619250"/>
                </a:lnTo>
                <a:lnTo>
                  <a:pt x="3639997" y="1600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394204" y="2832417"/>
            <a:ext cx="1971675" cy="577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4445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9300"/>
                </a:solidFill>
                <a:latin typeface="Verdana"/>
                <a:cs typeface="Verdana"/>
              </a:rPr>
              <a:t>tumor</a:t>
            </a:r>
            <a:r>
              <a:rPr dirty="0" sz="1800" spc="-1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9300"/>
                </a:solidFill>
                <a:latin typeface="Verdana"/>
                <a:cs typeface="Verdana"/>
              </a:rPr>
              <a:t>size</a:t>
            </a:r>
            <a:r>
              <a:rPr dirty="0" sz="1800" spc="-20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20"/>
              </a:spcBef>
            </a:pPr>
            <a:r>
              <a:rPr dirty="0" sz="1800">
                <a:latin typeface="Verdana"/>
                <a:cs typeface="Verdana"/>
              </a:rPr>
              <a:t>(diameter</a:t>
            </a:r>
            <a:r>
              <a:rPr dirty="0" sz="1800" spc="1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in</a:t>
            </a:r>
            <a:r>
              <a:rPr dirty="0" sz="1800" spc="-9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cm)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322450" y="1320927"/>
            <a:ext cx="3477260" cy="1487805"/>
            <a:chOff x="1322450" y="1320927"/>
            <a:chExt cx="3477260" cy="148780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06041" y="2586609"/>
              <a:ext cx="221615" cy="22174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10841" y="2586609"/>
              <a:ext cx="221614" cy="22174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232405" y="2586609"/>
              <a:ext cx="221614" cy="221742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3405" y="2586609"/>
              <a:ext cx="221614" cy="221742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18153" y="1320927"/>
              <a:ext cx="221615" cy="221742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30827" y="1320927"/>
              <a:ext cx="221614" cy="221742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79950" y="1320927"/>
              <a:ext cx="221614" cy="221742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77841" y="1320927"/>
              <a:ext cx="221615" cy="22174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1338325" y="1433576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 h="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317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430530" y="2517457"/>
            <a:ext cx="7245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(</a:t>
            </a:r>
            <a:r>
              <a:rPr dirty="0" sz="1800">
                <a:solidFill>
                  <a:srgbClr val="7A81FF"/>
                </a:solidFill>
                <a:latin typeface="Verdana"/>
                <a:cs typeface="Verdana"/>
              </a:rPr>
              <a:t>no</a:t>
            </a:r>
            <a:r>
              <a:rPr dirty="0" sz="1800">
                <a:latin typeface="Verdana"/>
                <a:cs typeface="Verdana"/>
              </a:rPr>
              <a:t>)</a:t>
            </a:r>
            <a:r>
              <a:rPr dirty="0" sz="1800" spc="-5"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8739" y="1110307"/>
            <a:ext cx="1297940" cy="1010285"/>
          </a:xfrm>
          <a:prstGeom prst="rect">
            <a:avLst/>
          </a:prstGeom>
        </p:spPr>
        <p:txBody>
          <a:bodyPr wrap="square" lIns="0" tIns="152400" rIns="0" bIns="0" rtlCol="0" vert="horz">
            <a:spAutoFit/>
          </a:bodyPr>
          <a:lstStyle/>
          <a:p>
            <a:pPr marL="323850">
              <a:lnSpc>
                <a:spcPct val="100000"/>
              </a:lnSpc>
              <a:spcBef>
                <a:spcPts val="1200"/>
              </a:spcBef>
            </a:pPr>
            <a:r>
              <a:rPr dirty="0" sz="1800">
                <a:latin typeface="Verdana"/>
                <a:cs typeface="Verdana"/>
              </a:rPr>
              <a:t>(</a:t>
            </a:r>
            <a:r>
              <a:rPr dirty="0" sz="1800">
                <a:solidFill>
                  <a:srgbClr val="945200"/>
                </a:solidFill>
                <a:latin typeface="Verdana"/>
                <a:cs typeface="Verdana"/>
              </a:rPr>
              <a:t>yes</a:t>
            </a:r>
            <a:r>
              <a:rPr dirty="0" sz="1800">
                <a:latin typeface="Verdana"/>
                <a:cs typeface="Verdana"/>
              </a:rPr>
              <a:t>)</a:t>
            </a:r>
            <a:r>
              <a:rPr dirty="0" sz="1800" spc="-30"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ts val="1600"/>
              </a:lnSpc>
              <a:spcBef>
                <a:spcPts val="985"/>
              </a:spcBef>
            </a:pPr>
            <a:r>
              <a:rPr dirty="0" sz="1550" spc="-10">
                <a:solidFill>
                  <a:srgbClr val="7030A0"/>
                </a:solidFill>
                <a:latin typeface="Verdana"/>
                <a:cs typeface="Verdana"/>
              </a:rPr>
              <a:t>threshold</a:t>
            </a:r>
            <a:endParaRPr sz="1550">
              <a:latin typeface="Verdana"/>
              <a:cs typeface="Verdana"/>
            </a:endParaRPr>
          </a:p>
          <a:p>
            <a:pPr marL="45720">
              <a:lnSpc>
                <a:spcPts val="1900"/>
              </a:lnSpc>
            </a:pPr>
            <a:r>
              <a:rPr dirty="0" sz="1800" spc="-25">
                <a:solidFill>
                  <a:srgbClr val="C00000"/>
                </a:solidFill>
                <a:latin typeface="Verdana"/>
                <a:cs typeface="Verdana"/>
              </a:rPr>
              <a:t>malignant?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063707" y="1409700"/>
            <a:ext cx="3946525" cy="1824989"/>
            <a:chOff x="1063707" y="1409700"/>
            <a:chExt cx="3946525" cy="1824989"/>
          </a:xfrm>
        </p:grpSpPr>
        <p:sp>
          <p:nvSpPr>
            <p:cNvPr id="17" name="object 17"/>
            <p:cNvSpPr/>
            <p:nvPr/>
          </p:nvSpPr>
          <p:spPr>
            <a:xfrm>
              <a:off x="1447800" y="1428750"/>
              <a:ext cx="3543300" cy="1257300"/>
            </a:xfrm>
            <a:custGeom>
              <a:avLst/>
              <a:gdLst/>
              <a:ahLst/>
              <a:cxnLst/>
              <a:rect l="l" t="t" r="r" b="b"/>
              <a:pathLst>
                <a:path w="3543300" h="1257300">
                  <a:moveTo>
                    <a:pt x="0" y="1257300"/>
                  </a:moveTo>
                  <a:lnTo>
                    <a:pt x="874013" y="1236091"/>
                  </a:lnTo>
                  <a:lnTo>
                    <a:pt x="929759" y="1225971"/>
                  </a:lnTo>
                  <a:lnTo>
                    <a:pt x="983867" y="1214515"/>
                  </a:lnTo>
                  <a:lnTo>
                    <a:pt x="1036338" y="1201766"/>
                  </a:lnTo>
                  <a:lnTo>
                    <a:pt x="1087171" y="1187767"/>
                  </a:lnTo>
                  <a:lnTo>
                    <a:pt x="1136366" y="1172562"/>
                  </a:lnTo>
                  <a:lnTo>
                    <a:pt x="1183923" y="1156194"/>
                  </a:lnTo>
                  <a:lnTo>
                    <a:pt x="1229841" y="1138706"/>
                  </a:lnTo>
                  <a:lnTo>
                    <a:pt x="1274120" y="1120143"/>
                  </a:lnTo>
                  <a:lnTo>
                    <a:pt x="1316759" y="1100546"/>
                  </a:lnTo>
                  <a:lnTo>
                    <a:pt x="1357758" y="1079960"/>
                  </a:lnTo>
                  <a:lnTo>
                    <a:pt x="1397117" y="1058427"/>
                  </a:lnTo>
                  <a:lnTo>
                    <a:pt x="1434836" y="1035992"/>
                  </a:lnTo>
                  <a:lnTo>
                    <a:pt x="1470914" y="1012698"/>
                  </a:lnTo>
                  <a:lnTo>
                    <a:pt x="1514740" y="980606"/>
                  </a:lnTo>
                  <a:lnTo>
                    <a:pt x="1554829" y="946224"/>
                  </a:lnTo>
                  <a:lnTo>
                    <a:pt x="1591594" y="909803"/>
                  </a:lnTo>
                  <a:lnTo>
                    <a:pt x="1625449" y="871599"/>
                  </a:lnTo>
                  <a:lnTo>
                    <a:pt x="1656810" y="831865"/>
                  </a:lnTo>
                  <a:lnTo>
                    <a:pt x="1686090" y="790855"/>
                  </a:lnTo>
                  <a:lnTo>
                    <a:pt x="1713705" y="748822"/>
                  </a:lnTo>
                  <a:lnTo>
                    <a:pt x="1740068" y="706020"/>
                  </a:lnTo>
                  <a:lnTo>
                    <a:pt x="1765595" y="662703"/>
                  </a:lnTo>
                  <a:lnTo>
                    <a:pt x="1790700" y="619125"/>
                  </a:lnTo>
                </a:path>
                <a:path w="3543300" h="1257300">
                  <a:moveTo>
                    <a:pt x="3543300" y="0"/>
                  </a:moveTo>
                  <a:lnTo>
                    <a:pt x="2673858" y="21844"/>
                  </a:lnTo>
                  <a:lnTo>
                    <a:pt x="2618403" y="32249"/>
                  </a:lnTo>
                  <a:lnTo>
                    <a:pt x="2564580" y="44035"/>
                  </a:lnTo>
                  <a:lnTo>
                    <a:pt x="2512389" y="57156"/>
                  </a:lnTo>
                  <a:lnTo>
                    <a:pt x="2461828" y="71568"/>
                  </a:lnTo>
                  <a:lnTo>
                    <a:pt x="2412899" y="87226"/>
                  </a:lnTo>
                  <a:lnTo>
                    <a:pt x="2365600" y="104084"/>
                  </a:lnTo>
                  <a:lnTo>
                    <a:pt x="2319932" y="122099"/>
                  </a:lnTo>
                  <a:lnTo>
                    <a:pt x="2275893" y="141226"/>
                  </a:lnTo>
                  <a:lnTo>
                    <a:pt x="2233483" y="161420"/>
                  </a:lnTo>
                  <a:lnTo>
                    <a:pt x="2192703" y="182635"/>
                  </a:lnTo>
                  <a:lnTo>
                    <a:pt x="2153551" y="204828"/>
                  </a:lnTo>
                  <a:lnTo>
                    <a:pt x="2116028" y="227954"/>
                  </a:lnTo>
                  <a:lnTo>
                    <a:pt x="2080133" y="251967"/>
                  </a:lnTo>
                  <a:lnTo>
                    <a:pt x="2036561" y="284979"/>
                  </a:lnTo>
                  <a:lnTo>
                    <a:pt x="1996707" y="320364"/>
                  </a:lnTo>
                  <a:lnTo>
                    <a:pt x="1960156" y="357857"/>
                  </a:lnTo>
                  <a:lnTo>
                    <a:pt x="1926497" y="397197"/>
                  </a:lnTo>
                  <a:lnTo>
                    <a:pt x="1895316" y="438118"/>
                  </a:lnTo>
                  <a:lnTo>
                    <a:pt x="1866199" y="480357"/>
                  </a:lnTo>
                  <a:lnTo>
                    <a:pt x="1838735" y="523651"/>
                  </a:lnTo>
                  <a:lnTo>
                    <a:pt x="1812510" y="567736"/>
                  </a:lnTo>
                  <a:lnTo>
                    <a:pt x="1787111" y="612349"/>
                  </a:lnTo>
                  <a:lnTo>
                    <a:pt x="1762125" y="657225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470152" y="1716913"/>
              <a:ext cx="2021586" cy="1045718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63707" y="1498853"/>
              <a:ext cx="300018" cy="370078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484630" y="2945002"/>
              <a:ext cx="557149" cy="28917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5385815" y="481330"/>
            <a:ext cx="355663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Verdana"/>
                <a:cs typeface="Verdana"/>
              </a:rPr>
              <a:t>Want</a:t>
            </a:r>
            <a:r>
              <a:rPr dirty="0" sz="1800" spc="-6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outputs between</a:t>
            </a:r>
            <a:r>
              <a:rPr dirty="0" sz="1800" spc="50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1800" spc="190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and</a:t>
            </a:r>
            <a:r>
              <a:rPr dirty="0" sz="1800" spc="-20"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267325" y="866775"/>
            <a:ext cx="3784600" cy="1962150"/>
            <a:chOff x="5267325" y="866775"/>
            <a:chExt cx="3784600" cy="1962150"/>
          </a:xfrm>
        </p:grpSpPr>
        <p:pic>
          <p:nvPicPr>
            <p:cNvPr id="23" name="object 2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336743" y="2470530"/>
              <a:ext cx="619937" cy="7924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962854" y="866775"/>
              <a:ext cx="1914191" cy="1843913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267325" y="2600404"/>
              <a:ext cx="3784600" cy="228600"/>
            </a:xfrm>
            <a:custGeom>
              <a:avLst/>
              <a:gdLst/>
              <a:ahLst/>
              <a:cxnLst/>
              <a:rect l="l" t="t" r="r" b="b"/>
              <a:pathLst>
                <a:path w="3784600" h="228600">
                  <a:moveTo>
                    <a:pt x="3725037" y="114220"/>
                  </a:moveTo>
                  <a:lnTo>
                    <a:pt x="3628263" y="194865"/>
                  </a:lnTo>
                  <a:lnTo>
                    <a:pt x="3623490" y="200749"/>
                  </a:lnTo>
                  <a:lnTo>
                    <a:pt x="3621420" y="207740"/>
                  </a:lnTo>
                  <a:lnTo>
                    <a:pt x="3622137" y="214993"/>
                  </a:lnTo>
                  <a:lnTo>
                    <a:pt x="3625723" y="221662"/>
                  </a:lnTo>
                  <a:lnTo>
                    <a:pt x="3631626" y="226415"/>
                  </a:lnTo>
                  <a:lnTo>
                    <a:pt x="3638661" y="228441"/>
                  </a:lnTo>
                  <a:lnTo>
                    <a:pt x="3645957" y="227681"/>
                  </a:lnTo>
                  <a:lnTo>
                    <a:pt x="3652647" y="224075"/>
                  </a:lnTo>
                  <a:lnTo>
                    <a:pt x="3761613" y="133270"/>
                  </a:lnTo>
                  <a:lnTo>
                    <a:pt x="3754754" y="133270"/>
                  </a:lnTo>
                  <a:lnTo>
                    <a:pt x="3754754" y="128825"/>
                  </a:lnTo>
                  <a:lnTo>
                    <a:pt x="3742563" y="128825"/>
                  </a:lnTo>
                  <a:lnTo>
                    <a:pt x="3725037" y="114220"/>
                  </a:lnTo>
                  <a:close/>
                </a:path>
                <a:path w="3784600" h="228600">
                  <a:moveTo>
                    <a:pt x="3702177" y="95170"/>
                  </a:moveTo>
                  <a:lnTo>
                    <a:pt x="0" y="95170"/>
                  </a:lnTo>
                  <a:lnTo>
                    <a:pt x="0" y="133270"/>
                  </a:lnTo>
                  <a:lnTo>
                    <a:pt x="3702177" y="133270"/>
                  </a:lnTo>
                  <a:lnTo>
                    <a:pt x="3725037" y="114220"/>
                  </a:lnTo>
                  <a:lnTo>
                    <a:pt x="3702177" y="95170"/>
                  </a:lnTo>
                  <a:close/>
                </a:path>
                <a:path w="3784600" h="228600">
                  <a:moveTo>
                    <a:pt x="3761613" y="95170"/>
                  </a:moveTo>
                  <a:lnTo>
                    <a:pt x="3754754" y="95170"/>
                  </a:lnTo>
                  <a:lnTo>
                    <a:pt x="3754754" y="133270"/>
                  </a:lnTo>
                  <a:lnTo>
                    <a:pt x="3761613" y="133270"/>
                  </a:lnTo>
                  <a:lnTo>
                    <a:pt x="3784473" y="114220"/>
                  </a:lnTo>
                  <a:lnTo>
                    <a:pt x="3761613" y="95170"/>
                  </a:lnTo>
                  <a:close/>
                </a:path>
                <a:path w="3784600" h="228600">
                  <a:moveTo>
                    <a:pt x="3742563" y="99615"/>
                  </a:moveTo>
                  <a:lnTo>
                    <a:pt x="3725037" y="114220"/>
                  </a:lnTo>
                  <a:lnTo>
                    <a:pt x="3742563" y="128825"/>
                  </a:lnTo>
                  <a:lnTo>
                    <a:pt x="3742563" y="99615"/>
                  </a:lnTo>
                  <a:close/>
                </a:path>
                <a:path w="3784600" h="228600">
                  <a:moveTo>
                    <a:pt x="3754754" y="99615"/>
                  </a:moveTo>
                  <a:lnTo>
                    <a:pt x="3742563" y="99615"/>
                  </a:lnTo>
                  <a:lnTo>
                    <a:pt x="3742563" y="128825"/>
                  </a:lnTo>
                  <a:lnTo>
                    <a:pt x="3754754" y="128825"/>
                  </a:lnTo>
                  <a:lnTo>
                    <a:pt x="3754754" y="99615"/>
                  </a:lnTo>
                  <a:close/>
                </a:path>
                <a:path w="3784600" h="228600">
                  <a:moveTo>
                    <a:pt x="3638661" y="0"/>
                  </a:moveTo>
                  <a:lnTo>
                    <a:pt x="3631626" y="2026"/>
                  </a:lnTo>
                  <a:lnTo>
                    <a:pt x="3625723" y="6778"/>
                  </a:lnTo>
                  <a:lnTo>
                    <a:pt x="3622137" y="13448"/>
                  </a:lnTo>
                  <a:lnTo>
                    <a:pt x="3621420" y="20700"/>
                  </a:lnTo>
                  <a:lnTo>
                    <a:pt x="3623490" y="27691"/>
                  </a:lnTo>
                  <a:lnTo>
                    <a:pt x="3628263" y="33575"/>
                  </a:lnTo>
                  <a:lnTo>
                    <a:pt x="3725037" y="114220"/>
                  </a:lnTo>
                  <a:lnTo>
                    <a:pt x="3742563" y="99615"/>
                  </a:lnTo>
                  <a:lnTo>
                    <a:pt x="3754754" y="99615"/>
                  </a:lnTo>
                  <a:lnTo>
                    <a:pt x="3754754" y="95170"/>
                  </a:lnTo>
                  <a:lnTo>
                    <a:pt x="3761613" y="95170"/>
                  </a:lnTo>
                  <a:lnTo>
                    <a:pt x="3652647" y="4365"/>
                  </a:lnTo>
                  <a:lnTo>
                    <a:pt x="3645957" y="760"/>
                  </a:lnTo>
                  <a:lnTo>
                    <a:pt x="36386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977126" y="1233550"/>
              <a:ext cx="228600" cy="0"/>
            </a:xfrm>
            <a:custGeom>
              <a:avLst/>
              <a:gdLst/>
              <a:ahLst/>
              <a:cxnLst/>
              <a:rect l="l" t="t" r="r" b="b"/>
              <a:pathLst>
                <a:path w="228600" h="0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ln w="317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778243" y="1062672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268595" y="1276350"/>
            <a:ext cx="3627754" cy="1559179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6625590" y="1838007"/>
            <a:ext cx="26860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latin typeface="Cambria Math"/>
                <a:cs typeface="Cambria Math"/>
              </a:rPr>
              <a:t>0.5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688069" y="2368867"/>
            <a:ext cx="203200" cy="71945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endParaRPr sz="2000">
              <a:latin typeface="Cambria Math"/>
              <a:cs typeface="Cambria Math"/>
            </a:endParaRPr>
          </a:p>
          <a:p>
            <a:pPr marL="78740">
              <a:lnSpc>
                <a:spcPct val="100000"/>
              </a:lnSpc>
              <a:spcBef>
                <a:spcPts val="1170"/>
              </a:spcBef>
            </a:pPr>
            <a:r>
              <a:rPr dirty="0" sz="1550" spc="-50">
                <a:latin typeface="Cambria Math"/>
                <a:cs typeface="Cambria Math"/>
              </a:rPr>
              <a:t>3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44540" y="2814637"/>
            <a:ext cx="2032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Cambria Math"/>
                <a:cs typeface="Cambria Math"/>
              </a:rPr>
              <a:t>-</a:t>
            </a:r>
            <a:r>
              <a:rPr dirty="0" sz="1550" spc="-50">
                <a:latin typeface="Cambria Math"/>
                <a:cs typeface="Cambria Math"/>
              </a:rPr>
              <a:t>3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788533" y="4067721"/>
            <a:ext cx="290195" cy="238760"/>
          </a:xfrm>
          <a:custGeom>
            <a:avLst/>
            <a:gdLst/>
            <a:ahLst/>
            <a:cxnLst/>
            <a:rect l="l" t="t" r="r" b="b"/>
            <a:pathLst>
              <a:path w="290195" h="238760">
                <a:moveTo>
                  <a:pt x="214121" y="0"/>
                </a:moveTo>
                <a:lnTo>
                  <a:pt x="210692" y="9677"/>
                </a:lnTo>
                <a:lnTo>
                  <a:pt x="224482" y="15658"/>
                </a:lnTo>
                <a:lnTo>
                  <a:pt x="236331" y="23942"/>
                </a:lnTo>
                <a:lnTo>
                  <a:pt x="260421" y="62339"/>
                </a:lnTo>
                <a:lnTo>
                  <a:pt x="267432" y="97335"/>
                </a:lnTo>
                <a:lnTo>
                  <a:pt x="267469" y="97595"/>
                </a:lnTo>
                <a:lnTo>
                  <a:pt x="268350" y="117919"/>
                </a:lnTo>
                <a:lnTo>
                  <a:pt x="267469" y="138929"/>
                </a:lnTo>
                <a:lnTo>
                  <a:pt x="264826" y="158008"/>
                </a:lnTo>
                <a:lnTo>
                  <a:pt x="246256" y="203446"/>
                </a:lnTo>
                <a:lnTo>
                  <a:pt x="211074" y="228549"/>
                </a:lnTo>
                <a:lnTo>
                  <a:pt x="214121" y="238213"/>
                </a:lnTo>
                <a:lnTo>
                  <a:pt x="259627" y="211173"/>
                </a:lnTo>
                <a:lnTo>
                  <a:pt x="285194" y="161256"/>
                </a:lnTo>
                <a:lnTo>
                  <a:pt x="290067" y="119176"/>
                </a:lnTo>
                <a:lnTo>
                  <a:pt x="288864" y="97595"/>
                </a:lnTo>
                <a:lnTo>
                  <a:pt x="279030" y="58626"/>
                </a:lnTo>
                <a:lnTo>
                  <a:pt x="246491" y="15278"/>
                </a:lnTo>
                <a:lnTo>
                  <a:pt x="231360" y="6238"/>
                </a:lnTo>
                <a:lnTo>
                  <a:pt x="214121" y="0"/>
                </a:lnTo>
                <a:close/>
              </a:path>
              <a:path w="290195" h="238760">
                <a:moveTo>
                  <a:pt x="75945" y="0"/>
                </a:moveTo>
                <a:lnTo>
                  <a:pt x="30440" y="27117"/>
                </a:lnTo>
                <a:lnTo>
                  <a:pt x="4873" y="77152"/>
                </a:lnTo>
                <a:lnTo>
                  <a:pt x="70" y="117919"/>
                </a:lnTo>
                <a:lnTo>
                  <a:pt x="0" y="119176"/>
                </a:lnTo>
                <a:lnTo>
                  <a:pt x="1097" y="138929"/>
                </a:lnTo>
                <a:lnTo>
                  <a:pt x="1216" y="141060"/>
                </a:lnTo>
                <a:lnTo>
                  <a:pt x="4873" y="161256"/>
                </a:lnTo>
                <a:lnTo>
                  <a:pt x="19557" y="196583"/>
                </a:lnTo>
                <a:lnTo>
                  <a:pt x="58634" y="231989"/>
                </a:lnTo>
                <a:lnTo>
                  <a:pt x="75945" y="238213"/>
                </a:lnTo>
                <a:lnTo>
                  <a:pt x="78993" y="228549"/>
                </a:lnTo>
                <a:lnTo>
                  <a:pt x="65371" y="222534"/>
                </a:lnTo>
                <a:lnTo>
                  <a:pt x="53641" y="214166"/>
                </a:lnTo>
                <a:lnTo>
                  <a:pt x="29646" y="175157"/>
                </a:lnTo>
                <a:lnTo>
                  <a:pt x="21769" y="119176"/>
                </a:lnTo>
                <a:lnTo>
                  <a:pt x="21716" y="117919"/>
                </a:lnTo>
                <a:lnTo>
                  <a:pt x="25241" y="79068"/>
                </a:lnTo>
                <a:lnTo>
                  <a:pt x="43814" y="34526"/>
                </a:lnTo>
                <a:lnTo>
                  <a:pt x="79247" y="9677"/>
                </a:lnTo>
                <a:lnTo>
                  <a:pt x="7594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5597271" y="3996054"/>
            <a:ext cx="41719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𝑔</a:t>
            </a:r>
            <a:r>
              <a:rPr dirty="0" sz="2000" spc="4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143625" y="3843337"/>
            <a:ext cx="8896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23875" algn="l"/>
                <a:tab pos="850900" algn="l"/>
              </a:tabLst>
            </a:pPr>
            <a:r>
              <a:rPr dirty="0" baseline="-33333" sz="3000">
                <a:latin typeface="Cambria Math"/>
                <a:cs typeface="Cambria Math"/>
              </a:rPr>
              <a:t>= </a:t>
            </a:r>
            <a:r>
              <a:rPr dirty="0" u="heavy" sz="15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r>
              <a:rPr dirty="0" u="heavy" sz="1500" spc="-5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heavy" sz="15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5641721" y="2392504"/>
            <a:ext cx="2888615" cy="151257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algn="ctr" marR="575945">
              <a:lnSpc>
                <a:spcPct val="100000"/>
              </a:lnSpc>
              <a:spcBef>
                <a:spcPts val="944"/>
              </a:spcBef>
            </a:pPr>
            <a:r>
              <a:rPr dirty="0" sz="1400" spc="-5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800">
                <a:latin typeface="Verdana"/>
                <a:cs typeface="Verdana"/>
              </a:rPr>
              <a:t>sigmoid</a:t>
            </a:r>
            <a:r>
              <a:rPr dirty="0" sz="1800" spc="-6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function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800">
                <a:solidFill>
                  <a:srgbClr val="C00000"/>
                </a:solidFill>
                <a:latin typeface="Verdana"/>
                <a:cs typeface="Verdana"/>
              </a:rPr>
              <a:t>logistic</a:t>
            </a:r>
            <a:r>
              <a:rPr dirty="0" sz="1800" spc="-8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function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1800">
                <a:latin typeface="Verdana"/>
                <a:cs typeface="Verdana"/>
              </a:rPr>
              <a:t>outputs</a:t>
            </a:r>
            <a:r>
              <a:rPr dirty="0" sz="1800" spc="-1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between</a:t>
            </a:r>
            <a:r>
              <a:rPr dirty="0" sz="1800" spc="30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1800" spc="114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and</a:t>
            </a:r>
            <a:r>
              <a:rPr dirty="0" sz="1800" spc="-40"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945200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401180" y="4196715"/>
            <a:ext cx="63881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Cambria Math"/>
                <a:cs typeface="Cambria Math"/>
              </a:rPr>
              <a:t>1+𝑒</a:t>
            </a:r>
            <a:r>
              <a:rPr dirty="0" baseline="20833" sz="1800" spc="-15">
                <a:solidFill>
                  <a:srgbClr val="0096FF"/>
                </a:solidFill>
                <a:latin typeface="Cambria Math"/>
                <a:cs typeface="Cambria Math"/>
              </a:rPr>
              <a:t>−𝑧</a:t>
            </a:r>
            <a:endParaRPr baseline="20833"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964805" y="4100410"/>
            <a:ext cx="290195" cy="238760"/>
          </a:xfrm>
          <a:custGeom>
            <a:avLst/>
            <a:gdLst/>
            <a:ahLst/>
            <a:cxnLst/>
            <a:rect l="l" t="t" r="r" b="b"/>
            <a:pathLst>
              <a:path w="290195" h="238760">
                <a:moveTo>
                  <a:pt x="214122" y="0"/>
                </a:moveTo>
                <a:lnTo>
                  <a:pt x="210693" y="9664"/>
                </a:lnTo>
                <a:lnTo>
                  <a:pt x="224500" y="15651"/>
                </a:lnTo>
                <a:lnTo>
                  <a:pt x="236378" y="23936"/>
                </a:lnTo>
                <a:lnTo>
                  <a:pt x="260421" y="62339"/>
                </a:lnTo>
                <a:lnTo>
                  <a:pt x="267432" y="97330"/>
                </a:lnTo>
                <a:lnTo>
                  <a:pt x="267469" y="97595"/>
                </a:lnTo>
                <a:lnTo>
                  <a:pt x="268350" y="117919"/>
                </a:lnTo>
                <a:lnTo>
                  <a:pt x="267469" y="138927"/>
                </a:lnTo>
                <a:lnTo>
                  <a:pt x="264826" y="158003"/>
                </a:lnTo>
                <a:lnTo>
                  <a:pt x="246256" y="203446"/>
                </a:lnTo>
                <a:lnTo>
                  <a:pt x="211074" y="228549"/>
                </a:lnTo>
                <a:lnTo>
                  <a:pt x="214122" y="238213"/>
                </a:lnTo>
                <a:lnTo>
                  <a:pt x="259627" y="211171"/>
                </a:lnTo>
                <a:lnTo>
                  <a:pt x="285194" y="161255"/>
                </a:lnTo>
                <a:lnTo>
                  <a:pt x="290068" y="119164"/>
                </a:lnTo>
                <a:lnTo>
                  <a:pt x="288864" y="97595"/>
                </a:lnTo>
                <a:lnTo>
                  <a:pt x="279030" y="58626"/>
                </a:lnTo>
                <a:lnTo>
                  <a:pt x="246491" y="15273"/>
                </a:lnTo>
                <a:lnTo>
                  <a:pt x="231360" y="6237"/>
                </a:lnTo>
                <a:lnTo>
                  <a:pt x="214122" y="0"/>
                </a:lnTo>
                <a:close/>
              </a:path>
              <a:path w="290195" h="238760">
                <a:moveTo>
                  <a:pt x="75946" y="0"/>
                </a:moveTo>
                <a:lnTo>
                  <a:pt x="30493" y="27112"/>
                </a:lnTo>
                <a:lnTo>
                  <a:pt x="4873" y="77150"/>
                </a:lnTo>
                <a:lnTo>
                  <a:pt x="69" y="117919"/>
                </a:lnTo>
                <a:lnTo>
                  <a:pt x="0" y="119164"/>
                </a:lnTo>
                <a:lnTo>
                  <a:pt x="1098" y="138927"/>
                </a:lnTo>
                <a:lnTo>
                  <a:pt x="1216" y="141054"/>
                </a:lnTo>
                <a:lnTo>
                  <a:pt x="10983" y="179764"/>
                </a:lnTo>
                <a:lnTo>
                  <a:pt x="43465" y="222970"/>
                </a:lnTo>
                <a:lnTo>
                  <a:pt x="75946" y="238213"/>
                </a:lnTo>
                <a:lnTo>
                  <a:pt x="78994" y="228549"/>
                </a:lnTo>
                <a:lnTo>
                  <a:pt x="65371" y="222534"/>
                </a:lnTo>
                <a:lnTo>
                  <a:pt x="53641" y="214166"/>
                </a:lnTo>
                <a:lnTo>
                  <a:pt x="29646" y="175151"/>
                </a:lnTo>
                <a:lnTo>
                  <a:pt x="21769" y="119164"/>
                </a:lnTo>
                <a:lnTo>
                  <a:pt x="21717" y="117919"/>
                </a:lnTo>
                <a:lnTo>
                  <a:pt x="22598" y="97595"/>
                </a:lnTo>
                <a:lnTo>
                  <a:pt x="35814" y="47409"/>
                </a:lnTo>
                <a:lnTo>
                  <a:pt x="65585" y="15651"/>
                </a:lnTo>
                <a:lnTo>
                  <a:pt x="79375" y="9664"/>
                </a:lnTo>
                <a:lnTo>
                  <a:pt x="7594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308595" y="4028757"/>
            <a:ext cx="147447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051560" algn="l"/>
              </a:tabLst>
            </a:pPr>
            <a:r>
              <a:rPr dirty="0" sz="200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2000" spc="90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7A81FF"/>
                </a:solidFill>
                <a:latin typeface="Cambria Math"/>
                <a:cs typeface="Cambria Math"/>
              </a:rPr>
              <a:t>&lt;</a:t>
            </a:r>
            <a:r>
              <a:rPr dirty="0" sz="2000" spc="75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𝑔</a:t>
            </a:r>
            <a:r>
              <a:rPr dirty="0" sz="2000" spc="4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&lt;</a:t>
            </a:r>
            <a:r>
              <a:rPr dirty="0" sz="2000" spc="15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311394" y="2804541"/>
            <a:ext cx="274827" cy="323850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8671179" y="2811017"/>
            <a:ext cx="256540" cy="283210"/>
          </a:xfrm>
          <a:prstGeom prst="rect">
            <a:avLst/>
          </a:prstGeom>
        </p:spPr>
      </p:pic>
      <p:sp>
        <p:nvSpPr>
          <p:cNvPr id="41" name="object 4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367654" y="3125597"/>
            <a:ext cx="200025" cy="62230"/>
          </a:xfrm>
          <a:custGeom>
            <a:avLst/>
            <a:gdLst/>
            <a:ahLst/>
            <a:cxnLst/>
            <a:rect l="l" t="t" r="r" b="b"/>
            <a:pathLst>
              <a:path w="200025" h="62230">
                <a:moveTo>
                  <a:pt x="167894" y="0"/>
                </a:moveTo>
                <a:lnTo>
                  <a:pt x="161290" y="7492"/>
                </a:lnTo>
                <a:lnTo>
                  <a:pt x="181356" y="25018"/>
                </a:lnTo>
                <a:lnTo>
                  <a:pt x="0" y="25018"/>
                </a:lnTo>
                <a:lnTo>
                  <a:pt x="0" y="36829"/>
                </a:lnTo>
                <a:lnTo>
                  <a:pt x="181356" y="36829"/>
                </a:lnTo>
                <a:lnTo>
                  <a:pt x="161290" y="54228"/>
                </a:lnTo>
                <a:lnTo>
                  <a:pt x="167894" y="61721"/>
                </a:lnTo>
                <a:lnTo>
                  <a:pt x="199517" y="34543"/>
                </a:lnTo>
                <a:lnTo>
                  <a:pt x="199517" y="27177"/>
                </a:lnTo>
                <a:lnTo>
                  <a:pt x="167894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5748654" y="3125597"/>
            <a:ext cx="123825" cy="62230"/>
          </a:xfrm>
          <a:custGeom>
            <a:avLst/>
            <a:gdLst/>
            <a:ahLst/>
            <a:cxnLst/>
            <a:rect l="l" t="t" r="r" b="b"/>
            <a:pathLst>
              <a:path w="123825" h="62230">
                <a:moveTo>
                  <a:pt x="91694" y="0"/>
                </a:moveTo>
                <a:lnTo>
                  <a:pt x="85090" y="7492"/>
                </a:lnTo>
                <a:lnTo>
                  <a:pt x="105156" y="25018"/>
                </a:lnTo>
                <a:lnTo>
                  <a:pt x="0" y="25018"/>
                </a:lnTo>
                <a:lnTo>
                  <a:pt x="0" y="36829"/>
                </a:lnTo>
                <a:lnTo>
                  <a:pt x="105156" y="36829"/>
                </a:lnTo>
                <a:lnTo>
                  <a:pt x="85090" y="54228"/>
                </a:lnTo>
                <a:lnTo>
                  <a:pt x="91694" y="61721"/>
                </a:lnTo>
                <a:lnTo>
                  <a:pt x="123317" y="34543"/>
                </a:lnTo>
                <a:lnTo>
                  <a:pt x="123317" y="27177"/>
                </a:lnTo>
                <a:lnTo>
                  <a:pt x="91694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" name="object 4"/>
          <p:cNvGrpSpPr/>
          <p:nvPr/>
        </p:nvGrpSpPr>
        <p:grpSpPr>
          <a:xfrm>
            <a:off x="6768210" y="3231514"/>
            <a:ext cx="1590675" cy="254000"/>
            <a:chOff x="6768210" y="3231514"/>
            <a:chExt cx="1590675" cy="254000"/>
          </a:xfrm>
        </p:grpSpPr>
        <p:sp>
          <p:nvSpPr>
            <p:cNvPr id="5" name="object 5"/>
            <p:cNvSpPr/>
            <p:nvPr/>
          </p:nvSpPr>
          <p:spPr>
            <a:xfrm>
              <a:off x="6768211" y="3231514"/>
              <a:ext cx="1590675" cy="254000"/>
            </a:xfrm>
            <a:custGeom>
              <a:avLst/>
              <a:gdLst/>
              <a:ahLst/>
              <a:cxnLst/>
              <a:rect l="l" t="t" r="r" b="b"/>
              <a:pathLst>
                <a:path w="1590675" h="254000">
                  <a:moveTo>
                    <a:pt x="860425" y="75946"/>
                  </a:moveTo>
                  <a:lnTo>
                    <a:pt x="857758" y="68453"/>
                  </a:lnTo>
                  <a:lnTo>
                    <a:pt x="844296" y="73266"/>
                  </a:lnTo>
                  <a:lnTo>
                    <a:pt x="832510" y="80264"/>
                  </a:lnTo>
                  <a:lnTo>
                    <a:pt x="807275" y="113969"/>
                  </a:lnTo>
                  <a:lnTo>
                    <a:pt x="798753" y="160147"/>
                  </a:lnTo>
                  <a:lnTo>
                    <a:pt x="798703" y="161163"/>
                  </a:lnTo>
                  <a:lnTo>
                    <a:pt x="799541" y="176466"/>
                  </a:lnTo>
                  <a:lnTo>
                    <a:pt x="799630" y="178142"/>
                  </a:lnTo>
                  <a:lnTo>
                    <a:pt x="813816" y="221361"/>
                  </a:lnTo>
                  <a:lnTo>
                    <a:pt x="844283" y="248869"/>
                  </a:lnTo>
                  <a:lnTo>
                    <a:pt x="857758" y="253746"/>
                  </a:lnTo>
                  <a:lnTo>
                    <a:pt x="860044" y="246126"/>
                  </a:lnTo>
                  <a:lnTo>
                    <a:pt x="849515" y="241490"/>
                  </a:lnTo>
                  <a:lnTo>
                    <a:pt x="840422" y="235000"/>
                  </a:lnTo>
                  <a:lnTo>
                    <a:pt x="818286" y="191300"/>
                  </a:lnTo>
                  <a:lnTo>
                    <a:pt x="815594" y="160147"/>
                  </a:lnTo>
                  <a:lnTo>
                    <a:pt x="816254" y="144360"/>
                  </a:lnTo>
                  <a:lnTo>
                    <a:pt x="826516" y="105283"/>
                  </a:lnTo>
                  <a:lnTo>
                    <a:pt x="849731" y="80568"/>
                  </a:lnTo>
                  <a:lnTo>
                    <a:pt x="860425" y="75946"/>
                  </a:lnTo>
                  <a:close/>
                </a:path>
                <a:path w="1590675" h="254000">
                  <a:moveTo>
                    <a:pt x="1560830" y="161163"/>
                  </a:moveTo>
                  <a:lnTo>
                    <a:pt x="1559890" y="144360"/>
                  </a:lnTo>
                  <a:lnTo>
                    <a:pt x="1559877" y="144119"/>
                  </a:lnTo>
                  <a:lnTo>
                    <a:pt x="1557020" y="128384"/>
                  </a:lnTo>
                  <a:lnTo>
                    <a:pt x="1537131" y="89458"/>
                  </a:lnTo>
                  <a:lnTo>
                    <a:pt x="1501775" y="68453"/>
                  </a:lnTo>
                  <a:lnTo>
                    <a:pt x="1499108" y="75946"/>
                  </a:lnTo>
                  <a:lnTo>
                    <a:pt x="1509864" y="80568"/>
                  </a:lnTo>
                  <a:lnTo>
                    <a:pt x="1519110" y="86995"/>
                  </a:lnTo>
                  <a:lnTo>
                    <a:pt x="1541233" y="129959"/>
                  </a:lnTo>
                  <a:lnTo>
                    <a:pt x="1543227" y="144119"/>
                  </a:lnTo>
                  <a:lnTo>
                    <a:pt x="1543265" y="144360"/>
                  </a:lnTo>
                  <a:lnTo>
                    <a:pt x="1541183" y="191300"/>
                  </a:lnTo>
                  <a:lnTo>
                    <a:pt x="1526768" y="226682"/>
                  </a:lnTo>
                  <a:lnTo>
                    <a:pt x="1499489" y="246126"/>
                  </a:lnTo>
                  <a:lnTo>
                    <a:pt x="1501775" y="253746"/>
                  </a:lnTo>
                  <a:lnTo>
                    <a:pt x="1537131" y="232676"/>
                  </a:lnTo>
                  <a:lnTo>
                    <a:pt x="1557020" y="193840"/>
                  </a:lnTo>
                  <a:lnTo>
                    <a:pt x="1559877" y="178142"/>
                  </a:lnTo>
                  <a:lnTo>
                    <a:pt x="1560830" y="161163"/>
                  </a:lnTo>
                  <a:close/>
                </a:path>
                <a:path w="1590675" h="254000">
                  <a:moveTo>
                    <a:pt x="159067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1590675" y="19050"/>
                  </a:lnTo>
                  <a:lnTo>
                    <a:pt x="15906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7634985" y="3293109"/>
              <a:ext cx="178435" cy="48260"/>
            </a:xfrm>
            <a:custGeom>
              <a:avLst/>
              <a:gdLst/>
              <a:ahLst/>
              <a:cxnLst/>
              <a:rect l="l" t="t" r="r" b="b"/>
              <a:pathLst>
                <a:path w="178434" h="48260">
                  <a:moveTo>
                    <a:pt x="153924" y="0"/>
                  </a:moveTo>
                  <a:lnTo>
                    <a:pt x="148717" y="5841"/>
                  </a:lnTo>
                  <a:lnTo>
                    <a:pt x="164338" y="19431"/>
                  </a:lnTo>
                  <a:lnTo>
                    <a:pt x="0" y="19431"/>
                  </a:lnTo>
                  <a:lnTo>
                    <a:pt x="0" y="28701"/>
                  </a:lnTo>
                  <a:lnTo>
                    <a:pt x="164338" y="28701"/>
                  </a:lnTo>
                  <a:lnTo>
                    <a:pt x="148717" y="42290"/>
                  </a:lnTo>
                  <a:lnTo>
                    <a:pt x="153924" y="48132"/>
                  </a:lnTo>
                  <a:lnTo>
                    <a:pt x="178435" y="26923"/>
                  </a:lnTo>
                  <a:lnTo>
                    <a:pt x="178435" y="21208"/>
                  </a:lnTo>
                  <a:lnTo>
                    <a:pt x="15392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873110" y="3293109"/>
              <a:ext cx="111760" cy="48260"/>
            </a:xfrm>
            <a:custGeom>
              <a:avLst/>
              <a:gdLst/>
              <a:ahLst/>
              <a:cxnLst/>
              <a:rect l="l" t="t" r="r" b="b"/>
              <a:pathLst>
                <a:path w="111759" h="48260">
                  <a:moveTo>
                    <a:pt x="87249" y="0"/>
                  </a:moveTo>
                  <a:lnTo>
                    <a:pt x="82042" y="5841"/>
                  </a:lnTo>
                  <a:lnTo>
                    <a:pt x="97663" y="19431"/>
                  </a:lnTo>
                  <a:lnTo>
                    <a:pt x="0" y="19431"/>
                  </a:lnTo>
                  <a:lnTo>
                    <a:pt x="0" y="28701"/>
                  </a:lnTo>
                  <a:lnTo>
                    <a:pt x="97663" y="28701"/>
                  </a:lnTo>
                  <a:lnTo>
                    <a:pt x="82042" y="42290"/>
                  </a:lnTo>
                  <a:lnTo>
                    <a:pt x="87249" y="48132"/>
                  </a:lnTo>
                  <a:lnTo>
                    <a:pt x="111760" y="26923"/>
                  </a:lnTo>
                  <a:lnTo>
                    <a:pt x="111760" y="21208"/>
                  </a:lnTo>
                  <a:lnTo>
                    <a:pt x="8724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429250" y="1057783"/>
            <a:ext cx="393065" cy="2578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980"/>
              </a:lnSpc>
            </a:pP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dirty="0" sz="2000" spc="16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880861" y="1053591"/>
            <a:ext cx="504825" cy="62230"/>
            <a:chOff x="5880861" y="1053591"/>
            <a:chExt cx="504825" cy="62230"/>
          </a:xfrm>
        </p:grpSpPr>
        <p:sp>
          <p:nvSpPr>
            <p:cNvPr id="10" name="object 10"/>
            <p:cNvSpPr/>
            <p:nvPr/>
          </p:nvSpPr>
          <p:spPr>
            <a:xfrm>
              <a:off x="5880861" y="1053591"/>
              <a:ext cx="200025" cy="62230"/>
            </a:xfrm>
            <a:custGeom>
              <a:avLst/>
              <a:gdLst/>
              <a:ahLst/>
              <a:cxnLst/>
              <a:rect l="l" t="t" r="r" b="b"/>
              <a:pathLst>
                <a:path w="200025" h="62230">
                  <a:moveTo>
                    <a:pt x="167893" y="0"/>
                  </a:moveTo>
                  <a:lnTo>
                    <a:pt x="161289" y="7493"/>
                  </a:lnTo>
                  <a:lnTo>
                    <a:pt x="181355" y="24892"/>
                  </a:lnTo>
                  <a:lnTo>
                    <a:pt x="0" y="24892"/>
                  </a:lnTo>
                  <a:lnTo>
                    <a:pt x="0" y="36703"/>
                  </a:lnTo>
                  <a:lnTo>
                    <a:pt x="181355" y="36703"/>
                  </a:lnTo>
                  <a:lnTo>
                    <a:pt x="161289" y="54229"/>
                  </a:lnTo>
                  <a:lnTo>
                    <a:pt x="167893" y="61722"/>
                  </a:lnTo>
                  <a:lnTo>
                    <a:pt x="199516" y="34544"/>
                  </a:lnTo>
                  <a:lnTo>
                    <a:pt x="199516" y="27178"/>
                  </a:lnTo>
                  <a:lnTo>
                    <a:pt x="167893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261861" y="1053591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693" y="0"/>
                  </a:moveTo>
                  <a:lnTo>
                    <a:pt x="85089" y="7493"/>
                  </a:lnTo>
                  <a:lnTo>
                    <a:pt x="105155" y="24892"/>
                  </a:lnTo>
                  <a:lnTo>
                    <a:pt x="0" y="24892"/>
                  </a:lnTo>
                  <a:lnTo>
                    <a:pt x="0" y="36703"/>
                  </a:lnTo>
                  <a:lnTo>
                    <a:pt x="105155" y="36703"/>
                  </a:lnTo>
                  <a:lnTo>
                    <a:pt x="85089" y="54229"/>
                  </a:lnTo>
                  <a:lnTo>
                    <a:pt x="91693" y="61722"/>
                  </a:lnTo>
                  <a:lnTo>
                    <a:pt x="123316" y="34544"/>
                  </a:lnTo>
                  <a:lnTo>
                    <a:pt x="123316" y="27178"/>
                  </a:lnTo>
                  <a:lnTo>
                    <a:pt x="91693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334000" y="962025"/>
            <a:ext cx="1647825" cy="400050"/>
          </a:xfrm>
          <a:prstGeom prst="rect">
            <a:avLst/>
          </a:prstGeom>
          <a:ln w="38100">
            <a:solidFill>
              <a:srgbClr val="0096FF"/>
            </a:solidFill>
          </a:ln>
        </p:spPr>
        <p:txBody>
          <a:bodyPr wrap="square" lIns="0" tIns="41910" rIns="0" bIns="0" rtlCol="0" vert="horz">
            <a:spAutoFit/>
          </a:bodyPr>
          <a:lstStyle/>
          <a:p>
            <a:pPr marL="553085">
              <a:lnSpc>
                <a:spcPct val="100000"/>
              </a:lnSpc>
              <a:spcBef>
                <a:spcPts val="330"/>
              </a:spcBef>
            </a:pP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000" spc="2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 spc="70">
                <a:latin typeface="Cambria Math"/>
                <a:cs typeface="Cambria Math"/>
              </a:rPr>
              <a:t>∙</a:t>
            </a:r>
            <a:r>
              <a:rPr dirty="0" sz="2000" spc="-3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 spc="1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5248275" y="2200275"/>
            <a:ext cx="1819275" cy="571500"/>
            <a:chOff x="5248275" y="2200275"/>
            <a:chExt cx="1819275" cy="571500"/>
          </a:xfrm>
        </p:grpSpPr>
        <p:sp>
          <p:nvSpPr>
            <p:cNvPr id="14" name="object 14"/>
            <p:cNvSpPr/>
            <p:nvPr/>
          </p:nvSpPr>
          <p:spPr>
            <a:xfrm>
              <a:off x="5267325" y="2219325"/>
              <a:ext cx="1781175" cy="533400"/>
            </a:xfrm>
            <a:custGeom>
              <a:avLst/>
              <a:gdLst/>
              <a:ahLst/>
              <a:cxnLst/>
              <a:rect l="l" t="t" r="r" b="b"/>
              <a:pathLst>
                <a:path w="1781175" h="533400">
                  <a:moveTo>
                    <a:pt x="0" y="533400"/>
                  </a:moveTo>
                  <a:lnTo>
                    <a:pt x="1781175" y="533400"/>
                  </a:lnTo>
                  <a:lnTo>
                    <a:pt x="1781175" y="0"/>
                  </a:lnTo>
                  <a:lnTo>
                    <a:pt x="0" y="0"/>
                  </a:lnTo>
                  <a:lnTo>
                    <a:pt x="0" y="53340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544947" y="2383409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5" h="238760">
                  <a:moveTo>
                    <a:pt x="214249" y="0"/>
                  </a:moveTo>
                  <a:lnTo>
                    <a:pt x="210819" y="9652"/>
                  </a:lnTo>
                  <a:lnTo>
                    <a:pt x="224609" y="15652"/>
                  </a:lnTo>
                  <a:lnTo>
                    <a:pt x="236458" y="23939"/>
                  </a:lnTo>
                  <a:lnTo>
                    <a:pt x="260548" y="62277"/>
                  </a:lnTo>
                  <a:lnTo>
                    <a:pt x="267564" y="97289"/>
                  </a:lnTo>
                  <a:lnTo>
                    <a:pt x="267596" y="97520"/>
                  </a:lnTo>
                  <a:lnTo>
                    <a:pt x="267594" y="138884"/>
                  </a:lnTo>
                  <a:lnTo>
                    <a:pt x="254253" y="190373"/>
                  </a:lnTo>
                  <a:lnTo>
                    <a:pt x="224750" y="222502"/>
                  </a:lnTo>
                  <a:lnTo>
                    <a:pt x="211200" y="228473"/>
                  </a:lnTo>
                  <a:lnTo>
                    <a:pt x="214249" y="238252"/>
                  </a:lnTo>
                  <a:lnTo>
                    <a:pt x="259701" y="211141"/>
                  </a:lnTo>
                  <a:lnTo>
                    <a:pt x="285257" y="161242"/>
                  </a:lnTo>
                  <a:lnTo>
                    <a:pt x="290194" y="119126"/>
                  </a:lnTo>
                  <a:lnTo>
                    <a:pt x="288971" y="97520"/>
                  </a:lnTo>
                  <a:lnTo>
                    <a:pt x="279104" y="58618"/>
                  </a:lnTo>
                  <a:lnTo>
                    <a:pt x="246618" y="15271"/>
                  </a:lnTo>
                  <a:lnTo>
                    <a:pt x="231487" y="6242"/>
                  </a:lnTo>
                  <a:lnTo>
                    <a:pt x="214249" y="0"/>
                  </a:lnTo>
                  <a:close/>
                </a:path>
                <a:path w="290195" h="238760">
                  <a:moveTo>
                    <a:pt x="75945" y="0"/>
                  </a:moveTo>
                  <a:lnTo>
                    <a:pt x="30565" y="27110"/>
                  </a:lnTo>
                  <a:lnTo>
                    <a:pt x="4937" y="77120"/>
                  </a:lnTo>
                  <a:lnTo>
                    <a:pt x="71" y="117856"/>
                  </a:lnTo>
                  <a:lnTo>
                    <a:pt x="0" y="119126"/>
                  </a:lnTo>
                  <a:lnTo>
                    <a:pt x="1113" y="138884"/>
                  </a:lnTo>
                  <a:lnTo>
                    <a:pt x="1234" y="141035"/>
                  </a:lnTo>
                  <a:lnTo>
                    <a:pt x="11037" y="179758"/>
                  </a:lnTo>
                  <a:lnTo>
                    <a:pt x="43465" y="222948"/>
                  </a:lnTo>
                  <a:lnTo>
                    <a:pt x="75945" y="238252"/>
                  </a:lnTo>
                  <a:lnTo>
                    <a:pt x="78993" y="228473"/>
                  </a:lnTo>
                  <a:lnTo>
                    <a:pt x="65444" y="222502"/>
                  </a:lnTo>
                  <a:lnTo>
                    <a:pt x="53752" y="214137"/>
                  </a:lnTo>
                  <a:lnTo>
                    <a:pt x="29700" y="175131"/>
                  </a:lnTo>
                  <a:lnTo>
                    <a:pt x="21770" y="119126"/>
                  </a:lnTo>
                  <a:lnTo>
                    <a:pt x="21716" y="117856"/>
                  </a:lnTo>
                  <a:lnTo>
                    <a:pt x="22600" y="97520"/>
                  </a:lnTo>
                  <a:lnTo>
                    <a:pt x="35940" y="47371"/>
                  </a:lnTo>
                  <a:lnTo>
                    <a:pt x="65659" y="15652"/>
                  </a:lnTo>
                  <a:lnTo>
                    <a:pt x="79375" y="9652"/>
                  </a:lnTo>
                  <a:lnTo>
                    <a:pt x="759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366130" y="2308479"/>
            <a:ext cx="40449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𝑔</a:t>
            </a:r>
            <a:r>
              <a:rPr dirty="0" sz="2000" spc="4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12865" y="2155825"/>
            <a:ext cx="87630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  <a:tabLst>
                <a:tab pos="511175" algn="l"/>
                <a:tab pos="837565" algn="l"/>
              </a:tabLst>
            </a:pPr>
            <a:r>
              <a:rPr dirty="0" baseline="-33333" sz="3000">
                <a:latin typeface="Cambria Math"/>
                <a:cs typeface="Cambria Math"/>
              </a:rPr>
              <a:t>= </a:t>
            </a:r>
            <a:r>
              <a:rPr dirty="0" u="heavy" sz="15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r>
              <a:rPr dirty="0" u="heavy" sz="1500" spc="-5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heavy" sz="15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70040" y="2509202"/>
            <a:ext cx="62674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Cambria Math"/>
                <a:cs typeface="Cambria Math"/>
              </a:rPr>
              <a:t>1+𝑒</a:t>
            </a:r>
            <a:r>
              <a:rPr dirty="0" baseline="20833" sz="1800" spc="-15">
                <a:latin typeface="Cambria Math"/>
                <a:cs typeface="Cambria Math"/>
              </a:rPr>
              <a:t>−</a:t>
            </a:r>
            <a:r>
              <a:rPr dirty="0" baseline="20833" sz="1800" spc="-15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endParaRPr baseline="20833" sz="180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638675" y="390525"/>
            <a:ext cx="2600325" cy="2505075"/>
            <a:chOff x="4638675" y="390525"/>
            <a:chExt cx="2600325" cy="2505075"/>
          </a:xfrm>
        </p:grpSpPr>
        <p:sp>
          <p:nvSpPr>
            <p:cNvPr id="20" name="object 20"/>
            <p:cNvSpPr/>
            <p:nvPr/>
          </p:nvSpPr>
          <p:spPr>
            <a:xfrm>
              <a:off x="4657725" y="409575"/>
              <a:ext cx="2562225" cy="2466975"/>
            </a:xfrm>
            <a:custGeom>
              <a:avLst/>
              <a:gdLst/>
              <a:ahLst/>
              <a:cxnLst/>
              <a:rect l="l" t="t" r="r" b="b"/>
              <a:pathLst>
                <a:path w="2562225" h="2466975">
                  <a:moveTo>
                    <a:pt x="0" y="2466975"/>
                  </a:moveTo>
                  <a:lnTo>
                    <a:pt x="2562225" y="2466975"/>
                  </a:lnTo>
                  <a:lnTo>
                    <a:pt x="2562225" y="0"/>
                  </a:lnTo>
                  <a:lnTo>
                    <a:pt x="0" y="0"/>
                  </a:lnTo>
                  <a:lnTo>
                    <a:pt x="0" y="246697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931663" y="661797"/>
              <a:ext cx="165735" cy="46355"/>
            </a:xfrm>
            <a:custGeom>
              <a:avLst/>
              <a:gdLst/>
              <a:ahLst/>
              <a:cxnLst/>
              <a:rect l="l" t="t" r="r" b="b"/>
              <a:pathLst>
                <a:path w="165735" h="46354">
                  <a:moveTo>
                    <a:pt x="142112" y="0"/>
                  </a:moveTo>
                  <a:lnTo>
                    <a:pt x="137160" y="5587"/>
                  </a:lnTo>
                  <a:lnTo>
                    <a:pt x="152019" y="18541"/>
                  </a:lnTo>
                  <a:lnTo>
                    <a:pt x="0" y="18541"/>
                  </a:lnTo>
                  <a:lnTo>
                    <a:pt x="0" y="27304"/>
                  </a:lnTo>
                  <a:lnTo>
                    <a:pt x="152019" y="27304"/>
                  </a:lnTo>
                  <a:lnTo>
                    <a:pt x="137160" y="40258"/>
                  </a:lnTo>
                  <a:lnTo>
                    <a:pt x="142112" y="45847"/>
                  </a:lnTo>
                  <a:lnTo>
                    <a:pt x="165353" y="25653"/>
                  </a:lnTo>
                  <a:lnTo>
                    <a:pt x="165353" y="20192"/>
                  </a:lnTo>
                  <a:lnTo>
                    <a:pt x="142112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2" name="object 22"/>
          <p:cNvSpPr txBox="1"/>
          <p:nvPr/>
        </p:nvSpPr>
        <p:spPr>
          <a:xfrm>
            <a:off x="4768469" y="552449"/>
            <a:ext cx="521334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 spc="-30"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287645" y="561720"/>
            <a:ext cx="290195" cy="250190"/>
            <a:chOff x="5287645" y="561720"/>
            <a:chExt cx="290195" cy="250190"/>
          </a:xfrm>
        </p:grpSpPr>
        <p:sp>
          <p:nvSpPr>
            <p:cNvPr id="24" name="object 24"/>
            <p:cNvSpPr/>
            <p:nvPr/>
          </p:nvSpPr>
          <p:spPr>
            <a:xfrm>
              <a:off x="5287645" y="573150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5" h="238759">
                  <a:moveTo>
                    <a:pt x="214121" y="0"/>
                  </a:moveTo>
                  <a:lnTo>
                    <a:pt x="210819" y="9651"/>
                  </a:lnTo>
                  <a:lnTo>
                    <a:pt x="224609" y="15652"/>
                  </a:lnTo>
                  <a:lnTo>
                    <a:pt x="236458" y="23939"/>
                  </a:lnTo>
                  <a:lnTo>
                    <a:pt x="260548" y="62351"/>
                  </a:lnTo>
                  <a:lnTo>
                    <a:pt x="267546" y="97289"/>
                  </a:lnTo>
                  <a:lnTo>
                    <a:pt x="267596" y="97645"/>
                  </a:lnTo>
                  <a:lnTo>
                    <a:pt x="267594" y="138938"/>
                  </a:lnTo>
                  <a:lnTo>
                    <a:pt x="254253" y="190373"/>
                  </a:lnTo>
                  <a:lnTo>
                    <a:pt x="224750" y="222573"/>
                  </a:lnTo>
                  <a:lnTo>
                    <a:pt x="211200" y="228600"/>
                  </a:lnTo>
                  <a:lnTo>
                    <a:pt x="214121" y="238251"/>
                  </a:lnTo>
                  <a:lnTo>
                    <a:pt x="259699" y="211195"/>
                  </a:lnTo>
                  <a:lnTo>
                    <a:pt x="285257" y="161242"/>
                  </a:lnTo>
                  <a:lnTo>
                    <a:pt x="290194" y="119125"/>
                  </a:lnTo>
                  <a:lnTo>
                    <a:pt x="288978" y="97645"/>
                  </a:lnTo>
                  <a:lnTo>
                    <a:pt x="288958" y="97289"/>
                  </a:lnTo>
                  <a:lnTo>
                    <a:pt x="279104" y="58618"/>
                  </a:lnTo>
                  <a:lnTo>
                    <a:pt x="246602" y="15271"/>
                  </a:lnTo>
                  <a:lnTo>
                    <a:pt x="231433" y="6242"/>
                  </a:lnTo>
                  <a:lnTo>
                    <a:pt x="214121" y="0"/>
                  </a:lnTo>
                  <a:close/>
                </a:path>
                <a:path w="290195" h="238759">
                  <a:moveTo>
                    <a:pt x="75945" y="0"/>
                  </a:moveTo>
                  <a:lnTo>
                    <a:pt x="30565" y="27110"/>
                  </a:lnTo>
                  <a:lnTo>
                    <a:pt x="4937" y="77120"/>
                  </a:lnTo>
                  <a:lnTo>
                    <a:pt x="64" y="117983"/>
                  </a:lnTo>
                  <a:lnTo>
                    <a:pt x="0" y="119125"/>
                  </a:lnTo>
                  <a:lnTo>
                    <a:pt x="1116" y="138937"/>
                  </a:lnTo>
                  <a:lnTo>
                    <a:pt x="1234" y="141035"/>
                  </a:lnTo>
                  <a:lnTo>
                    <a:pt x="4921" y="161242"/>
                  </a:lnTo>
                  <a:lnTo>
                    <a:pt x="19557" y="196596"/>
                  </a:lnTo>
                  <a:lnTo>
                    <a:pt x="58634" y="232011"/>
                  </a:lnTo>
                  <a:lnTo>
                    <a:pt x="75945" y="238251"/>
                  </a:lnTo>
                  <a:lnTo>
                    <a:pt x="78993" y="228600"/>
                  </a:lnTo>
                  <a:lnTo>
                    <a:pt x="65442" y="222573"/>
                  </a:lnTo>
                  <a:lnTo>
                    <a:pt x="53736" y="214201"/>
                  </a:lnTo>
                  <a:lnTo>
                    <a:pt x="29646" y="175132"/>
                  </a:lnTo>
                  <a:lnTo>
                    <a:pt x="21765" y="119125"/>
                  </a:lnTo>
                  <a:lnTo>
                    <a:pt x="21716" y="117983"/>
                  </a:lnTo>
                  <a:lnTo>
                    <a:pt x="25241" y="79105"/>
                  </a:lnTo>
                  <a:lnTo>
                    <a:pt x="43888" y="34512"/>
                  </a:lnTo>
                  <a:lnTo>
                    <a:pt x="79375" y="9651"/>
                  </a:lnTo>
                  <a:lnTo>
                    <a:pt x="759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369814" y="561720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29">
                  <a:moveTo>
                    <a:pt x="91821" y="0"/>
                  </a:moveTo>
                  <a:lnTo>
                    <a:pt x="85089" y="7492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6" y="36829"/>
                  </a:lnTo>
                  <a:lnTo>
                    <a:pt x="85089" y="54228"/>
                  </a:lnTo>
                  <a:lnTo>
                    <a:pt x="91821" y="61721"/>
                  </a:lnTo>
                  <a:lnTo>
                    <a:pt x="123316" y="34543"/>
                  </a:lnTo>
                  <a:lnTo>
                    <a:pt x="123316" y="27304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6" name="object 26"/>
          <p:cNvSpPr txBox="1"/>
          <p:nvPr/>
        </p:nvSpPr>
        <p:spPr>
          <a:xfrm>
            <a:off x="5375275" y="494918"/>
            <a:ext cx="13779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0"/>
              </a:spcBef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137530" y="3735704"/>
            <a:ext cx="23031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“</a:t>
            </a:r>
            <a:r>
              <a:rPr dirty="0" sz="1800">
                <a:solidFill>
                  <a:srgbClr val="C00000"/>
                </a:solidFill>
                <a:latin typeface="Verdana"/>
                <a:cs typeface="Verdana"/>
              </a:rPr>
              <a:t>logistic</a:t>
            </a:r>
            <a:r>
              <a:rPr dirty="0" sz="1800" spc="-90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regression”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28" name="object 2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89245" y="3360039"/>
            <a:ext cx="884554" cy="244728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504825" y="3619500"/>
            <a:ext cx="3371850" cy="819150"/>
          </a:xfrm>
          <a:custGeom>
            <a:avLst/>
            <a:gdLst/>
            <a:ahLst/>
            <a:cxnLst/>
            <a:rect l="l" t="t" r="r" b="b"/>
            <a:pathLst>
              <a:path w="3371850" h="819150">
                <a:moveTo>
                  <a:pt x="0" y="819150"/>
                </a:moveTo>
                <a:lnTo>
                  <a:pt x="3371850" y="819150"/>
                </a:lnTo>
                <a:lnTo>
                  <a:pt x="3371850" y="0"/>
                </a:lnTo>
                <a:lnTo>
                  <a:pt x="0" y="0"/>
                </a:lnTo>
                <a:lnTo>
                  <a:pt x="0" y="819150"/>
                </a:lnTo>
                <a:close/>
              </a:path>
            </a:pathLst>
          </a:custGeom>
          <a:ln w="38100">
            <a:solidFill>
              <a:srgbClr val="C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113784" y="3231642"/>
            <a:ext cx="165735" cy="45720"/>
          </a:xfrm>
          <a:custGeom>
            <a:avLst/>
            <a:gdLst/>
            <a:ahLst/>
            <a:cxnLst/>
            <a:rect l="l" t="t" r="r" b="b"/>
            <a:pathLst>
              <a:path w="165735" h="45720">
                <a:moveTo>
                  <a:pt x="142112" y="0"/>
                </a:moveTo>
                <a:lnTo>
                  <a:pt x="137160" y="5587"/>
                </a:lnTo>
                <a:lnTo>
                  <a:pt x="152018" y="18541"/>
                </a:lnTo>
                <a:lnTo>
                  <a:pt x="0" y="18541"/>
                </a:lnTo>
                <a:lnTo>
                  <a:pt x="0" y="27305"/>
                </a:lnTo>
                <a:lnTo>
                  <a:pt x="152018" y="27305"/>
                </a:lnTo>
                <a:lnTo>
                  <a:pt x="137160" y="40258"/>
                </a:lnTo>
                <a:lnTo>
                  <a:pt x="142112" y="45719"/>
                </a:lnTo>
                <a:lnTo>
                  <a:pt x="165480" y="25653"/>
                </a:lnTo>
                <a:lnTo>
                  <a:pt x="165480" y="20193"/>
                </a:lnTo>
                <a:lnTo>
                  <a:pt x="142112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1" name="object 31"/>
          <p:cNvGrpSpPr/>
          <p:nvPr/>
        </p:nvGrpSpPr>
        <p:grpSpPr>
          <a:xfrm>
            <a:off x="5038725" y="695325"/>
            <a:ext cx="1071880" cy="1490980"/>
            <a:chOff x="5038725" y="695325"/>
            <a:chExt cx="1071880" cy="1490980"/>
          </a:xfrm>
        </p:grpSpPr>
        <p:pic>
          <p:nvPicPr>
            <p:cNvPr id="32" name="object 3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39254" y="1414652"/>
              <a:ext cx="170842" cy="423418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8299" y="1923288"/>
              <a:ext cx="145796" cy="262889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5376925" y="1024000"/>
              <a:ext cx="457200" cy="276225"/>
            </a:xfrm>
            <a:custGeom>
              <a:avLst/>
              <a:gdLst/>
              <a:ahLst/>
              <a:cxnLst/>
              <a:rect l="l" t="t" r="r" b="b"/>
              <a:pathLst>
                <a:path w="457200" h="276225">
                  <a:moveTo>
                    <a:pt x="457200" y="0"/>
                  </a:moveTo>
                  <a:lnTo>
                    <a:pt x="0" y="0"/>
                  </a:lnTo>
                  <a:lnTo>
                    <a:pt x="0" y="276225"/>
                  </a:lnTo>
                  <a:lnTo>
                    <a:pt x="457200" y="276225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038725" y="695325"/>
              <a:ext cx="180975" cy="17145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3937000" y="3126994"/>
            <a:ext cx="5340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 spc="-30"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469765" y="3131566"/>
            <a:ext cx="290195" cy="250190"/>
            <a:chOff x="4469765" y="3131566"/>
            <a:chExt cx="290195" cy="250190"/>
          </a:xfrm>
        </p:grpSpPr>
        <p:sp>
          <p:nvSpPr>
            <p:cNvPr id="38" name="object 38"/>
            <p:cNvSpPr/>
            <p:nvPr/>
          </p:nvSpPr>
          <p:spPr>
            <a:xfrm>
              <a:off x="4469765" y="3142996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5" h="238760">
                  <a:moveTo>
                    <a:pt x="214249" y="0"/>
                  </a:moveTo>
                  <a:lnTo>
                    <a:pt x="210820" y="9652"/>
                  </a:lnTo>
                  <a:lnTo>
                    <a:pt x="224609" y="15652"/>
                  </a:lnTo>
                  <a:lnTo>
                    <a:pt x="236458" y="23939"/>
                  </a:lnTo>
                  <a:lnTo>
                    <a:pt x="260548" y="62349"/>
                  </a:lnTo>
                  <a:lnTo>
                    <a:pt x="268477" y="117856"/>
                  </a:lnTo>
                  <a:lnTo>
                    <a:pt x="267596" y="138884"/>
                  </a:lnTo>
                  <a:lnTo>
                    <a:pt x="254381" y="190373"/>
                  </a:lnTo>
                  <a:lnTo>
                    <a:pt x="224752" y="222573"/>
                  </a:lnTo>
                  <a:lnTo>
                    <a:pt x="211200" y="228600"/>
                  </a:lnTo>
                  <a:lnTo>
                    <a:pt x="214249" y="238252"/>
                  </a:lnTo>
                  <a:lnTo>
                    <a:pt x="259754" y="211195"/>
                  </a:lnTo>
                  <a:lnTo>
                    <a:pt x="285273" y="161242"/>
                  </a:lnTo>
                  <a:lnTo>
                    <a:pt x="290195" y="119126"/>
                  </a:lnTo>
                  <a:lnTo>
                    <a:pt x="288975" y="97591"/>
                  </a:lnTo>
                  <a:lnTo>
                    <a:pt x="288958" y="97289"/>
                  </a:lnTo>
                  <a:lnTo>
                    <a:pt x="279104" y="58618"/>
                  </a:lnTo>
                  <a:lnTo>
                    <a:pt x="246618" y="15271"/>
                  </a:lnTo>
                  <a:lnTo>
                    <a:pt x="231487" y="6242"/>
                  </a:lnTo>
                  <a:lnTo>
                    <a:pt x="214249" y="0"/>
                  </a:lnTo>
                  <a:close/>
                </a:path>
                <a:path w="290195" h="238760">
                  <a:moveTo>
                    <a:pt x="76073" y="0"/>
                  </a:moveTo>
                  <a:lnTo>
                    <a:pt x="30567" y="27110"/>
                  </a:lnTo>
                  <a:lnTo>
                    <a:pt x="4937" y="77120"/>
                  </a:lnTo>
                  <a:lnTo>
                    <a:pt x="71" y="117856"/>
                  </a:lnTo>
                  <a:lnTo>
                    <a:pt x="0" y="119126"/>
                  </a:lnTo>
                  <a:lnTo>
                    <a:pt x="1114" y="138884"/>
                  </a:lnTo>
                  <a:lnTo>
                    <a:pt x="11090" y="179758"/>
                  </a:lnTo>
                  <a:lnTo>
                    <a:pt x="43497" y="222996"/>
                  </a:lnTo>
                  <a:lnTo>
                    <a:pt x="76073" y="238252"/>
                  </a:lnTo>
                  <a:lnTo>
                    <a:pt x="78994" y="228600"/>
                  </a:lnTo>
                  <a:lnTo>
                    <a:pt x="65444" y="222573"/>
                  </a:lnTo>
                  <a:lnTo>
                    <a:pt x="53752" y="214201"/>
                  </a:lnTo>
                  <a:lnTo>
                    <a:pt x="29753" y="175131"/>
                  </a:lnTo>
                  <a:lnTo>
                    <a:pt x="21771" y="119126"/>
                  </a:lnTo>
                  <a:lnTo>
                    <a:pt x="21717" y="117856"/>
                  </a:lnTo>
                  <a:lnTo>
                    <a:pt x="22617" y="97591"/>
                  </a:lnTo>
                  <a:lnTo>
                    <a:pt x="35940" y="47371"/>
                  </a:lnTo>
                  <a:lnTo>
                    <a:pt x="65659" y="15652"/>
                  </a:lnTo>
                  <a:lnTo>
                    <a:pt x="79375" y="9652"/>
                  </a:lnTo>
                  <a:lnTo>
                    <a:pt x="76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551934" y="3131566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0" y="0"/>
                  </a:moveTo>
                  <a:lnTo>
                    <a:pt x="85089" y="7492"/>
                  </a:lnTo>
                  <a:lnTo>
                    <a:pt x="105282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282" y="36829"/>
                  </a:lnTo>
                  <a:lnTo>
                    <a:pt x="85089" y="54228"/>
                  </a:lnTo>
                  <a:lnTo>
                    <a:pt x="91820" y="61721"/>
                  </a:lnTo>
                  <a:lnTo>
                    <a:pt x="123316" y="34543"/>
                  </a:lnTo>
                  <a:lnTo>
                    <a:pt x="123316" y="27177"/>
                  </a:lnTo>
                  <a:lnTo>
                    <a:pt x="9182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4518659" y="2823844"/>
            <a:ext cx="3778250" cy="7016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971165">
              <a:lnSpc>
                <a:spcPts val="2185"/>
              </a:lnSpc>
              <a:spcBef>
                <a:spcPts val="130"/>
              </a:spcBef>
            </a:pPr>
            <a:r>
              <a:rPr dirty="0" sz="2150" spc="-50">
                <a:latin typeface="Cambria Math"/>
                <a:cs typeface="Cambria Math"/>
              </a:rPr>
              <a:t>1</a:t>
            </a:r>
            <a:endParaRPr sz="2150">
              <a:latin typeface="Cambria Math"/>
              <a:cs typeface="Cambria Math"/>
            </a:endParaRPr>
          </a:p>
          <a:p>
            <a:pPr marL="38100">
              <a:lnSpc>
                <a:spcPts val="1355"/>
              </a:lnSpc>
              <a:tabLst>
                <a:tab pos="329565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baseline="1388" sz="3000">
                <a:latin typeface="Cambria Math"/>
                <a:cs typeface="Cambria Math"/>
              </a:rPr>
              <a:t>=</a:t>
            </a:r>
            <a:r>
              <a:rPr dirty="0" baseline="1388" sz="3000" spc="142">
                <a:latin typeface="Cambria Math"/>
                <a:cs typeface="Cambria Math"/>
              </a:rPr>
              <a:t> </a:t>
            </a:r>
            <a:r>
              <a:rPr dirty="0" baseline="1388" sz="3000">
                <a:solidFill>
                  <a:srgbClr val="C00000"/>
                </a:solidFill>
                <a:latin typeface="Cambria Math"/>
                <a:cs typeface="Cambria Math"/>
              </a:rPr>
              <a:t>𝑔</a:t>
            </a:r>
            <a:r>
              <a:rPr dirty="0" baseline="1388" sz="3000">
                <a:latin typeface="Cambria Math"/>
                <a:cs typeface="Cambria Math"/>
              </a:rPr>
              <a:t>(</a:t>
            </a:r>
            <a:r>
              <a:rPr dirty="0" baseline="1388" sz="30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1388" sz="3000" spc="-6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baseline="1388" sz="3000" spc="104">
                <a:latin typeface="Cambria Math"/>
                <a:cs typeface="Cambria Math"/>
              </a:rPr>
              <a:t>∙</a:t>
            </a:r>
            <a:r>
              <a:rPr dirty="0" baseline="1388" sz="3000" spc="89">
                <a:latin typeface="Cambria Math"/>
                <a:cs typeface="Cambria Math"/>
              </a:rPr>
              <a:t> </a:t>
            </a:r>
            <a:r>
              <a:rPr dirty="0" baseline="1388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1388" sz="3000" spc="-8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1388" sz="3000">
                <a:latin typeface="Cambria Math"/>
                <a:cs typeface="Cambria Math"/>
              </a:rPr>
              <a:t>+</a:t>
            </a:r>
            <a:r>
              <a:rPr dirty="0" baseline="1388" sz="3000" spc="30">
                <a:latin typeface="Cambria Math"/>
                <a:cs typeface="Cambria Math"/>
              </a:rPr>
              <a:t> </a:t>
            </a:r>
            <a:r>
              <a:rPr dirty="0" baseline="1388" sz="30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baseline="1388" sz="3000">
                <a:latin typeface="Cambria Math"/>
                <a:cs typeface="Cambria Math"/>
              </a:rPr>
              <a:t>)</a:t>
            </a:r>
            <a:r>
              <a:rPr dirty="0" baseline="1388" sz="3000" spc="150">
                <a:latin typeface="Cambria Math"/>
                <a:cs typeface="Cambria Math"/>
              </a:rPr>
              <a:t> </a:t>
            </a:r>
            <a:r>
              <a:rPr dirty="0" baseline="3875" sz="3225" spc="-75">
                <a:latin typeface="Cambria Math"/>
                <a:cs typeface="Cambria Math"/>
              </a:rPr>
              <a:t>=</a:t>
            </a:r>
            <a:endParaRPr baseline="3875" sz="3225">
              <a:latin typeface="Cambria Math"/>
              <a:cs typeface="Cambria Math"/>
            </a:endParaRPr>
          </a:p>
          <a:p>
            <a:pPr marL="2256155">
              <a:lnSpc>
                <a:spcPts val="1750"/>
              </a:lnSpc>
            </a:pPr>
            <a:r>
              <a:rPr dirty="0" baseline="-18087" sz="3225">
                <a:latin typeface="Cambria Math"/>
                <a:cs typeface="Cambria Math"/>
              </a:rPr>
              <a:t>1</a:t>
            </a:r>
            <a:r>
              <a:rPr dirty="0" baseline="-18087" sz="3225" spc="82">
                <a:latin typeface="Cambria Math"/>
                <a:cs typeface="Cambria Math"/>
              </a:rPr>
              <a:t> </a:t>
            </a:r>
            <a:r>
              <a:rPr dirty="0" baseline="-18087" sz="3225">
                <a:latin typeface="Cambria Math"/>
                <a:cs typeface="Cambria Math"/>
              </a:rPr>
              <a:t>+</a:t>
            </a:r>
            <a:r>
              <a:rPr dirty="0" baseline="-18087" sz="3225" spc="7">
                <a:latin typeface="Cambria Math"/>
                <a:cs typeface="Cambria Math"/>
              </a:rPr>
              <a:t> </a:t>
            </a:r>
            <a:r>
              <a:rPr dirty="0" baseline="-18087" sz="3225" spc="75">
                <a:latin typeface="Cambria Math"/>
                <a:cs typeface="Cambria Math"/>
              </a:rPr>
              <a:t>𝑒</a:t>
            </a:r>
            <a:r>
              <a:rPr dirty="0" sz="1550" spc="50">
                <a:latin typeface="Cambria Math"/>
                <a:cs typeface="Cambria Math"/>
              </a:rPr>
              <a:t>−</a:t>
            </a:r>
            <a:r>
              <a:rPr dirty="0" sz="1550" spc="320">
                <a:latin typeface="Cambria Math"/>
                <a:cs typeface="Cambria Math"/>
              </a:rPr>
              <a:t> </a:t>
            </a:r>
            <a:r>
              <a:rPr dirty="0" sz="1550" spc="8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 spc="85">
                <a:latin typeface="Cambria Math"/>
                <a:cs typeface="Cambria Math"/>
              </a:rPr>
              <a:t>∙</a:t>
            </a:r>
            <a:r>
              <a:rPr dirty="0" sz="1550" spc="85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550" spc="85">
                <a:latin typeface="Cambria Math"/>
                <a:cs typeface="Cambria Math"/>
              </a:rPr>
              <a:t>+</a:t>
            </a:r>
            <a:r>
              <a:rPr dirty="0" sz="1550" spc="8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295275" y="866775"/>
            <a:ext cx="3784600" cy="1962150"/>
            <a:chOff x="295275" y="866775"/>
            <a:chExt cx="3784600" cy="1962150"/>
          </a:xfrm>
        </p:grpSpPr>
        <p:sp>
          <p:nvSpPr>
            <p:cNvPr id="42" name="object 42"/>
            <p:cNvSpPr/>
            <p:nvPr/>
          </p:nvSpPr>
          <p:spPr>
            <a:xfrm>
              <a:off x="295275" y="866774"/>
              <a:ext cx="3784600" cy="1962150"/>
            </a:xfrm>
            <a:custGeom>
              <a:avLst/>
              <a:gdLst/>
              <a:ahLst/>
              <a:cxnLst/>
              <a:rect l="l" t="t" r="r" b="b"/>
              <a:pathLst>
                <a:path w="3784600" h="1962150">
                  <a:moveTo>
                    <a:pt x="3784473" y="1847850"/>
                  </a:moveTo>
                  <a:lnTo>
                    <a:pt x="3761613" y="1828800"/>
                  </a:lnTo>
                  <a:lnTo>
                    <a:pt x="3652647" y="1737995"/>
                  </a:lnTo>
                  <a:lnTo>
                    <a:pt x="3645954" y="1734400"/>
                  </a:lnTo>
                  <a:lnTo>
                    <a:pt x="3621417" y="1754339"/>
                  </a:lnTo>
                  <a:lnTo>
                    <a:pt x="3623487" y="1761324"/>
                  </a:lnTo>
                  <a:lnTo>
                    <a:pt x="3628263" y="1767205"/>
                  </a:lnTo>
                  <a:lnTo>
                    <a:pt x="3702177" y="1828800"/>
                  </a:lnTo>
                  <a:lnTo>
                    <a:pt x="1819275" y="1828800"/>
                  </a:lnTo>
                  <a:lnTo>
                    <a:pt x="1819275" y="82296"/>
                  </a:lnTo>
                  <a:lnTo>
                    <a:pt x="1880870" y="156210"/>
                  </a:lnTo>
                  <a:lnTo>
                    <a:pt x="1886750" y="160972"/>
                  </a:lnTo>
                  <a:lnTo>
                    <a:pt x="1893735" y="162991"/>
                  </a:lnTo>
                  <a:lnTo>
                    <a:pt x="1900986" y="162229"/>
                  </a:lnTo>
                  <a:lnTo>
                    <a:pt x="1907667" y="158623"/>
                  </a:lnTo>
                  <a:lnTo>
                    <a:pt x="1912416" y="152742"/>
                  </a:lnTo>
                  <a:lnTo>
                    <a:pt x="1914436" y="145757"/>
                  </a:lnTo>
                  <a:lnTo>
                    <a:pt x="1913674" y="138506"/>
                  </a:lnTo>
                  <a:lnTo>
                    <a:pt x="1910080" y="131826"/>
                  </a:lnTo>
                  <a:lnTo>
                    <a:pt x="1824990" y="29718"/>
                  </a:lnTo>
                  <a:lnTo>
                    <a:pt x="1800225" y="0"/>
                  </a:lnTo>
                  <a:lnTo>
                    <a:pt x="1690370" y="131826"/>
                  </a:lnTo>
                  <a:lnTo>
                    <a:pt x="1686763" y="138506"/>
                  </a:lnTo>
                  <a:lnTo>
                    <a:pt x="1686001" y="145757"/>
                  </a:lnTo>
                  <a:lnTo>
                    <a:pt x="1688020" y="152742"/>
                  </a:lnTo>
                  <a:lnTo>
                    <a:pt x="1692783" y="158623"/>
                  </a:lnTo>
                  <a:lnTo>
                    <a:pt x="1699450" y="162229"/>
                  </a:lnTo>
                  <a:lnTo>
                    <a:pt x="1706702" y="162991"/>
                  </a:lnTo>
                  <a:lnTo>
                    <a:pt x="1713687" y="160972"/>
                  </a:lnTo>
                  <a:lnTo>
                    <a:pt x="1719580" y="156210"/>
                  </a:lnTo>
                  <a:lnTo>
                    <a:pt x="1781175" y="82296"/>
                  </a:lnTo>
                  <a:lnTo>
                    <a:pt x="1781175" y="1828800"/>
                  </a:lnTo>
                  <a:lnTo>
                    <a:pt x="0" y="1828800"/>
                  </a:lnTo>
                  <a:lnTo>
                    <a:pt x="0" y="1866900"/>
                  </a:lnTo>
                  <a:lnTo>
                    <a:pt x="3702177" y="1866900"/>
                  </a:lnTo>
                  <a:lnTo>
                    <a:pt x="3628263" y="1928495"/>
                  </a:lnTo>
                  <a:lnTo>
                    <a:pt x="3623487" y="1934387"/>
                  </a:lnTo>
                  <a:lnTo>
                    <a:pt x="3621417" y="1941372"/>
                  </a:lnTo>
                  <a:lnTo>
                    <a:pt x="3622129" y="1948624"/>
                  </a:lnTo>
                  <a:lnTo>
                    <a:pt x="3625723" y="1955292"/>
                  </a:lnTo>
                  <a:lnTo>
                    <a:pt x="3631615" y="1960054"/>
                  </a:lnTo>
                  <a:lnTo>
                    <a:pt x="3638651" y="1962073"/>
                  </a:lnTo>
                  <a:lnTo>
                    <a:pt x="3645954" y="1961311"/>
                  </a:lnTo>
                  <a:lnTo>
                    <a:pt x="3652647" y="1957705"/>
                  </a:lnTo>
                  <a:lnTo>
                    <a:pt x="3761613" y="1866900"/>
                  </a:lnTo>
                  <a:lnTo>
                    <a:pt x="3784473" y="18478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1995551" y="1233550"/>
              <a:ext cx="228600" cy="771525"/>
            </a:xfrm>
            <a:custGeom>
              <a:avLst/>
              <a:gdLst/>
              <a:ahLst/>
              <a:cxnLst/>
              <a:rect l="l" t="t" r="r" b="b"/>
              <a:pathLst>
                <a:path w="228600" h="771525">
                  <a:moveTo>
                    <a:pt x="0" y="0"/>
                  </a:moveTo>
                  <a:lnTo>
                    <a:pt x="228600" y="0"/>
                  </a:lnTo>
                </a:path>
                <a:path w="228600" h="771525">
                  <a:moveTo>
                    <a:pt x="0" y="771525"/>
                  </a:moveTo>
                  <a:lnTo>
                    <a:pt x="228600" y="771525"/>
                  </a:lnTo>
                </a:path>
              </a:pathLst>
            </a:custGeom>
            <a:ln w="317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4" name="object 44"/>
          <p:cNvSpPr txBox="1"/>
          <p:nvPr/>
        </p:nvSpPr>
        <p:spPr>
          <a:xfrm>
            <a:off x="1797304" y="1059116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644650" y="1834578"/>
            <a:ext cx="26860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latin typeface="Cambria Math"/>
                <a:cs typeface="Cambria Math"/>
              </a:rPr>
              <a:t>0.5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314325" y="1074038"/>
            <a:ext cx="3600450" cy="1574165"/>
            <a:chOff x="314325" y="1074038"/>
            <a:chExt cx="3600450" cy="1574165"/>
          </a:xfrm>
        </p:grpSpPr>
        <p:sp>
          <p:nvSpPr>
            <p:cNvPr id="47" name="object 47"/>
            <p:cNvSpPr/>
            <p:nvPr/>
          </p:nvSpPr>
          <p:spPr>
            <a:xfrm>
              <a:off x="333375" y="1285875"/>
              <a:ext cx="3562350" cy="1343025"/>
            </a:xfrm>
            <a:custGeom>
              <a:avLst/>
              <a:gdLst/>
              <a:ahLst/>
              <a:cxnLst/>
              <a:rect l="l" t="t" r="r" b="b"/>
              <a:pathLst>
                <a:path w="3562350" h="1343025">
                  <a:moveTo>
                    <a:pt x="0" y="1343025"/>
                  </a:moveTo>
                  <a:lnTo>
                    <a:pt x="874026" y="1320545"/>
                  </a:lnTo>
                  <a:lnTo>
                    <a:pt x="929769" y="1309829"/>
                  </a:lnTo>
                  <a:lnTo>
                    <a:pt x="983875" y="1297696"/>
                  </a:lnTo>
                  <a:lnTo>
                    <a:pt x="1036344" y="1284194"/>
                  </a:lnTo>
                  <a:lnTo>
                    <a:pt x="1087176" y="1269367"/>
                  </a:lnTo>
                  <a:lnTo>
                    <a:pt x="1136369" y="1253262"/>
                  </a:lnTo>
                  <a:lnTo>
                    <a:pt x="1183925" y="1235922"/>
                  </a:lnTo>
                  <a:lnTo>
                    <a:pt x="1229842" y="1217394"/>
                  </a:lnTo>
                  <a:lnTo>
                    <a:pt x="1274120" y="1197723"/>
                  </a:lnTo>
                  <a:lnTo>
                    <a:pt x="1316759" y="1176955"/>
                  </a:lnTo>
                  <a:lnTo>
                    <a:pt x="1357758" y="1155135"/>
                  </a:lnTo>
                  <a:lnTo>
                    <a:pt x="1397117" y="1132308"/>
                  </a:lnTo>
                  <a:lnTo>
                    <a:pt x="1434836" y="1108521"/>
                  </a:lnTo>
                  <a:lnTo>
                    <a:pt x="1470914" y="1083818"/>
                  </a:lnTo>
                  <a:lnTo>
                    <a:pt x="1510917" y="1053016"/>
                  </a:lnTo>
                  <a:lnTo>
                    <a:pt x="1547800" y="1020181"/>
                  </a:lnTo>
                  <a:lnTo>
                    <a:pt x="1581873" y="985518"/>
                  </a:lnTo>
                  <a:lnTo>
                    <a:pt x="1613449" y="949228"/>
                  </a:lnTo>
                  <a:lnTo>
                    <a:pt x="1642838" y="911516"/>
                  </a:lnTo>
                  <a:lnTo>
                    <a:pt x="1670352" y="872585"/>
                  </a:lnTo>
                  <a:lnTo>
                    <a:pt x="1696303" y="832637"/>
                  </a:lnTo>
                  <a:lnTo>
                    <a:pt x="1721001" y="791877"/>
                  </a:lnTo>
                  <a:lnTo>
                    <a:pt x="1744759" y="750506"/>
                  </a:lnTo>
                  <a:lnTo>
                    <a:pt x="1767888" y="708730"/>
                  </a:lnTo>
                  <a:lnTo>
                    <a:pt x="1790700" y="666750"/>
                  </a:lnTo>
                </a:path>
                <a:path w="3562350" h="1343025">
                  <a:moveTo>
                    <a:pt x="3562350" y="0"/>
                  </a:moveTo>
                  <a:lnTo>
                    <a:pt x="2692908" y="23495"/>
                  </a:lnTo>
                  <a:lnTo>
                    <a:pt x="2637453" y="34653"/>
                  </a:lnTo>
                  <a:lnTo>
                    <a:pt x="2583630" y="47288"/>
                  </a:lnTo>
                  <a:lnTo>
                    <a:pt x="2531439" y="61351"/>
                  </a:lnTo>
                  <a:lnTo>
                    <a:pt x="2480878" y="76797"/>
                  </a:lnTo>
                  <a:lnTo>
                    <a:pt x="2431949" y="93576"/>
                  </a:lnTo>
                  <a:lnTo>
                    <a:pt x="2384650" y="111641"/>
                  </a:lnTo>
                  <a:lnTo>
                    <a:pt x="2338982" y="130946"/>
                  </a:lnTo>
                  <a:lnTo>
                    <a:pt x="2294943" y="151442"/>
                  </a:lnTo>
                  <a:lnTo>
                    <a:pt x="2252533" y="173081"/>
                  </a:lnTo>
                  <a:lnTo>
                    <a:pt x="2211753" y="195817"/>
                  </a:lnTo>
                  <a:lnTo>
                    <a:pt x="2172601" y="219602"/>
                  </a:lnTo>
                  <a:lnTo>
                    <a:pt x="2135078" y="244388"/>
                  </a:lnTo>
                  <a:lnTo>
                    <a:pt x="2099183" y="270128"/>
                  </a:lnTo>
                  <a:lnTo>
                    <a:pt x="2059412" y="302255"/>
                  </a:lnTo>
                  <a:lnTo>
                    <a:pt x="2022745" y="336493"/>
                  </a:lnTo>
                  <a:lnTo>
                    <a:pt x="1988871" y="372634"/>
                  </a:lnTo>
                  <a:lnTo>
                    <a:pt x="1957478" y="410464"/>
                  </a:lnTo>
                  <a:lnTo>
                    <a:pt x="1928258" y="449772"/>
                  </a:lnTo>
                  <a:lnTo>
                    <a:pt x="1900900" y="490349"/>
                  </a:lnTo>
                  <a:lnTo>
                    <a:pt x="1875093" y="531981"/>
                  </a:lnTo>
                  <a:lnTo>
                    <a:pt x="1850527" y="574459"/>
                  </a:lnTo>
                  <a:lnTo>
                    <a:pt x="1826893" y="617570"/>
                  </a:lnTo>
                  <a:lnTo>
                    <a:pt x="1803878" y="661104"/>
                  </a:lnTo>
                  <a:lnTo>
                    <a:pt x="1781175" y="70485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2095500" y="1228725"/>
              <a:ext cx="1800225" cy="0"/>
            </a:xfrm>
            <a:custGeom>
              <a:avLst/>
              <a:gdLst/>
              <a:ahLst/>
              <a:cxnLst/>
              <a:rect l="l" t="t" r="r" b="b"/>
              <a:pathLst>
                <a:path w="1800225" h="0">
                  <a:moveTo>
                    <a:pt x="179997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60578" y="1074038"/>
              <a:ext cx="3385185" cy="1472565"/>
            </a:xfrm>
            <a:custGeom>
              <a:avLst/>
              <a:gdLst/>
              <a:ahLst/>
              <a:cxnLst/>
              <a:rect l="l" t="t" r="r" b="b"/>
              <a:pathLst>
                <a:path w="3385185" h="1472564">
                  <a:moveTo>
                    <a:pt x="5816" y="1458087"/>
                  </a:moveTo>
                  <a:lnTo>
                    <a:pt x="5080" y="1458607"/>
                  </a:lnTo>
                  <a:lnTo>
                    <a:pt x="5410" y="1458468"/>
                  </a:lnTo>
                  <a:lnTo>
                    <a:pt x="5816" y="1458087"/>
                  </a:lnTo>
                  <a:close/>
                </a:path>
                <a:path w="3385185" h="1472564">
                  <a:moveTo>
                    <a:pt x="262851" y="1415034"/>
                  </a:moveTo>
                  <a:lnTo>
                    <a:pt x="261658" y="1414272"/>
                  </a:lnTo>
                  <a:lnTo>
                    <a:pt x="261493" y="1414272"/>
                  </a:lnTo>
                  <a:lnTo>
                    <a:pt x="262851" y="1415034"/>
                  </a:lnTo>
                  <a:close/>
                </a:path>
                <a:path w="3385185" h="1472564">
                  <a:moveTo>
                    <a:pt x="620115" y="1424825"/>
                  </a:moveTo>
                  <a:lnTo>
                    <a:pt x="619455" y="1422273"/>
                  </a:lnTo>
                  <a:lnTo>
                    <a:pt x="619366" y="1421892"/>
                  </a:lnTo>
                  <a:lnTo>
                    <a:pt x="619264" y="1421511"/>
                  </a:lnTo>
                  <a:lnTo>
                    <a:pt x="619163" y="1421130"/>
                  </a:lnTo>
                  <a:lnTo>
                    <a:pt x="619061" y="1420749"/>
                  </a:lnTo>
                  <a:lnTo>
                    <a:pt x="618998" y="1420507"/>
                  </a:lnTo>
                  <a:lnTo>
                    <a:pt x="618896" y="1420126"/>
                  </a:lnTo>
                  <a:lnTo>
                    <a:pt x="618832" y="1419860"/>
                  </a:lnTo>
                  <a:lnTo>
                    <a:pt x="618731" y="1419479"/>
                  </a:lnTo>
                  <a:lnTo>
                    <a:pt x="618629" y="1419085"/>
                  </a:lnTo>
                  <a:lnTo>
                    <a:pt x="618578" y="1418856"/>
                  </a:lnTo>
                  <a:lnTo>
                    <a:pt x="618578" y="1422793"/>
                  </a:lnTo>
                  <a:lnTo>
                    <a:pt x="618502" y="1422273"/>
                  </a:lnTo>
                  <a:lnTo>
                    <a:pt x="618413" y="1421701"/>
                  </a:lnTo>
                  <a:lnTo>
                    <a:pt x="617702" y="1420647"/>
                  </a:lnTo>
                  <a:lnTo>
                    <a:pt x="617702" y="1427264"/>
                  </a:lnTo>
                  <a:lnTo>
                    <a:pt x="617613" y="1427505"/>
                  </a:lnTo>
                  <a:lnTo>
                    <a:pt x="617486" y="1427861"/>
                  </a:lnTo>
                  <a:lnTo>
                    <a:pt x="617613" y="1427505"/>
                  </a:lnTo>
                  <a:lnTo>
                    <a:pt x="617613" y="1427264"/>
                  </a:lnTo>
                  <a:lnTo>
                    <a:pt x="617283" y="1427264"/>
                  </a:lnTo>
                  <a:lnTo>
                    <a:pt x="617093" y="1427264"/>
                  </a:lnTo>
                  <a:lnTo>
                    <a:pt x="617194" y="1427861"/>
                  </a:lnTo>
                  <a:lnTo>
                    <a:pt x="617283" y="1428381"/>
                  </a:lnTo>
                  <a:lnTo>
                    <a:pt x="617397" y="1429931"/>
                  </a:lnTo>
                  <a:lnTo>
                    <a:pt x="617207" y="1429931"/>
                  </a:lnTo>
                  <a:lnTo>
                    <a:pt x="617093" y="1427264"/>
                  </a:lnTo>
                  <a:lnTo>
                    <a:pt x="616966" y="1426552"/>
                  </a:lnTo>
                  <a:lnTo>
                    <a:pt x="617067" y="1426781"/>
                  </a:lnTo>
                  <a:lnTo>
                    <a:pt x="616940" y="1426413"/>
                  </a:lnTo>
                  <a:lnTo>
                    <a:pt x="616915" y="1426273"/>
                  </a:lnTo>
                  <a:lnTo>
                    <a:pt x="617054" y="1426451"/>
                  </a:lnTo>
                  <a:lnTo>
                    <a:pt x="617702" y="1427264"/>
                  </a:lnTo>
                  <a:lnTo>
                    <a:pt x="617702" y="1420647"/>
                  </a:lnTo>
                  <a:lnTo>
                    <a:pt x="617181" y="1419860"/>
                  </a:lnTo>
                  <a:lnTo>
                    <a:pt x="617194" y="1422793"/>
                  </a:lnTo>
                  <a:lnTo>
                    <a:pt x="617156" y="1419860"/>
                  </a:lnTo>
                  <a:lnTo>
                    <a:pt x="618299" y="1421511"/>
                  </a:lnTo>
                  <a:lnTo>
                    <a:pt x="618248" y="1420507"/>
                  </a:lnTo>
                  <a:lnTo>
                    <a:pt x="618312" y="1420964"/>
                  </a:lnTo>
                  <a:lnTo>
                    <a:pt x="618413" y="1421701"/>
                  </a:lnTo>
                  <a:lnTo>
                    <a:pt x="618553" y="1421904"/>
                  </a:lnTo>
                  <a:lnTo>
                    <a:pt x="618578" y="1422793"/>
                  </a:lnTo>
                  <a:lnTo>
                    <a:pt x="618578" y="1418856"/>
                  </a:lnTo>
                  <a:lnTo>
                    <a:pt x="616902" y="1417840"/>
                  </a:lnTo>
                  <a:lnTo>
                    <a:pt x="616902" y="1422704"/>
                  </a:lnTo>
                  <a:lnTo>
                    <a:pt x="616800" y="1426070"/>
                  </a:lnTo>
                  <a:lnTo>
                    <a:pt x="616508" y="1426210"/>
                  </a:lnTo>
                  <a:lnTo>
                    <a:pt x="616610" y="1425968"/>
                  </a:lnTo>
                  <a:lnTo>
                    <a:pt x="616788" y="1425968"/>
                  </a:lnTo>
                  <a:lnTo>
                    <a:pt x="614057" y="1418336"/>
                  </a:lnTo>
                  <a:lnTo>
                    <a:pt x="613943" y="1418018"/>
                  </a:lnTo>
                  <a:lnTo>
                    <a:pt x="614146" y="1418348"/>
                  </a:lnTo>
                  <a:lnTo>
                    <a:pt x="614248" y="1418856"/>
                  </a:lnTo>
                  <a:lnTo>
                    <a:pt x="616788" y="1425968"/>
                  </a:lnTo>
                  <a:lnTo>
                    <a:pt x="616800" y="1422603"/>
                  </a:lnTo>
                  <a:lnTo>
                    <a:pt x="616635" y="1422273"/>
                  </a:lnTo>
                  <a:lnTo>
                    <a:pt x="616902" y="1422704"/>
                  </a:lnTo>
                  <a:lnTo>
                    <a:pt x="616902" y="1417840"/>
                  </a:lnTo>
                  <a:lnTo>
                    <a:pt x="616267" y="1417447"/>
                  </a:lnTo>
                  <a:lnTo>
                    <a:pt x="615911" y="1416888"/>
                  </a:lnTo>
                  <a:lnTo>
                    <a:pt x="615911" y="1417421"/>
                  </a:lnTo>
                  <a:lnTo>
                    <a:pt x="615784" y="1417193"/>
                  </a:lnTo>
                  <a:lnTo>
                    <a:pt x="615556" y="1417015"/>
                  </a:lnTo>
                  <a:lnTo>
                    <a:pt x="613765" y="1415923"/>
                  </a:lnTo>
                  <a:lnTo>
                    <a:pt x="615226" y="1416812"/>
                  </a:lnTo>
                  <a:lnTo>
                    <a:pt x="614832" y="1416443"/>
                  </a:lnTo>
                  <a:lnTo>
                    <a:pt x="615556" y="1417015"/>
                  </a:lnTo>
                  <a:lnTo>
                    <a:pt x="615848" y="1417193"/>
                  </a:lnTo>
                  <a:lnTo>
                    <a:pt x="615911" y="1417421"/>
                  </a:lnTo>
                  <a:lnTo>
                    <a:pt x="615911" y="1416888"/>
                  </a:lnTo>
                  <a:lnTo>
                    <a:pt x="614908" y="1415300"/>
                  </a:lnTo>
                  <a:lnTo>
                    <a:pt x="613727" y="1414716"/>
                  </a:lnTo>
                  <a:lnTo>
                    <a:pt x="613727" y="1417637"/>
                  </a:lnTo>
                  <a:lnTo>
                    <a:pt x="612940" y="1416443"/>
                  </a:lnTo>
                  <a:lnTo>
                    <a:pt x="613587" y="1417447"/>
                  </a:lnTo>
                  <a:lnTo>
                    <a:pt x="613664" y="1417574"/>
                  </a:lnTo>
                  <a:lnTo>
                    <a:pt x="613587" y="1417015"/>
                  </a:lnTo>
                  <a:lnTo>
                    <a:pt x="613651" y="1417193"/>
                  </a:lnTo>
                  <a:lnTo>
                    <a:pt x="613727" y="1417637"/>
                  </a:lnTo>
                  <a:lnTo>
                    <a:pt x="613727" y="1414716"/>
                  </a:lnTo>
                  <a:lnTo>
                    <a:pt x="611568" y="1413624"/>
                  </a:lnTo>
                  <a:lnTo>
                    <a:pt x="611568" y="1414272"/>
                  </a:lnTo>
                  <a:lnTo>
                    <a:pt x="603491" y="1414272"/>
                  </a:lnTo>
                  <a:lnTo>
                    <a:pt x="603491" y="1431645"/>
                  </a:lnTo>
                  <a:lnTo>
                    <a:pt x="603415" y="1431404"/>
                  </a:lnTo>
                  <a:lnTo>
                    <a:pt x="603491" y="1431645"/>
                  </a:lnTo>
                  <a:lnTo>
                    <a:pt x="603491" y="1414272"/>
                  </a:lnTo>
                  <a:lnTo>
                    <a:pt x="603250" y="1414272"/>
                  </a:lnTo>
                  <a:lnTo>
                    <a:pt x="603250" y="1430769"/>
                  </a:lnTo>
                  <a:lnTo>
                    <a:pt x="603135" y="1430515"/>
                  </a:lnTo>
                  <a:lnTo>
                    <a:pt x="603097" y="1433068"/>
                  </a:lnTo>
                  <a:lnTo>
                    <a:pt x="603059" y="1433690"/>
                  </a:lnTo>
                  <a:lnTo>
                    <a:pt x="603059" y="1433068"/>
                  </a:lnTo>
                  <a:lnTo>
                    <a:pt x="602526" y="1432585"/>
                  </a:lnTo>
                  <a:lnTo>
                    <a:pt x="602526" y="1433068"/>
                  </a:lnTo>
                  <a:lnTo>
                    <a:pt x="602056" y="1432839"/>
                  </a:lnTo>
                  <a:lnTo>
                    <a:pt x="601268" y="1432420"/>
                  </a:lnTo>
                  <a:lnTo>
                    <a:pt x="601103" y="1432217"/>
                  </a:lnTo>
                  <a:lnTo>
                    <a:pt x="601357" y="1432420"/>
                  </a:lnTo>
                  <a:lnTo>
                    <a:pt x="602030" y="1432801"/>
                  </a:lnTo>
                  <a:lnTo>
                    <a:pt x="602526" y="1433068"/>
                  </a:lnTo>
                  <a:lnTo>
                    <a:pt x="602526" y="1432585"/>
                  </a:lnTo>
                  <a:lnTo>
                    <a:pt x="602348" y="1432420"/>
                  </a:lnTo>
                  <a:lnTo>
                    <a:pt x="603097" y="1433068"/>
                  </a:lnTo>
                  <a:lnTo>
                    <a:pt x="603059" y="1431645"/>
                  </a:lnTo>
                  <a:lnTo>
                    <a:pt x="603059" y="1429004"/>
                  </a:lnTo>
                  <a:lnTo>
                    <a:pt x="603072" y="1429143"/>
                  </a:lnTo>
                  <a:lnTo>
                    <a:pt x="603199" y="1429931"/>
                  </a:lnTo>
                  <a:lnTo>
                    <a:pt x="603250" y="1430769"/>
                  </a:lnTo>
                  <a:lnTo>
                    <a:pt x="603250" y="1414272"/>
                  </a:lnTo>
                  <a:lnTo>
                    <a:pt x="601776" y="1414272"/>
                  </a:lnTo>
                  <a:lnTo>
                    <a:pt x="601776" y="1432420"/>
                  </a:lnTo>
                  <a:lnTo>
                    <a:pt x="601459" y="1432420"/>
                  </a:lnTo>
                  <a:lnTo>
                    <a:pt x="601027" y="1432128"/>
                  </a:lnTo>
                  <a:lnTo>
                    <a:pt x="600900" y="1431937"/>
                  </a:lnTo>
                  <a:lnTo>
                    <a:pt x="601459" y="1431937"/>
                  </a:lnTo>
                  <a:lnTo>
                    <a:pt x="601776" y="1432420"/>
                  </a:lnTo>
                  <a:lnTo>
                    <a:pt x="601776" y="1414272"/>
                  </a:lnTo>
                  <a:lnTo>
                    <a:pt x="600646" y="1414272"/>
                  </a:lnTo>
                  <a:lnTo>
                    <a:pt x="600646" y="1430655"/>
                  </a:lnTo>
                  <a:lnTo>
                    <a:pt x="599097" y="1428000"/>
                  </a:lnTo>
                  <a:lnTo>
                    <a:pt x="600570" y="1430515"/>
                  </a:lnTo>
                  <a:lnTo>
                    <a:pt x="600646" y="1430655"/>
                  </a:lnTo>
                  <a:lnTo>
                    <a:pt x="600646" y="1414272"/>
                  </a:lnTo>
                  <a:lnTo>
                    <a:pt x="598208" y="1414272"/>
                  </a:lnTo>
                  <a:lnTo>
                    <a:pt x="598208" y="1428623"/>
                  </a:lnTo>
                  <a:lnTo>
                    <a:pt x="598119" y="1428381"/>
                  </a:lnTo>
                  <a:lnTo>
                    <a:pt x="598068" y="1428242"/>
                  </a:lnTo>
                  <a:lnTo>
                    <a:pt x="597979" y="1428000"/>
                  </a:lnTo>
                  <a:lnTo>
                    <a:pt x="597941" y="1427861"/>
                  </a:lnTo>
                  <a:lnTo>
                    <a:pt x="598093" y="1428000"/>
                  </a:lnTo>
                  <a:lnTo>
                    <a:pt x="598208" y="1428623"/>
                  </a:lnTo>
                  <a:lnTo>
                    <a:pt x="598208" y="1414272"/>
                  </a:lnTo>
                  <a:lnTo>
                    <a:pt x="266268" y="1414272"/>
                  </a:lnTo>
                  <a:lnTo>
                    <a:pt x="266268" y="1416710"/>
                  </a:lnTo>
                  <a:lnTo>
                    <a:pt x="265595" y="1416304"/>
                  </a:lnTo>
                  <a:lnTo>
                    <a:pt x="265861" y="1416443"/>
                  </a:lnTo>
                  <a:lnTo>
                    <a:pt x="266268" y="1416710"/>
                  </a:lnTo>
                  <a:lnTo>
                    <a:pt x="266268" y="1414272"/>
                  </a:lnTo>
                  <a:lnTo>
                    <a:pt x="261899" y="1414272"/>
                  </a:lnTo>
                  <a:lnTo>
                    <a:pt x="261581" y="1414018"/>
                  </a:lnTo>
                  <a:lnTo>
                    <a:pt x="611416" y="1414018"/>
                  </a:lnTo>
                  <a:lnTo>
                    <a:pt x="611568" y="1414272"/>
                  </a:lnTo>
                  <a:lnTo>
                    <a:pt x="611568" y="1413624"/>
                  </a:lnTo>
                  <a:lnTo>
                    <a:pt x="611352" y="1413510"/>
                  </a:lnTo>
                  <a:lnTo>
                    <a:pt x="610628" y="1413129"/>
                  </a:lnTo>
                  <a:lnTo>
                    <a:pt x="609917" y="1412748"/>
                  </a:lnTo>
                  <a:lnTo>
                    <a:pt x="609777" y="1412748"/>
                  </a:lnTo>
                  <a:lnTo>
                    <a:pt x="608596" y="1412125"/>
                  </a:lnTo>
                  <a:lnTo>
                    <a:pt x="606374" y="1411224"/>
                  </a:lnTo>
                  <a:lnTo>
                    <a:pt x="605675" y="1410843"/>
                  </a:lnTo>
                  <a:lnTo>
                    <a:pt x="604304" y="1410462"/>
                  </a:lnTo>
                  <a:lnTo>
                    <a:pt x="602957" y="1410017"/>
                  </a:lnTo>
                  <a:lnTo>
                    <a:pt x="597420" y="1408430"/>
                  </a:lnTo>
                  <a:lnTo>
                    <a:pt x="597979" y="1408430"/>
                  </a:lnTo>
                  <a:lnTo>
                    <a:pt x="591477" y="1407668"/>
                  </a:lnTo>
                  <a:lnTo>
                    <a:pt x="590219" y="1407668"/>
                  </a:lnTo>
                  <a:lnTo>
                    <a:pt x="576122" y="1406779"/>
                  </a:lnTo>
                  <a:lnTo>
                    <a:pt x="553986" y="1406779"/>
                  </a:lnTo>
                  <a:lnTo>
                    <a:pt x="542823" y="1406156"/>
                  </a:lnTo>
                  <a:lnTo>
                    <a:pt x="536638" y="1406156"/>
                  </a:lnTo>
                  <a:lnTo>
                    <a:pt x="526554" y="1405636"/>
                  </a:lnTo>
                  <a:lnTo>
                    <a:pt x="503758" y="1405636"/>
                  </a:lnTo>
                  <a:lnTo>
                    <a:pt x="496570" y="1406017"/>
                  </a:lnTo>
                  <a:lnTo>
                    <a:pt x="496316" y="1406017"/>
                  </a:lnTo>
                  <a:lnTo>
                    <a:pt x="487680" y="1406779"/>
                  </a:lnTo>
                  <a:lnTo>
                    <a:pt x="485381" y="1406779"/>
                  </a:lnTo>
                  <a:lnTo>
                    <a:pt x="480656" y="1407668"/>
                  </a:lnTo>
                  <a:lnTo>
                    <a:pt x="480288" y="1407668"/>
                  </a:lnTo>
                  <a:lnTo>
                    <a:pt x="474764" y="1407668"/>
                  </a:lnTo>
                  <a:lnTo>
                    <a:pt x="474764" y="1408430"/>
                  </a:lnTo>
                  <a:lnTo>
                    <a:pt x="457822" y="1410462"/>
                  </a:lnTo>
                  <a:lnTo>
                    <a:pt x="448741" y="1411706"/>
                  </a:lnTo>
                  <a:lnTo>
                    <a:pt x="443738" y="1412125"/>
                  </a:lnTo>
                  <a:lnTo>
                    <a:pt x="448614" y="1411732"/>
                  </a:lnTo>
                  <a:lnTo>
                    <a:pt x="445681" y="1412125"/>
                  </a:lnTo>
                  <a:lnTo>
                    <a:pt x="443738" y="1412125"/>
                  </a:lnTo>
                  <a:lnTo>
                    <a:pt x="431266" y="1413129"/>
                  </a:lnTo>
                  <a:lnTo>
                    <a:pt x="399364" y="1413129"/>
                  </a:lnTo>
                  <a:lnTo>
                    <a:pt x="384822" y="1412417"/>
                  </a:lnTo>
                  <a:lnTo>
                    <a:pt x="373011" y="1411224"/>
                  </a:lnTo>
                  <a:lnTo>
                    <a:pt x="372618" y="1411224"/>
                  </a:lnTo>
                  <a:lnTo>
                    <a:pt x="365658" y="1410601"/>
                  </a:lnTo>
                  <a:lnTo>
                    <a:pt x="365810" y="1410601"/>
                  </a:lnTo>
                  <a:lnTo>
                    <a:pt x="360184" y="1410017"/>
                  </a:lnTo>
                  <a:lnTo>
                    <a:pt x="351104" y="1409573"/>
                  </a:lnTo>
                  <a:lnTo>
                    <a:pt x="351459" y="1409573"/>
                  </a:lnTo>
                  <a:lnTo>
                    <a:pt x="347141" y="1409192"/>
                  </a:lnTo>
                  <a:lnTo>
                    <a:pt x="337350" y="1408430"/>
                  </a:lnTo>
                  <a:lnTo>
                    <a:pt x="474764" y="1408430"/>
                  </a:lnTo>
                  <a:lnTo>
                    <a:pt x="474764" y="1407668"/>
                  </a:lnTo>
                  <a:lnTo>
                    <a:pt x="326224" y="1407668"/>
                  </a:lnTo>
                  <a:lnTo>
                    <a:pt x="327837" y="1407820"/>
                  </a:lnTo>
                  <a:lnTo>
                    <a:pt x="325564" y="1407668"/>
                  </a:lnTo>
                  <a:lnTo>
                    <a:pt x="324459" y="1407668"/>
                  </a:lnTo>
                  <a:lnTo>
                    <a:pt x="320713" y="1407058"/>
                  </a:lnTo>
                  <a:lnTo>
                    <a:pt x="315277" y="1406156"/>
                  </a:lnTo>
                  <a:lnTo>
                    <a:pt x="314807" y="1406017"/>
                  </a:lnTo>
                  <a:lnTo>
                    <a:pt x="307352" y="1405153"/>
                  </a:lnTo>
                  <a:lnTo>
                    <a:pt x="302234" y="1404251"/>
                  </a:lnTo>
                  <a:lnTo>
                    <a:pt x="301523" y="1404251"/>
                  </a:lnTo>
                  <a:lnTo>
                    <a:pt x="294919" y="1403718"/>
                  </a:lnTo>
                  <a:lnTo>
                    <a:pt x="293611" y="1403489"/>
                  </a:lnTo>
                  <a:lnTo>
                    <a:pt x="287756" y="1402461"/>
                  </a:lnTo>
                  <a:lnTo>
                    <a:pt x="283273" y="1401699"/>
                  </a:lnTo>
                  <a:lnTo>
                    <a:pt x="283108" y="1401673"/>
                  </a:lnTo>
                  <a:lnTo>
                    <a:pt x="282917" y="1401699"/>
                  </a:lnTo>
                  <a:lnTo>
                    <a:pt x="282409" y="1401572"/>
                  </a:lnTo>
                  <a:lnTo>
                    <a:pt x="283108" y="1401699"/>
                  </a:lnTo>
                  <a:lnTo>
                    <a:pt x="282270" y="1401533"/>
                  </a:lnTo>
                  <a:lnTo>
                    <a:pt x="281762" y="1401406"/>
                  </a:lnTo>
                  <a:lnTo>
                    <a:pt x="280289" y="1401191"/>
                  </a:lnTo>
                  <a:lnTo>
                    <a:pt x="280454" y="1401191"/>
                  </a:lnTo>
                  <a:lnTo>
                    <a:pt x="281762" y="1401445"/>
                  </a:lnTo>
                  <a:lnTo>
                    <a:pt x="281000" y="1401191"/>
                  </a:lnTo>
                  <a:lnTo>
                    <a:pt x="280035" y="1400937"/>
                  </a:lnTo>
                  <a:lnTo>
                    <a:pt x="279908" y="1400937"/>
                  </a:lnTo>
                  <a:lnTo>
                    <a:pt x="277507" y="1400340"/>
                  </a:lnTo>
                  <a:lnTo>
                    <a:pt x="277507" y="1400822"/>
                  </a:lnTo>
                  <a:lnTo>
                    <a:pt x="276910" y="1400568"/>
                  </a:lnTo>
                  <a:lnTo>
                    <a:pt x="277495" y="1400810"/>
                  </a:lnTo>
                  <a:lnTo>
                    <a:pt x="277507" y="1400340"/>
                  </a:lnTo>
                  <a:lnTo>
                    <a:pt x="276453" y="1400073"/>
                  </a:lnTo>
                  <a:lnTo>
                    <a:pt x="275615" y="1399667"/>
                  </a:lnTo>
                  <a:lnTo>
                    <a:pt x="275437" y="1399590"/>
                  </a:lnTo>
                  <a:lnTo>
                    <a:pt x="275437" y="1400568"/>
                  </a:lnTo>
                  <a:lnTo>
                    <a:pt x="272173" y="1398600"/>
                  </a:lnTo>
                  <a:lnTo>
                    <a:pt x="275221" y="1400429"/>
                  </a:lnTo>
                  <a:lnTo>
                    <a:pt x="274967" y="1400073"/>
                  </a:lnTo>
                  <a:lnTo>
                    <a:pt x="275310" y="1400429"/>
                  </a:lnTo>
                  <a:lnTo>
                    <a:pt x="275437" y="1400568"/>
                  </a:lnTo>
                  <a:lnTo>
                    <a:pt x="275437" y="1399590"/>
                  </a:lnTo>
                  <a:lnTo>
                    <a:pt x="273723" y="1398778"/>
                  </a:lnTo>
                  <a:lnTo>
                    <a:pt x="273113" y="1398600"/>
                  </a:lnTo>
                  <a:lnTo>
                    <a:pt x="272681" y="1398270"/>
                  </a:lnTo>
                  <a:lnTo>
                    <a:pt x="272249" y="1398016"/>
                  </a:lnTo>
                  <a:lnTo>
                    <a:pt x="271056" y="1397254"/>
                  </a:lnTo>
                  <a:lnTo>
                    <a:pt x="270573" y="1397012"/>
                  </a:lnTo>
                  <a:lnTo>
                    <a:pt x="270243" y="1396809"/>
                  </a:lnTo>
                  <a:lnTo>
                    <a:pt x="270243" y="1396974"/>
                  </a:lnTo>
                  <a:lnTo>
                    <a:pt x="269786" y="1396631"/>
                  </a:lnTo>
                  <a:lnTo>
                    <a:pt x="269621" y="1396492"/>
                  </a:lnTo>
                  <a:lnTo>
                    <a:pt x="269849" y="1396631"/>
                  </a:lnTo>
                  <a:lnTo>
                    <a:pt x="270243" y="1396974"/>
                  </a:lnTo>
                  <a:lnTo>
                    <a:pt x="270243" y="1396809"/>
                  </a:lnTo>
                  <a:lnTo>
                    <a:pt x="269786" y="1396492"/>
                  </a:lnTo>
                  <a:lnTo>
                    <a:pt x="268973" y="1396009"/>
                  </a:lnTo>
                  <a:lnTo>
                    <a:pt x="268973" y="1396631"/>
                  </a:lnTo>
                  <a:lnTo>
                    <a:pt x="268084" y="1396111"/>
                  </a:lnTo>
                  <a:lnTo>
                    <a:pt x="268744" y="1396492"/>
                  </a:lnTo>
                  <a:lnTo>
                    <a:pt x="268478" y="1396111"/>
                  </a:lnTo>
                  <a:lnTo>
                    <a:pt x="268846" y="1396492"/>
                  </a:lnTo>
                  <a:lnTo>
                    <a:pt x="268973" y="1396631"/>
                  </a:lnTo>
                  <a:lnTo>
                    <a:pt x="268973" y="1396009"/>
                  </a:lnTo>
                  <a:lnTo>
                    <a:pt x="267296" y="1394993"/>
                  </a:lnTo>
                  <a:lnTo>
                    <a:pt x="266877" y="1394587"/>
                  </a:lnTo>
                  <a:lnTo>
                    <a:pt x="265988" y="1393698"/>
                  </a:lnTo>
                  <a:lnTo>
                    <a:pt x="265074" y="1393317"/>
                  </a:lnTo>
                  <a:lnTo>
                    <a:pt x="264439" y="1393050"/>
                  </a:lnTo>
                  <a:lnTo>
                    <a:pt x="264439" y="1407883"/>
                  </a:lnTo>
                  <a:lnTo>
                    <a:pt x="264248" y="1408430"/>
                  </a:lnTo>
                  <a:lnTo>
                    <a:pt x="264337" y="1408303"/>
                  </a:lnTo>
                  <a:lnTo>
                    <a:pt x="264261" y="1408430"/>
                  </a:lnTo>
                  <a:lnTo>
                    <a:pt x="263982" y="1408811"/>
                  </a:lnTo>
                  <a:lnTo>
                    <a:pt x="263613" y="1409382"/>
                  </a:lnTo>
                  <a:lnTo>
                    <a:pt x="263499" y="1409573"/>
                  </a:lnTo>
                  <a:lnTo>
                    <a:pt x="263232" y="1410017"/>
                  </a:lnTo>
                  <a:lnTo>
                    <a:pt x="262801" y="1410462"/>
                  </a:lnTo>
                  <a:lnTo>
                    <a:pt x="263131" y="1410017"/>
                  </a:lnTo>
                  <a:lnTo>
                    <a:pt x="263436" y="1409573"/>
                  </a:lnTo>
                  <a:lnTo>
                    <a:pt x="263563" y="1409407"/>
                  </a:lnTo>
                  <a:lnTo>
                    <a:pt x="263982" y="1408811"/>
                  </a:lnTo>
                  <a:lnTo>
                    <a:pt x="264210" y="1408430"/>
                  </a:lnTo>
                  <a:lnTo>
                    <a:pt x="264439" y="1407883"/>
                  </a:lnTo>
                  <a:lnTo>
                    <a:pt x="264439" y="1393050"/>
                  </a:lnTo>
                  <a:lnTo>
                    <a:pt x="263867" y="1392809"/>
                  </a:lnTo>
                  <a:lnTo>
                    <a:pt x="257733" y="1392809"/>
                  </a:lnTo>
                  <a:lnTo>
                    <a:pt x="256070" y="1393075"/>
                  </a:lnTo>
                  <a:lnTo>
                    <a:pt x="257619" y="1392809"/>
                  </a:lnTo>
                  <a:lnTo>
                    <a:pt x="256908" y="1392809"/>
                  </a:lnTo>
                  <a:lnTo>
                    <a:pt x="254520" y="1393075"/>
                  </a:lnTo>
                  <a:lnTo>
                    <a:pt x="252272" y="1394079"/>
                  </a:lnTo>
                  <a:lnTo>
                    <a:pt x="251345" y="1394993"/>
                  </a:lnTo>
                  <a:lnTo>
                    <a:pt x="250050" y="1395730"/>
                  </a:lnTo>
                  <a:lnTo>
                    <a:pt x="248742" y="1397012"/>
                  </a:lnTo>
                  <a:lnTo>
                    <a:pt x="247650" y="1399286"/>
                  </a:lnTo>
                  <a:lnTo>
                    <a:pt x="248107" y="1398778"/>
                  </a:lnTo>
                  <a:lnTo>
                    <a:pt x="248856" y="1397635"/>
                  </a:lnTo>
                  <a:lnTo>
                    <a:pt x="249212" y="1397254"/>
                  </a:lnTo>
                  <a:lnTo>
                    <a:pt x="248234" y="1398600"/>
                  </a:lnTo>
                  <a:lnTo>
                    <a:pt x="248107" y="1398778"/>
                  </a:lnTo>
                  <a:lnTo>
                    <a:pt x="247789" y="1399286"/>
                  </a:lnTo>
                  <a:lnTo>
                    <a:pt x="248450" y="1398600"/>
                  </a:lnTo>
                  <a:lnTo>
                    <a:pt x="248361" y="1398778"/>
                  </a:lnTo>
                  <a:lnTo>
                    <a:pt x="247789" y="1399286"/>
                  </a:lnTo>
                  <a:lnTo>
                    <a:pt x="247281" y="1400073"/>
                  </a:lnTo>
                  <a:lnTo>
                    <a:pt x="246926" y="1400429"/>
                  </a:lnTo>
                  <a:lnTo>
                    <a:pt x="246494" y="1400937"/>
                  </a:lnTo>
                  <a:lnTo>
                    <a:pt x="246722" y="1400937"/>
                  </a:lnTo>
                  <a:lnTo>
                    <a:pt x="246354" y="1401191"/>
                  </a:lnTo>
                  <a:lnTo>
                    <a:pt x="245783" y="1401699"/>
                  </a:lnTo>
                  <a:lnTo>
                    <a:pt x="245122" y="1402461"/>
                  </a:lnTo>
                  <a:lnTo>
                    <a:pt x="243141" y="1405153"/>
                  </a:lnTo>
                  <a:lnTo>
                    <a:pt x="242189" y="1406398"/>
                  </a:lnTo>
                  <a:lnTo>
                    <a:pt x="241173" y="1407668"/>
                  </a:lnTo>
                  <a:lnTo>
                    <a:pt x="264426" y="1407668"/>
                  </a:lnTo>
                  <a:lnTo>
                    <a:pt x="263944" y="1408430"/>
                  </a:lnTo>
                  <a:lnTo>
                    <a:pt x="263474" y="1408811"/>
                  </a:lnTo>
                  <a:lnTo>
                    <a:pt x="263855" y="1408430"/>
                  </a:lnTo>
                  <a:lnTo>
                    <a:pt x="263461" y="1408430"/>
                  </a:lnTo>
                  <a:lnTo>
                    <a:pt x="263461" y="1409192"/>
                  </a:lnTo>
                  <a:lnTo>
                    <a:pt x="263245" y="1409522"/>
                  </a:lnTo>
                  <a:lnTo>
                    <a:pt x="262788" y="1409712"/>
                  </a:lnTo>
                  <a:lnTo>
                    <a:pt x="263118" y="1409573"/>
                  </a:lnTo>
                  <a:lnTo>
                    <a:pt x="263461" y="1409192"/>
                  </a:lnTo>
                  <a:lnTo>
                    <a:pt x="263461" y="1408430"/>
                  </a:lnTo>
                  <a:lnTo>
                    <a:pt x="262712" y="1408430"/>
                  </a:lnTo>
                  <a:lnTo>
                    <a:pt x="262712" y="1410601"/>
                  </a:lnTo>
                  <a:lnTo>
                    <a:pt x="262458" y="1410843"/>
                  </a:lnTo>
                  <a:lnTo>
                    <a:pt x="262712" y="1410601"/>
                  </a:lnTo>
                  <a:lnTo>
                    <a:pt x="262712" y="1408430"/>
                  </a:lnTo>
                  <a:lnTo>
                    <a:pt x="262420" y="1408430"/>
                  </a:lnTo>
                  <a:lnTo>
                    <a:pt x="262420" y="1409852"/>
                  </a:lnTo>
                  <a:lnTo>
                    <a:pt x="262420" y="1408430"/>
                  </a:lnTo>
                  <a:lnTo>
                    <a:pt x="261861" y="1408430"/>
                  </a:lnTo>
                  <a:lnTo>
                    <a:pt x="261861" y="1412125"/>
                  </a:lnTo>
                  <a:lnTo>
                    <a:pt x="261378" y="1412748"/>
                  </a:lnTo>
                  <a:lnTo>
                    <a:pt x="261569" y="1412417"/>
                  </a:lnTo>
                  <a:lnTo>
                    <a:pt x="261835" y="1412125"/>
                  </a:lnTo>
                  <a:lnTo>
                    <a:pt x="261861" y="1408430"/>
                  </a:lnTo>
                  <a:lnTo>
                    <a:pt x="258927" y="1408430"/>
                  </a:lnTo>
                  <a:lnTo>
                    <a:pt x="258927" y="1411224"/>
                  </a:lnTo>
                  <a:lnTo>
                    <a:pt x="258152" y="1411528"/>
                  </a:lnTo>
                  <a:lnTo>
                    <a:pt x="257886" y="1411630"/>
                  </a:lnTo>
                  <a:lnTo>
                    <a:pt x="257505" y="1411770"/>
                  </a:lnTo>
                  <a:lnTo>
                    <a:pt x="257873" y="1411617"/>
                  </a:lnTo>
                  <a:lnTo>
                    <a:pt x="258127" y="1411516"/>
                  </a:lnTo>
                  <a:lnTo>
                    <a:pt x="258864" y="1411224"/>
                  </a:lnTo>
                  <a:lnTo>
                    <a:pt x="258013" y="1410843"/>
                  </a:lnTo>
                  <a:lnTo>
                    <a:pt x="258927" y="1411224"/>
                  </a:lnTo>
                  <a:lnTo>
                    <a:pt x="258927" y="1408430"/>
                  </a:lnTo>
                  <a:lnTo>
                    <a:pt x="240576" y="1408430"/>
                  </a:lnTo>
                  <a:lnTo>
                    <a:pt x="239687" y="1409573"/>
                  </a:lnTo>
                  <a:lnTo>
                    <a:pt x="237832" y="1412125"/>
                  </a:lnTo>
                  <a:lnTo>
                    <a:pt x="236651" y="1414018"/>
                  </a:lnTo>
                  <a:lnTo>
                    <a:pt x="236448" y="1414272"/>
                  </a:lnTo>
                  <a:lnTo>
                    <a:pt x="235953" y="1415034"/>
                  </a:lnTo>
                  <a:lnTo>
                    <a:pt x="233908" y="1418018"/>
                  </a:lnTo>
                  <a:lnTo>
                    <a:pt x="231762" y="1420825"/>
                  </a:lnTo>
                  <a:lnTo>
                    <a:pt x="231762" y="1421511"/>
                  </a:lnTo>
                  <a:lnTo>
                    <a:pt x="231406" y="1421892"/>
                  </a:lnTo>
                  <a:lnTo>
                    <a:pt x="230873" y="1422273"/>
                  </a:lnTo>
                  <a:lnTo>
                    <a:pt x="231736" y="1421511"/>
                  </a:lnTo>
                  <a:lnTo>
                    <a:pt x="231762" y="1420825"/>
                  </a:lnTo>
                  <a:lnTo>
                    <a:pt x="231648" y="1420964"/>
                  </a:lnTo>
                  <a:lnTo>
                    <a:pt x="230466" y="1422641"/>
                  </a:lnTo>
                  <a:lnTo>
                    <a:pt x="230301" y="1422793"/>
                  </a:lnTo>
                  <a:lnTo>
                    <a:pt x="225640" y="1422793"/>
                  </a:lnTo>
                  <a:lnTo>
                    <a:pt x="223431" y="1422412"/>
                  </a:lnTo>
                  <a:lnTo>
                    <a:pt x="222656" y="1422527"/>
                  </a:lnTo>
                  <a:lnTo>
                    <a:pt x="219214" y="1421892"/>
                  </a:lnTo>
                  <a:lnTo>
                    <a:pt x="217678" y="1421701"/>
                  </a:lnTo>
                  <a:lnTo>
                    <a:pt x="216331" y="1421511"/>
                  </a:lnTo>
                  <a:lnTo>
                    <a:pt x="216738" y="1421663"/>
                  </a:lnTo>
                  <a:lnTo>
                    <a:pt x="213842" y="1421130"/>
                  </a:lnTo>
                  <a:lnTo>
                    <a:pt x="212864" y="1420964"/>
                  </a:lnTo>
                  <a:lnTo>
                    <a:pt x="213487" y="1421130"/>
                  </a:lnTo>
                  <a:lnTo>
                    <a:pt x="212750" y="1420964"/>
                  </a:lnTo>
                  <a:lnTo>
                    <a:pt x="212128" y="1420749"/>
                  </a:lnTo>
                  <a:lnTo>
                    <a:pt x="209867" y="1420126"/>
                  </a:lnTo>
                  <a:lnTo>
                    <a:pt x="203276" y="1418336"/>
                  </a:lnTo>
                  <a:lnTo>
                    <a:pt x="203479" y="1418336"/>
                  </a:lnTo>
                  <a:lnTo>
                    <a:pt x="199021" y="1417015"/>
                  </a:lnTo>
                  <a:lnTo>
                    <a:pt x="198450" y="1416812"/>
                  </a:lnTo>
                  <a:lnTo>
                    <a:pt x="191617" y="1415034"/>
                  </a:lnTo>
                  <a:lnTo>
                    <a:pt x="191439" y="1415034"/>
                  </a:lnTo>
                  <a:lnTo>
                    <a:pt x="190563" y="1414767"/>
                  </a:lnTo>
                  <a:lnTo>
                    <a:pt x="190360" y="1414703"/>
                  </a:lnTo>
                  <a:lnTo>
                    <a:pt x="189001" y="1414272"/>
                  </a:lnTo>
                  <a:lnTo>
                    <a:pt x="188175" y="1414018"/>
                  </a:lnTo>
                  <a:lnTo>
                    <a:pt x="187960" y="1414018"/>
                  </a:lnTo>
                  <a:lnTo>
                    <a:pt x="182562" y="1412125"/>
                  </a:lnTo>
                  <a:lnTo>
                    <a:pt x="179895" y="1411224"/>
                  </a:lnTo>
                  <a:lnTo>
                    <a:pt x="177723" y="1410462"/>
                  </a:lnTo>
                  <a:lnTo>
                    <a:pt x="177063" y="1410462"/>
                  </a:lnTo>
                  <a:lnTo>
                    <a:pt x="173215" y="1409509"/>
                  </a:lnTo>
                  <a:lnTo>
                    <a:pt x="173215" y="1427264"/>
                  </a:lnTo>
                  <a:lnTo>
                    <a:pt x="173062" y="1427264"/>
                  </a:lnTo>
                  <a:lnTo>
                    <a:pt x="172605" y="1427124"/>
                  </a:lnTo>
                  <a:lnTo>
                    <a:pt x="173215" y="1427264"/>
                  </a:lnTo>
                  <a:lnTo>
                    <a:pt x="173215" y="1409509"/>
                  </a:lnTo>
                  <a:lnTo>
                    <a:pt x="171538" y="1409090"/>
                  </a:lnTo>
                  <a:lnTo>
                    <a:pt x="171538" y="1426768"/>
                  </a:lnTo>
                  <a:lnTo>
                    <a:pt x="169887" y="1426210"/>
                  </a:lnTo>
                  <a:lnTo>
                    <a:pt x="170129" y="1426210"/>
                  </a:lnTo>
                  <a:lnTo>
                    <a:pt x="171538" y="1426768"/>
                  </a:lnTo>
                  <a:lnTo>
                    <a:pt x="171538" y="1409090"/>
                  </a:lnTo>
                  <a:lnTo>
                    <a:pt x="170434" y="1408811"/>
                  </a:lnTo>
                  <a:lnTo>
                    <a:pt x="170586" y="1408811"/>
                  </a:lnTo>
                  <a:lnTo>
                    <a:pt x="167767" y="1408430"/>
                  </a:lnTo>
                  <a:lnTo>
                    <a:pt x="240576" y="1408430"/>
                  </a:lnTo>
                  <a:lnTo>
                    <a:pt x="241173" y="1407668"/>
                  </a:lnTo>
                  <a:lnTo>
                    <a:pt x="163880" y="1407668"/>
                  </a:lnTo>
                  <a:lnTo>
                    <a:pt x="164947" y="1408049"/>
                  </a:lnTo>
                  <a:lnTo>
                    <a:pt x="162140" y="1407668"/>
                  </a:lnTo>
                  <a:lnTo>
                    <a:pt x="132080" y="1407668"/>
                  </a:lnTo>
                  <a:lnTo>
                    <a:pt x="119126" y="1408430"/>
                  </a:lnTo>
                  <a:lnTo>
                    <a:pt x="120853" y="1408430"/>
                  </a:lnTo>
                  <a:lnTo>
                    <a:pt x="117627" y="1408811"/>
                  </a:lnTo>
                  <a:lnTo>
                    <a:pt x="117475" y="1408811"/>
                  </a:lnTo>
                  <a:lnTo>
                    <a:pt x="110236" y="1409712"/>
                  </a:lnTo>
                  <a:lnTo>
                    <a:pt x="108889" y="1410017"/>
                  </a:lnTo>
                  <a:lnTo>
                    <a:pt x="105117" y="1411224"/>
                  </a:lnTo>
                  <a:lnTo>
                    <a:pt x="104813" y="1411224"/>
                  </a:lnTo>
                  <a:lnTo>
                    <a:pt x="99428" y="1413129"/>
                  </a:lnTo>
                  <a:lnTo>
                    <a:pt x="99263" y="1413129"/>
                  </a:lnTo>
                  <a:lnTo>
                    <a:pt x="91795" y="1416304"/>
                  </a:lnTo>
                  <a:lnTo>
                    <a:pt x="91440" y="1416443"/>
                  </a:lnTo>
                  <a:lnTo>
                    <a:pt x="86779" y="1418717"/>
                  </a:lnTo>
                  <a:lnTo>
                    <a:pt x="78219" y="1422793"/>
                  </a:lnTo>
                  <a:lnTo>
                    <a:pt x="74980" y="1424381"/>
                  </a:lnTo>
                  <a:lnTo>
                    <a:pt x="71526" y="1426210"/>
                  </a:lnTo>
                  <a:lnTo>
                    <a:pt x="69494" y="1427264"/>
                  </a:lnTo>
                  <a:lnTo>
                    <a:pt x="58724" y="1432420"/>
                  </a:lnTo>
                  <a:lnTo>
                    <a:pt x="58445" y="1432420"/>
                  </a:lnTo>
                  <a:lnTo>
                    <a:pt x="57734" y="1433068"/>
                  </a:lnTo>
                  <a:lnTo>
                    <a:pt x="57505" y="1433068"/>
                  </a:lnTo>
                  <a:lnTo>
                    <a:pt x="41922" y="1440942"/>
                  </a:lnTo>
                  <a:lnTo>
                    <a:pt x="38442" y="1442770"/>
                  </a:lnTo>
                  <a:lnTo>
                    <a:pt x="28968" y="1446911"/>
                  </a:lnTo>
                  <a:lnTo>
                    <a:pt x="29146" y="1446911"/>
                  </a:lnTo>
                  <a:lnTo>
                    <a:pt x="25565" y="1448435"/>
                  </a:lnTo>
                  <a:lnTo>
                    <a:pt x="25361" y="1448435"/>
                  </a:lnTo>
                  <a:lnTo>
                    <a:pt x="18884" y="1451368"/>
                  </a:lnTo>
                  <a:lnTo>
                    <a:pt x="18643" y="1451368"/>
                  </a:lnTo>
                  <a:lnTo>
                    <a:pt x="18580" y="1464576"/>
                  </a:lnTo>
                  <a:lnTo>
                    <a:pt x="18453" y="1463649"/>
                  </a:lnTo>
                  <a:lnTo>
                    <a:pt x="18580" y="1464576"/>
                  </a:lnTo>
                  <a:lnTo>
                    <a:pt x="18580" y="1451406"/>
                  </a:lnTo>
                  <a:lnTo>
                    <a:pt x="17335" y="1452029"/>
                  </a:lnTo>
                  <a:lnTo>
                    <a:pt x="17335" y="1466723"/>
                  </a:lnTo>
                  <a:lnTo>
                    <a:pt x="15240" y="1467751"/>
                  </a:lnTo>
                  <a:lnTo>
                    <a:pt x="13970" y="1468310"/>
                  </a:lnTo>
                  <a:lnTo>
                    <a:pt x="13601" y="1468513"/>
                  </a:lnTo>
                  <a:lnTo>
                    <a:pt x="13271" y="1468666"/>
                  </a:lnTo>
                  <a:lnTo>
                    <a:pt x="12814" y="1468856"/>
                  </a:lnTo>
                  <a:lnTo>
                    <a:pt x="12446" y="1469123"/>
                  </a:lnTo>
                  <a:lnTo>
                    <a:pt x="12763" y="1468920"/>
                  </a:lnTo>
                  <a:lnTo>
                    <a:pt x="13258" y="1468640"/>
                  </a:lnTo>
                  <a:lnTo>
                    <a:pt x="13271" y="1468513"/>
                  </a:lnTo>
                  <a:lnTo>
                    <a:pt x="13271" y="1468640"/>
                  </a:lnTo>
                  <a:lnTo>
                    <a:pt x="13970" y="1468310"/>
                  </a:lnTo>
                  <a:lnTo>
                    <a:pt x="14566" y="1467993"/>
                  </a:lnTo>
                  <a:lnTo>
                    <a:pt x="15227" y="1467751"/>
                  </a:lnTo>
                  <a:lnTo>
                    <a:pt x="15748" y="1467485"/>
                  </a:lnTo>
                  <a:lnTo>
                    <a:pt x="17335" y="1466723"/>
                  </a:lnTo>
                  <a:lnTo>
                    <a:pt x="17335" y="1452029"/>
                  </a:lnTo>
                  <a:lnTo>
                    <a:pt x="16383" y="1452499"/>
                  </a:lnTo>
                  <a:lnTo>
                    <a:pt x="13843" y="1453654"/>
                  </a:lnTo>
                  <a:lnTo>
                    <a:pt x="13843" y="1465961"/>
                  </a:lnTo>
                  <a:lnTo>
                    <a:pt x="13131" y="1467485"/>
                  </a:lnTo>
                  <a:lnTo>
                    <a:pt x="13017" y="1467751"/>
                  </a:lnTo>
                  <a:lnTo>
                    <a:pt x="12903" y="1467993"/>
                  </a:lnTo>
                  <a:lnTo>
                    <a:pt x="12839" y="1468132"/>
                  </a:lnTo>
                  <a:lnTo>
                    <a:pt x="12750" y="1468310"/>
                  </a:lnTo>
                  <a:lnTo>
                    <a:pt x="12979" y="1468132"/>
                  </a:lnTo>
                  <a:lnTo>
                    <a:pt x="12674" y="1468513"/>
                  </a:lnTo>
                  <a:lnTo>
                    <a:pt x="12750" y="1468310"/>
                  </a:lnTo>
                  <a:lnTo>
                    <a:pt x="13131" y="1467485"/>
                  </a:lnTo>
                  <a:lnTo>
                    <a:pt x="13830" y="1465961"/>
                  </a:lnTo>
                  <a:lnTo>
                    <a:pt x="13843" y="1453654"/>
                  </a:lnTo>
                  <a:lnTo>
                    <a:pt x="12712" y="1454162"/>
                  </a:lnTo>
                  <a:lnTo>
                    <a:pt x="10579" y="1455293"/>
                  </a:lnTo>
                  <a:lnTo>
                    <a:pt x="9728" y="1455775"/>
                  </a:lnTo>
                  <a:lnTo>
                    <a:pt x="9448" y="1455928"/>
                  </a:lnTo>
                  <a:lnTo>
                    <a:pt x="9131" y="1455928"/>
                  </a:lnTo>
                  <a:lnTo>
                    <a:pt x="6350" y="1457718"/>
                  </a:lnTo>
                  <a:lnTo>
                    <a:pt x="5829" y="1458087"/>
                  </a:lnTo>
                  <a:lnTo>
                    <a:pt x="5410" y="1458468"/>
                  </a:lnTo>
                  <a:lnTo>
                    <a:pt x="5257" y="1458607"/>
                  </a:lnTo>
                  <a:lnTo>
                    <a:pt x="5575" y="1458468"/>
                  </a:lnTo>
                  <a:lnTo>
                    <a:pt x="7505" y="1457579"/>
                  </a:lnTo>
                  <a:lnTo>
                    <a:pt x="5308" y="1458607"/>
                  </a:lnTo>
                  <a:lnTo>
                    <a:pt x="5880" y="1458607"/>
                  </a:lnTo>
                  <a:lnTo>
                    <a:pt x="6286" y="1458468"/>
                  </a:lnTo>
                  <a:lnTo>
                    <a:pt x="5994" y="1458607"/>
                  </a:lnTo>
                  <a:lnTo>
                    <a:pt x="5359" y="1458734"/>
                  </a:lnTo>
                  <a:lnTo>
                    <a:pt x="4927" y="1458849"/>
                  </a:lnTo>
                  <a:lnTo>
                    <a:pt x="4711" y="1458849"/>
                  </a:lnTo>
                  <a:lnTo>
                    <a:pt x="2768" y="1459230"/>
                  </a:lnTo>
                  <a:lnTo>
                    <a:pt x="3238" y="1459230"/>
                  </a:lnTo>
                  <a:lnTo>
                    <a:pt x="2070" y="1460296"/>
                  </a:lnTo>
                  <a:lnTo>
                    <a:pt x="1282" y="1460754"/>
                  </a:lnTo>
                  <a:lnTo>
                    <a:pt x="1282" y="1468513"/>
                  </a:lnTo>
                  <a:lnTo>
                    <a:pt x="1079" y="1467840"/>
                  </a:lnTo>
                  <a:lnTo>
                    <a:pt x="1181" y="1468132"/>
                  </a:lnTo>
                  <a:lnTo>
                    <a:pt x="1282" y="1468513"/>
                  </a:lnTo>
                  <a:lnTo>
                    <a:pt x="1282" y="1460754"/>
                  </a:lnTo>
                  <a:lnTo>
                    <a:pt x="152" y="1463548"/>
                  </a:lnTo>
                  <a:lnTo>
                    <a:pt x="88" y="1463687"/>
                  </a:lnTo>
                  <a:lnTo>
                    <a:pt x="0" y="1463929"/>
                  </a:lnTo>
                  <a:lnTo>
                    <a:pt x="342" y="1465173"/>
                  </a:lnTo>
                  <a:lnTo>
                    <a:pt x="711" y="1466481"/>
                  </a:lnTo>
                  <a:lnTo>
                    <a:pt x="787" y="1466723"/>
                  </a:lnTo>
                  <a:lnTo>
                    <a:pt x="889" y="1467104"/>
                  </a:lnTo>
                  <a:lnTo>
                    <a:pt x="1003" y="1467485"/>
                  </a:lnTo>
                  <a:lnTo>
                    <a:pt x="1054" y="1467726"/>
                  </a:lnTo>
                  <a:lnTo>
                    <a:pt x="342" y="1465173"/>
                  </a:lnTo>
                  <a:lnTo>
                    <a:pt x="203" y="1465961"/>
                  </a:lnTo>
                  <a:lnTo>
                    <a:pt x="355" y="1466481"/>
                  </a:lnTo>
                  <a:lnTo>
                    <a:pt x="431" y="1466723"/>
                  </a:lnTo>
                  <a:lnTo>
                    <a:pt x="546" y="1467104"/>
                  </a:lnTo>
                  <a:lnTo>
                    <a:pt x="660" y="1467485"/>
                  </a:lnTo>
                  <a:lnTo>
                    <a:pt x="736" y="1467751"/>
                  </a:lnTo>
                  <a:lnTo>
                    <a:pt x="850" y="1468132"/>
                  </a:lnTo>
                  <a:lnTo>
                    <a:pt x="977" y="1468513"/>
                  </a:lnTo>
                  <a:lnTo>
                    <a:pt x="1460" y="1468920"/>
                  </a:lnTo>
                  <a:lnTo>
                    <a:pt x="1574" y="1469517"/>
                  </a:lnTo>
                  <a:lnTo>
                    <a:pt x="1689" y="1469898"/>
                  </a:lnTo>
                  <a:lnTo>
                    <a:pt x="4419" y="1471803"/>
                  </a:lnTo>
                  <a:lnTo>
                    <a:pt x="4826" y="1471803"/>
                  </a:lnTo>
                  <a:lnTo>
                    <a:pt x="7518" y="1472184"/>
                  </a:lnTo>
                  <a:lnTo>
                    <a:pt x="8382" y="1471803"/>
                  </a:lnTo>
                  <a:lnTo>
                    <a:pt x="8801" y="1471625"/>
                  </a:lnTo>
                  <a:lnTo>
                    <a:pt x="10426" y="1471625"/>
                  </a:lnTo>
                  <a:lnTo>
                    <a:pt x="12623" y="1469898"/>
                  </a:lnTo>
                  <a:lnTo>
                    <a:pt x="13106" y="1469517"/>
                  </a:lnTo>
                  <a:lnTo>
                    <a:pt x="13169" y="1469224"/>
                  </a:lnTo>
                  <a:lnTo>
                    <a:pt x="13119" y="1469517"/>
                  </a:lnTo>
                  <a:lnTo>
                    <a:pt x="14249" y="1468602"/>
                  </a:lnTo>
                  <a:lnTo>
                    <a:pt x="14478" y="1468513"/>
                  </a:lnTo>
                  <a:lnTo>
                    <a:pt x="14960" y="1468310"/>
                  </a:lnTo>
                  <a:lnTo>
                    <a:pt x="15760" y="1467993"/>
                  </a:lnTo>
                  <a:lnTo>
                    <a:pt x="17221" y="1467065"/>
                  </a:lnTo>
                  <a:lnTo>
                    <a:pt x="17678" y="1466862"/>
                  </a:lnTo>
                  <a:lnTo>
                    <a:pt x="18542" y="1466481"/>
                  </a:lnTo>
                  <a:lnTo>
                    <a:pt x="18326" y="1466723"/>
                  </a:lnTo>
                  <a:lnTo>
                    <a:pt x="18821" y="1466481"/>
                  </a:lnTo>
                  <a:lnTo>
                    <a:pt x="22542" y="1464576"/>
                  </a:lnTo>
                  <a:lnTo>
                    <a:pt x="24701" y="1463548"/>
                  </a:lnTo>
                  <a:lnTo>
                    <a:pt x="30861" y="1460754"/>
                  </a:lnTo>
                  <a:lnTo>
                    <a:pt x="33858" y="1459611"/>
                  </a:lnTo>
                  <a:lnTo>
                    <a:pt x="34671" y="1459230"/>
                  </a:lnTo>
                  <a:lnTo>
                    <a:pt x="35585" y="1458849"/>
                  </a:lnTo>
                  <a:lnTo>
                    <a:pt x="39370" y="1457198"/>
                  </a:lnTo>
                  <a:lnTo>
                    <a:pt x="41402" y="1456309"/>
                  </a:lnTo>
                  <a:lnTo>
                    <a:pt x="43154" y="1455547"/>
                  </a:lnTo>
                  <a:lnTo>
                    <a:pt x="43726" y="1455293"/>
                  </a:lnTo>
                  <a:lnTo>
                    <a:pt x="46075" y="1454162"/>
                  </a:lnTo>
                  <a:lnTo>
                    <a:pt x="47993" y="1453261"/>
                  </a:lnTo>
                  <a:lnTo>
                    <a:pt x="58902" y="1448054"/>
                  </a:lnTo>
                  <a:lnTo>
                    <a:pt x="63042" y="1446085"/>
                  </a:lnTo>
                  <a:lnTo>
                    <a:pt x="64046" y="1445641"/>
                  </a:lnTo>
                  <a:lnTo>
                    <a:pt x="64223" y="1445641"/>
                  </a:lnTo>
                  <a:lnTo>
                    <a:pt x="75958" y="1440180"/>
                  </a:lnTo>
                  <a:lnTo>
                    <a:pt x="76809" y="1439799"/>
                  </a:lnTo>
                  <a:lnTo>
                    <a:pt x="81711" y="1437767"/>
                  </a:lnTo>
                  <a:lnTo>
                    <a:pt x="82105" y="1437767"/>
                  </a:lnTo>
                  <a:lnTo>
                    <a:pt x="93065" y="1432420"/>
                  </a:lnTo>
                  <a:lnTo>
                    <a:pt x="93433" y="1432420"/>
                  </a:lnTo>
                  <a:lnTo>
                    <a:pt x="97332" y="1430515"/>
                  </a:lnTo>
                  <a:lnTo>
                    <a:pt x="97955" y="1430223"/>
                  </a:lnTo>
                  <a:lnTo>
                    <a:pt x="98539" y="1429931"/>
                  </a:lnTo>
                  <a:lnTo>
                    <a:pt x="98691" y="1429931"/>
                  </a:lnTo>
                  <a:lnTo>
                    <a:pt x="104038" y="1427861"/>
                  </a:lnTo>
                  <a:lnTo>
                    <a:pt x="105752" y="1427264"/>
                  </a:lnTo>
                  <a:lnTo>
                    <a:pt x="109715" y="1425968"/>
                  </a:lnTo>
                  <a:lnTo>
                    <a:pt x="109194" y="1426210"/>
                  </a:lnTo>
                  <a:lnTo>
                    <a:pt x="110185" y="1425968"/>
                  </a:lnTo>
                  <a:lnTo>
                    <a:pt x="111683" y="1425587"/>
                  </a:lnTo>
                  <a:lnTo>
                    <a:pt x="111340" y="1425587"/>
                  </a:lnTo>
                  <a:lnTo>
                    <a:pt x="120027" y="1424381"/>
                  </a:lnTo>
                  <a:lnTo>
                    <a:pt x="158178" y="1424381"/>
                  </a:lnTo>
                  <a:lnTo>
                    <a:pt x="161112" y="1424825"/>
                  </a:lnTo>
                  <a:lnTo>
                    <a:pt x="162369" y="1424825"/>
                  </a:lnTo>
                  <a:lnTo>
                    <a:pt x="167030" y="1425854"/>
                  </a:lnTo>
                  <a:lnTo>
                    <a:pt x="166471" y="1425587"/>
                  </a:lnTo>
                  <a:lnTo>
                    <a:pt x="172173" y="1427010"/>
                  </a:lnTo>
                  <a:lnTo>
                    <a:pt x="175361" y="1428242"/>
                  </a:lnTo>
                  <a:lnTo>
                    <a:pt x="175628" y="1428381"/>
                  </a:lnTo>
                  <a:lnTo>
                    <a:pt x="185369" y="1431937"/>
                  </a:lnTo>
                  <a:lnTo>
                    <a:pt x="185686" y="1431937"/>
                  </a:lnTo>
                  <a:lnTo>
                    <a:pt x="193979" y="1434084"/>
                  </a:lnTo>
                  <a:lnTo>
                    <a:pt x="198234" y="1435354"/>
                  </a:lnTo>
                  <a:lnTo>
                    <a:pt x="198501" y="1435493"/>
                  </a:lnTo>
                  <a:lnTo>
                    <a:pt x="204000" y="1437005"/>
                  </a:lnTo>
                  <a:lnTo>
                    <a:pt x="205092" y="1437386"/>
                  </a:lnTo>
                  <a:lnTo>
                    <a:pt x="208318" y="1438529"/>
                  </a:lnTo>
                  <a:lnTo>
                    <a:pt x="209448" y="1438668"/>
                  </a:lnTo>
                  <a:lnTo>
                    <a:pt x="213766" y="1439418"/>
                  </a:lnTo>
                  <a:lnTo>
                    <a:pt x="214083" y="1439418"/>
                  </a:lnTo>
                  <a:lnTo>
                    <a:pt x="216916" y="1439799"/>
                  </a:lnTo>
                  <a:lnTo>
                    <a:pt x="220497" y="1440561"/>
                  </a:lnTo>
                  <a:lnTo>
                    <a:pt x="220776" y="1440561"/>
                  </a:lnTo>
                  <a:lnTo>
                    <a:pt x="221653" y="1440700"/>
                  </a:lnTo>
                  <a:lnTo>
                    <a:pt x="222631" y="1440700"/>
                  </a:lnTo>
                  <a:lnTo>
                    <a:pt x="223532" y="1440942"/>
                  </a:lnTo>
                  <a:lnTo>
                    <a:pt x="224409" y="1441030"/>
                  </a:lnTo>
                  <a:lnTo>
                    <a:pt x="225044" y="1441081"/>
                  </a:lnTo>
                  <a:lnTo>
                    <a:pt x="224663" y="1441081"/>
                  </a:lnTo>
                  <a:lnTo>
                    <a:pt x="225577" y="1441323"/>
                  </a:lnTo>
                  <a:lnTo>
                    <a:pt x="227266" y="1441462"/>
                  </a:lnTo>
                  <a:lnTo>
                    <a:pt x="228346" y="1441704"/>
                  </a:lnTo>
                  <a:lnTo>
                    <a:pt x="232397" y="1441704"/>
                  </a:lnTo>
                  <a:lnTo>
                    <a:pt x="236054" y="1441323"/>
                  </a:lnTo>
                  <a:lnTo>
                    <a:pt x="237134" y="1441081"/>
                  </a:lnTo>
                  <a:lnTo>
                    <a:pt x="237451" y="1440942"/>
                  </a:lnTo>
                  <a:lnTo>
                    <a:pt x="238074" y="1440700"/>
                  </a:lnTo>
                  <a:lnTo>
                    <a:pt x="238404" y="1440561"/>
                  </a:lnTo>
                  <a:lnTo>
                    <a:pt x="239128" y="1440180"/>
                  </a:lnTo>
                  <a:lnTo>
                    <a:pt x="242163" y="1437767"/>
                  </a:lnTo>
                  <a:lnTo>
                    <a:pt x="242646" y="1437386"/>
                  </a:lnTo>
                  <a:lnTo>
                    <a:pt x="242785" y="1437208"/>
                  </a:lnTo>
                  <a:lnTo>
                    <a:pt x="242430" y="1437386"/>
                  </a:lnTo>
                  <a:lnTo>
                    <a:pt x="243014" y="1436966"/>
                  </a:lnTo>
                  <a:lnTo>
                    <a:pt x="243332" y="1436763"/>
                  </a:lnTo>
                  <a:lnTo>
                    <a:pt x="244043" y="1436001"/>
                  </a:lnTo>
                  <a:lnTo>
                    <a:pt x="245364" y="1434592"/>
                  </a:lnTo>
                  <a:lnTo>
                    <a:pt x="249428" y="1429143"/>
                  </a:lnTo>
                  <a:lnTo>
                    <a:pt x="251409" y="1426210"/>
                  </a:lnTo>
                  <a:lnTo>
                    <a:pt x="251587" y="1425968"/>
                  </a:lnTo>
                  <a:lnTo>
                    <a:pt x="252514" y="1424559"/>
                  </a:lnTo>
                  <a:lnTo>
                    <a:pt x="254368" y="1421701"/>
                  </a:lnTo>
                  <a:lnTo>
                    <a:pt x="254495" y="1421511"/>
                  </a:lnTo>
                  <a:lnTo>
                    <a:pt x="255485" y="1420126"/>
                  </a:lnTo>
                  <a:lnTo>
                    <a:pt x="255816" y="1419860"/>
                  </a:lnTo>
                  <a:lnTo>
                    <a:pt x="256717" y="1418856"/>
                  </a:lnTo>
                  <a:lnTo>
                    <a:pt x="256832" y="1418717"/>
                  </a:lnTo>
                  <a:lnTo>
                    <a:pt x="258483" y="1416443"/>
                  </a:lnTo>
                  <a:lnTo>
                    <a:pt x="259524" y="1415034"/>
                  </a:lnTo>
                  <a:lnTo>
                    <a:pt x="260083" y="1414272"/>
                  </a:lnTo>
                  <a:lnTo>
                    <a:pt x="259372" y="1415034"/>
                  </a:lnTo>
                  <a:lnTo>
                    <a:pt x="260083" y="1414272"/>
                  </a:lnTo>
                  <a:lnTo>
                    <a:pt x="260261" y="1414018"/>
                  </a:lnTo>
                  <a:lnTo>
                    <a:pt x="260096" y="1414272"/>
                  </a:lnTo>
                  <a:lnTo>
                    <a:pt x="261493" y="1414272"/>
                  </a:lnTo>
                  <a:lnTo>
                    <a:pt x="261048" y="1414018"/>
                  </a:lnTo>
                  <a:lnTo>
                    <a:pt x="261404" y="1414018"/>
                  </a:lnTo>
                  <a:lnTo>
                    <a:pt x="260921" y="1413510"/>
                  </a:lnTo>
                  <a:lnTo>
                    <a:pt x="267106" y="1417193"/>
                  </a:lnTo>
                  <a:lnTo>
                    <a:pt x="267690" y="1417447"/>
                  </a:lnTo>
                  <a:lnTo>
                    <a:pt x="269494" y="1418336"/>
                  </a:lnTo>
                  <a:lnTo>
                    <a:pt x="274535" y="1419860"/>
                  </a:lnTo>
                  <a:lnTo>
                    <a:pt x="274828" y="1419860"/>
                  </a:lnTo>
                  <a:lnTo>
                    <a:pt x="277710" y="1420507"/>
                  </a:lnTo>
                  <a:lnTo>
                    <a:pt x="278434" y="1420749"/>
                  </a:lnTo>
                  <a:lnTo>
                    <a:pt x="286715" y="1422273"/>
                  </a:lnTo>
                  <a:lnTo>
                    <a:pt x="289636" y="1422793"/>
                  </a:lnTo>
                  <a:lnTo>
                    <a:pt x="288645" y="1422793"/>
                  </a:lnTo>
                  <a:lnTo>
                    <a:pt x="299732" y="1423682"/>
                  </a:lnTo>
                  <a:lnTo>
                    <a:pt x="308571" y="1424381"/>
                  </a:lnTo>
                  <a:lnTo>
                    <a:pt x="304279" y="1424381"/>
                  </a:lnTo>
                  <a:lnTo>
                    <a:pt x="309765" y="1425117"/>
                  </a:lnTo>
                  <a:lnTo>
                    <a:pt x="313334" y="1425587"/>
                  </a:lnTo>
                  <a:lnTo>
                    <a:pt x="312661" y="1425587"/>
                  </a:lnTo>
                  <a:lnTo>
                    <a:pt x="316458" y="1426210"/>
                  </a:lnTo>
                  <a:lnTo>
                    <a:pt x="314566" y="1426210"/>
                  </a:lnTo>
                  <a:lnTo>
                    <a:pt x="332701" y="1427861"/>
                  </a:lnTo>
                  <a:lnTo>
                    <a:pt x="334073" y="1427861"/>
                  </a:lnTo>
                  <a:lnTo>
                    <a:pt x="336003" y="1428000"/>
                  </a:lnTo>
                  <a:lnTo>
                    <a:pt x="345630" y="1428762"/>
                  </a:lnTo>
                  <a:lnTo>
                    <a:pt x="349834" y="1429143"/>
                  </a:lnTo>
                  <a:lnTo>
                    <a:pt x="350215" y="1429143"/>
                  </a:lnTo>
                  <a:lnTo>
                    <a:pt x="358571" y="1429537"/>
                  </a:lnTo>
                  <a:lnTo>
                    <a:pt x="361746" y="1429931"/>
                  </a:lnTo>
                  <a:lnTo>
                    <a:pt x="363093" y="1429931"/>
                  </a:lnTo>
                  <a:lnTo>
                    <a:pt x="364197" y="1430515"/>
                  </a:lnTo>
                  <a:lnTo>
                    <a:pt x="366077" y="1430515"/>
                  </a:lnTo>
                  <a:lnTo>
                    <a:pt x="384771" y="1432420"/>
                  </a:lnTo>
                  <a:lnTo>
                    <a:pt x="388645" y="1432420"/>
                  </a:lnTo>
                  <a:lnTo>
                    <a:pt x="404634" y="1433068"/>
                  </a:lnTo>
                  <a:lnTo>
                    <a:pt x="429387" y="1433068"/>
                  </a:lnTo>
                  <a:lnTo>
                    <a:pt x="448487" y="1431645"/>
                  </a:lnTo>
                  <a:lnTo>
                    <a:pt x="450126" y="1431645"/>
                  </a:lnTo>
                  <a:lnTo>
                    <a:pt x="478218" y="1428242"/>
                  </a:lnTo>
                  <a:lnTo>
                    <a:pt x="478459" y="1428242"/>
                  </a:lnTo>
                  <a:lnTo>
                    <a:pt x="484670" y="1427264"/>
                  </a:lnTo>
                  <a:lnTo>
                    <a:pt x="482765" y="1427264"/>
                  </a:lnTo>
                  <a:lnTo>
                    <a:pt x="497890" y="1426210"/>
                  </a:lnTo>
                  <a:lnTo>
                    <a:pt x="497573" y="1426210"/>
                  </a:lnTo>
                  <a:lnTo>
                    <a:pt x="502361" y="1425968"/>
                  </a:lnTo>
                  <a:lnTo>
                    <a:pt x="522871" y="1425968"/>
                  </a:lnTo>
                  <a:lnTo>
                    <a:pt x="527062" y="1426210"/>
                  </a:lnTo>
                  <a:lnTo>
                    <a:pt x="534047" y="1426210"/>
                  </a:lnTo>
                  <a:lnTo>
                    <a:pt x="549351" y="1427264"/>
                  </a:lnTo>
                  <a:lnTo>
                    <a:pt x="536879" y="1427264"/>
                  </a:lnTo>
                  <a:lnTo>
                    <a:pt x="579386" y="1427861"/>
                  </a:lnTo>
                  <a:lnTo>
                    <a:pt x="569214" y="1427861"/>
                  </a:lnTo>
                  <a:lnTo>
                    <a:pt x="573189" y="1428000"/>
                  </a:lnTo>
                  <a:lnTo>
                    <a:pt x="580669" y="1428000"/>
                  </a:lnTo>
                  <a:lnTo>
                    <a:pt x="590753" y="1428762"/>
                  </a:lnTo>
                  <a:lnTo>
                    <a:pt x="590257" y="1428623"/>
                  </a:lnTo>
                  <a:lnTo>
                    <a:pt x="592493" y="1428889"/>
                  </a:lnTo>
                  <a:lnTo>
                    <a:pt x="593483" y="1429004"/>
                  </a:lnTo>
                  <a:lnTo>
                    <a:pt x="593001" y="1429004"/>
                  </a:lnTo>
                  <a:lnTo>
                    <a:pt x="592556" y="1428902"/>
                  </a:lnTo>
                  <a:lnTo>
                    <a:pt x="596493" y="1429931"/>
                  </a:lnTo>
                  <a:lnTo>
                    <a:pt x="597966" y="1430489"/>
                  </a:lnTo>
                  <a:lnTo>
                    <a:pt x="598081" y="1430655"/>
                  </a:lnTo>
                  <a:lnTo>
                    <a:pt x="598195" y="1430909"/>
                  </a:lnTo>
                  <a:lnTo>
                    <a:pt x="598627" y="1430909"/>
                  </a:lnTo>
                  <a:lnTo>
                    <a:pt x="598855" y="1430909"/>
                  </a:lnTo>
                  <a:lnTo>
                    <a:pt x="599173" y="1430909"/>
                  </a:lnTo>
                  <a:lnTo>
                    <a:pt x="599351" y="1431112"/>
                  </a:lnTo>
                  <a:lnTo>
                    <a:pt x="600329" y="1431378"/>
                  </a:lnTo>
                  <a:lnTo>
                    <a:pt x="599516" y="1429931"/>
                  </a:lnTo>
                  <a:lnTo>
                    <a:pt x="599884" y="1430515"/>
                  </a:lnTo>
                  <a:lnTo>
                    <a:pt x="600189" y="1430947"/>
                  </a:lnTo>
                  <a:lnTo>
                    <a:pt x="600367" y="1431391"/>
                  </a:lnTo>
                  <a:lnTo>
                    <a:pt x="600532" y="1431429"/>
                  </a:lnTo>
                  <a:lnTo>
                    <a:pt x="601243" y="1431620"/>
                  </a:lnTo>
                  <a:lnTo>
                    <a:pt x="601370" y="1431645"/>
                  </a:lnTo>
                  <a:lnTo>
                    <a:pt x="600697" y="1431505"/>
                  </a:lnTo>
                  <a:lnTo>
                    <a:pt x="600697" y="1431645"/>
                  </a:lnTo>
                  <a:lnTo>
                    <a:pt x="600697" y="1431505"/>
                  </a:lnTo>
                  <a:lnTo>
                    <a:pt x="600544" y="1431455"/>
                  </a:lnTo>
                  <a:lnTo>
                    <a:pt x="600379" y="1431404"/>
                  </a:lnTo>
                  <a:lnTo>
                    <a:pt x="600494" y="1431645"/>
                  </a:lnTo>
                  <a:lnTo>
                    <a:pt x="600722" y="1432077"/>
                  </a:lnTo>
                  <a:lnTo>
                    <a:pt x="600494" y="1431937"/>
                  </a:lnTo>
                  <a:lnTo>
                    <a:pt x="600430" y="1431645"/>
                  </a:lnTo>
                  <a:lnTo>
                    <a:pt x="599744" y="1431328"/>
                  </a:lnTo>
                  <a:lnTo>
                    <a:pt x="600494" y="1431645"/>
                  </a:lnTo>
                  <a:lnTo>
                    <a:pt x="600405" y="1431505"/>
                  </a:lnTo>
                  <a:lnTo>
                    <a:pt x="599363" y="1431124"/>
                  </a:lnTo>
                  <a:lnTo>
                    <a:pt x="599490" y="1431264"/>
                  </a:lnTo>
                  <a:lnTo>
                    <a:pt x="599859" y="1431645"/>
                  </a:lnTo>
                  <a:lnTo>
                    <a:pt x="599706" y="1431645"/>
                  </a:lnTo>
                  <a:lnTo>
                    <a:pt x="599986" y="1431798"/>
                  </a:lnTo>
                  <a:lnTo>
                    <a:pt x="600278" y="1431937"/>
                  </a:lnTo>
                  <a:lnTo>
                    <a:pt x="600125" y="1431937"/>
                  </a:lnTo>
                  <a:lnTo>
                    <a:pt x="601192" y="1433068"/>
                  </a:lnTo>
                  <a:lnTo>
                    <a:pt x="601522" y="1433449"/>
                  </a:lnTo>
                  <a:lnTo>
                    <a:pt x="603161" y="1434350"/>
                  </a:lnTo>
                  <a:lnTo>
                    <a:pt x="603072" y="1434592"/>
                  </a:lnTo>
                  <a:lnTo>
                    <a:pt x="606272" y="1437767"/>
                  </a:lnTo>
                  <a:lnTo>
                    <a:pt x="614184" y="1437767"/>
                  </a:lnTo>
                  <a:lnTo>
                    <a:pt x="616623" y="1435354"/>
                  </a:lnTo>
                  <a:lnTo>
                    <a:pt x="617397" y="1434592"/>
                  </a:lnTo>
                  <a:lnTo>
                    <a:pt x="617397" y="1431645"/>
                  </a:lnTo>
                  <a:lnTo>
                    <a:pt x="617067" y="1431645"/>
                  </a:lnTo>
                  <a:lnTo>
                    <a:pt x="617397" y="1431264"/>
                  </a:lnTo>
                  <a:lnTo>
                    <a:pt x="617905" y="1430655"/>
                  </a:lnTo>
                  <a:lnTo>
                    <a:pt x="617867" y="1430515"/>
                  </a:lnTo>
                  <a:lnTo>
                    <a:pt x="618032" y="1429931"/>
                  </a:lnTo>
                  <a:lnTo>
                    <a:pt x="618134" y="1429537"/>
                  </a:lnTo>
                  <a:lnTo>
                    <a:pt x="618248" y="1429143"/>
                  </a:lnTo>
                  <a:lnTo>
                    <a:pt x="618350" y="1428762"/>
                  </a:lnTo>
                  <a:lnTo>
                    <a:pt x="618451" y="1428381"/>
                  </a:lnTo>
                  <a:lnTo>
                    <a:pt x="618566" y="1428000"/>
                  </a:lnTo>
                  <a:lnTo>
                    <a:pt x="618350" y="1428216"/>
                  </a:lnTo>
                  <a:lnTo>
                    <a:pt x="618477" y="1428000"/>
                  </a:lnTo>
                  <a:lnTo>
                    <a:pt x="618553" y="1427861"/>
                  </a:lnTo>
                  <a:lnTo>
                    <a:pt x="618909" y="1427264"/>
                  </a:lnTo>
                  <a:lnTo>
                    <a:pt x="619887" y="1425587"/>
                  </a:lnTo>
                  <a:lnTo>
                    <a:pt x="619391" y="1425587"/>
                  </a:lnTo>
                  <a:lnTo>
                    <a:pt x="619213" y="1425587"/>
                  </a:lnTo>
                  <a:lnTo>
                    <a:pt x="619315" y="1425206"/>
                  </a:lnTo>
                  <a:lnTo>
                    <a:pt x="619429" y="1424825"/>
                  </a:lnTo>
                  <a:lnTo>
                    <a:pt x="620115" y="1424825"/>
                  </a:lnTo>
                  <a:close/>
                </a:path>
                <a:path w="3385185" h="1472564">
                  <a:moveTo>
                    <a:pt x="3081934" y="56007"/>
                  </a:moveTo>
                  <a:lnTo>
                    <a:pt x="3080639" y="56730"/>
                  </a:lnTo>
                  <a:lnTo>
                    <a:pt x="3081109" y="56730"/>
                  </a:lnTo>
                  <a:lnTo>
                    <a:pt x="3081934" y="56007"/>
                  </a:lnTo>
                  <a:close/>
                </a:path>
                <a:path w="3385185" h="1472564">
                  <a:moveTo>
                    <a:pt x="3086697" y="50139"/>
                  </a:moveTo>
                  <a:lnTo>
                    <a:pt x="3086658" y="50800"/>
                  </a:lnTo>
                  <a:lnTo>
                    <a:pt x="3086697" y="50139"/>
                  </a:lnTo>
                  <a:close/>
                </a:path>
                <a:path w="3385185" h="1472564">
                  <a:moveTo>
                    <a:pt x="3102406" y="29895"/>
                  </a:moveTo>
                  <a:lnTo>
                    <a:pt x="3102343" y="30048"/>
                  </a:lnTo>
                  <a:lnTo>
                    <a:pt x="3102406" y="30226"/>
                  </a:lnTo>
                  <a:lnTo>
                    <a:pt x="3102406" y="29972"/>
                  </a:lnTo>
                  <a:close/>
                </a:path>
                <a:path w="3385185" h="1472564">
                  <a:moveTo>
                    <a:pt x="3105175" y="38671"/>
                  </a:moveTo>
                  <a:lnTo>
                    <a:pt x="3105124" y="38227"/>
                  </a:lnTo>
                  <a:lnTo>
                    <a:pt x="3104870" y="37973"/>
                  </a:lnTo>
                  <a:lnTo>
                    <a:pt x="3104896" y="38227"/>
                  </a:lnTo>
                  <a:lnTo>
                    <a:pt x="3105175" y="38671"/>
                  </a:lnTo>
                  <a:close/>
                </a:path>
                <a:path w="3385185" h="1472564">
                  <a:moveTo>
                    <a:pt x="3263341" y="22491"/>
                  </a:moveTo>
                  <a:lnTo>
                    <a:pt x="3262731" y="22352"/>
                  </a:lnTo>
                  <a:lnTo>
                    <a:pt x="3260750" y="22352"/>
                  </a:lnTo>
                  <a:lnTo>
                    <a:pt x="3252622" y="20802"/>
                  </a:lnTo>
                  <a:lnTo>
                    <a:pt x="3251835" y="20802"/>
                  </a:lnTo>
                  <a:lnTo>
                    <a:pt x="3249650" y="20078"/>
                  </a:lnTo>
                  <a:lnTo>
                    <a:pt x="3247504" y="20078"/>
                  </a:lnTo>
                  <a:lnTo>
                    <a:pt x="3239630" y="18554"/>
                  </a:lnTo>
                  <a:lnTo>
                    <a:pt x="3238982" y="18415"/>
                  </a:lnTo>
                  <a:lnTo>
                    <a:pt x="3239363" y="18554"/>
                  </a:lnTo>
                  <a:lnTo>
                    <a:pt x="3235553" y="17653"/>
                  </a:lnTo>
                  <a:lnTo>
                    <a:pt x="3229876" y="16764"/>
                  </a:lnTo>
                  <a:lnTo>
                    <a:pt x="3227679" y="16764"/>
                  </a:lnTo>
                  <a:lnTo>
                    <a:pt x="3214027" y="15913"/>
                  </a:lnTo>
                  <a:lnTo>
                    <a:pt x="3199269" y="16764"/>
                  </a:lnTo>
                  <a:lnTo>
                    <a:pt x="3180346" y="16764"/>
                  </a:lnTo>
                  <a:lnTo>
                    <a:pt x="3177006" y="16992"/>
                  </a:lnTo>
                  <a:lnTo>
                    <a:pt x="3171444" y="16992"/>
                  </a:lnTo>
                  <a:lnTo>
                    <a:pt x="3165068" y="17653"/>
                  </a:lnTo>
                  <a:lnTo>
                    <a:pt x="3165449" y="17653"/>
                  </a:lnTo>
                  <a:lnTo>
                    <a:pt x="3160369" y="18161"/>
                  </a:lnTo>
                  <a:lnTo>
                    <a:pt x="3149549" y="18923"/>
                  </a:lnTo>
                  <a:lnTo>
                    <a:pt x="3150082" y="18923"/>
                  </a:lnTo>
                  <a:lnTo>
                    <a:pt x="3144736" y="20078"/>
                  </a:lnTo>
                  <a:lnTo>
                    <a:pt x="3143999" y="20078"/>
                  </a:lnTo>
                  <a:lnTo>
                    <a:pt x="3138665" y="20802"/>
                  </a:lnTo>
                  <a:lnTo>
                    <a:pt x="3139224" y="20802"/>
                  </a:lnTo>
                  <a:lnTo>
                    <a:pt x="3138017" y="21082"/>
                  </a:lnTo>
                  <a:lnTo>
                    <a:pt x="3136493" y="21336"/>
                  </a:lnTo>
                  <a:lnTo>
                    <a:pt x="3132709" y="22669"/>
                  </a:lnTo>
                  <a:lnTo>
                    <a:pt x="3133572" y="22491"/>
                  </a:lnTo>
                  <a:lnTo>
                    <a:pt x="3263341" y="22491"/>
                  </a:lnTo>
                  <a:close/>
                </a:path>
                <a:path w="3385185" h="1472564">
                  <a:moveTo>
                    <a:pt x="3378225" y="48653"/>
                  </a:moveTo>
                  <a:lnTo>
                    <a:pt x="3378047" y="48514"/>
                  </a:lnTo>
                  <a:lnTo>
                    <a:pt x="3375812" y="48514"/>
                  </a:lnTo>
                  <a:lnTo>
                    <a:pt x="3375634" y="48514"/>
                  </a:lnTo>
                  <a:lnTo>
                    <a:pt x="3375266" y="48514"/>
                  </a:lnTo>
                  <a:lnTo>
                    <a:pt x="3376549" y="49403"/>
                  </a:lnTo>
                  <a:lnTo>
                    <a:pt x="3375774" y="48653"/>
                  </a:lnTo>
                  <a:lnTo>
                    <a:pt x="3378225" y="48653"/>
                  </a:lnTo>
                  <a:close/>
                </a:path>
                <a:path w="3385185" h="1472564">
                  <a:moveTo>
                    <a:pt x="3385032" y="59169"/>
                  </a:moveTo>
                  <a:lnTo>
                    <a:pt x="3384816" y="59690"/>
                  </a:lnTo>
                  <a:lnTo>
                    <a:pt x="3384766" y="59817"/>
                  </a:lnTo>
                  <a:lnTo>
                    <a:pt x="3384664" y="57658"/>
                  </a:lnTo>
                  <a:lnTo>
                    <a:pt x="3384600" y="57416"/>
                  </a:lnTo>
                  <a:lnTo>
                    <a:pt x="3384550" y="57200"/>
                  </a:lnTo>
                  <a:lnTo>
                    <a:pt x="3384321" y="56007"/>
                  </a:lnTo>
                  <a:lnTo>
                    <a:pt x="3384270" y="55753"/>
                  </a:lnTo>
                  <a:lnTo>
                    <a:pt x="3384181" y="61722"/>
                  </a:lnTo>
                  <a:lnTo>
                    <a:pt x="3384054" y="62103"/>
                  </a:lnTo>
                  <a:lnTo>
                    <a:pt x="3383978" y="63080"/>
                  </a:lnTo>
                  <a:lnTo>
                    <a:pt x="3384016" y="62268"/>
                  </a:lnTo>
                  <a:lnTo>
                    <a:pt x="3384016" y="62103"/>
                  </a:lnTo>
                  <a:lnTo>
                    <a:pt x="3384181" y="61722"/>
                  </a:lnTo>
                  <a:lnTo>
                    <a:pt x="3384181" y="55651"/>
                  </a:lnTo>
                  <a:lnTo>
                    <a:pt x="3383648" y="55003"/>
                  </a:lnTo>
                  <a:lnTo>
                    <a:pt x="3383546" y="54864"/>
                  </a:lnTo>
                  <a:lnTo>
                    <a:pt x="3383153" y="54394"/>
                  </a:lnTo>
                  <a:lnTo>
                    <a:pt x="3383153" y="56007"/>
                  </a:lnTo>
                  <a:lnTo>
                    <a:pt x="3383051" y="55753"/>
                  </a:lnTo>
                  <a:lnTo>
                    <a:pt x="3382365" y="55003"/>
                  </a:lnTo>
                  <a:lnTo>
                    <a:pt x="3383127" y="55778"/>
                  </a:lnTo>
                  <a:lnTo>
                    <a:pt x="3383153" y="56007"/>
                  </a:lnTo>
                  <a:lnTo>
                    <a:pt x="3383153" y="54394"/>
                  </a:lnTo>
                  <a:lnTo>
                    <a:pt x="3383051" y="54267"/>
                  </a:lnTo>
                  <a:lnTo>
                    <a:pt x="3382924" y="54102"/>
                  </a:lnTo>
                  <a:lnTo>
                    <a:pt x="3382949" y="54444"/>
                  </a:lnTo>
                  <a:lnTo>
                    <a:pt x="3382721" y="54102"/>
                  </a:lnTo>
                  <a:lnTo>
                    <a:pt x="3382530" y="53479"/>
                  </a:lnTo>
                  <a:lnTo>
                    <a:pt x="3382213" y="53213"/>
                  </a:lnTo>
                  <a:lnTo>
                    <a:pt x="3382276" y="53454"/>
                  </a:lnTo>
                  <a:lnTo>
                    <a:pt x="3381883" y="52895"/>
                  </a:lnTo>
                  <a:lnTo>
                    <a:pt x="3382213" y="53213"/>
                  </a:lnTo>
                  <a:lnTo>
                    <a:pt x="3382416" y="53213"/>
                  </a:lnTo>
                  <a:lnTo>
                    <a:pt x="3382137" y="52578"/>
                  </a:lnTo>
                  <a:lnTo>
                    <a:pt x="3381349" y="50800"/>
                  </a:lnTo>
                  <a:lnTo>
                    <a:pt x="3384435" y="50800"/>
                  </a:lnTo>
                  <a:lnTo>
                    <a:pt x="3380968" y="50546"/>
                  </a:lnTo>
                  <a:lnTo>
                    <a:pt x="3380765" y="50406"/>
                  </a:lnTo>
                  <a:lnTo>
                    <a:pt x="3380765" y="53340"/>
                  </a:lnTo>
                  <a:lnTo>
                    <a:pt x="3380587" y="53213"/>
                  </a:lnTo>
                  <a:lnTo>
                    <a:pt x="3379559" y="52197"/>
                  </a:lnTo>
                  <a:lnTo>
                    <a:pt x="3379559" y="68516"/>
                  </a:lnTo>
                  <a:lnTo>
                    <a:pt x="3376650" y="69354"/>
                  </a:lnTo>
                  <a:lnTo>
                    <a:pt x="3377539" y="69088"/>
                  </a:lnTo>
                  <a:lnTo>
                    <a:pt x="3379559" y="68516"/>
                  </a:lnTo>
                  <a:lnTo>
                    <a:pt x="3379559" y="52197"/>
                  </a:lnTo>
                  <a:lnTo>
                    <a:pt x="3378974" y="51612"/>
                  </a:lnTo>
                  <a:lnTo>
                    <a:pt x="3378454" y="51282"/>
                  </a:lnTo>
                  <a:lnTo>
                    <a:pt x="3379025" y="51612"/>
                  </a:lnTo>
                  <a:lnTo>
                    <a:pt x="3378644" y="51282"/>
                  </a:lnTo>
                  <a:lnTo>
                    <a:pt x="3378174" y="50800"/>
                  </a:lnTo>
                  <a:lnTo>
                    <a:pt x="3379025" y="51612"/>
                  </a:lnTo>
                  <a:lnTo>
                    <a:pt x="3380702" y="53213"/>
                  </a:lnTo>
                  <a:lnTo>
                    <a:pt x="3380765" y="53340"/>
                  </a:lnTo>
                  <a:lnTo>
                    <a:pt x="3380765" y="50406"/>
                  </a:lnTo>
                  <a:lnTo>
                    <a:pt x="3379330" y="49403"/>
                  </a:lnTo>
                  <a:lnTo>
                    <a:pt x="3377895" y="49403"/>
                  </a:lnTo>
                  <a:lnTo>
                    <a:pt x="3377895" y="51269"/>
                  </a:lnTo>
                  <a:lnTo>
                    <a:pt x="3377539" y="50800"/>
                  </a:lnTo>
                  <a:lnTo>
                    <a:pt x="3377895" y="51269"/>
                  </a:lnTo>
                  <a:lnTo>
                    <a:pt x="3377895" y="49403"/>
                  </a:lnTo>
                  <a:lnTo>
                    <a:pt x="3376574" y="49403"/>
                  </a:lnTo>
                  <a:lnTo>
                    <a:pt x="3377209" y="50266"/>
                  </a:lnTo>
                  <a:lnTo>
                    <a:pt x="3376485" y="49403"/>
                  </a:lnTo>
                  <a:lnTo>
                    <a:pt x="3375241" y="48514"/>
                  </a:lnTo>
                  <a:lnTo>
                    <a:pt x="3374466" y="47967"/>
                  </a:lnTo>
                  <a:lnTo>
                    <a:pt x="3374402" y="69926"/>
                  </a:lnTo>
                  <a:lnTo>
                    <a:pt x="3373374" y="70192"/>
                  </a:lnTo>
                  <a:lnTo>
                    <a:pt x="3374377" y="69926"/>
                  </a:lnTo>
                  <a:lnTo>
                    <a:pt x="3374402" y="47929"/>
                  </a:lnTo>
                  <a:lnTo>
                    <a:pt x="3373310" y="47129"/>
                  </a:lnTo>
                  <a:lnTo>
                    <a:pt x="3373145" y="47040"/>
                  </a:lnTo>
                  <a:lnTo>
                    <a:pt x="3373005" y="46990"/>
                  </a:lnTo>
                  <a:lnTo>
                    <a:pt x="3372066" y="46304"/>
                  </a:lnTo>
                  <a:lnTo>
                    <a:pt x="3372231" y="46761"/>
                  </a:lnTo>
                  <a:lnTo>
                    <a:pt x="3372320" y="46990"/>
                  </a:lnTo>
                  <a:lnTo>
                    <a:pt x="3372193" y="46748"/>
                  </a:lnTo>
                  <a:lnTo>
                    <a:pt x="3372002" y="46304"/>
                  </a:lnTo>
                  <a:lnTo>
                    <a:pt x="3371672" y="45974"/>
                  </a:lnTo>
                  <a:lnTo>
                    <a:pt x="3371431" y="45859"/>
                  </a:lnTo>
                  <a:lnTo>
                    <a:pt x="3371062" y="45478"/>
                  </a:lnTo>
                  <a:lnTo>
                    <a:pt x="3370351" y="45212"/>
                  </a:lnTo>
                  <a:lnTo>
                    <a:pt x="3370694" y="45478"/>
                  </a:lnTo>
                  <a:lnTo>
                    <a:pt x="3370262" y="45212"/>
                  </a:lnTo>
                  <a:lnTo>
                    <a:pt x="3370376" y="45478"/>
                  </a:lnTo>
                  <a:lnTo>
                    <a:pt x="3370808" y="45974"/>
                  </a:lnTo>
                  <a:lnTo>
                    <a:pt x="3370376" y="45478"/>
                  </a:lnTo>
                  <a:lnTo>
                    <a:pt x="3370173" y="45212"/>
                  </a:lnTo>
                  <a:lnTo>
                    <a:pt x="3370351" y="45212"/>
                  </a:lnTo>
                  <a:lnTo>
                    <a:pt x="3369983" y="45085"/>
                  </a:lnTo>
                  <a:lnTo>
                    <a:pt x="3369640" y="44843"/>
                  </a:lnTo>
                  <a:lnTo>
                    <a:pt x="3369640" y="44970"/>
                  </a:lnTo>
                  <a:lnTo>
                    <a:pt x="3368967" y="44716"/>
                  </a:lnTo>
                  <a:lnTo>
                    <a:pt x="3369297" y="44716"/>
                  </a:lnTo>
                  <a:lnTo>
                    <a:pt x="3369640" y="44970"/>
                  </a:lnTo>
                  <a:lnTo>
                    <a:pt x="3369640" y="44843"/>
                  </a:lnTo>
                  <a:lnTo>
                    <a:pt x="3369081" y="44450"/>
                  </a:lnTo>
                  <a:lnTo>
                    <a:pt x="3369195" y="44602"/>
                  </a:lnTo>
                  <a:lnTo>
                    <a:pt x="3367887" y="43815"/>
                  </a:lnTo>
                  <a:lnTo>
                    <a:pt x="3368967" y="44450"/>
                  </a:lnTo>
                  <a:lnTo>
                    <a:pt x="3368167" y="43815"/>
                  </a:lnTo>
                  <a:lnTo>
                    <a:pt x="3366795" y="42900"/>
                  </a:lnTo>
                  <a:lnTo>
                    <a:pt x="3367608" y="43586"/>
                  </a:lnTo>
                  <a:lnTo>
                    <a:pt x="3366770" y="42900"/>
                  </a:lnTo>
                  <a:lnTo>
                    <a:pt x="3365652" y="41910"/>
                  </a:lnTo>
                  <a:lnTo>
                    <a:pt x="3365652" y="42291"/>
                  </a:lnTo>
                  <a:lnTo>
                    <a:pt x="3365093" y="41910"/>
                  </a:lnTo>
                  <a:lnTo>
                    <a:pt x="3365589" y="42176"/>
                  </a:lnTo>
                  <a:lnTo>
                    <a:pt x="3365652" y="41910"/>
                  </a:lnTo>
                  <a:lnTo>
                    <a:pt x="3365220" y="41541"/>
                  </a:lnTo>
                  <a:lnTo>
                    <a:pt x="3362553" y="39878"/>
                  </a:lnTo>
                  <a:lnTo>
                    <a:pt x="3360648" y="39128"/>
                  </a:lnTo>
                  <a:lnTo>
                    <a:pt x="3361029" y="39128"/>
                  </a:lnTo>
                  <a:lnTo>
                    <a:pt x="3358324" y="38442"/>
                  </a:lnTo>
                  <a:lnTo>
                    <a:pt x="3358743" y="38442"/>
                  </a:lnTo>
                  <a:lnTo>
                    <a:pt x="3356533" y="37604"/>
                  </a:lnTo>
                  <a:lnTo>
                    <a:pt x="3355695" y="37287"/>
                  </a:lnTo>
                  <a:lnTo>
                    <a:pt x="3354844" y="36957"/>
                  </a:lnTo>
                  <a:lnTo>
                    <a:pt x="3352266" y="35953"/>
                  </a:lnTo>
                  <a:lnTo>
                    <a:pt x="3350742" y="35560"/>
                  </a:lnTo>
                  <a:lnTo>
                    <a:pt x="3340201" y="33147"/>
                  </a:lnTo>
                  <a:lnTo>
                    <a:pt x="3335109" y="32512"/>
                  </a:lnTo>
                  <a:lnTo>
                    <a:pt x="3328428" y="31877"/>
                  </a:lnTo>
                  <a:lnTo>
                    <a:pt x="3331807" y="32194"/>
                  </a:lnTo>
                  <a:lnTo>
                    <a:pt x="3329902" y="31877"/>
                  </a:lnTo>
                  <a:lnTo>
                    <a:pt x="3325330" y="31115"/>
                  </a:lnTo>
                  <a:lnTo>
                    <a:pt x="3322409" y="31115"/>
                  </a:lnTo>
                  <a:lnTo>
                    <a:pt x="3320453" y="30899"/>
                  </a:lnTo>
                  <a:lnTo>
                    <a:pt x="3314420" y="30226"/>
                  </a:lnTo>
                  <a:lnTo>
                    <a:pt x="3315944" y="30607"/>
                  </a:lnTo>
                  <a:lnTo>
                    <a:pt x="3314408" y="30226"/>
                  </a:lnTo>
                  <a:lnTo>
                    <a:pt x="3314598" y="30226"/>
                  </a:lnTo>
                  <a:lnTo>
                    <a:pt x="3312058" y="29692"/>
                  </a:lnTo>
                  <a:lnTo>
                    <a:pt x="3307969" y="29692"/>
                  </a:lnTo>
                  <a:lnTo>
                    <a:pt x="3294900" y="28016"/>
                  </a:lnTo>
                  <a:lnTo>
                    <a:pt x="3293275" y="28016"/>
                  </a:lnTo>
                  <a:lnTo>
                    <a:pt x="3287179" y="27190"/>
                  </a:lnTo>
                  <a:lnTo>
                    <a:pt x="3277501" y="25400"/>
                  </a:lnTo>
                  <a:lnTo>
                    <a:pt x="3270224" y="23914"/>
                  </a:lnTo>
                  <a:lnTo>
                    <a:pt x="3270224" y="45478"/>
                  </a:lnTo>
                  <a:lnTo>
                    <a:pt x="3130753" y="45478"/>
                  </a:lnTo>
                  <a:lnTo>
                    <a:pt x="3131591" y="45212"/>
                  </a:lnTo>
                  <a:lnTo>
                    <a:pt x="3131985" y="45212"/>
                  </a:lnTo>
                  <a:lnTo>
                    <a:pt x="3132429" y="44970"/>
                  </a:lnTo>
                  <a:lnTo>
                    <a:pt x="3133318" y="44450"/>
                  </a:lnTo>
                  <a:lnTo>
                    <a:pt x="3133953" y="44132"/>
                  </a:lnTo>
                  <a:lnTo>
                    <a:pt x="3134588" y="43815"/>
                  </a:lnTo>
                  <a:lnTo>
                    <a:pt x="3133229" y="44323"/>
                  </a:lnTo>
                  <a:lnTo>
                    <a:pt x="3134512" y="43815"/>
                  </a:lnTo>
                  <a:lnTo>
                    <a:pt x="3135007" y="43815"/>
                  </a:lnTo>
                  <a:lnTo>
                    <a:pt x="3138525" y="42900"/>
                  </a:lnTo>
                  <a:lnTo>
                    <a:pt x="3140468" y="42303"/>
                  </a:lnTo>
                  <a:lnTo>
                    <a:pt x="3141688" y="41910"/>
                  </a:lnTo>
                  <a:lnTo>
                    <a:pt x="3144443" y="41402"/>
                  </a:lnTo>
                  <a:lnTo>
                    <a:pt x="3150984" y="40259"/>
                  </a:lnTo>
                  <a:lnTo>
                    <a:pt x="3151136" y="40259"/>
                  </a:lnTo>
                  <a:lnTo>
                    <a:pt x="3152622" y="39878"/>
                  </a:lnTo>
                  <a:lnTo>
                    <a:pt x="3152432" y="39878"/>
                  </a:lnTo>
                  <a:lnTo>
                    <a:pt x="3151492" y="39878"/>
                  </a:lnTo>
                  <a:lnTo>
                    <a:pt x="3153003" y="39751"/>
                  </a:lnTo>
                  <a:lnTo>
                    <a:pt x="3153194" y="39738"/>
                  </a:lnTo>
                  <a:lnTo>
                    <a:pt x="3156000" y="39497"/>
                  </a:lnTo>
                  <a:lnTo>
                    <a:pt x="3160509" y="39128"/>
                  </a:lnTo>
                  <a:lnTo>
                    <a:pt x="3159595" y="39128"/>
                  </a:lnTo>
                  <a:lnTo>
                    <a:pt x="3172434" y="38442"/>
                  </a:lnTo>
                  <a:lnTo>
                    <a:pt x="3170021" y="38442"/>
                  </a:lnTo>
                  <a:lnTo>
                    <a:pt x="3174466" y="37973"/>
                  </a:lnTo>
                  <a:lnTo>
                    <a:pt x="3179800" y="37973"/>
                  </a:lnTo>
                  <a:lnTo>
                    <a:pt x="3185515" y="37604"/>
                  </a:lnTo>
                  <a:lnTo>
                    <a:pt x="3204946" y="37604"/>
                  </a:lnTo>
                  <a:lnTo>
                    <a:pt x="3222472" y="37604"/>
                  </a:lnTo>
                  <a:lnTo>
                    <a:pt x="3226358" y="37604"/>
                  </a:lnTo>
                  <a:lnTo>
                    <a:pt x="3231172" y="38442"/>
                  </a:lnTo>
                  <a:lnTo>
                    <a:pt x="3231858" y="38442"/>
                  </a:lnTo>
                  <a:lnTo>
                    <a:pt x="3234791" y="39128"/>
                  </a:lnTo>
                  <a:lnTo>
                    <a:pt x="3235363" y="39497"/>
                  </a:lnTo>
                  <a:lnTo>
                    <a:pt x="3235960" y="39497"/>
                  </a:lnTo>
                  <a:lnTo>
                    <a:pt x="3243935" y="40779"/>
                  </a:lnTo>
                  <a:lnTo>
                    <a:pt x="3244481" y="40779"/>
                  </a:lnTo>
                  <a:lnTo>
                    <a:pt x="3255619" y="42900"/>
                  </a:lnTo>
                  <a:lnTo>
                    <a:pt x="3255835" y="42900"/>
                  </a:lnTo>
                  <a:lnTo>
                    <a:pt x="3258909" y="43319"/>
                  </a:lnTo>
                  <a:lnTo>
                    <a:pt x="3256051" y="42900"/>
                  </a:lnTo>
                  <a:lnTo>
                    <a:pt x="3256673" y="42900"/>
                  </a:lnTo>
                  <a:lnTo>
                    <a:pt x="3258909" y="43319"/>
                  </a:lnTo>
                  <a:lnTo>
                    <a:pt x="3259074" y="43345"/>
                  </a:lnTo>
                  <a:lnTo>
                    <a:pt x="3268129" y="44996"/>
                  </a:lnTo>
                  <a:lnTo>
                    <a:pt x="3270224" y="45478"/>
                  </a:lnTo>
                  <a:lnTo>
                    <a:pt x="3270224" y="23914"/>
                  </a:lnTo>
                  <a:lnTo>
                    <a:pt x="3267849" y="23418"/>
                  </a:lnTo>
                  <a:lnTo>
                    <a:pt x="3267849" y="44919"/>
                  </a:lnTo>
                  <a:lnTo>
                    <a:pt x="3266795" y="44716"/>
                  </a:lnTo>
                  <a:lnTo>
                    <a:pt x="3266986" y="44716"/>
                  </a:lnTo>
                  <a:lnTo>
                    <a:pt x="3267849" y="44919"/>
                  </a:lnTo>
                  <a:lnTo>
                    <a:pt x="3267849" y="23418"/>
                  </a:lnTo>
                  <a:lnTo>
                    <a:pt x="3265182" y="22860"/>
                  </a:lnTo>
                  <a:lnTo>
                    <a:pt x="3262617" y="22860"/>
                  </a:lnTo>
                  <a:lnTo>
                    <a:pt x="3262617" y="43815"/>
                  </a:lnTo>
                  <a:lnTo>
                    <a:pt x="3262477" y="43815"/>
                  </a:lnTo>
                  <a:lnTo>
                    <a:pt x="3259950" y="43459"/>
                  </a:lnTo>
                  <a:lnTo>
                    <a:pt x="3262617" y="43815"/>
                  </a:lnTo>
                  <a:lnTo>
                    <a:pt x="3262617" y="22860"/>
                  </a:lnTo>
                  <a:lnTo>
                    <a:pt x="3215729" y="22860"/>
                  </a:lnTo>
                  <a:lnTo>
                    <a:pt x="3215729" y="36957"/>
                  </a:lnTo>
                  <a:lnTo>
                    <a:pt x="3213874" y="37071"/>
                  </a:lnTo>
                  <a:lnTo>
                    <a:pt x="3212096" y="36957"/>
                  </a:lnTo>
                  <a:lnTo>
                    <a:pt x="3215729" y="36957"/>
                  </a:lnTo>
                  <a:lnTo>
                    <a:pt x="3215729" y="22860"/>
                  </a:lnTo>
                  <a:lnTo>
                    <a:pt x="3132175" y="22860"/>
                  </a:lnTo>
                  <a:lnTo>
                    <a:pt x="3131794" y="22860"/>
                  </a:lnTo>
                  <a:lnTo>
                    <a:pt x="3130778" y="23114"/>
                  </a:lnTo>
                  <a:lnTo>
                    <a:pt x="3127095" y="24257"/>
                  </a:lnTo>
                  <a:lnTo>
                    <a:pt x="3126905" y="24345"/>
                  </a:lnTo>
                  <a:lnTo>
                    <a:pt x="3126905" y="36703"/>
                  </a:lnTo>
                  <a:lnTo>
                    <a:pt x="3126790" y="35560"/>
                  </a:lnTo>
                  <a:lnTo>
                    <a:pt x="3126892" y="36525"/>
                  </a:lnTo>
                  <a:lnTo>
                    <a:pt x="3126905" y="36703"/>
                  </a:lnTo>
                  <a:lnTo>
                    <a:pt x="3126905" y="24345"/>
                  </a:lnTo>
                  <a:lnTo>
                    <a:pt x="3126778" y="24396"/>
                  </a:lnTo>
                  <a:lnTo>
                    <a:pt x="3126778" y="46990"/>
                  </a:lnTo>
                  <a:lnTo>
                    <a:pt x="3126587" y="47129"/>
                  </a:lnTo>
                  <a:lnTo>
                    <a:pt x="3126448" y="47129"/>
                  </a:lnTo>
                  <a:lnTo>
                    <a:pt x="3126714" y="46990"/>
                  </a:lnTo>
                  <a:lnTo>
                    <a:pt x="3126778" y="24396"/>
                  </a:lnTo>
                  <a:lnTo>
                    <a:pt x="3125940" y="24726"/>
                  </a:lnTo>
                  <a:lnTo>
                    <a:pt x="3125940" y="35560"/>
                  </a:lnTo>
                  <a:lnTo>
                    <a:pt x="3125825" y="35052"/>
                  </a:lnTo>
                  <a:lnTo>
                    <a:pt x="3125343" y="34036"/>
                  </a:lnTo>
                  <a:lnTo>
                    <a:pt x="3125851" y="35052"/>
                  </a:lnTo>
                  <a:lnTo>
                    <a:pt x="3125940" y="35560"/>
                  </a:lnTo>
                  <a:lnTo>
                    <a:pt x="3125940" y="24726"/>
                  </a:lnTo>
                  <a:lnTo>
                    <a:pt x="3125203" y="25019"/>
                  </a:lnTo>
                  <a:lnTo>
                    <a:pt x="3125165" y="32410"/>
                  </a:lnTo>
                  <a:lnTo>
                    <a:pt x="3125038" y="32194"/>
                  </a:lnTo>
                  <a:lnTo>
                    <a:pt x="3124885" y="31877"/>
                  </a:lnTo>
                  <a:lnTo>
                    <a:pt x="3125063" y="32194"/>
                  </a:lnTo>
                  <a:lnTo>
                    <a:pt x="3125089" y="31978"/>
                  </a:lnTo>
                  <a:lnTo>
                    <a:pt x="3125165" y="32410"/>
                  </a:lnTo>
                  <a:lnTo>
                    <a:pt x="3125165" y="25044"/>
                  </a:lnTo>
                  <a:lnTo>
                    <a:pt x="3124720" y="25273"/>
                  </a:lnTo>
                  <a:lnTo>
                    <a:pt x="3124720" y="31343"/>
                  </a:lnTo>
                  <a:lnTo>
                    <a:pt x="3124568" y="31343"/>
                  </a:lnTo>
                  <a:lnTo>
                    <a:pt x="3124517" y="31115"/>
                  </a:lnTo>
                  <a:lnTo>
                    <a:pt x="3124276" y="30810"/>
                  </a:lnTo>
                  <a:lnTo>
                    <a:pt x="3124276" y="31877"/>
                  </a:lnTo>
                  <a:lnTo>
                    <a:pt x="3123831" y="31877"/>
                  </a:lnTo>
                  <a:lnTo>
                    <a:pt x="3123666" y="31877"/>
                  </a:lnTo>
                  <a:lnTo>
                    <a:pt x="3123666" y="31343"/>
                  </a:lnTo>
                  <a:lnTo>
                    <a:pt x="3122015" y="30607"/>
                  </a:lnTo>
                  <a:lnTo>
                    <a:pt x="3121164" y="30226"/>
                  </a:lnTo>
                  <a:lnTo>
                    <a:pt x="3119971" y="29692"/>
                  </a:lnTo>
                  <a:lnTo>
                    <a:pt x="3123247" y="29692"/>
                  </a:lnTo>
                  <a:lnTo>
                    <a:pt x="3123311" y="30226"/>
                  </a:lnTo>
                  <a:lnTo>
                    <a:pt x="3123273" y="30353"/>
                  </a:lnTo>
                  <a:lnTo>
                    <a:pt x="3123298" y="30607"/>
                  </a:lnTo>
                  <a:lnTo>
                    <a:pt x="3123488" y="31013"/>
                  </a:lnTo>
                  <a:lnTo>
                    <a:pt x="3123425" y="30543"/>
                  </a:lnTo>
                  <a:lnTo>
                    <a:pt x="3123615" y="30607"/>
                  </a:lnTo>
                  <a:lnTo>
                    <a:pt x="3123628" y="30734"/>
                  </a:lnTo>
                  <a:lnTo>
                    <a:pt x="3123654" y="31115"/>
                  </a:lnTo>
                  <a:lnTo>
                    <a:pt x="3123628" y="31267"/>
                  </a:lnTo>
                  <a:lnTo>
                    <a:pt x="3124022" y="31343"/>
                  </a:lnTo>
                  <a:lnTo>
                    <a:pt x="3123920" y="31115"/>
                  </a:lnTo>
                  <a:lnTo>
                    <a:pt x="3124085" y="31115"/>
                  </a:lnTo>
                  <a:lnTo>
                    <a:pt x="3124149" y="31343"/>
                  </a:lnTo>
                  <a:lnTo>
                    <a:pt x="3124035" y="31115"/>
                  </a:lnTo>
                  <a:lnTo>
                    <a:pt x="3124022" y="31343"/>
                  </a:lnTo>
                  <a:lnTo>
                    <a:pt x="3124111" y="31559"/>
                  </a:lnTo>
                  <a:lnTo>
                    <a:pt x="3124276" y="31877"/>
                  </a:lnTo>
                  <a:lnTo>
                    <a:pt x="3124276" y="30810"/>
                  </a:lnTo>
                  <a:lnTo>
                    <a:pt x="3123577" y="29692"/>
                  </a:lnTo>
                  <a:lnTo>
                    <a:pt x="3123590" y="30149"/>
                  </a:lnTo>
                  <a:lnTo>
                    <a:pt x="3123527" y="29692"/>
                  </a:lnTo>
                  <a:lnTo>
                    <a:pt x="3123095" y="28994"/>
                  </a:lnTo>
                  <a:lnTo>
                    <a:pt x="3122523" y="28016"/>
                  </a:lnTo>
                  <a:lnTo>
                    <a:pt x="3122015" y="27190"/>
                  </a:lnTo>
                  <a:lnTo>
                    <a:pt x="3122574" y="28016"/>
                  </a:lnTo>
                  <a:lnTo>
                    <a:pt x="3123057" y="28841"/>
                  </a:lnTo>
                  <a:lnTo>
                    <a:pt x="3122726" y="27190"/>
                  </a:lnTo>
                  <a:lnTo>
                    <a:pt x="3122650" y="26797"/>
                  </a:lnTo>
                  <a:lnTo>
                    <a:pt x="3122904" y="26797"/>
                  </a:lnTo>
                  <a:lnTo>
                    <a:pt x="3122866" y="26631"/>
                  </a:lnTo>
                  <a:lnTo>
                    <a:pt x="3122930" y="26797"/>
                  </a:lnTo>
                  <a:lnTo>
                    <a:pt x="3122980" y="27190"/>
                  </a:lnTo>
                  <a:lnTo>
                    <a:pt x="3122650" y="26797"/>
                  </a:lnTo>
                  <a:lnTo>
                    <a:pt x="3122777" y="27190"/>
                  </a:lnTo>
                  <a:lnTo>
                    <a:pt x="3122879" y="27711"/>
                  </a:lnTo>
                  <a:lnTo>
                    <a:pt x="3122904" y="28016"/>
                  </a:lnTo>
                  <a:lnTo>
                    <a:pt x="3123057" y="28841"/>
                  </a:lnTo>
                  <a:lnTo>
                    <a:pt x="3123501" y="29552"/>
                  </a:lnTo>
                  <a:lnTo>
                    <a:pt x="3123247" y="28016"/>
                  </a:lnTo>
                  <a:lnTo>
                    <a:pt x="3123120" y="27660"/>
                  </a:lnTo>
                  <a:lnTo>
                    <a:pt x="3123107" y="27190"/>
                  </a:lnTo>
                  <a:lnTo>
                    <a:pt x="3123285" y="28016"/>
                  </a:lnTo>
                  <a:lnTo>
                    <a:pt x="3123577" y="29692"/>
                  </a:lnTo>
                  <a:lnTo>
                    <a:pt x="3124568" y="31115"/>
                  </a:lnTo>
                  <a:lnTo>
                    <a:pt x="3124720" y="31343"/>
                  </a:lnTo>
                  <a:lnTo>
                    <a:pt x="3124720" y="25273"/>
                  </a:lnTo>
                  <a:lnTo>
                    <a:pt x="3124682" y="25400"/>
                  </a:lnTo>
                  <a:lnTo>
                    <a:pt x="3124454" y="25476"/>
                  </a:lnTo>
                  <a:lnTo>
                    <a:pt x="3124644" y="25400"/>
                  </a:lnTo>
                  <a:lnTo>
                    <a:pt x="3124085" y="25590"/>
                  </a:lnTo>
                  <a:lnTo>
                    <a:pt x="3122714" y="26009"/>
                  </a:lnTo>
                  <a:lnTo>
                    <a:pt x="3122676" y="25666"/>
                  </a:lnTo>
                  <a:lnTo>
                    <a:pt x="3122625" y="25400"/>
                  </a:lnTo>
                  <a:lnTo>
                    <a:pt x="3122561" y="25133"/>
                  </a:lnTo>
                  <a:lnTo>
                    <a:pt x="3122561" y="26047"/>
                  </a:lnTo>
                  <a:lnTo>
                    <a:pt x="3122472" y="25666"/>
                  </a:lnTo>
                  <a:lnTo>
                    <a:pt x="3122422" y="25400"/>
                  </a:lnTo>
                  <a:lnTo>
                    <a:pt x="3122523" y="25666"/>
                  </a:lnTo>
                  <a:lnTo>
                    <a:pt x="3122561" y="26047"/>
                  </a:lnTo>
                  <a:lnTo>
                    <a:pt x="3122561" y="25133"/>
                  </a:lnTo>
                  <a:lnTo>
                    <a:pt x="3122447" y="24511"/>
                  </a:lnTo>
                  <a:lnTo>
                    <a:pt x="3122396" y="24257"/>
                  </a:lnTo>
                  <a:lnTo>
                    <a:pt x="3122117" y="23329"/>
                  </a:lnTo>
                  <a:lnTo>
                    <a:pt x="3122091" y="23114"/>
                  </a:lnTo>
                  <a:lnTo>
                    <a:pt x="3121977" y="22860"/>
                  </a:lnTo>
                  <a:lnTo>
                    <a:pt x="3121914" y="23114"/>
                  </a:lnTo>
                  <a:lnTo>
                    <a:pt x="3122104" y="24257"/>
                  </a:lnTo>
                  <a:lnTo>
                    <a:pt x="3122142" y="24511"/>
                  </a:lnTo>
                  <a:lnTo>
                    <a:pt x="3122231" y="24257"/>
                  </a:lnTo>
                  <a:lnTo>
                    <a:pt x="3122269" y="25400"/>
                  </a:lnTo>
                  <a:lnTo>
                    <a:pt x="3121914" y="23114"/>
                  </a:lnTo>
                  <a:lnTo>
                    <a:pt x="3121799" y="22352"/>
                  </a:lnTo>
                  <a:lnTo>
                    <a:pt x="3121977" y="22352"/>
                  </a:lnTo>
                  <a:lnTo>
                    <a:pt x="3121279" y="18923"/>
                  </a:lnTo>
                  <a:lnTo>
                    <a:pt x="3121126" y="18554"/>
                  </a:lnTo>
                  <a:lnTo>
                    <a:pt x="3121063" y="18415"/>
                  </a:lnTo>
                  <a:lnTo>
                    <a:pt x="3120339" y="16992"/>
                  </a:lnTo>
                  <a:lnTo>
                    <a:pt x="3120466" y="17653"/>
                  </a:lnTo>
                  <a:lnTo>
                    <a:pt x="3120644" y="18161"/>
                  </a:lnTo>
                  <a:lnTo>
                    <a:pt x="3120745" y="18415"/>
                  </a:lnTo>
                  <a:lnTo>
                    <a:pt x="3120567" y="18161"/>
                  </a:lnTo>
                  <a:lnTo>
                    <a:pt x="3120466" y="17653"/>
                  </a:lnTo>
                  <a:lnTo>
                    <a:pt x="3120225" y="16992"/>
                  </a:lnTo>
                  <a:lnTo>
                    <a:pt x="3120148" y="16764"/>
                  </a:lnTo>
                  <a:lnTo>
                    <a:pt x="3120034" y="16573"/>
                  </a:lnTo>
                  <a:lnTo>
                    <a:pt x="3119945" y="16421"/>
                  </a:lnTo>
                  <a:lnTo>
                    <a:pt x="3119945" y="16764"/>
                  </a:lnTo>
                  <a:lnTo>
                    <a:pt x="3119805" y="16764"/>
                  </a:lnTo>
                  <a:lnTo>
                    <a:pt x="3119640" y="16764"/>
                  </a:lnTo>
                  <a:lnTo>
                    <a:pt x="3119717" y="17487"/>
                  </a:lnTo>
                  <a:lnTo>
                    <a:pt x="3119640" y="16992"/>
                  </a:lnTo>
                  <a:lnTo>
                    <a:pt x="3119602" y="16764"/>
                  </a:lnTo>
                  <a:lnTo>
                    <a:pt x="3119043" y="15875"/>
                  </a:lnTo>
                  <a:lnTo>
                    <a:pt x="3118459" y="14986"/>
                  </a:lnTo>
                  <a:lnTo>
                    <a:pt x="3118840" y="15379"/>
                  </a:lnTo>
                  <a:lnTo>
                    <a:pt x="3119043" y="15875"/>
                  </a:lnTo>
                  <a:lnTo>
                    <a:pt x="3119640" y="16764"/>
                  </a:lnTo>
                  <a:lnTo>
                    <a:pt x="3119488" y="16027"/>
                  </a:lnTo>
                  <a:lnTo>
                    <a:pt x="3119463" y="15875"/>
                  </a:lnTo>
                  <a:lnTo>
                    <a:pt x="3119590" y="15875"/>
                  </a:lnTo>
                  <a:lnTo>
                    <a:pt x="3119755" y="16294"/>
                  </a:lnTo>
                  <a:lnTo>
                    <a:pt x="3119894" y="16637"/>
                  </a:lnTo>
                  <a:lnTo>
                    <a:pt x="3119945" y="16764"/>
                  </a:lnTo>
                  <a:lnTo>
                    <a:pt x="3119945" y="16421"/>
                  </a:lnTo>
                  <a:lnTo>
                    <a:pt x="3119780" y="16103"/>
                  </a:lnTo>
                  <a:lnTo>
                    <a:pt x="3119729" y="15875"/>
                  </a:lnTo>
                  <a:lnTo>
                    <a:pt x="3119590" y="15671"/>
                  </a:lnTo>
                  <a:lnTo>
                    <a:pt x="3119374" y="15379"/>
                  </a:lnTo>
                  <a:lnTo>
                    <a:pt x="3119221" y="14986"/>
                  </a:lnTo>
                  <a:lnTo>
                    <a:pt x="3119412" y="15379"/>
                  </a:lnTo>
                  <a:lnTo>
                    <a:pt x="3119399" y="14986"/>
                  </a:lnTo>
                  <a:lnTo>
                    <a:pt x="3119221" y="14351"/>
                  </a:lnTo>
                  <a:lnTo>
                    <a:pt x="3119348" y="14351"/>
                  </a:lnTo>
                  <a:lnTo>
                    <a:pt x="3119183" y="13728"/>
                  </a:lnTo>
                  <a:lnTo>
                    <a:pt x="3119094" y="13335"/>
                  </a:lnTo>
                  <a:lnTo>
                    <a:pt x="3118967" y="14351"/>
                  </a:lnTo>
                  <a:lnTo>
                    <a:pt x="3118866" y="13728"/>
                  </a:lnTo>
                  <a:lnTo>
                    <a:pt x="3118967" y="13335"/>
                  </a:lnTo>
                  <a:lnTo>
                    <a:pt x="3118688" y="11938"/>
                  </a:lnTo>
                  <a:lnTo>
                    <a:pt x="3118802" y="13335"/>
                  </a:lnTo>
                  <a:lnTo>
                    <a:pt x="3118853" y="13703"/>
                  </a:lnTo>
                  <a:lnTo>
                    <a:pt x="3118574" y="11938"/>
                  </a:lnTo>
                  <a:lnTo>
                    <a:pt x="3118459" y="11176"/>
                  </a:lnTo>
                  <a:lnTo>
                    <a:pt x="3118408" y="11036"/>
                  </a:lnTo>
                  <a:lnTo>
                    <a:pt x="3118332" y="10033"/>
                  </a:lnTo>
                  <a:lnTo>
                    <a:pt x="3118408" y="8890"/>
                  </a:lnTo>
                  <a:lnTo>
                    <a:pt x="3118332" y="7112"/>
                  </a:lnTo>
                  <a:lnTo>
                    <a:pt x="3117062" y="4572"/>
                  </a:lnTo>
                  <a:lnTo>
                    <a:pt x="3115030" y="2921"/>
                  </a:lnTo>
                  <a:lnTo>
                    <a:pt x="3113887" y="1778"/>
                  </a:lnTo>
                  <a:lnTo>
                    <a:pt x="3112998" y="889"/>
                  </a:lnTo>
                  <a:lnTo>
                    <a:pt x="3110204" y="0"/>
                  </a:lnTo>
                  <a:lnTo>
                    <a:pt x="3107537" y="266"/>
                  </a:lnTo>
                  <a:lnTo>
                    <a:pt x="3107156" y="266"/>
                  </a:lnTo>
                  <a:lnTo>
                    <a:pt x="3103765" y="889"/>
                  </a:lnTo>
                  <a:lnTo>
                    <a:pt x="3103232" y="889"/>
                  </a:lnTo>
                  <a:lnTo>
                    <a:pt x="3101060" y="2032"/>
                  </a:lnTo>
                  <a:lnTo>
                    <a:pt x="3099282" y="3810"/>
                  </a:lnTo>
                  <a:lnTo>
                    <a:pt x="3097377" y="5461"/>
                  </a:lnTo>
                  <a:lnTo>
                    <a:pt x="3097504" y="5461"/>
                  </a:lnTo>
                  <a:lnTo>
                    <a:pt x="3096018" y="7112"/>
                  </a:lnTo>
                  <a:lnTo>
                    <a:pt x="3094482" y="8890"/>
                  </a:lnTo>
                  <a:lnTo>
                    <a:pt x="3094075" y="9398"/>
                  </a:lnTo>
                  <a:lnTo>
                    <a:pt x="3094507" y="8890"/>
                  </a:lnTo>
                  <a:lnTo>
                    <a:pt x="3117951" y="8890"/>
                  </a:lnTo>
                  <a:lnTo>
                    <a:pt x="3118116" y="9398"/>
                  </a:lnTo>
                  <a:lnTo>
                    <a:pt x="3118180" y="10033"/>
                  </a:lnTo>
                  <a:lnTo>
                    <a:pt x="3118066" y="9461"/>
                  </a:lnTo>
                  <a:lnTo>
                    <a:pt x="3118066" y="28016"/>
                  </a:lnTo>
                  <a:lnTo>
                    <a:pt x="3117037" y="28384"/>
                  </a:lnTo>
                  <a:lnTo>
                    <a:pt x="3116237" y="28016"/>
                  </a:lnTo>
                  <a:lnTo>
                    <a:pt x="3117431" y="28016"/>
                  </a:lnTo>
                  <a:lnTo>
                    <a:pt x="3118066" y="28016"/>
                  </a:lnTo>
                  <a:lnTo>
                    <a:pt x="3118066" y="9461"/>
                  </a:lnTo>
                  <a:lnTo>
                    <a:pt x="3111487" y="9398"/>
                  </a:lnTo>
                  <a:lnTo>
                    <a:pt x="3111487" y="20078"/>
                  </a:lnTo>
                  <a:lnTo>
                    <a:pt x="3111030" y="20650"/>
                  </a:lnTo>
                  <a:lnTo>
                    <a:pt x="3110865" y="20802"/>
                  </a:lnTo>
                  <a:lnTo>
                    <a:pt x="3111487" y="20078"/>
                  </a:lnTo>
                  <a:lnTo>
                    <a:pt x="3111487" y="9398"/>
                  </a:lnTo>
                  <a:lnTo>
                    <a:pt x="3108515" y="9398"/>
                  </a:lnTo>
                  <a:lnTo>
                    <a:pt x="3108515" y="45478"/>
                  </a:lnTo>
                  <a:lnTo>
                    <a:pt x="3090176" y="45478"/>
                  </a:lnTo>
                  <a:lnTo>
                    <a:pt x="3090773" y="44716"/>
                  </a:lnTo>
                  <a:lnTo>
                    <a:pt x="3091053" y="44450"/>
                  </a:lnTo>
                  <a:lnTo>
                    <a:pt x="3092386" y="42900"/>
                  </a:lnTo>
                  <a:lnTo>
                    <a:pt x="3092666" y="42303"/>
                  </a:lnTo>
                  <a:lnTo>
                    <a:pt x="3093364" y="41148"/>
                  </a:lnTo>
                  <a:lnTo>
                    <a:pt x="3093910" y="40259"/>
                  </a:lnTo>
                  <a:lnTo>
                    <a:pt x="3093059" y="41148"/>
                  </a:lnTo>
                  <a:lnTo>
                    <a:pt x="3093453" y="40640"/>
                  </a:lnTo>
                  <a:lnTo>
                    <a:pt x="3093910" y="40259"/>
                  </a:lnTo>
                  <a:lnTo>
                    <a:pt x="3094139" y="39878"/>
                  </a:lnTo>
                  <a:lnTo>
                    <a:pt x="3093758" y="40259"/>
                  </a:lnTo>
                  <a:lnTo>
                    <a:pt x="3094355" y="39497"/>
                  </a:lnTo>
                  <a:lnTo>
                    <a:pt x="3094139" y="39878"/>
                  </a:lnTo>
                  <a:lnTo>
                    <a:pt x="3094634" y="39497"/>
                  </a:lnTo>
                  <a:lnTo>
                    <a:pt x="3095637" y="38442"/>
                  </a:lnTo>
                  <a:lnTo>
                    <a:pt x="3097136" y="36525"/>
                  </a:lnTo>
                  <a:lnTo>
                    <a:pt x="3097873" y="35560"/>
                  </a:lnTo>
                  <a:lnTo>
                    <a:pt x="3098419" y="35052"/>
                  </a:lnTo>
                  <a:lnTo>
                    <a:pt x="3099790" y="33528"/>
                  </a:lnTo>
                  <a:lnTo>
                    <a:pt x="3102216" y="30226"/>
                  </a:lnTo>
                  <a:lnTo>
                    <a:pt x="3102229" y="30073"/>
                  </a:lnTo>
                  <a:lnTo>
                    <a:pt x="3102076" y="30226"/>
                  </a:lnTo>
                  <a:lnTo>
                    <a:pt x="3102229" y="30048"/>
                  </a:lnTo>
                  <a:lnTo>
                    <a:pt x="3102254" y="29730"/>
                  </a:lnTo>
                  <a:lnTo>
                    <a:pt x="3102318" y="29946"/>
                  </a:lnTo>
                  <a:lnTo>
                    <a:pt x="3102406" y="29692"/>
                  </a:lnTo>
                  <a:lnTo>
                    <a:pt x="3102419" y="29832"/>
                  </a:lnTo>
                  <a:lnTo>
                    <a:pt x="3102533" y="29692"/>
                  </a:lnTo>
                  <a:lnTo>
                    <a:pt x="3102419" y="29883"/>
                  </a:lnTo>
                  <a:lnTo>
                    <a:pt x="3102457" y="30226"/>
                  </a:lnTo>
                  <a:lnTo>
                    <a:pt x="3102495" y="30518"/>
                  </a:lnTo>
                  <a:lnTo>
                    <a:pt x="3102521" y="31343"/>
                  </a:lnTo>
                  <a:lnTo>
                    <a:pt x="3102622" y="31877"/>
                  </a:lnTo>
                  <a:lnTo>
                    <a:pt x="3102724" y="32194"/>
                  </a:lnTo>
                  <a:lnTo>
                    <a:pt x="3102838" y="32512"/>
                  </a:lnTo>
                  <a:lnTo>
                    <a:pt x="3102914" y="32778"/>
                  </a:lnTo>
                  <a:lnTo>
                    <a:pt x="3103041" y="33147"/>
                  </a:lnTo>
                  <a:lnTo>
                    <a:pt x="3102953" y="32194"/>
                  </a:lnTo>
                  <a:lnTo>
                    <a:pt x="3102838" y="31115"/>
                  </a:lnTo>
                  <a:lnTo>
                    <a:pt x="3102838" y="30899"/>
                  </a:lnTo>
                  <a:lnTo>
                    <a:pt x="3102876" y="31115"/>
                  </a:lnTo>
                  <a:lnTo>
                    <a:pt x="3102991" y="31877"/>
                  </a:lnTo>
                  <a:lnTo>
                    <a:pt x="3103041" y="32194"/>
                  </a:lnTo>
                  <a:lnTo>
                    <a:pt x="3103143" y="32778"/>
                  </a:lnTo>
                  <a:lnTo>
                    <a:pt x="3103257" y="33528"/>
                  </a:lnTo>
                  <a:lnTo>
                    <a:pt x="3103600" y="35052"/>
                  </a:lnTo>
                  <a:lnTo>
                    <a:pt x="3103702" y="35953"/>
                  </a:lnTo>
                  <a:lnTo>
                    <a:pt x="3104680" y="37604"/>
                  </a:lnTo>
                  <a:lnTo>
                    <a:pt x="3104870" y="37973"/>
                  </a:lnTo>
                  <a:lnTo>
                    <a:pt x="3105251" y="37973"/>
                  </a:lnTo>
                  <a:lnTo>
                    <a:pt x="3105251" y="36703"/>
                  </a:lnTo>
                  <a:lnTo>
                    <a:pt x="3105315" y="36957"/>
                  </a:lnTo>
                  <a:lnTo>
                    <a:pt x="3105251" y="38442"/>
                  </a:lnTo>
                  <a:lnTo>
                    <a:pt x="3105340" y="38938"/>
                  </a:lnTo>
                  <a:lnTo>
                    <a:pt x="3105467" y="39128"/>
                  </a:lnTo>
                  <a:lnTo>
                    <a:pt x="3105505" y="39497"/>
                  </a:lnTo>
                  <a:lnTo>
                    <a:pt x="3105391" y="39128"/>
                  </a:lnTo>
                  <a:lnTo>
                    <a:pt x="3105251" y="39128"/>
                  </a:lnTo>
                  <a:lnTo>
                    <a:pt x="3105188" y="38684"/>
                  </a:lnTo>
                  <a:lnTo>
                    <a:pt x="3105315" y="38900"/>
                  </a:lnTo>
                  <a:lnTo>
                    <a:pt x="3105188" y="38442"/>
                  </a:lnTo>
                  <a:lnTo>
                    <a:pt x="3105175" y="38671"/>
                  </a:lnTo>
                  <a:lnTo>
                    <a:pt x="3105175" y="40259"/>
                  </a:lnTo>
                  <a:lnTo>
                    <a:pt x="3106432" y="42900"/>
                  </a:lnTo>
                  <a:lnTo>
                    <a:pt x="3106280" y="42303"/>
                  </a:lnTo>
                  <a:lnTo>
                    <a:pt x="3106470" y="42900"/>
                  </a:lnTo>
                  <a:lnTo>
                    <a:pt x="3106775" y="43815"/>
                  </a:lnTo>
                  <a:lnTo>
                    <a:pt x="3108515" y="45478"/>
                  </a:lnTo>
                  <a:lnTo>
                    <a:pt x="3108515" y="9398"/>
                  </a:lnTo>
                  <a:lnTo>
                    <a:pt x="3107690" y="9398"/>
                  </a:lnTo>
                  <a:lnTo>
                    <a:pt x="3107690" y="24282"/>
                  </a:lnTo>
                  <a:lnTo>
                    <a:pt x="3107537" y="24511"/>
                  </a:lnTo>
                  <a:lnTo>
                    <a:pt x="3107537" y="42303"/>
                  </a:lnTo>
                  <a:lnTo>
                    <a:pt x="3107042" y="41541"/>
                  </a:lnTo>
                  <a:lnTo>
                    <a:pt x="3106204" y="40259"/>
                  </a:lnTo>
                  <a:lnTo>
                    <a:pt x="3106280" y="40640"/>
                  </a:lnTo>
                  <a:lnTo>
                    <a:pt x="3106318" y="40779"/>
                  </a:lnTo>
                  <a:lnTo>
                    <a:pt x="3106420" y="41148"/>
                  </a:lnTo>
                  <a:lnTo>
                    <a:pt x="3106521" y="41541"/>
                  </a:lnTo>
                  <a:lnTo>
                    <a:pt x="3105874" y="40259"/>
                  </a:lnTo>
                  <a:lnTo>
                    <a:pt x="3105912" y="41148"/>
                  </a:lnTo>
                  <a:lnTo>
                    <a:pt x="3105823" y="40157"/>
                  </a:lnTo>
                  <a:lnTo>
                    <a:pt x="3106331" y="41148"/>
                  </a:lnTo>
                  <a:lnTo>
                    <a:pt x="3106280" y="40640"/>
                  </a:lnTo>
                  <a:lnTo>
                    <a:pt x="3106178" y="40259"/>
                  </a:lnTo>
                  <a:lnTo>
                    <a:pt x="3106102" y="39890"/>
                  </a:lnTo>
                  <a:lnTo>
                    <a:pt x="3107461" y="42164"/>
                  </a:lnTo>
                  <a:lnTo>
                    <a:pt x="3107537" y="42303"/>
                  </a:lnTo>
                  <a:lnTo>
                    <a:pt x="3107537" y="24511"/>
                  </a:lnTo>
                  <a:lnTo>
                    <a:pt x="3106902" y="25019"/>
                  </a:lnTo>
                  <a:lnTo>
                    <a:pt x="3107537" y="24511"/>
                  </a:lnTo>
                  <a:lnTo>
                    <a:pt x="3107690" y="24282"/>
                  </a:lnTo>
                  <a:lnTo>
                    <a:pt x="3107690" y="9398"/>
                  </a:lnTo>
                  <a:lnTo>
                    <a:pt x="3106051" y="9398"/>
                  </a:lnTo>
                  <a:lnTo>
                    <a:pt x="3106051" y="36957"/>
                  </a:lnTo>
                  <a:lnTo>
                    <a:pt x="3106026" y="37274"/>
                  </a:lnTo>
                  <a:lnTo>
                    <a:pt x="3105912" y="36957"/>
                  </a:lnTo>
                  <a:lnTo>
                    <a:pt x="3106051" y="36957"/>
                  </a:lnTo>
                  <a:lnTo>
                    <a:pt x="3106051" y="9398"/>
                  </a:lnTo>
                  <a:lnTo>
                    <a:pt x="3105886" y="9398"/>
                  </a:lnTo>
                  <a:lnTo>
                    <a:pt x="3105886" y="39128"/>
                  </a:lnTo>
                  <a:lnTo>
                    <a:pt x="3105874" y="39395"/>
                  </a:lnTo>
                  <a:lnTo>
                    <a:pt x="3105874" y="39128"/>
                  </a:lnTo>
                  <a:lnTo>
                    <a:pt x="3105886" y="9398"/>
                  </a:lnTo>
                  <a:lnTo>
                    <a:pt x="3103765" y="9398"/>
                  </a:lnTo>
                  <a:lnTo>
                    <a:pt x="3103765" y="29692"/>
                  </a:lnTo>
                  <a:lnTo>
                    <a:pt x="3103346" y="28956"/>
                  </a:lnTo>
                  <a:lnTo>
                    <a:pt x="3102876" y="28016"/>
                  </a:lnTo>
                  <a:lnTo>
                    <a:pt x="3103359" y="28943"/>
                  </a:lnTo>
                  <a:lnTo>
                    <a:pt x="3103765" y="29692"/>
                  </a:lnTo>
                  <a:lnTo>
                    <a:pt x="3103765" y="9398"/>
                  </a:lnTo>
                  <a:lnTo>
                    <a:pt x="3102648" y="9398"/>
                  </a:lnTo>
                  <a:lnTo>
                    <a:pt x="3102648" y="31115"/>
                  </a:lnTo>
                  <a:lnTo>
                    <a:pt x="3102572" y="30861"/>
                  </a:lnTo>
                  <a:lnTo>
                    <a:pt x="3102648" y="31115"/>
                  </a:lnTo>
                  <a:lnTo>
                    <a:pt x="3102648" y="9398"/>
                  </a:lnTo>
                  <a:lnTo>
                    <a:pt x="3102152" y="9398"/>
                  </a:lnTo>
                  <a:lnTo>
                    <a:pt x="3102152" y="28016"/>
                  </a:lnTo>
                  <a:lnTo>
                    <a:pt x="3102051" y="27355"/>
                  </a:lnTo>
                  <a:lnTo>
                    <a:pt x="3102076" y="27190"/>
                  </a:lnTo>
                  <a:lnTo>
                    <a:pt x="3102152" y="28016"/>
                  </a:lnTo>
                  <a:lnTo>
                    <a:pt x="3102152" y="9398"/>
                  </a:lnTo>
                  <a:lnTo>
                    <a:pt x="3101517" y="9398"/>
                  </a:lnTo>
                  <a:lnTo>
                    <a:pt x="3101517" y="25412"/>
                  </a:lnTo>
                  <a:lnTo>
                    <a:pt x="3101517" y="26301"/>
                  </a:lnTo>
                  <a:lnTo>
                    <a:pt x="3101365" y="25666"/>
                  </a:lnTo>
                  <a:lnTo>
                    <a:pt x="3101327" y="25069"/>
                  </a:lnTo>
                  <a:lnTo>
                    <a:pt x="3101517" y="25412"/>
                  </a:lnTo>
                  <a:lnTo>
                    <a:pt x="3101517" y="9398"/>
                  </a:lnTo>
                  <a:lnTo>
                    <a:pt x="3100908" y="9398"/>
                  </a:lnTo>
                  <a:lnTo>
                    <a:pt x="3100908" y="25019"/>
                  </a:lnTo>
                  <a:lnTo>
                    <a:pt x="3100781" y="24853"/>
                  </a:lnTo>
                  <a:lnTo>
                    <a:pt x="3100679" y="24511"/>
                  </a:lnTo>
                  <a:lnTo>
                    <a:pt x="3100908" y="25019"/>
                  </a:lnTo>
                  <a:lnTo>
                    <a:pt x="3100908" y="9398"/>
                  </a:lnTo>
                  <a:lnTo>
                    <a:pt x="3099054" y="9398"/>
                  </a:lnTo>
                  <a:lnTo>
                    <a:pt x="3099054" y="18859"/>
                  </a:lnTo>
                  <a:lnTo>
                    <a:pt x="3098939" y="18554"/>
                  </a:lnTo>
                  <a:lnTo>
                    <a:pt x="3098647" y="17653"/>
                  </a:lnTo>
                  <a:lnTo>
                    <a:pt x="3098812" y="18161"/>
                  </a:lnTo>
                  <a:lnTo>
                    <a:pt x="3098901" y="18415"/>
                  </a:lnTo>
                  <a:lnTo>
                    <a:pt x="3098901" y="16764"/>
                  </a:lnTo>
                  <a:lnTo>
                    <a:pt x="3098965" y="17043"/>
                  </a:lnTo>
                  <a:lnTo>
                    <a:pt x="3099054" y="18859"/>
                  </a:lnTo>
                  <a:lnTo>
                    <a:pt x="3099054" y="9398"/>
                  </a:lnTo>
                  <a:lnTo>
                    <a:pt x="3098723" y="9398"/>
                  </a:lnTo>
                  <a:lnTo>
                    <a:pt x="3098723" y="16764"/>
                  </a:lnTo>
                  <a:lnTo>
                    <a:pt x="3098647" y="16548"/>
                  </a:lnTo>
                  <a:lnTo>
                    <a:pt x="3098723" y="16764"/>
                  </a:lnTo>
                  <a:lnTo>
                    <a:pt x="3098723" y="9398"/>
                  </a:lnTo>
                  <a:lnTo>
                    <a:pt x="3098419" y="9398"/>
                  </a:lnTo>
                  <a:lnTo>
                    <a:pt x="3098419" y="15659"/>
                  </a:lnTo>
                  <a:lnTo>
                    <a:pt x="3098292" y="15443"/>
                  </a:lnTo>
                  <a:lnTo>
                    <a:pt x="3098419" y="15659"/>
                  </a:lnTo>
                  <a:lnTo>
                    <a:pt x="3098419" y="9398"/>
                  </a:lnTo>
                  <a:lnTo>
                    <a:pt x="3094075" y="9398"/>
                  </a:lnTo>
                  <a:lnTo>
                    <a:pt x="3093897" y="9398"/>
                  </a:lnTo>
                  <a:lnTo>
                    <a:pt x="3092678" y="10553"/>
                  </a:lnTo>
                  <a:lnTo>
                    <a:pt x="3092297" y="10922"/>
                  </a:lnTo>
                  <a:lnTo>
                    <a:pt x="3090253" y="13335"/>
                  </a:lnTo>
                  <a:lnTo>
                    <a:pt x="3089884" y="13728"/>
                  </a:lnTo>
                  <a:lnTo>
                    <a:pt x="3089516" y="14198"/>
                  </a:lnTo>
                  <a:lnTo>
                    <a:pt x="3089922" y="13728"/>
                  </a:lnTo>
                  <a:lnTo>
                    <a:pt x="3098139" y="13728"/>
                  </a:lnTo>
                  <a:lnTo>
                    <a:pt x="3098038" y="13335"/>
                  </a:lnTo>
                  <a:lnTo>
                    <a:pt x="3097885" y="11938"/>
                  </a:lnTo>
                  <a:lnTo>
                    <a:pt x="3098139" y="13335"/>
                  </a:lnTo>
                  <a:lnTo>
                    <a:pt x="3098190" y="13728"/>
                  </a:lnTo>
                  <a:lnTo>
                    <a:pt x="3098254" y="15214"/>
                  </a:lnTo>
                  <a:lnTo>
                    <a:pt x="3098215" y="14986"/>
                  </a:lnTo>
                  <a:lnTo>
                    <a:pt x="3098152" y="14351"/>
                  </a:lnTo>
                  <a:lnTo>
                    <a:pt x="3089402" y="14351"/>
                  </a:lnTo>
                  <a:lnTo>
                    <a:pt x="3089249" y="14351"/>
                  </a:lnTo>
                  <a:lnTo>
                    <a:pt x="3087725" y="15875"/>
                  </a:lnTo>
                  <a:lnTo>
                    <a:pt x="3087078" y="16725"/>
                  </a:lnTo>
                  <a:lnTo>
                    <a:pt x="3087078" y="49403"/>
                  </a:lnTo>
                  <a:lnTo>
                    <a:pt x="3086709" y="49936"/>
                  </a:lnTo>
                  <a:lnTo>
                    <a:pt x="3086887" y="49403"/>
                  </a:lnTo>
                  <a:lnTo>
                    <a:pt x="3087078" y="49403"/>
                  </a:lnTo>
                  <a:lnTo>
                    <a:pt x="3087078" y="16725"/>
                  </a:lnTo>
                  <a:lnTo>
                    <a:pt x="3084411" y="20193"/>
                  </a:lnTo>
                  <a:lnTo>
                    <a:pt x="3084411" y="53086"/>
                  </a:lnTo>
                  <a:lnTo>
                    <a:pt x="3084322" y="53213"/>
                  </a:lnTo>
                  <a:lnTo>
                    <a:pt x="3084411" y="53086"/>
                  </a:lnTo>
                  <a:lnTo>
                    <a:pt x="3084411" y="20193"/>
                  </a:lnTo>
                  <a:lnTo>
                    <a:pt x="3083941" y="20802"/>
                  </a:lnTo>
                  <a:lnTo>
                    <a:pt x="3084372" y="20370"/>
                  </a:lnTo>
                  <a:lnTo>
                    <a:pt x="3083750" y="21082"/>
                  </a:lnTo>
                  <a:lnTo>
                    <a:pt x="3083407" y="21336"/>
                  </a:lnTo>
                  <a:lnTo>
                    <a:pt x="3083026" y="21729"/>
                  </a:lnTo>
                  <a:lnTo>
                    <a:pt x="3082036" y="22860"/>
                  </a:lnTo>
                  <a:lnTo>
                    <a:pt x="3080181" y="25400"/>
                  </a:lnTo>
                  <a:lnTo>
                    <a:pt x="3080067" y="25539"/>
                  </a:lnTo>
                  <a:lnTo>
                    <a:pt x="3080397" y="25019"/>
                  </a:lnTo>
                  <a:lnTo>
                    <a:pt x="3080004" y="25400"/>
                  </a:lnTo>
                  <a:lnTo>
                    <a:pt x="3079686" y="25742"/>
                  </a:lnTo>
                  <a:lnTo>
                    <a:pt x="3079686" y="26098"/>
                  </a:lnTo>
                  <a:lnTo>
                    <a:pt x="3079546" y="26301"/>
                  </a:lnTo>
                  <a:lnTo>
                    <a:pt x="3079686" y="26098"/>
                  </a:lnTo>
                  <a:lnTo>
                    <a:pt x="3079686" y="25742"/>
                  </a:lnTo>
                  <a:lnTo>
                    <a:pt x="3078708" y="26797"/>
                  </a:lnTo>
                  <a:lnTo>
                    <a:pt x="3078378" y="27190"/>
                  </a:lnTo>
                  <a:lnTo>
                    <a:pt x="3077565" y="28016"/>
                  </a:lnTo>
                  <a:lnTo>
                    <a:pt x="3076638" y="29603"/>
                  </a:lnTo>
                  <a:lnTo>
                    <a:pt x="3076638" y="36957"/>
                  </a:lnTo>
                  <a:lnTo>
                    <a:pt x="3076308" y="37058"/>
                  </a:lnTo>
                  <a:lnTo>
                    <a:pt x="3076638" y="36957"/>
                  </a:lnTo>
                  <a:lnTo>
                    <a:pt x="3076638" y="29603"/>
                  </a:lnTo>
                  <a:lnTo>
                    <a:pt x="3076270" y="30226"/>
                  </a:lnTo>
                  <a:lnTo>
                    <a:pt x="3076168" y="30607"/>
                  </a:lnTo>
                  <a:lnTo>
                    <a:pt x="3075800" y="31115"/>
                  </a:lnTo>
                  <a:lnTo>
                    <a:pt x="3075800" y="37604"/>
                  </a:lnTo>
                  <a:lnTo>
                    <a:pt x="3071698" y="41910"/>
                  </a:lnTo>
                  <a:lnTo>
                    <a:pt x="3075787" y="37604"/>
                  </a:lnTo>
                  <a:lnTo>
                    <a:pt x="3075800" y="31115"/>
                  </a:lnTo>
                  <a:lnTo>
                    <a:pt x="3075584" y="31343"/>
                  </a:lnTo>
                  <a:lnTo>
                    <a:pt x="3074670" y="32512"/>
                  </a:lnTo>
                  <a:lnTo>
                    <a:pt x="3074644" y="37604"/>
                  </a:lnTo>
                  <a:lnTo>
                    <a:pt x="3071787" y="38442"/>
                  </a:lnTo>
                  <a:lnTo>
                    <a:pt x="3072485" y="38227"/>
                  </a:lnTo>
                  <a:lnTo>
                    <a:pt x="3071647" y="38442"/>
                  </a:lnTo>
                  <a:lnTo>
                    <a:pt x="3073222" y="37973"/>
                  </a:lnTo>
                  <a:lnTo>
                    <a:pt x="3074505" y="37604"/>
                  </a:lnTo>
                  <a:lnTo>
                    <a:pt x="3074644" y="37604"/>
                  </a:lnTo>
                  <a:lnTo>
                    <a:pt x="3074644" y="32512"/>
                  </a:lnTo>
                  <a:lnTo>
                    <a:pt x="3074517" y="32512"/>
                  </a:lnTo>
                  <a:lnTo>
                    <a:pt x="3072269" y="35560"/>
                  </a:lnTo>
                  <a:lnTo>
                    <a:pt x="3072104" y="35814"/>
                  </a:lnTo>
                  <a:lnTo>
                    <a:pt x="3071685" y="36525"/>
                  </a:lnTo>
                  <a:lnTo>
                    <a:pt x="3070834" y="37528"/>
                  </a:lnTo>
                  <a:lnTo>
                    <a:pt x="3070834" y="37973"/>
                  </a:lnTo>
                  <a:lnTo>
                    <a:pt x="3070644" y="38227"/>
                  </a:lnTo>
                  <a:lnTo>
                    <a:pt x="3070301" y="38442"/>
                  </a:lnTo>
                  <a:lnTo>
                    <a:pt x="3069767" y="39128"/>
                  </a:lnTo>
                  <a:lnTo>
                    <a:pt x="3069501" y="39420"/>
                  </a:lnTo>
                  <a:lnTo>
                    <a:pt x="3069679" y="39128"/>
                  </a:lnTo>
                  <a:lnTo>
                    <a:pt x="3070301" y="38442"/>
                  </a:lnTo>
                  <a:lnTo>
                    <a:pt x="3070580" y="38227"/>
                  </a:lnTo>
                  <a:lnTo>
                    <a:pt x="3070834" y="37973"/>
                  </a:lnTo>
                  <a:lnTo>
                    <a:pt x="3070834" y="37528"/>
                  </a:lnTo>
                  <a:lnTo>
                    <a:pt x="3070453" y="37973"/>
                  </a:lnTo>
                  <a:lnTo>
                    <a:pt x="3071520" y="36703"/>
                  </a:lnTo>
                  <a:lnTo>
                    <a:pt x="3071634" y="36525"/>
                  </a:lnTo>
                  <a:lnTo>
                    <a:pt x="3070885" y="36525"/>
                  </a:lnTo>
                  <a:lnTo>
                    <a:pt x="3069755" y="37592"/>
                  </a:lnTo>
                  <a:lnTo>
                    <a:pt x="3069285" y="37553"/>
                  </a:lnTo>
                  <a:lnTo>
                    <a:pt x="3069285" y="39712"/>
                  </a:lnTo>
                  <a:lnTo>
                    <a:pt x="3069183" y="39878"/>
                  </a:lnTo>
                  <a:lnTo>
                    <a:pt x="3068929" y="40195"/>
                  </a:lnTo>
                  <a:lnTo>
                    <a:pt x="3068929" y="40513"/>
                  </a:lnTo>
                  <a:lnTo>
                    <a:pt x="3068878" y="40640"/>
                  </a:lnTo>
                  <a:lnTo>
                    <a:pt x="3068929" y="40513"/>
                  </a:lnTo>
                  <a:lnTo>
                    <a:pt x="3068929" y="40195"/>
                  </a:lnTo>
                  <a:lnTo>
                    <a:pt x="3068167" y="41148"/>
                  </a:lnTo>
                  <a:lnTo>
                    <a:pt x="3069285" y="39712"/>
                  </a:lnTo>
                  <a:lnTo>
                    <a:pt x="3069285" y="37553"/>
                  </a:lnTo>
                  <a:lnTo>
                    <a:pt x="3069272" y="38100"/>
                  </a:lnTo>
                  <a:lnTo>
                    <a:pt x="3068256" y="39166"/>
                  </a:lnTo>
                  <a:lnTo>
                    <a:pt x="3067901" y="39433"/>
                  </a:lnTo>
                  <a:lnTo>
                    <a:pt x="3069272" y="38100"/>
                  </a:lnTo>
                  <a:lnTo>
                    <a:pt x="3069272" y="37553"/>
                  </a:lnTo>
                  <a:lnTo>
                    <a:pt x="3066516" y="37325"/>
                  </a:lnTo>
                  <a:lnTo>
                    <a:pt x="3066516" y="40779"/>
                  </a:lnTo>
                  <a:lnTo>
                    <a:pt x="3066504" y="41148"/>
                  </a:lnTo>
                  <a:lnTo>
                    <a:pt x="3066491" y="41541"/>
                  </a:lnTo>
                  <a:lnTo>
                    <a:pt x="3066389" y="45478"/>
                  </a:lnTo>
                  <a:lnTo>
                    <a:pt x="3066389" y="42164"/>
                  </a:lnTo>
                  <a:lnTo>
                    <a:pt x="3066389" y="41148"/>
                  </a:lnTo>
                  <a:lnTo>
                    <a:pt x="3066516" y="40779"/>
                  </a:lnTo>
                  <a:lnTo>
                    <a:pt x="3066516" y="37325"/>
                  </a:lnTo>
                  <a:lnTo>
                    <a:pt x="3062287" y="36957"/>
                  </a:lnTo>
                  <a:lnTo>
                    <a:pt x="3061563" y="36957"/>
                  </a:lnTo>
                  <a:lnTo>
                    <a:pt x="3056229" y="36525"/>
                  </a:lnTo>
                  <a:lnTo>
                    <a:pt x="3055797" y="36525"/>
                  </a:lnTo>
                  <a:lnTo>
                    <a:pt x="3051149" y="35814"/>
                  </a:lnTo>
                  <a:lnTo>
                    <a:pt x="3044571" y="35052"/>
                  </a:lnTo>
                  <a:lnTo>
                    <a:pt x="3043644" y="35052"/>
                  </a:lnTo>
                  <a:lnTo>
                    <a:pt x="3037548" y="34036"/>
                  </a:lnTo>
                  <a:lnTo>
                    <a:pt x="3029064" y="32512"/>
                  </a:lnTo>
                  <a:lnTo>
                    <a:pt x="3025546" y="31877"/>
                  </a:lnTo>
                  <a:lnTo>
                    <a:pt x="3027540" y="32512"/>
                  </a:lnTo>
                  <a:lnTo>
                    <a:pt x="3023082" y="31115"/>
                  </a:lnTo>
                  <a:lnTo>
                    <a:pt x="3014637" y="29692"/>
                  </a:lnTo>
                  <a:lnTo>
                    <a:pt x="3013011" y="29692"/>
                  </a:lnTo>
                  <a:lnTo>
                    <a:pt x="3002254" y="28016"/>
                  </a:lnTo>
                  <a:lnTo>
                    <a:pt x="3001746" y="28016"/>
                  </a:lnTo>
                  <a:lnTo>
                    <a:pt x="2995155" y="27190"/>
                  </a:lnTo>
                  <a:lnTo>
                    <a:pt x="2986367" y="27190"/>
                  </a:lnTo>
                  <a:lnTo>
                    <a:pt x="2982061" y="27876"/>
                  </a:lnTo>
                  <a:lnTo>
                    <a:pt x="2982061" y="45478"/>
                  </a:lnTo>
                  <a:lnTo>
                    <a:pt x="2979788" y="45643"/>
                  </a:lnTo>
                  <a:lnTo>
                    <a:pt x="2979064" y="45631"/>
                  </a:lnTo>
                  <a:lnTo>
                    <a:pt x="2969476" y="45478"/>
                  </a:lnTo>
                  <a:lnTo>
                    <a:pt x="2979890" y="45478"/>
                  </a:lnTo>
                  <a:lnTo>
                    <a:pt x="2982061" y="45478"/>
                  </a:lnTo>
                  <a:lnTo>
                    <a:pt x="2982061" y="27876"/>
                  </a:lnTo>
                  <a:lnTo>
                    <a:pt x="2981147" y="28016"/>
                  </a:lnTo>
                  <a:lnTo>
                    <a:pt x="2980017" y="28016"/>
                  </a:lnTo>
                  <a:lnTo>
                    <a:pt x="2973032" y="28714"/>
                  </a:lnTo>
                  <a:lnTo>
                    <a:pt x="2976067" y="28016"/>
                  </a:lnTo>
                  <a:lnTo>
                    <a:pt x="2975343" y="28016"/>
                  </a:lnTo>
                  <a:lnTo>
                    <a:pt x="2972625" y="28752"/>
                  </a:lnTo>
                  <a:lnTo>
                    <a:pt x="2971381" y="28879"/>
                  </a:lnTo>
                  <a:lnTo>
                    <a:pt x="2971381" y="29095"/>
                  </a:lnTo>
                  <a:lnTo>
                    <a:pt x="2969158" y="29692"/>
                  </a:lnTo>
                  <a:lnTo>
                    <a:pt x="2968752" y="29692"/>
                  </a:lnTo>
                  <a:lnTo>
                    <a:pt x="2971381" y="29095"/>
                  </a:lnTo>
                  <a:lnTo>
                    <a:pt x="2971381" y="28879"/>
                  </a:lnTo>
                  <a:lnTo>
                    <a:pt x="2963164" y="29692"/>
                  </a:lnTo>
                  <a:lnTo>
                    <a:pt x="2963583" y="29692"/>
                  </a:lnTo>
                  <a:lnTo>
                    <a:pt x="2959836" y="30226"/>
                  </a:lnTo>
                  <a:lnTo>
                    <a:pt x="2960255" y="30226"/>
                  </a:lnTo>
                  <a:lnTo>
                    <a:pt x="2952686" y="31877"/>
                  </a:lnTo>
                  <a:lnTo>
                    <a:pt x="2947898" y="33147"/>
                  </a:lnTo>
                  <a:lnTo>
                    <a:pt x="2946895" y="33528"/>
                  </a:lnTo>
                  <a:lnTo>
                    <a:pt x="2940037" y="35953"/>
                  </a:lnTo>
                  <a:lnTo>
                    <a:pt x="2938500" y="36525"/>
                  </a:lnTo>
                  <a:lnTo>
                    <a:pt x="2937878" y="36703"/>
                  </a:lnTo>
                  <a:lnTo>
                    <a:pt x="2936278" y="37274"/>
                  </a:lnTo>
                  <a:lnTo>
                    <a:pt x="2935351" y="37604"/>
                  </a:lnTo>
                  <a:lnTo>
                    <a:pt x="2935198" y="37604"/>
                  </a:lnTo>
                  <a:lnTo>
                    <a:pt x="2933928" y="37973"/>
                  </a:lnTo>
                  <a:lnTo>
                    <a:pt x="2924022" y="42303"/>
                  </a:lnTo>
                  <a:lnTo>
                    <a:pt x="2924530" y="42164"/>
                  </a:lnTo>
                  <a:lnTo>
                    <a:pt x="2918955" y="44450"/>
                  </a:lnTo>
                  <a:lnTo>
                    <a:pt x="2919082" y="44450"/>
                  </a:lnTo>
                  <a:lnTo>
                    <a:pt x="2914015" y="47129"/>
                  </a:lnTo>
                  <a:lnTo>
                    <a:pt x="2914332" y="47129"/>
                  </a:lnTo>
                  <a:lnTo>
                    <a:pt x="2912122" y="47993"/>
                  </a:lnTo>
                  <a:lnTo>
                    <a:pt x="2910789" y="48514"/>
                  </a:lnTo>
                  <a:lnTo>
                    <a:pt x="2908516" y="49403"/>
                  </a:lnTo>
                  <a:lnTo>
                    <a:pt x="2908820" y="49403"/>
                  </a:lnTo>
                  <a:lnTo>
                    <a:pt x="2900426" y="54102"/>
                  </a:lnTo>
                  <a:lnTo>
                    <a:pt x="2900553" y="54102"/>
                  </a:lnTo>
                  <a:lnTo>
                    <a:pt x="2896971" y="56007"/>
                  </a:lnTo>
                  <a:lnTo>
                    <a:pt x="2889720" y="60198"/>
                  </a:lnTo>
                  <a:lnTo>
                    <a:pt x="2890621" y="59829"/>
                  </a:lnTo>
                  <a:lnTo>
                    <a:pt x="2889681" y="60223"/>
                  </a:lnTo>
                  <a:lnTo>
                    <a:pt x="2889288" y="60452"/>
                  </a:lnTo>
                  <a:lnTo>
                    <a:pt x="2889135" y="60452"/>
                  </a:lnTo>
                  <a:lnTo>
                    <a:pt x="2887319" y="61214"/>
                  </a:lnTo>
                  <a:lnTo>
                    <a:pt x="2885859" y="62103"/>
                  </a:lnTo>
                  <a:lnTo>
                    <a:pt x="2880334" y="65913"/>
                  </a:lnTo>
                  <a:lnTo>
                    <a:pt x="2880487" y="65913"/>
                  </a:lnTo>
                  <a:lnTo>
                    <a:pt x="2878048" y="67310"/>
                  </a:lnTo>
                  <a:lnTo>
                    <a:pt x="2877540" y="67564"/>
                  </a:lnTo>
                  <a:lnTo>
                    <a:pt x="2872714" y="71247"/>
                  </a:lnTo>
                  <a:lnTo>
                    <a:pt x="2865348" y="77597"/>
                  </a:lnTo>
                  <a:lnTo>
                    <a:pt x="2864840" y="77851"/>
                  </a:lnTo>
                  <a:lnTo>
                    <a:pt x="2863329" y="79375"/>
                  </a:lnTo>
                  <a:lnTo>
                    <a:pt x="2863329" y="91592"/>
                  </a:lnTo>
                  <a:lnTo>
                    <a:pt x="2863316" y="91821"/>
                  </a:lnTo>
                  <a:lnTo>
                    <a:pt x="2862681" y="91821"/>
                  </a:lnTo>
                  <a:lnTo>
                    <a:pt x="2862453" y="91821"/>
                  </a:lnTo>
                  <a:lnTo>
                    <a:pt x="2862554" y="91592"/>
                  </a:lnTo>
                  <a:lnTo>
                    <a:pt x="2862808" y="91059"/>
                  </a:lnTo>
                  <a:lnTo>
                    <a:pt x="2862719" y="91592"/>
                  </a:lnTo>
                  <a:lnTo>
                    <a:pt x="2863329" y="91592"/>
                  </a:lnTo>
                  <a:lnTo>
                    <a:pt x="2863329" y="79375"/>
                  </a:lnTo>
                  <a:lnTo>
                    <a:pt x="2862300" y="80403"/>
                  </a:lnTo>
                  <a:lnTo>
                    <a:pt x="2862173" y="80581"/>
                  </a:lnTo>
                  <a:lnTo>
                    <a:pt x="2862173" y="86067"/>
                  </a:lnTo>
                  <a:lnTo>
                    <a:pt x="2860332" y="85090"/>
                  </a:lnTo>
                  <a:lnTo>
                    <a:pt x="2862173" y="86067"/>
                  </a:lnTo>
                  <a:lnTo>
                    <a:pt x="2862173" y="80581"/>
                  </a:lnTo>
                  <a:lnTo>
                    <a:pt x="2861932" y="80899"/>
                  </a:lnTo>
                  <a:lnTo>
                    <a:pt x="2861411" y="81534"/>
                  </a:lnTo>
                  <a:lnTo>
                    <a:pt x="2860903" y="82054"/>
                  </a:lnTo>
                  <a:lnTo>
                    <a:pt x="2859938" y="83108"/>
                  </a:lnTo>
                  <a:lnTo>
                    <a:pt x="2859938" y="84696"/>
                  </a:lnTo>
                  <a:lnTo>
                    <a:pt x="2859633" y="84721"/>
                  </a:lnTo>
                  <a:lnTo>
                    <a:pt x="2859938" y="84696"/>
                  </a:lnTo>
                  <a:lnTo>
                    <a:pt x="2859938" y="83108"/>
                  </a:lnTo>
                  <a:lnTo>
                    <a:pt x="2859506" y="83578"/>
                  </a:lnTo>
                  <a:lnTo>
                    <a:pt x="2858871" y="84201"/>
                  </a:lnTo>
                  <a:lnTo>
                    <a:pt x="2858528" y="84696"/>
                  </a:lnTo>
                  <a:lnTo>
                    <a:pt x="2858262" y="84823"/>
                  </a:lnTo>
                  <a:lnTo>
                    <a:pt x="2854299" y="85090"/>
                  </a:lnTo>
                  <a:lnTo>
                    <a:pt x="2853918" y="85090"/>
                  </a:lnTo>
                  <a:lnTo>
                    <a:pt x="2852140" y="86360"/>
                  </a:lnTo>
                  <a:lnTo>
                    <a:pt x="2850108" y="90170"/>
                  </a:lnTo>
                  <a:lnTo>
                    <a:pt x="2850108" y="92341"/>
                  </a:lnTo>
                  <a:lnTo>
                    <a:pt x="2850908" y="93853"/>
                  </a:lnTo>
                  <a:lnTo>
                    <a:pt x="2851416" y="94615"/>
                  </a:lnTo>
                  <a:lnTo>
                    <a:pt x="2852267" y="96012"/>
                  </a:lnTo>
                  <a:lnTo>
                    <a:pt x="2853029" y="96901"/>
                  </a:lnTo>
                  <a:lnTo>
                    <a:pt x="2854680" y="99060"/>
                  </a:lnTo>
                  <a:lnTo>
                    <a:pt x="2857220" y="99822"/>
                  </a:lnTo>
                  <a:lnTo>
                    <a:pt x="2861665" y="99060"/>
                  </a:lnTo>
                  <a:lnTo>
                    <a:pt x="2862427" y="98691"/>
                  </a:lnTo>
                  <a:lnTo>
                    <a:pt x="2864205" y="98298"/>
                  </a:lnTo>
                  <a:lnTo>
                    <a:pt x="2863824" y="98298"/>
                  </a:lnTo>
                  <a:lnTo>
                    <a:pt x="2865729" y="97790"/>
                  </a:lnTo>
                  <a:lnTo>
                    <a:pt x="2868269" y="96647"/>
                  </a:lnTo>
                  <a:lnTo>
                    <a:pt x="2870555" y="94754"/>
                  </a:lnTo>
                  <a:lnTo>
                    <a:pt x="2871520" y="93853"/>
                  </a:lnTo>
                  <a:lnTo>
                    <a:pt x="2873476" y="92075"/>
                  </a:lnTo>
                  <a:lnTo>
                    <a:pt x="2876131" y="89535"/>
                  </a:lnTo>
                  <a:lnTo>
                    <a:pt x="2875508" y="90170"/>
                  </a:lnTo>
                  <a:lnTo>
                    <a:pt x="2876308" y="89535"/>
                  </a:lnTo>
                  <a:lnTo>
                    <a:pt x="2877286" y="88773"/>
                  </a:lnTo>
                  <a:lnTo>
                    <a:pt x="2880537" y="86067"/>
                  </a:lnTo>
                  <a:lnTo>
                    <a:pt x="2882277" y="84696"/>
                  </a:lnTo>
                  <a:lnTo>
                    <a:pt x="2889732" y="79641"/>
                  </a:lnTo>
                  <a:lnTo>
                    <a:pt x="2894330" y="76466"/>
                  </a:lnTo>
                  <a:lnTo>
                    <a:pt x="2894622" y="76263"/>
                  </a:lnTo>
                  <a:lnTo>
                    <a:pt x="2894165" y="76466"/>
                  </a:lnTo>
                  <a:lnTo>
                    <a:pt x="2895447" y="75704"/>
                  </a:lnTo>
                  <a:lnTo>
                    <a:pt x="2894622" y="76263"/>
                  </a:lnTo>
                  <a:lnTo>
                    <a:pt x="2895904" y="75704"/>
                  </a:lnTo>
                  <a:lnTo>
                    <a:pt x="2897340" y="75057"/>
                  </a:lnTo>
                  <a:lnTo>
                    <a:pt x="2905036" y="70612"/>
                  </a:lnTo>
                  <a:lnTo>
                    <a:pt x="2906217" y="69926"/>
                  </a:lnTo>
                  <a:lnTo>
                    <a:pt x="2905429" y="70269"/>
                  </a:lnTo>
                  <a:lnTo>
                    <a:pt x="2907982" y="69088"/>
                  </a:lnTo>
                  <a:lnTo>
                    <a:pt x="2908274" y="69088"/>
                  </a:lnTo>
                  <a:lnTo>
                    <a:pt x="2908846" y="68516"/>
                  </a:lnTo>
                  <a:lnTo>
                    <a:pt x="2909620" y="68059"/>
                  </a:lnTo>
                  <a:lnTo>
                    <a:pt x="2914548" y="65252"/>
                  </a:lnTo>
                  <a:lnTo>
                    <a:pt x="2918434" y="63588"/>
                  </a:lnTo>
                  <a:lnTo>
                    <a:pt x="2919641" y="63080"/>
                  </a:lnTo>
                  <a:lnTo>
                    <a:pt x="2926181" y="59829"/>
                  </a:lnTo>
                  <a:lnTo>
                    <a:pt x="2926435" y="59690"/>
                  </a:lnTo>
                  <a:lnTo>
                    <a:pt x="2927489" y="59169"/>
                  </a:lnTo>
                  <a:lnTo>
                    <a:pt x="2925940" y="59690"/>
                  </a:lnTo>
                  <a:lnTo>
                    <a:pt x="2930563" y="58039"/>
                  </a:lnTo>
                  <a:lnTo>
                    <a:pt x="2939250" y="54267"/>
                  </a:lnTo>
                  <a:lnTo>
                    <a:pt x="2939605" y="54102"/>
                  </a:lnTo>
                  <a:lnTo>
                    <a:pt x="2939377" y="54102"/>
                  </a:lnTo>
                  <a:lnTo>
                    <a:pt x="2942640" y="53213"/>
                  </a:lnTo>
                  <a:lnTo>
                    <a:pt x="2945104" y="52578"/>
                  </a:lnTo>
                  <a:lnTo>
                    <a:pt x="2944799" y="52578"/>
                  </a:lnTo>
                  <a:lnTo>
                    <a:pt x="2953816" y="49403"/>
                  </a:lnTo>
                  <a:lnTo>
                    <a:pt x="2954248" y="49403"/>
                  </a:lnTo>
                  <a:lnTo>
                    <a:pt x="2957487" y="48653"/>
                  </a:lnTo>
                  <a:lnTo>
                    <a:pt x="2958147" y="48514"/>
                  </a:lnTo>
                  <a:lnTo>
                    <a:pt x="2964523" y="47129"/>
                  </a:lnTo>
                  <a:lnTo>
                    <a:pt x="2965754" y="47129"/>
                  </a:lnTo>
                  <a:lnTo>
                    <a:pt x="2966948" y="46990"/>
                  </a:lnTo>
                  <a:lnTo>
                    <a:pt x="2967190" y="46990"/>
                  </a:lnTo>
                  <a:lnTo>
                    <a:pt x="2977362" y="46304"/>
                  </a:lnTo>
                  <a:lnTo>
                    <a:pt x="2975305" y="46304"/>
                  </a:lnTo>
                  <a:lnTo>
                    <a:pt x="2977108" y="45974"/>
                  </a:lnTo>
                  <a:lnTo>
                    <a:pt x="2995003" y="45974"/>
                  </a:lnTo>
                  <a:lnTo>
                    <a:pt x="2997631" y="46304"/>
                  </a:lnTo>
                  <a:lnTo>
                    <a:pt x="2996971" y="46304"/>
                  </a:lnTo>
                  <a:lnTo>
                    <a:pt x="3003524" y="46990"/>
                  </a:lnTo>
                  <a:lnTo>
                    <a:pt x="3002546" y="46990"/>
                  </a:lnTo>
                  <a:lnTo>
                    <a:pt x="3011182" y="48514"/>
                  </a:lnTo>
                  <a:lnTo>
                    <a:pt x="3012021" y="48514"/>
                  </a:lnTo>
                  <a:lnTo>
                    <a:pt x="3016466" y="49403"/>
                  </a:lnTo>
                  <a:lnTo>
                    <a:pt x="3017139" y="49403"/>
                  </a:lnTo>
                  <a:lnTo>
                    <a:pt x="3022549" y="50800"/>
                  </a:lnTo>
                  <a:lnTo>
                    <a:pt x="3023082" y="50800"/>
                  </a:lnTo>
                  <a:lnTo>
                    <a:pt x="3032188" y="52578"/>
                  </a:lnTo>
                  <a:lnTo>
                    <a:pt x="3031960" y="52578"/>
                  </a:lnTo>
                  <a:lnTo>
                    <a:pt x="3041104" y="54102"/>
                  </a:lnTo>
                  <a:lnTo>
                    <a:pt x="3042018" y="54102"/>
                  </a:lnTo>
                  <a:lnTo>
                    <a:pt x="3048736" y="55003"/>
                  </a:lnTo>
                  <a:lnTo>
                    <a:pt x="3048482" y="54864"/>
                  </a:lnTo>
                  <a:lnTo>
                    <a:pt x="3054324" y="55753"/>
                  </a:lnTo>
                  <a:lnTo>
                    <a:pt x="3057372" y="56007"/>
                  </a:lnTo>
                  <a:lnTo>
                    <a:pt x="3056471" y="56007"/>
                  </a:lnTo>
                  <a:lnTo>
                    <a:pt x="3066592" y="56730"/>
                  </a:lnTo>
                  <a:lnTo>
                    <a:pt x="3067418" y="56730"/>
                  </a:lnTo>
                  <a:lnTo>
                    <a:pt x="3075279" y="57162"/>
                  </a:lnTo>
                  <a:lnTo>
                    <a:pt x="3075406" y="57162"/>
                  </a:lnTo>
                  <a:lnTo>
                    <a:pt x="3079102" y="57365"/>
                  </a:lnTo>
                  <a:lnTo>
                    <a:pt x="3080639" y="56730"/>
                  </a:lnTo>
                  <a:lnTo>
                    <a:pt x="3082328" y="55753"/>
                  </a:lnTo>
                  <a:lnTo>
                    <a:pt x="3083636" y="55003"/>
                  </a:lnTo>
                  <a:lnTo>
                    <a:pt x="3084296" y="54610"/>
                  </a:lnTo>
                  <a:lnTo>
                    <a:pt x="3084830" y="53479"/>
                  </a:lnTo>
                  <a:lnTo>
                    <a:pt x="3084944" y="53213"/>
                  </a:lnTo>
                  <a:lnTo>
                    <a:pt x="3084601" y="53479"/>
                  </a:lnTo>
                  <a:lnTo>
                    <a:pt x="3084842" y="53213"/>
                  </a:lnTo>
                  <a:lnTo>
                    <a:pt x="3085439" y="52578"/>
                  </a:lnTo>
                  <a:lnTo>
                    <a:pt x="3086227" y="50800"/>
                  </a:lnTo>
                  <a:lnTo>
                    <a:pt x="3085858" y="51282"/>
                  </a:lnTo>
                  <a:lnTo>
                    <a:pt x="3085706" y="51612"/>
                  </a:lnTo>
                  <a:lnTo>
                    <a:pt x="3085185" y="52197"/>
                  </a:lnTo>
                  <a:lnTo>
                    <a:pt x="3084931" y="52451"/>
                  </a:lnTo>
                  <a:lnTo>
                    <a:pt x="3085084" y="52197"/>
                  </a:lnTo>
                  <a:lnTo>
                    <a:pt x="3086138" y="50800"/>
                  </a:lnTo>
                  <a:lnTo>
                    <a:pt x="3086214" y="50660"/>
                  </a:lnTo>
                  <a:lnTo>
                    <a:pt x="3086468" y="50152"/>
                  </a:lnTo>
                  <a:lnTo>
                    <a:pt x="3086379" y="50419"/>
                  </a:lnTo>
                  <a:lnTo>
                    <a:pt x="3086214" y="50647"/>
                  </a:lnTo>
                  <a:lnTo>
                    <a:pt x="3086341" y="50520"/>
                  </a:lnTo>
                  <a:lnTo>
                    <a:pt x="3086252" y="50736"/>
                  </a:lnTo>
                  <a:lnTo>
                    <a:pt x="3086392" y="50800"/>
                  </a:lnTo>
                  <a:lnTo>
                    <a:pt x="3086557" y="50342"/>
                  </a:lnTo>
                  <a:lnTo>
                    <a:pt x="3086608" y="50190"/>
                  </a:lnTo>
                  <a:lnTo>
                    <a:pt x="3087243" y="49403"/>
                  </a:lnTo>
                  <a:lnTo>
                    <a:pt x="3086747" y="50076"/>
                  </a:lnTo>
                  <a:lnTo>
                    <a:pt x="3087713" y="49034"/>
                  </a:lnTo>
                  <a:lnTo>
                    <a:pt x="3087484" y="49403"/>
                  </a:lnTo>
                  <a:lnTo>
                    <a:pt x="3113697" y="49403"/>
                  </a:lnTo>
                  <a:lnTo>
                    <a:pt x="3112033" y="48653"/>
                  </a:lnTo>
                  <a:lnTo>
                    <a:pt x="3088068" y="48653"/>
                  </a:lnTo>
                  <a:lnTo>
                    <a:pt x="3088906" y="47129"/>
                  </a:lnTo>
                  <a:lnTo>
                    <a:pt x="3088995" y="46990"/>
                  </a:lnTo>
                  <a:lnTo>
                    <a:pt x="3089783" y="45974"/>
                  </a:lnTo>
                  <a:lnTo>
                    <a:pt x="3109061" y="45974"/>
                  </a:lnTo>
                  <a:lnTo>
                    <a:pt x="3111601" y="48514"/>
                  </a:lnTo>
                  <a:lnTo>
                    <a:pt x="3111754" y="48514"/>
                  </a:lnTo>
                  <a:lnTo>
                    <a:pt x="3112033" y="48653"/>
                  </a:lnTo>
                  <a:lnTo>
                    <a:pt x="3122130" y="48653"/>
                  </a:lnTo>
                  <a:lnTo>
                    <a:pt x="3122714" y="48514"/>
                  </a:lnTo>
                  <a:lnTo>
                    <a:pt x="3123069" y="48514"/>
                  </a:lnTo>
                  <a:lnTo>
                    <a:pt x="3126790" y="47129"/>
                  </a:lnTo>
                  <a:lnTo>
                    <a:pt x="3127095" y="46990"/>
                  </a:lnTo>
                  <a:lnTo>
                    <a:pt x="3129457" y="45974"/>
                  </a:lnTo>
                  <a:lnTo>
                    <a:pt x="3272383" y="45974"/>
                  </a:lnTo>
                  <a:lnTo>
                    <a:pt x="3286087" y="48514"/>
                  </a:lnTo>
                  <a:lnTo>
                    <a:pt x="3286442" y="48514"/>
                  </a:lnTo>
                  <a:lnTo>
                    <a:pt x="3287623" y="48653"/>
                  </a:lnTo>
                  <a:lnTo>
                    <a:pt x="3371329" y="48653"/>
                  </a:lnTo>
                  <a:lnTo>
                    <a:pt x="3373005" y="49631"/>
                  </a:lnTo>
                  <a:lnTo>
                    <a:pt x="3373640" y="49999"/>
                  </a:lnTo>
                  <a:lnTo>
                    <a:pt x="3373056" y="49961"/>
                  </a:lnTo>
                  <a:lnTo>
                    <a:pt x="3373056" y="70269"/>
                  </a:lnTo>
                  <a:lnTo>
                    <a:pt x="3372193" y="70497"/>
                  </a:lnTo>
                  <a:lnTo>
                    <a:pt x="3373043" y="70269"/>
                  </a:lnTo>
                  <a:lnTo>
                    <a:pt x="3373056" y="49961"/>
                  </a:lnTo>
                  <a:lnTo>
                    <a:pt x="3372586" y="49923"/>
                  </a:lnTo>
                  <a:lnTo>
                    <a:pt x="3368929" y="49644"/>
                  </a:lnTo>
                  <a:lnTo>
                    <a:pt x="3368929" y="68948"/>
                  </a:lnTo>
                  <a:lnTo>
                    <a:pt x="3368471" y="68516"/>
                  </a:lnTo>
                  <a:lnTo>
                    <a:pt x="3367494" y="68059"/>
                  </a:lnTo>
                  <a:lnTo>
                    <a:pt x="3368522" y="68516"/>
                  </a:lnTo>
                  <a:lnTo>
                    <a:pt x="3368929" y="68948"/>
                  </a:lnTo>
                  <a:lnTo>
                    <a:pt x="3368929" y="49644"/>
                  </a:lnTo>
                  <a:lnTo>
                    <a:pt x="3367887" y="49568"/>
                  </a:lnTo>
                  <a:lnTo>
                    <a:pt x="3367887" y="67310"/>
                  </a:lnTo>
                  <a:lnTo>
                    <a:pt x="3367671" y="66903"/>
                  </a:lnTo>
                  <a:lnTo>
                    <a:pt x="3367887" y="67310"/>
                  </a:lnTo>
                  <a:lnTo>
                    <a:pt x="3367887" y="49568"/>
                  </a:lnTo>
                  <a:lnTo>
                    <a:pt x="3367278" y="49517"/>
                  </a:lnTo>
                  <a:lnTo>
                    <a:pt x="3367278" y="67564"/>
                  </a:lnTo>
                  <a:lnTo>
                    <a:pt x="3367163" y="67310"/>
                  </a:lnTo>
                  <a:lnTo>
                    <a:pt x="3365081" y="65252"/>
                  </a:lnTo>
                  <a:lnTo>
                    <a:pt x="3367227" y="67310"/>
                  </a:lnTo>
                  <a:lnTo>
                    <a:pt x="3367278" y="67564"/>
                  </a:lnTo>
                  <a:lnTo>
                    <a:pt x="3367278" y="49517"/>
                  </a:lnTo>
                  <a:lnTo>
                    <a:pt x="3365804" y="49403"/>
                  </a:lnTo>
                  <a:lnTo>
                    <a:pt x="3364649" y="49403"/>
                  </a:lnTo>
                  <a:lnTo>
                    <a:pt x="3364649" y="56730"/>
                  </a:lnTo>
                  <a:lnTo>
                    <a:pt x="3364484" y="57416"/>
                  </a:lnTo>
                  <a:lnTo>
                    <a:pt x="3364255" y="57607"/>
                  </a:lnTo>
                  <a:lnTo>
                    <a:pt x="3364446" y="57416"/>
                  </a:lnTo>
                  <a:lnTo>
                    <a:pt x="3364649" y="56730"/>
                  </a:lnTo>
                  <a:lnTo>
                    <a:pt x="3364649" y="49403"/>
                  </a:lnTo>
                  <a:lnTo>
                    <a:pt x="3364166" y="49403"/>
                  </a:lnTo>
                  <a:lnTo>
                    <a:pt x="3364166" y="57696"/>
                  </a:lnTo>
                  <a:lnTo>
                    <a:pt x="3363938" y="58039"/>
                  </a:lnTo>
                  <a:lnTo>
                    <a:pt x="3363925" y="59169"/>
                  </a:lnTo>
                  <a:lnTo>
                    <a:pt x="3363988" y="60452"/>
                  </a:lnTo>
                  <a:lnTo>
                    <a:pt x="3363938" y="63588"/>
                  </a:lnTo>
                  <a:lnTo>
                    <a:pt x="3363925" y="62103"/>
                  </a:lnTo>
                  <a:lnTo>
                    <a:pt x="3363912" y="61353"/>
                  </a:lnTo>
                  <a:lnTo>
                    <a:pt x="3363912" y="61214"/>
                  </a:lnTo>
                  <a:lnTo>
                    <a:pt x="3363912" y="60452"/>
                  </a:lnTo>
                  <a:lnTo>
                    <a:pt x="3363912" y="59829"/>
                  </a:lnTo>
                  <a:lnTo>
                    <a:pt x="3363912" y="59690"/>
                  </a:lnTo>
                  <a:lnTo>
                    <a:pt x="3363938" y="58039"/>
                  </a:lnTo>
                  <a:lnTo>
                    <a:pt x="3363849" y="64071"/>
                  </a:lnTo>
                  <a:lnTo>
                    <a:pt x="3363353" y="63588"/>
                  </a:lnTo>
                  <a:lnTo>
                    <a:pt x="3363607" y="63588"/>
                  </a:lnTo>
                  <a:lnTo>
                    <a:pt x="3363684" y="63754"/>
                  </a:lnTo>
                  <a:lnTo>
                    <a:pt x="3363379" y="63588"/>
                  </a:lnTo>
                  <a:lnTo>
                    <a:pt x="3363823" y="64033"/>
                  </a:lnTo>
                  <a:lnTo>
                    <a:pt x="3363849" y="58039"/>
                  </a:lnTo>
                  <a:lnTo>
                    <a:pt x="3364166" y="57696"/>
                  </a:lnTo>
                  <a:lnTo>
                    <a:pt x="3364166" y="49403"/>
                  </a:lnTo>
                  <a:lnTo>
                    <a:pt x="3363328" y="49403"/>
                  </a:lnTo>
                  <a:lnTo>
                    <a:pt x="3363328" y="66179"/>
                  </a:lnTo>
                  <a:lnTo>
                    <a:pt x="3362985" y="65913"/>
                  </a:lnTo>
                  <a:lnTo>
                    <a:pt x="3362147" y="65252"/>
                  </a:lnTo>
                  <a:lnTo>
                    <a:pt x="3363074" y="65913"/>
                  </a:lnTo>
                  <a:lnTo>
                    <a:pt x="3363328" y="66179"/>
                  </a:lnTo>
                  <a:lnTo>
                    <a:pt x="3363328" y="49403"/>
                  </a:lnTo>
                  <a:lnTo>
                    <a:pt x="3361309" y="49403"/>
                  </a:lnTo>
                  <a:lnTo>
                    <a:pt x="3361309" y="64668"/>
                  </a:lnTo>
                  <a:lnTo>
                    <a:pt x="3361029" y="64528"/>
                  </a:lnTo>
                  <a:lnTo>
                    <a:pt x="3360699" y="64262"/>
                  </a:lnTo>
                  <a:lnTo>
                    <a:pt x="3360547" y="64211"/>
                  </a:lnTo>
                  <a:lnTo>
                    <a:pt x="3360699" y="64363"/>
                  </a:lnTo>
                  <a:lnTo>
                    <a:pt x="3360483" y="64084"/>
                  </a:lnTo>
                  <a:lnTo>
                    <a:pt x="3361169" y="64528"/>
                  </a:lnTo>
                  <a:lnTo>
                    <a:pt x="3360420" y="63957"/>
                  </a:lnTo>
                  <a:lnTo>
                    <a:pt x="3360242" y="63601"/>
                  </a:lnTo>
                  <a:lnTo>
                    <a:pt x="3361169" y="64528"/>
                  </a:lnTo>
                  <a:lnTo>
                    <a:pt x="3361309" y="64668"/>
                  </a:lnTo>
                  <a:lnTo>
                    <a:pt x="3361309" y="49403"/>
                  </a:lnTo>
                  <a:lnTo>
                    <a:pt x="3360026" y="49403"/>
                  </a:lnTo>
                  <a:lnTo>
                    <a:pt x="3360026" y="63703"/>
                  </a:lnTo>
                  <a:lnTo>
                    <a:pt x="3359886" y="63588"/>
                  </a:lnTo>
                  <a:lnTo>
                    <a:pt x="3360026" y="63703"/>
                  </a:lnTo>
                  <a:lnTo>
                    <a:pt x="3360026" y="49403"/>
                  </a:lnTo>
                  <a:lnTo>
                    <a:pt x="3359975" y="63068"/>
                  </a:lnTo>
                  <a:lnTo>
                    <a:pt x="3359759" y="62611"/>
                  </a:lnTo>
                  <a:lnTo>
                    <a:pt x="3359581" y="62268"/>
                  </a:lnTo>
                  <a:lnTo>
                    <a:pt x="3359505" y="62103"/>
                  </a:lnTo>
                  <a:lnTo>
                    <a:pt x="3359874" y="62623"/>
                  </a:lnTo>
                  <a:lnTo>
                    <a:pt x="3359975" y="63068"/>
                  </a:lnTo>
                  <a:lnTo>
                    <a:pt x="3359975" y="49403"/>
                  </a:lnTo>
                  <a:lnTo>
                    <a:pt x="3355492" y="49403"/>
                  </a:lnTo>
                  <a:lnTo>
                    <a:pt x="3355492" y="60871"/>
                  </a:lnTo>
                  <a:lnTo>
                    <a:pt x="3355162" y="60452"/>
                  </a:lnTo>
                  <a:lnTo>
                    <a:pt x="3355492" y="60871"/>
                  </a:lnTo>
                  <a:lnTo>
                    <a:pt x="3355492" y="49403"/>
                  </a:lnTo>
                  <a:lnTo>
                    <a:pt x="3351784" y="49403"/>
                  </a:lnTo>
                  <a:lnTo>
                    <a:pt x="3351784" y="58166"/>
                  </a:lnTo>
                  <a:lnTo>
                    <a:pt x="3351657" y="58039"/>
                  </a:lnTo>
                  <a:lnTo>
                    <a:pt x="3351784" y="58166"/>
                  </a:lnTo>
                  <a:lnTo>
                    <a:pt x="3351784" y="49403"/>
                  </a:lnTo>
                  <a:lnTo>
                    <a:pt x="3293199" y="49403"/>
                  </a:lnTo>
                  <a:lnTo>
                    <a:pt x="3285591" y="48653"/>
                  </a:lnTo>
                  <a:lnTo>
                    <a:pt x="3122130" y="48653"/>
                  </a:lnTo>
                  <a:lnTo>
                    <a:pt x="3118713" y="49403"/>
                  </a:lnTo>
                  <a:lnTo>
                    <a:pt x="3290151" y="49403"/>
                  </a:lnTo>
                  <a:lnTo>
                    <a:pt x="3312515" y="50800"/>
                  </a:lnTo>
                  <a:lnTo>
                    <a:pt x="3309658" y="50800"/>
                  </a:lnTo>
                  <a:lnTo>
                    <a:pt x="3311207" y="51282"/>
                  </a:lnTo>
                  <a:lnTo>
                    <a:pt x="3310267" y="51282"/>
                  </a:lnTo>
                  <a:lnTo>
                    <a:pt x="3318599" y="52197"/>
                  </a:lnTo>
                  <a:lnTo>
                    <a:pt x="3321647" y="52197"/>
                  </a:lnTo>
                  <a:lnTo>
                    <a:pt x="3327743" y="53213"/>
                  </a:lnTo>
                  <a:lnTo>
                    <a:pt x="3329190" y="53213"/>
                  </a:lnTo>
                  <a:lnTo>
                    <a:pt x="3331819" y="53479"/>
                  </a:lnTo>
                  <a:lnTo>
                    <a:pt x="3331565" y="53479"/>
                  </a:lnTo>
                  <a:lnTo>
                    <a:pt x="3337788" y="54102"/>
                  </a:lnTo>
                  <a:lnTo>
                    <a:pt x="3337153" y="54102"/>
                  </a:lnTo>
                  <a:lnTo>
                    <a:pt x="3344875" y="56007"/>
                  </a:lnTo>
                  <a:lnTo>
                    <a:pt x="3345345" y="56007"/>
                  </a:lnTo>
                  <a:lnTo>
                    <a:pt x="3347199" y="56730"/>
                  </a:lnTo>
                  <a:lnTo>
                    <a:pt x="3347504" y="56730"/>
                  </a:lnTo>
                  <a:lnTo>
                    <a:pt x="3348520" y="57416"/>
                  </a:lnTo>
                  <a:lnTo>
                    <a:pt x="3348685" y="57416"/>
                  </a:lnTo>
                  <a:lnTo>
                    <a:pt x="3352000" y="58597"/>
                  </a:lnTo>
                  <a:lnTo>
                    <a:pt x="3351758" y="58597"/>
                  </a:lnTo>
                  <a:lnTo>
                    <a:pt x="3352723" y="58940"/>
                  </a:lnTo>
                  <a:lnTo>
                    <a:pt x="3353371" y="59169"/>
                  </a:lnTo>
                  <a:lnTo>
                    <a:pt x="3354120" y="59423"/>
                  </a:lnTo>
                  <a:lnTo>
                    <a:pt x="3353371" y="59169"/>
                  </a:lnTo>
                  <a:lnTo>
                    <a:pt x="3353016" y="59169"/>
                  </a:lnTo>
                  <a:lnTo>
                    <a:pt x="3353663" y="59690"/>
                  </a:lnTo>
                  <a:lnTo>
                    <a:pt x="3354806" y="60452"/>
                  </a:lnTo>
                  <a:lnTo>
                    <a:pt x="3355568" y="60947"/>
                  </a:lnTo>
                  <a:lnTo>
                    <a:pt x="3355860" y="61137"/>
                  </a:lnTo>
                  <a:lnTo>
                    <a:pt x="3355987" y="61214"/>
                  </a:lnTo>
                  <a:lnTo>
                    <a:pt x="3356203" y="61353"/>
                  </a:lnTo>
                  <a:lnTo>
                    <a:pt x="3356622" y="61722"/>
                  </a:lnTo>
                  <a:lnTo>
                    <a:pt x="3358616" y="63080"/>
                  </a:lnTo>
                  <a:lnTo>
                    <a:pt x="3358223" y="62611"/>
                  </a:lnTo>
                  <a:lnTo>
                    <a:pt x="3356787" y="61722"/>
                  </a:lnTo>
                  <a:lnTo>
                    <a:pt x="3357092" y="61722"/>
                  </a:lnTo>
                  <a:lnTo>
                    <a:pt x="3358223" y="62611"/>
                  </a:lnTo>
                  <a:lnTo>
                    <a:pt x="3358616" y="63080"/>
                  </a:lnTo>
                  <a:lnTo>
                    <a:pt x="3359442" y="63588"/>
                  </a:lnTo>
                  <a:lnTo>
                    <a:pt x="3360280" y="64160"/>
                  </a:lnTo>
                  <a:lnTo>
                    <a:pt x="3360636" y="64401"/>
                  </a:lnTo>
                  <a:lnTo>
                    <a:pt x="3360902" y="64579"/>
                  </a:lnTo>
                  <a:lnTo>
                    <a:pt x="3361385" y="64897"/>
                  </a:lnTo>
                  <a:lnTo>
                    <a:pt x="3361842" y="65201"/>
                  </a:lnTo>
                  <a:lnTo>
                    <a:pt x="3361588" y="65252"/>
                  </a:lnTo>
                  <a:lnTo>
                    <a:pt x="3361067" y="65252"/>
                  </a:lnTo>
                  <a:lnTo>
                    <a:pt x="3361715" y="66548"/>
                  </a:lnTo>
                  <a:lnTo>
                    <a:pt x="3361855" y="66548"/>
                  </a:lnTo>
                  <a:lnTo>
                    <a:pt x="3364903" y="68516"/>
                  </a:lnTo>
                  <a:lnTo>
                    <a:pt x="3364560" y="68059"/>
                  </a:lnTo>
                  <a:lnTo>
                    <a:pt x="3365017" y="68516"/>
                  </a:lnTo>
                  <a:lnTo>
                    <a:pt x="3364649" y="68516"/>
                  </a:lnTo>
                  <a:lnTo>
                    <a:pt x="3365208" y="68719"/>
                  </a:lnTo>
                  <a:lnTo>
                    <a:pt x="3368129" y="69735"/>
                  </a:lnTo>
                  <a:lnTo>
                    <a:pt x="3368713" y="69926"/>
                  </a:lnTo>
                  <a:lnTo>
                    <a:pt x="3369272" y="69926"/>
                  </a:lnTo>
                  <a:lnTo>
                    <a:pt x="3369932" y="69926"/>
                  </a:lnTo>
                  <a:lnTo>
                    <a:pt x="3371316" y="71247"/>
                  </a:lnTo>
                  <a:lnTo>
                    <a:pt x="3377285" y="71247"/>
                  </a:lnTo>
                  <a:lnTo>
                    <a:pt x="3377654" y="70878"/>
                  </a:lnTo>
                  <a:lnTo>
                    <a:pt x="3377793" y="70612"/>
                  </a:lnTo>
                  <a:lnTo>
                    <a:pt x="3379381" y="69088"/>
                  </a:lnTo>
                  <a:lnTo>
                    <a:pt x="3379025" y="69215"/>
                  </a:lnTo>
                  <a:lnTo>
                    <a:pt x="3379279" y="69088"/>
                  </a:lnTo>
                  <a:lnTo>
                    <a:pt x="3379978" y="68516"/>
                  </a:lnTo>
                  <a:lnTo>
                    <a:pt x="3380448" y="68059"/>
                  </a:lnTo>
                  <a:lnTo>
                    <a:pt x="3382619" y="65913"/>
                  </a:lnTo>
                  <a:lnTo>
                    <a:pt x="3382746" y="65913"/>
                  </a:lnTo>
                  <a:lnTo>
                    <a:pt x="3383280" y="65252"/>
                  </a:lnTo>
                  <a:lnTo>
                    <a:pt x="3384943" y="63588"/>
                  </a:lnTo>
                  <a:lnTo>
                    <a:pt x="3385032" y="59169"/>
                  </a:lnTo>
                  <a:close/>
                </a:path>
                <a:path w="3385185" h="1472564">
                  <a:moveTo>
                    <a:pt x="3385032" y="57658"/>
                  </a:moveTo>
                  <a:lnTo>
                    <a:pt x="3384778" y="57416"/>
                  </a:lnTo>
                  <a:lnTo>
                    <a:pt x="3384854" y="58597"/>
                  </a:lnTo>
                  <a:lnTo>
                    <a:pt x="3384969" y="59169"/>
                  </a:lnTo>
                  <a:lnTo>
                    <a:pt x="3385032" y="57658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3707129" y="2364739"/>
            <a:ext cx="203200" cy="72009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endParaRPr sz="2000">
              <a:latin typeface="Cambria Math"/>
              <a:cs typeface="Cambria Math"/>
            </a:endParaRPr>
          </a:p>
          <a:p>
            <a:pPr marL="78740">
              <a:lnSpc>
                <a:spcPct val="100000"/>
              </a:lnSpc>
              <a:spcBef>
                <a:spcPts val="1170"/>
              </a:spcBef>
            </a:pPr>
            <a:r>
              <a:rPr dirty="0" sz="1550" spc="-50">
                <a:latin typeface="Cambria Math"/>
                <a:cs typeface="Cambria Math"/>
              </a:rPr>
              <a:t>3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63537" y="2810827"/>
            <a:ext cx="20320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Cambria Math"/>
                <a:cs typeface="Cambria Math"/>
              </a:rPr>
              <a:t>-</a:t>
            </a:r>
            <a:r>
              <a:rPr dirty="0" sz="1550" spc="-50">
                <a:latin typeface="Cambria Math"/>
                <a:cs typeface="Cambria Math"/>
              </a:rPr>
              <a:t>3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95300" y="2600325"/>
            <a:ext cx="3343275" cy="227329"/>
          </a:xfrm>
          <a:custGeom>
            <a:avLst/>
            <a:gdLst/>
            <a:ahLst/>
            <a:cxnLst/>
            <a:rect l="l" t="t" r="r" b="b"/>
            <a:pathLst>
              <a:path w="3343275" h="227330">
                <a:moveTo>
                  <a:pt x="3343275" y="9525"/>
                </a:moveTo>
                <a:lnTo>
                  <a:pt x="3343275" y="227202"/>
                </a:lnTo>
              </a:path>
              <a:path w="3343275" h="227330">
                <a:moveTo>
                  <a:pt x="0" y="0"/>
                </a:moveTo>
                <a:lnTo>
                  <a:pt x="0" y="217677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658494" y="2389444"/>
            <a:ext cx="1915160" cy="112458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algn="ctr" marL="393700">
              <a:lnSpc>
                <a:spcPct val="100000"/>
              </a:lnSpc>
              <a:spcBef>
                <a:spcPts val="940"/>
              </a:spcBef>
            </a:pPr>
            <a:r>
              <a:rPr dirty="0" sz="1400" spc="-5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040"/>
              </a:spcBef>
            </a:pPr>
            <a:r>
              <a:rPr dirty="0" sz="1800">
                <a:latin typeface="Verdana"/>
                <a:cs typeface="Verdana"/>
              </a:rPr>
              <a:t>sigmoid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function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800">
                <a:solidFill>
                  <a:srgbClr val="C00000"/>
                </a:solidFill>
                <a:latin typeface="Verdana"/>
                <a:cs typeface="Verdana"/>
              </a:rPr>
              <a:t>logistic</a:t>
            </a:r>
            <a:r>
              <a:rPr dirty="0" sz="1800" spc="-85">
                <a:solidFill>
                  <a:srgbClr val="C0000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function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02590" y="478091"/>
            <a:ext cx="35566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Want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outputs</a:t>
            </a:r>
            <a:r>
              <a:rPr dirty="0" sz="1800" spc="-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between</a:t>
            </a:r>
            <a:r>
              <a:rPr dirty="0" sz="1800" spc="50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1800" spc="185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and</a:t>
            </a:r>
            <a:r>
              <a:rPr dirty="0" sz="1800" spc="-30"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671194" y="3600450"/>
            <a:ext cx="287655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Verdana"/>
                <a:cs typeface="Verdana"/>
              </a:rPr>
              <a:t>outputs between</a:t>
            </a:r>
            <a:r>
              <a:rPr dirty="0" sz="1800" spc="25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1800" spc="120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and</a:t>
            </a:r>
            <a:r>
              <a:rPr dirty="0" sz="1800" spc="-25"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C00000"/>
                </a:solidFill>
                <a:latin typeface="Verdana"/>
                <a:cs typeface="Verdana"/>
              </a:rPr>
              <a:t>1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810564" y="4064127"/>
            <a:ext cx="290195" cy="238760"/>
          </a:xfrm>
          <a:custGeom>
            <a:avLst/>
            <a:gdLst/>
            <a:ahLst/>
            <a:cxnLst/>
            <a:rect l="l" t="t" r="r" b="b"/>
            <a:pathLst>
              <a:path w="290194" h="238760">
                <a:moveTo>
                  <a:pt x="214160" y="0"/>
                </a:moveTo>
                <a:lnTo>
                  <a:pt x="210769" y="9664"/>
                </a:lnTo>
                <a:lnTo>
                  <a:pt x="224557" y="15651"/>
                </a:lnTo>
                <a:lnTo>
                  <a:pt x="236413" y="23934"/>
                </a:lnTo>
                <a:lnTo>
                  <a:pt x="260493" y="62331"/>
                </a:lnTo>
                <a:lnTo>
                  <a:pt x="267486" y="97330"/>
                </a:lnTo>
                <a:lnTo>
                  <a:pt x="267523" y="97584"/>
                </a:lnTo>
                <a:lnTo>
                  <a:pt x="267518" y="138916"/>
                </a:lnTo>
                <a:lnTo>
                  <a:pt x="254279" y="190373"/>
                </a:lnTo>
                <a:lnTo>
                  <a:pt x="224713" y="222528"/>
                </a:lnTo>
                <a:lnTo>
                  <a:pt x="211137" y="228536"/>
                </a:lnTo>
                <a:lnTo>
                  <a:pt x="214160" y="238213"/>
                </a:lnTo>
                <a:lnTo>
                  <a:pt x="259667" y="211171"/>
                </a:lnTo>
                <a:lnTo>
                  <a:pt x="285234" y="161245"/>
                </a:lnTo>
                <a:lnTo>
                  <a:pt x="290131" y="119164"/>
                </a:lnTo>
                <a:lnTo>
                  <a:pt x="288917" y="97584"/>
                </a:lnTo>
                <a:lnTo>
                  <a:pt x="288902" y="97330"/>
                </a:lnTo>
                <a:lnTo>
                  <a:pt x="279072" y="58620"/>
                </a:lnTo>
                <a:lnTo>
                  <a:pt x="246568" y="15266"/>
                </a:lnTo>
                <a:lnTo>
                  <a:pt x="231425" y="6231"/>
                </a:lnTo>
                <a:lnTo>
                  <a:pt x="214160" y="0"/>
                </a:lnTo>
                <a:close/>
              </a:path>
              <a:path w="290194" h="238760">
                <a:moveTo>
                  <a:pt x="75971" y="0"/>
                </a:moveTo>
                <a:lnTo>
                  <a:pt x="30538" y="27105"/>
                </a:lnTo>
                <a:lnTo>
                  <a:pt x="4913" y="77149"/>
                </a:lnTo>
                <a:lnTo>
                  <a:pt x="70" y="117906"/>
                </a:lnTo>
                <a:lnTo>
                  <a:pt x="0" y="119164"/>
                </a:lnTo>
                <a:lnTo>
                  <a:pt x="4895" y="161245"/>
                </a:lnTo>
                <a:lnTo>
                  <a:pt x="19583" y="196583"/>
                </a:lnTo>
                <a:lnTo>
                  <a:pt x="58647" y="231984"/>
                </a:lnTo>
                <a:lnTo>
                  <a:pt x="75971" y="238213"/>
                </a:lnTo>
                <a:lnTo>
                  <a:pt x="78981" y="228536"/>
                </a:lnTo>
                <a:lnTo>
                  <a:pt x="65405" y="222528"/>
                </a:lnTo>
                <a:lnTo>
                  <a:pt x="53692" y="214164"/>
                </a:lnTo>
                <a:lnTo>
                  <a:pt x="29667" y="175149"/>
                </a:lnTo>
                <a:lnTo>
                  <a:pt x="21769" y="119164"/>
                </a:lnTo>
                <a:lnTo>
                  <a:pt x="21717" y="117906"/>
                </a:lnTo>
                <a:lnTo>
                  <a:pt x="25250" y="79060"/>
                </a:lnTo>
                <a:lnTo>
                  <a:pt x="43865" y="34516"/>
                </a:lnTo>
                <a:lnTo>
                  <a:pt x="79362" y="9664"/>
                </a:lnTo>
                <a:lnTo>
                  <a:pt x="7597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626744" y="3992879"/>
            <a:ext cx="40449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𝑔</a:t>
            </a:r>
            <a:r>
              <a:rPr dirty="0" sz="2000" spc="4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6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173480" y="3840162"/>
            <a:ext cx="88138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511175" algn="l"/>
                <a:tab pos="842644" algn="l"/>
              </a:tabLst>
            </a:pPr>
            <a:r>
              <a:rPr dirty="0" baseline="-33333" sz="3000">
                <a:latin typeface="Cambria Math"/>
                <a:cs typeface="Cambria Math"/>
              </a:rPr>
              <a:t>= </a:t>
            </a:r>
            <a:r>
              <a:rPr dirty="0" u="heavy" sz="15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r>
              <a:rPr dirty="0" u="heavy" sz="1500" spc="-5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1</a:t>
            </a:r>
            <a:r>
              <a:rPr dirty="0" u="heavy" sz="1500">
                <a:uFill>
                  <a:solidFill>
                    <a:srgbClr val="000000"/>
                  </a:solidFill>
                </a:uFill>
                <a:latin typeface="Cambria Math"/>
                <a:cs typeface="Cambria Math"/>
              </a:rPr>
              <a:t>	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431036" y="4193222"/>
            <a:ext cx="626110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dirty="0" sz="1500" spc="-10">
                <a:latin typeface="Cambria Math"/>
                <a:cs typeface="Cambria Math"/>
              </a:rPr>
              <a:t>1+𝑒</a:t>
            </a:r>
            <a:r>
              <a:rPr dirty="0" baseline="20833" sz="1800" spc="-15">
                <a:solidFill>
                  <a:srgbClr val="0096FF"/>
                </a:solidFill>
                <a:latin typeface="Cambria Math"/>
                <a:cs typeface="Cambria Math"/>
              </a:rPr>
              <a:t>−𝑧</a:t>
            </a:r>
            <a:endParaRPr baseline="20833" sz="180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2986785" y="4096816"/>
            <a:ext cx="290195" cy="238760"/>
          </a:xfrm>
          <a:custGeom>
            <a:avLst/>
            <a:gdLst/>
            <a:ahLst/>
            <a:cxnLst/>
            <a:rect l="l" t="t" r="r" b="b"/>
            <a:pathLst>
              <a:path w="290195" h="238760">
                <a:moveTo>
                  <a:pt x="214249" y="0"/>
                </a:moveTo>
                <a:lnTo>
                  <a:pt x="210819" y="9664"/>
                </a:lnTo>
                <a:lnTo>
                  <a:pt x="224609" y="15646"/>
                </a:lnTo>
                <a:lnTo>
                  <a:pt x="236458" y="23929"/>
                </a:lnTo>
                <a:lnTo>
                  <a:pt x="260548" y="62326"/>
                </a:lnTo>
                <a:lnTo>
                  <a:pt x="267559" y="97323"/>
                </a:lnTo>
                <a:lnTo>
                  <a:pt x="267596" y="97583"/>
                </a:lnTo>
                <a:lnTo>
                  <a:pt x="268477" y="117906"/>
                </a:lnTo>
                <a:lnTo>
                  <a:pt x="267596" y="138916"/>
                </a:lnTo>
                <a:lnTo>
                  <a:pt x="264953" y="157995"/>
                </a:lnTo>
                <a:lnTo>
                  <a:pt x="246330" y="203440"/>
                </a:lnTo>
                <a:lnTo>
                  <a:pt x="211200" y="228536"/>
                </a:lnTo>
                <a:lnTo>
                  <a:pt x="214249" y="238201"/>
                </a:lnTo>
                <a:lnTo>
                  <a:pt x="259754" y="211165"/>
                </a:lnTo>
                <a:lnTo>
                  <a:pt x="285321" y="161245"/>
                </a:lnTo>
                <a:lnTo>
                  <a:pt x="290194" y="119164"/>
                </a:lnTo>
                <a:lnTo>
                  <a:pt x="288973" y="97583"/>
                </a:lnTo>
                <a:lnTo>
                  <a:pt x="279104" y="58613"/>
                </a:lnTo>
                <a:lnTo>
                  <a:pt x="246618" y="15266"/>
                </a:lnTo>
                <a:lnTo>
                  <a:pt x="231487" y="6231"/>
                </a:lnTo>
                <a:lnTo>
                  <a:pt x="214249" y="0"/>
                </a:lnTo>
                <a:close/>
              </a:path>
              <a:path w="290195" h="238760">
                <a:moveTo>
                  <a:pt x="76072" y="0"/>
                </a:moveTo>
                <a:lnTo>
                  <a:pt x="30567" y="27105"/>
                </a:lnTo>
                <a:lnTo>
                  <a:pt x="4937" y="77139"/>
                </a:lnTo>
                <a:lnTo>
                  <a:pt x="71" y="117906"/>
                </a:lnTo>
                <a:lnTo>
                  <a:pt x="0" y="119164"/>
                </a:lnTo>
                <a:lnTo>
                  <a:pt x="1115" y="138916"/>
                </a:lnTo>
                <a:lnTo>
                  <a:pt x="1236" y="141047"/>
                </a:lnTo>
                <a:lnTo>
                  <a:pt x="4937" y="161245"/>
                </a:lnTo>
                <a:lnTo>
                  <a:pt x="19684" y="196583"/>
                </a:lnTo>
                <a:lnTo>
                  <a:pt x="58761" y="231977"/>
                </a:lnTo>
                <a:lnTo>
                  <a:pt x="76072" y="238201"/>
                </a:lnTo>
                <a:lnTo>
                  <a:pt x="78993" y="228536"/>
                </a:lnTo>
                <a:lnTo>
                  <a:pt x="65444" y="222528"/>
                </a:lnTo>
                <a:lnTo>
                  <a:pt x="53752" y="214163"/>
                </a:lnTo>
                <a:lnTo>
                  <a:pt x="29753" y="175144"/>
                </a:lnTo>
                <a:lnTo>
                  <a:pt x="21770" y="119164"/>
                </a:lnTo>
                <a:lnTo>
                  <a:pt x="21716" y="117906"/>
                </a:lnTo>
                <a:lnTo>
                  <a:pt x="25304" y="79055"/>
                </a:lnTo>
                <a:lnTo>
                  <a:pt x="43941" y="34514"/>
                </a:lnTo>
                <a:lnTo>
                  <a:pt x="79375" y="9664"/>
                </a:lnTo>
                <a:lnTo>
                  <a:pt x="76072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338070" y="4025582"/>
            <a:ext cx="146177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  <a:tabLst>
                <a:tab pos="1038860" algn="l"/>
              </a:tabLst>
            </a:pPr>
            <a:r>
              <a:rPr dirty="0" sz="200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2000" spc="90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7A81FF"/>
                </a:solidFill>
                <a:latin typeface="Cambria Math"/>
                <a:cs typeface="Cambria Math"/>
              </a:rPr>
              <a:t>&lt;</a:t>
            </a:r>
            <a:r>
              <a:rPr dirty="0" sz="2000" spc="70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𝑔</a:t>
            </a:r>
            <a:r>
              <a:rPr dirty="0" sz="2000" spc="43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&lt;</a:t>
            </a:r>
            <a:r>
              <a:rPr dirty="0" sz="2000" spc="15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62" name="object 6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476500" y="3714750"/>
            <a:ext cx="180975" cy="180975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410068" y="3591509"/>
            <a:ext cx="1166622" cy="605396"/>
          </a:xfrm>
          <a:prstGeom prst="rect">
            <a:avLst/>
          </a:prstGeom>
        </p:spPr>
      </p:pic>
      <p:sp>
        <p:nvSpPr>
          <p:cNvPr id="64" name="object 6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29565" y="259461"/>
            <a:ext cx="7614920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Interpretation</a:t>
            </a:r>
            <a:r>
              <a:rPr dirty="0" sz="2750" spc="105"/>
              <a:t> </a:t>
            </a:r>
            <a:r>
              <a:rPr dirty="0" sz="2750"/>
              <a:t>of</a:t>
            </a:r>
            <a:r>
              <a:rPr dirty="0" sz="2750" spc="70"/>
              <a:t> </a:t>
            </a:r>
            <a:r>
              <a:rPr dirty="0" sz="2750"/>
              <a:t>logistic</a:t>
            </a:r>
            <a:r>
              <a:rPr dirty="0" sz="2750" spc="125"/>
              <a:t> </a:t>
            </a:r>
            <a:r>
              <a:rPr dirty="0" sz="2750"/>
              <a:t>regression</a:t>
            </a:r>
            <a:r>
              <a:rPr dirty="0" sz="2750" spc="265"/>
              <a:t> </a:t>
            </a:r>
            <a:r>
              <a:rPr dirty="0" sz="2750" spc="-10"/>
              <a:t>output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876300" y="1691322"/>
            <a:ext cx="3125470" cy="1832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“probability”</a:t>
            </a:r>
            <a:r>
              <a:rPr dirty="0" sz="1800" spc="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that</a:t>
            </a:r>
            <a:r>
              <a:rPr dirty="0" sz="1800" spc="-3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class</a:t>
            </a:r>
            <a:r>
              <a:rPr dirty="0" sz="1800" spc="-10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is</a:t>
            </a:r>
            <a:r>
              <a:rPr dirty="0" sz="1800" spc="-15"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>
              <a:lnSpc>
                <a:spcPct val="100000"/>
              </a:lnSpc>
              <a:spcBef>
                <a:spcPts val="1420"/>
              </a:spcBef>
            </a:pP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 spc="-10">
                <a:latin typeface="Verdana"/>
                <a:cs typeface="Verdana"/>
              </a:rPr>
              <a:t>Example:</a:t>
            </a:r>
            <a:endParaRPr sz="1800">
              <a:latin typeface="Verdana"/>
              <a:cs typeface="Verdana"/>
            </a:endParaRPr>
          </a:p>
          <a:p>
            <a:pPr marL="137160">
              <a:lnSpc>
                <a:spcPts val="2070"/>
              </a:lnSpc>
              <a:spcBef>
                <a:spcPts val="130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25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is</a:t>
            </a:r>
            <a:r>
              <a:rPr dirty="0" sz="1800" spc="2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“tumor</a:t>
            </a:r>
            <a:r>
              <a:rPr dirty="0" sz="1800" spc="-20">
                <a:latin typeface="Verdana"/>
                <a:cs typeface="Verdana"/>
              </a:rPr>
              <a:t> size”</a:t>
            </a:r>
            <a:endParaRPr sz="1800">
              <a:latin typeface="Verdana"/>
              <a:cs typeface="Verdana"/>
            </a:endParaRPr>
          </a:p>
          <a:p>
            <a:pPr marL="137160">
              <a:lnSpc>
                <a:spcPts val="2039"/>
              </a:lnSpc>
            </a:pP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2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is</a:t>
            </a:r>
            <a:r>
              <a:rPr dirty="0" sz="1800" spc="55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1800" spc="240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(</a:t>
            </a:r>
            <a:r>
              <a:rPr dirty="0" sz="1800">
                <a:solidFill>
                  <a:srgbClr val="7A81FF"/>
                </a:solidFill>
                <a:latin typeface="Verdana"/>
                <a:cs typeface="Verdana"/>
              </a:rPr>
              <a:t>not</a:t>
            </a:r>
            <a:r>
              <a:rPr dirty="0" sz="1800" spc="-80">
                <a:solidFill>
                  <a:srgbClr val="7A81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7A81FF"/>
                </a:solidFill>
                <a:latin typeface="Verdana"/>
                <a:cs typeface="Verdana"/>
              </a:rPr>
              <a:t>malignant</a:t>
            </a:r>
            <a:r>
              <a:rPr dirty="0" sz="1800" spc="-1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  <a:p>
            <a:pPr marL="299085">
              <a:lnSpc>
                <a:spcPts val="2135"/>
              </a:lnSpc>
            </a:pPr>
            <a:r>
              <a:rPr dirty="0" sz="1800">
                <a:latin typeface="Verdana"/>
                <a:cs typeface="Verdana"/>
              </a:rPr>
              <a:t>or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r>
              <a:rPr dirty="0" sz="1800" spc="275">
                <a:solidFill>
                  <a:srgbClr val="945200"/>
                </a:solidFill>
                <a:latin typeface="Cambria Math"/>
                <a:cs typeface="Cambria Math"/>
              </a:rPr>
              <a:t> </a:t>
            </a:r>
            <a:r>
              <a:rPr dirty="0" sz="1800" spc="-10">
                <a:latin typeface="Verdana"/>
                <a:cs typeface="Verdana"/>
              </a:rPr>
              <a:t>(</a:t>
            </a:r>
            <a:r>
              <a:rPr dirty="0" sz="1800" spc="-10">
                <a:solidFill>
                  <a:srgbClr val="945200"/>
                </a:solidFill>
                <a:latin typeface="Verdana"/>
                <a:cs typeface="Verdana"/>
              </a:rPr>
              <a:t>malignant</a:t>
            </a:r>
            <a:r>
              <a:rPr dirty="0" sz="1800" spc="-10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096924" y="3892880"/>
            <a:ext cx="165735" cy="46355"/>
          </a:xfrm>
          <a:custGeom>
            <a:avLst/>
            <a:gdLst/>
            <a:ahLst/>
            <a:cxnLst/>
            <a:rect l="l" t="t" r="r" b="b"/>
            <a:pathLst>
              <a:path w="165734" h="46354">
                <a:moveTo>
                  <a:pt x="142036" y="0"/>
                </a:moveTo>
                <a:lnTo>
                  <a:pt x="137109" y="5575"/>
                </a:lnTo>
                <a:lnTo>
                  <a:pt x="151993" y="18503"/>
                </a:lnTo>
                <a:lnTo>
                  <a:pt x="0" y="18503"/>
                </a:lnTo>
                <a:lnTo>
                  <a:pt x="0" y="27254"/>
                </a:lnTo>
                <a:lnTo>
                  <a:pt x="151993" y="27254"/>
                </a:lnTo>
                <a:lnTo>
                  <a:pt x="137109" y="40182"/>
                </a:lnTo>
                <a:lnTo>
                  <a:pt x="142036" y="45758"/>
                </a:lnTo>
                <a:lnTo>
                  <a:pt x="165392" y="25577"/>
                </a:lnTo>
                <a:lnTo>
                  <a:pt x="165392" y="20180"/>
                </a:lnTo>
                <a:lnTo>
                  <a:pt x="142036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16939" y="3789679"/>
            <a:ext cx="53403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 spc="-30"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452880" y="3792728"/>
            <a:ext cx="290195" cy="250190"/>
            <a:chOff x="1452880" y="3792728"/>
            <a:chExt cx="290195" cy="250190"/>
          </a:xfrm>
        </p:grpSpPr>
        <p:sp>
          <p:nvSpPr>
            <p:cNvPr id="7" name="object 7"/>
            <p:cNvSpPr/>
            <p:nvPr/>
          </p:nvSpPr>
          <p:spPr>
            <a:xfrm>
              <a:off x="1452880" y="3804158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4" h="238760">
                  <a:moveTo>
                    <a:pt x="214121" y="0"/>
                  </a:moveTo>
                  <a:lnTo>
                    <a:pt x="210819" y="9778"/>
                  </a:lnTo>
                  <a:lnTo>
                    <a:pt x="224609" y="15708"/>
                  </a:lnTo>
                  <a:lnTo>
                    <a:pt x="236458" y="23971"/>
                  </a:lnTo>
                  <a:lnTo>
                    <a:pt x="260548" y="62406"/>
                  </a:lnTo>
                  <a:lnTo>
                    <a:pt x="267560" y="97393"/>
                  </a:lnTo>
                  <a:lnTo>
                    <a:pt x="267596" y="97647"/>
                  </a:lnTo>
                  <a:lnTo>
                    <a:pt x="267594" y="138979"/>
                  </a:lnTo>
                  <a:lnTo>
                    <a:pt x="254253" y="190423"/>
                  </a:lnTo>
                  <a:lnTo>
                    <a:pt x="224750" y="222586"/>
                  </a:lnTo>
                  <a:lnTo>
                    <a:pt x="211200" y="228599"/>
                  </a:lnTo>
                  <a:lnTo>
                    <a:pt x="214121" y="238264"/>
                  </a:lnTo>
                  <a:lnTo>
                    <a:pt x="259699" y="211229"/>
                  </a:lnTo>
                  <a:lnTo>
                    <a:pt x="285257" y="161309"/>
                  </a:lnTo>
                  <a:lnTo>
                    <a:pt x="290194" y="119227"/>
                  </a:lnTo>
                  <a:lnTo>
                    <a:pt x="288973" y="97647"/>
                  </a:lnTo>
                  <a:lnTo>
                    <a:pt x="279104" y="58687"/>
                  </a:lnTo>
                  <a:lnTo>
                    <a:pt x="246602" y="15319"/>
                  </a:lnTo>
                  <a:lnTo>
                    <a:pt x="231433" y="6260"/>
                  </a:lnTo>
                  <a:lnTo>
                    <a:pt x="214121" y="0"/>
                  </a:lnTo>
                  <a:close/>
                </a:path>
                <a:path w="290194" h="238760">
                  <a:moveTo>
                    <a:pt x="75945" y="0"/>
                  </a:moveTo>
                  <a:lnTo>
                    <a:pt x="30565" y="27164"/>
                  </a:lnTo>
                  <a:lnTo>
                    <a:pt x="4937" y="77219"/>
                  </a:lnTo>
                  <a:lnTo>
                    <a:pt x="71" y="117970"/>
                  </a:lnTo>
                  <a:lnTo>
                    <a:pt x="0" y="119227"/>
                  </a:lnTo>
                  <a:lnTo>
                    <a:pt x="1114" y="138979"/>
                  </a:lnTo>
                  <a:lnTo>
                    <a:pt x="1234" y="141111"/>
                  </a:lnTo>
                  <a:lnTo>
                    <a:pt x="11037" y="179820"/>
                  </a:lnTo>
                  <a:lnTo>
                    <a:pt x="43465" y="223027"/>
                  </a:lnTo>
                  <a:lnTo>
                    <a:pt x="75945" y="238264"/>
                  </a:lnTo>
                  <a:lnTo>
                    <a:pt x="78993" y="228599"/>
                  </a:lnTo>
                  <a:lnTo>
                    <a:pt x="65444" y="222586"/>
                  </a:lnTo>
                  <a:lnTo>
                    <a:pt x="53752" y="214222"/>
                  </a:lnTo>
                  <a:lnTo>
                    <a:pt x="29700" y="175207"/>
                  </a:lnTo>
                  <a:lnTo>
                    <a:pt x="21769" y="119227"/>
                  </a:lnTo>
                  <a:lnTo>
                    <a:pt x="21716" y="117970"/>
                  </a:lnTo>
                  <a:lnTo>
                    <a:pt x="25257" y="79124"/>
                  </a:lnTo>
                  <a:lnTo>
                    <a:pt x="43941" y="34567"/>
                  </a:lnTo>
                  <a:lnTo>
                    <a:pt x="79375" y="9778"/>
                  </a:lnTo>
                  <a:lnTo>
                    <a:pt x="759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535049" y="3792728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29">
                  <a:moveTo>
                    <a:pt x="91820" y="0"/>
                  </a:moveTo>
                  <a:lnTo>
                    <a:pt x="85089" y="7620"/>
                  </a:lnTo>
                  <a:lnTo>
                    <a:pt x="105156" y="25019"/>
                  </a:lnTo>
                  <a:lnTo>
                    <a:pt x="0" y="25019"/>
                  </a:lnTo>
                  <a:lnTo>
                    <a:pt x="0" y="36830"/>
                  </a:lnTo>
                  <a:lnTo>
                    <a:pt x="105156" y="36830"/>
                  </a:lnTo>
                  <a:lnTo>
                    <a:pt x="85089" y="54229"/>
                  </a:lnTo>
                  <a:lnTo>
                    <a:pt x="91820" y="61849"/>
                  </a:lnTo>
                  <a:lnTo>
                    <a:pt x="123317" y="34544"/>
                  </a:lnTo>
                  <a:lnTo>
                    <a:pt x="123317" y="27305"/>
                  </a:lnTo>
                  <a:lnTo>
                    <a:pt x="9182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24000" y="3732529"/>
            <a:ext cx="92138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07975" algn="l"/>
              </a:tabLst>
            </a:pP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70"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7030A0"/>
                </a:solidFill>
                <a:latin typeface="Cambria Math"/>
                <a:cs typeface="Cambria Math"/>
              </a:rPr>
              <a:t>0.7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107432" y="1433702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3" y="5080"/>
                </a:lnTo>
                <a:lnTo>
                  <a:pt x="136905" y="16637"/>
                </a:lnTo>
                <a:lnTo>
                  <a:pt x="0" y="16637"/>
                </a:lnTo>
                <a:lnTo>
                  <a:pt x="0" y="24511"/>
                </a:lnTo>
                <a:lnTo>
                  <a:pt x="136905" y="24511"/>
                </a:lnTo>
                <a:lnTo>
                  <a:pt x="123443" y="36195"/>
                </a:lnTo>
                <a:lnTo>
                  <a:pt x="127888" y="41148"/>
                </a:lnTo>
                <a:lnTo>
                  <a:pt x="148843" y="22987"/>
                </a:lnTo>
                <a:lnTo>
                  <a:pt x="148843" y="18161"/>
                </a:lnTo>
                <a:lnTo>
                  <a:pt x="12788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5432425" y="1350644"/>
            <a:ext cx="264160" cy="220979"/>
            <a:chOff x="5432425" y="1350644"/>
            <a:chExt cx="264160" cy="220979"/>
          </a:xfrm>
        </p:grpSpPr>
        <p:sp>
          <p:nvSpPr>
            <p:cNvPr id="12" name="object 12"/>
            <p:cNvSpPr/>
            <p:nvPr/>
          </p:nvSpPr>
          <p:spPr>
            <a:xfrm>
              <a:off x="5432425" y="1359788"/>
              <a:ext cx="264160" cy="212090"/>
            </a:xfrm>
            <a:custGeom>
              <a:avLst/>
              <a:gdLst/>
              <a:ahLst/>
              <a:cxnLst/>
              <a:rect l="l" t="t" r="r" b="b"/>
              <a:pathLst>
                <a:path w="264160" h="212090">
                  <a:moveTo>
                    <a:pt x="196723" y="0"/>
                  </a:moveTo>
                  <a:lnTo>
                    <a:pt x="193675" y="8509"/>
                  </a:lnTo>
                  <a:lnTo>
                    <a:pt x="205942" y="13837"/>
                  </a:lnTo>
                  <a:lnTo>
                    <a:pt x="216471" y="21224"/>
                  </a:lnTo>
                  <a:lnTo>
                    <a:pt x="237837" y="55322"/>
                  </a:lnTo>
                  <a:lnTo>
                    <a:pt x="244855" y="104775"/>
                  </a:lnTo>
                  <a:lnTo>
                    <a:pt x="244070" y="123444"/>
                  </a:lnTo>
                  <a:lnTo>
                    <a:pt x="232283" y="169163"/>
                  </a:lnTo>
                  <a:lnTo>
                    <a:pt x="206029" y="197738"/>
                  </a:lnTo>
                  <a:lnTo>
                    <a:pt x="193928" y="203073"/>
                  </a:lnTo>
                  <a:lnTo>
                    <a:pt x="196723" y="211709"/>
                  </a:lnTo>
                  <a:lnTo>
                    <a:pt x="237120" y="187705"/>
                  </a:lnTo>
                  <a:lnTo>
                    <a:pt x="259842" y="143287"/>
                  </a:lnTo>
                  <a:lnTo>
                    <a:pt x="264160" y="105918"/>
                  </a:lnTo>
                  <a:lnTo>
                    <a:pt x="263079" y="86703"/>
                  </a:lnTo>
                  <a:lnTo>
                    <a:pt x="263066" y="86483"/>
                  </a:lnTo>
                  <a:lnTo>
                    <a:pt x="246761" y="37084"/>
                  </a:lnTo>
                  <a:lnTo>
                    <a:pt x="212060" y="5526"/>
                  </a:lnTo>
                  <a:lnTo>
                    <a:pt x="196723" y="0"/>
                  </a:lnTo>
                  <a:close/>
                </a:path>
                <a:path w="264160" h="212090">
                  <a:moveTo>
                    <a:pt x="67437" y="0"/>
                  </a:moveTo>
                  <a:lnTo>
                    <a:pt x="27092" y="24056"/>
                  </a:lnTo>
                  <a:lnTo>
                    <a:pt x="4365" y="68548"/>
                  </a:lnTo>
                  <a:lnTo>
                    <a:pt x="0" y="105918"/>
                  </a:lnTo>
                  <a:lnTo>
                    <a:pt x="969" y="123444"/>
                  </a:lnTo>
                  <a:lnTo>
                    <a:pt x="17399" y="174751"/>
                  </a:lnTo>
                  <a:lnTo>
                    <a:pt x="52081" y="206184"/>
                  </a:lnTo>
                  <a:lnTo>
                    <a:pt x="67437" y="211709"/>
                  </a:lnTo>
                  <a:lnTo>
                    <a:pt x="70103" y="203073"/>
                  </a:lnTo>
                  <a:lnTo>
                    <a:pt x="58076" y="197738"/>
                  </a:lnTo>
                  <a:lnTo>
                    <a:pt x="47704" y="190309"/>
                  </a:lnTo>
                  <a:lnTo>
                    <a:pt x="26376" y="155638"/>
                  </a:lnTo>
                  <a:lnTo>
                    <a:pt x="19352" y="105918"/>
                  </a:lnTo>
                  <a:lnTo>
                    <a:pt x="19303" y="104775"/>
                  </a:lnTo>
                  <a:lnTo>
                    <a:pt x="26376" y="55322"/>
                  </a:lnTo>
                  <a:lnTo>
                    <a:pt x="47799" y="21224"/>
                  </a:lnTo>
                  <a:lnTo>
                    <a:pt x="70485" y="8509"/>
                  </a:lnTo>
                  <a:lnTo>
                    <a:pt x="6743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507481" y="1350644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29" h="55244">
                  <a:moveTo>
                    <a:pt x="84835" y="0"/>
                  </a:moveTo>
                  <a:lnTo>
                    <a:pt x="78866" y="6730"/>
                  </a:lnTo>
                  <a:lnTo>
                    <a:pt x="96773" y="22225"/>
                  </a:lnTo>
                  <a:lnTo>
                    <a:pt x="0" y="22225"/>
                  </a:lnTo>
                  <a:lnTo>
                    <a:pt x="0" y="32638"/>
                  </a:lnTo>
                  <a:lnTo>
                    <a:pt x="96773" y="32638"/>
                  </a:lnTo>
                  <a:lnTo>
                    <a:pt x="78866" y="48259"/>
                  </a:lnTo>
                  <a:lnTo>
                    <a:pt x="84835" y="54863"/>
                  </a:lnTo>
                  <a:lnTo>
                    <a:pt x="112775" y="30733"/>
                  </a:lnTo>
                  <a:lnTo>
                    <a:pt x="112775" y="24256"/>
                  </a:lnTo>
                  <a:lnTo>
                    <a:pt x="84835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89796" y="1075308"/>
            <a:ext cx="1454638" cy="496188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6355207" y="2041525"/>
            <a:ext cx="113030" cy="55244"/>
          </a:xfrm>
          <a:custGeom>
            <a:avLst/>
            <a:gdLst/>
            <a:ahLst/>
            <a:cxnLst/>
            <a:rect l="l" t="t" r="r" b="b"/>
            <a:pathLst>
              <a:path w="113029" h="55244">
                <a:moveTo>
                  <a:pt x="84835" y="0"/>
                </a:moveTo>
                <a:lnTo>
                  <a:pt x="78866" y="6731"/>
                </a:lnTo>
                <a:lnTo>
                  <a:pt x="96773" y="22225"/>
                </a:lnTo>
                <a:lnTo>
                  <a:pt x="0" y="22225"/>
                </a:lnTo>
                <a:lnTo>
                  <a:pt x="0" y="32766"/>
                </a:lnTo>
                <a:lnTo>
                  <a:pt x="96773" y="32766"/>
                </a:lnTo>
                <a:lnTo>
                  <a:pt x="78866" y="48260"/>
                </a:lnTo>
                <a:lnTo>
                  <a:pt x="84835" y="54863"/>
                </a:lnTo>
                <a:lnTo>
                  <a:pt x="112775" y="30733"/>
                </a:lnTo>
                <a:lnTo>
                  <a:pt x="112775" y="24256"/>
                </a:lnTo>
                <a:lnTo>
                  <a:pt x="84835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022081" y="2041525"/>
            <a:ext cx="179705" cy="55244"/>
          </a:xfrm>
          <a:custGeom>
            <a:avLst/>
            <a:gdLst/>
            <a:ahLst/>
            <a:cxnLst/>
            <a:rect l="l" t="t" r="r" b="b"/>
            <a:pathLst>
              <a:path w="179704" h="55244">
                <a:moveTo>
                  <a:pt x="151511" y="0"/>
                </a:moveTo>
                <a:lnTo>
                  <a:pt x="145542" y="6731"/>
                </a:lnTo>
                <a:lnTo>
                  <a:pt x="163449" y="22225"/>
                </a:lnTo>
                <a:lnTo>
                  <a:pt x="0" y="22225"/>
                </a:lnTo>
                <a:lnTo>
                  <a:pt x="0" y="32766"/>
                </a:lnTo>
                <a:lnTo>
                  <a:pt x="163449" y="32766"/>
                </a:lnTo>
                <a:lnTo>
                  <a:pt x="145542" y="48260"/>
                </a:lnTo>
                <a:lnTo>
                  <a:pt x="151511" y="54863"/>
                </a:lnTo>
                <a:lnTo>
                  <a:pt x="179450" y="30733"/>
                </a:lnTo>
                <a:lnTo>
                  <a:pt x="179450" y="24256"/>
                </a:lnTo>
                <a:lnTo>
                  <a:pt x="151511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938014" y="1142318"/>
            <a:ext cx="3508375" cy="1142365"/>
          </a:xfrm>
          <a:prstGeom prst="rect">
            <a:avLst/>
          </a:prstGeom>
        </p:spPr>
        <p:txBody>
          <a:bodyPr wrap="square" lIns="0" tIns="1625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80"/>
              </a:spcBef>
              <a:tabLst>
                <a:tab pos="832485" algn="l"/>
              </a:tabLst>
            </a:pPr>
            <a:r>
              <a:rPr dirty="0" sz="1800" spc="55">
                <a:latin typeface="Cambria Math"/>
                <a:cs typeface="Cambria Math"/>
              </a:rPr>
              <a:t>𝑓</a:t>
            </a:r>
            <a:r>
              <a:rPr dirty="0" baseline="-16460" sz="2025" spc="82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-16460" sz="2025" spc="82">
                <a:latin typeface="Cambria Math"/>
                <a:cs typeface="Cambria Math"/>
              </a:rPr>
              <a:t>,</a:t>
            </a:r>
            <a:r>
              <a:rPr dirty="0" baseline="-16460" sz="2025" spc="82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baseline="-16460" sz="2025" spc="195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𝑃</a:t>
            </a:r>
            <a:r>
              <a:rPr dirty="0" sz="1800" spc="35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16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2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r>
              <a:rPr dirty="0" sz="1800" spc="100">
                <a:solidFill>
                  <a:srgbClr val="9452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800">
                <a:latin typeface="Cambria Math"/>
                <a:cs typeface="Cambria Math"/>
              </a:rPr>
              <a:t>;</a:t>
            </a:r>
            <a:r>
              <a:rPr dirty="0" sz="1800" spc="-120">
                <a:latin typeface="Cambria Math"/>
                <a:cs typeface="Cambria Math"/>
              </a:rPr>
              <a:t> </a:t>
            </a:r>
            <a:r>
              <a:rPr dirty="0" sz="1800" spc="-2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800" spc="-25">
                <a:latin typeface="Verdana"/>
                <a:cs typeface="Verdana"/>
              </a:rPr>
              <a:t>,</a:t>
            </a:r>
            <a:r>
              <a:rPr dirty="0" sz="1800" spc="-2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  <a:p>
            <a:pPr marL="50800">
              <a:lnSpc>
                <a:spcPts val="2135"/>
              </a:lnSpc>
              <a:spcBef>
                <a:spcPts val="1185"/>
              </a:spcBef>
            </a:pPr>
            <a:r>
              <a:rPr dirty="0" sz="1800">
                <a:latin typeface="Verdana"/>
                <a:cs typeface="Verdana"/>
              </a:rPr>
              <a:t>Probability</a:t>
            </a:r>
            <a:r>
              <a:rPr dirty="0" sz="1800" spc="10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that</a:t>
            </a:r>
            <a:r>
              <a:rPr dirty="0" sz="1800" spc="-20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14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is</a:t>
            </a:r>
            <a:r>
              <a:rPr dirty="0" sz="1800" spc="-35">
                <a:latin typeface="Verdana"/>
                <a:cs typeface="Verdana"/>
              </a:rPr>
              <a:t> </a:t>
            </a:r>
            <a:r>
              <a:rPr dirty="0" sz="1800" spc="-25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r>
              <a:rPr dirty="0" sz="1800" spc="-25">
                <a:latin typeface="Verdana"/>
                <a:cs typeface="Verdana"/>
              </a:rPr>
              <a:t>,</a:t>
            </a:r>
            <a:endParaRPr sz="1800">
              <a:latin typeface="Verdana"/>
              <a:cs typeface="Verdana"/>
            </a:endParaRPr>
          </a:p>
          <a:p>
            <a:pPr marL="50800">
              <a:lnSpc>
                <a:spcPts val="2135"/>
              </a:lnSpc>
            </a:pPr>
            <a:r>
              <a:rPr dirty="0" sz="1800">
                <a:latin typeface="Verdana"/>
                <a:cs typeface="Verdana"/>
              </a:rPr>
              <a:t>given</a:t>
            </a:r>
            <a:r>
              <a:rPr dirty="0" sz="1800" spc="-2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input</a:t>
            </a:r>
            <a:r>
              <a:rPr dirty="0" sz="1800" spc="-25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800">
                <a:latin typeface="Verdana"/>
                <a:cs typeface="Verdana"/>
              </a:rPr>
              <a:t>,</a:t>
            </a:r>
            <a:r>
              <a:rPr dirty="0" sz="1800" spc="-12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parameters</a:t>
            </a:r>
            <a:r>
              <a:rPr dirty="0" sz="1800" spc="35">
                <a:latin typeface="Verdana"/>
                <a:cs typeface="Verdana"/>
              </a:rPr>
              <a:t> </a:t>
            </a:r>
            <a:r>
              <a:rPr dirty="0" sz="1800" spc="-2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800" spc="-25">
                <a:latin typeface="Verdana"/>
                <a:cs typeface="Verdana"/>
              </a:rPr>
              <a:t>,</a:t>
            </a:r>
            <a:r>
              <a:rPr dirty="0" sz="1800" spc="-2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252720" y="2955670"/>
            <a:ext cx="251714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Cambria Math"/>
                <a:cs typeface="Cambria Math"/>
              </a:rPr>
              <a:t>𝑃(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16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5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1800">
                <a:latin typeface="Cambria Math"/>
                <a:cs typeface="Cambria Math"/>
              </a:rPr>
              <a:t>)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𝑃(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9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2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AB7942"/>
                </a:solidFill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)</a:t>
            </a:r>
            <a:r>
              <a:rPr dirty="0" sz="1800" spc="13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3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1028992" y="1249425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25" y="0"/>
                </a:moveTo>
                <a:lnTo>
                  <a:pt x="123393" y="4952"/>
                </a:lnTo>
                <a:lnTo>
                  <a:pt x="136791" y="16637"/>
                </a:lnTo>
                <a:lnTo>
                  <a:pt x="0" y="16637"/>
                </a:lnTo>
                <a:lnTo>
                  <a:pt x="0" y="24511"/>
                </a:lnTo>
                <a:lnTo>
                  <a:pt x="136791" y="24511"/>
                </a:lnTo>
                <a:lnTo>
                  <a:pt x="123393" y="36068"/>
                </a:lnTo>
                <a:lnTo>
                  <a:pt x="127825" y="41148"/>
                </a:lnTo>
                <a:lnTo>
                  <a:pt x="148844" y="22987"/>
                </a:lnTo>
                <a:lnTo>
                  <a:pt x="148844" y="18161"/>
                </a:lnTo>
                <a:lnTo>
                  <a:pt x="127825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68044" y="1154747"/>
            <a:ext cx="4940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52">
                <a:latin typeface="Cambria Math"/>
                <a:cs typeface="Cambria Math"/>
              </a:rPr>
              <a:t>𝑓</a:t>
            </a:r>
            <a:r>
              <a:rPr dirty="0" sz="1350" spc="3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35">
                <a:latin typeface="Cambria Math"/>
                <a:cs typeface="Cambria Math"/>
              </a:rPr>
              <a:t>,</a:t>
            </a:r>
            <a:r>
              <a:rPr dirty="0" sz="1350" spc="3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353819" y="1166367"/>
            <a:ext cx="264795" cy="220979"/>
            <a:chOff x="1353819" y="1166367"/>
            <a:chExt cx="264795" cy="220979"/>
          </a:xfrm>
        </p:grpSpPr>
        <p:sp>
          <p:nvSpPr>
            <p:cNvPr id="22" name="object 22"/>
            <p:cNvSpPr/>
            <p:nvPr/>
          </p:nvSpPr>
          <p:spPr>
            <a:xfrm>
              <a:off x="1353819" y="1175384"/>
              <a:ext cx="264795" cy="212090"/>
            </a:xfrm>
            <a:custGeom>
              <a:avLst/>
              <a:gdLst/>
              <a:ahLst/>
              <a:cxnLst/>
              <a:rect l="l" t="t" r="r" b="b"/>
              <a:pathLst>
                <a:path w="264794" h="212090">
                  <a:moveTo>
                    <a:pt x="196723" y="0"/>
                  </a:moveTo>
                  <a:lnTo>
                    <a:pt x="193802" y="8636"/>
                  </a:lnTo>
                  <a:lnTo>
                    <a:pt x="206015" y="13946"/>
                  </a:lnTo>
                  <a:lnTo>
                    <a:pt x="216550" y="21304"/>
                  </a:lnTo>
                  <a:lnTo>
                    <a:pt x="237964" y="55449"/>
                  </a:lnTo>
                  <a:lnTo>
                    <a:pt x="244983" y="104901"/>
                  </a:lnTo>
                  <a:lnTo>
                    <a:pt x="244197" y="123571"/>
                  </a:lnTo>
                  <a:lnTo>
                    <a:pt x="232410" y="169290"/>
                  </a:lnTo>
                  <a:lnTo>
                    <a:pt x="206156" y="197865"/>
                  </a:lnTo>
                  <a:lnTo>
                    <a:pt x="194056" y="203200"/>
                  </a:lnTo>
                  <a:lnTo>
                    <a:pt x="196723" y="211836"/>
                  </a:lnTo>
                  <a:lnTo>
                    <a:pt x="237245" y="187707"/>
                  </a:lnTo>
                  <a:lnTo>
                    <a:pt x="259921" y="143382"/>
                  </a:lnTo>
                  <a:lnTo>
                    <a:pt x="264287" y="105917"/>
                  </a:lnTo>
                  <a:lnTo>
                    <a:pt x="263210" y="86830"/>
                  </a:lnTo>
                  <a:lnTo>
                    <a:pt x="246888" y="37211"/>
                  </a:lnTo>
                  <a:lnTo>
                    <a:pt x="212080" y="5546"/>
                  </a:lnTo>
                  <a:lnTo>
                    <a:pt x="196723" y="0"/>
                  </a:lnTo>
                  <a:close/>
                </a:path>
                <a:path w="264794" h="212090">
                  <a:moveTo>
                    <a:pt x="67564" y="0"/>
                  </a:moveTo>
                  <a:lnTo>
                    <a:pt x="27219" y="24163"/>
                  </a:lnTo>
                  <a:lnTo>
                    <a:pt x="4381" y="68611"/>
                  </a:lnTo>
                  <a:lnTo>
                    <a:pt x="0" y="105917"/>
                  </a:lnTo>
                  <a:lnTo>
                    <a:pt x="991" y="123571"/>
                  </a:lnTo>
                  <a:lnTo>
                    <a:pt x="1095" y="125424"/>
                  </a:lnTo>
                  <a:lnTo>
                    <a:pt x="17526" y="174751"/>
                  </a:lnTo>
                  <a:lnTo>
                    <a:pt x="52208" y="206238"/>
                  </a:lnTo>
                  <a:lnTo>
                    <a:pt x="67564" y="211836"/>
                  </a:lnTo>
                  <a:lnTo>
                    <a:pt x="70231" y="203200"/>
                  </a:lnTo>
                  <a:lnTo>
                    <a:pt x="58183" y="197866"/>
                  </a:lnTo>
                  <a:lnTo>
                    <a:pt x="47767" y="190436"/>
                  </a:lnTo>
                  <a:lnTo>
                    <a:pt x="26396" y="155765"/>
                  </a:lnTo>
                  <a:lnTo>
                    <a:pt x="19472" y="105917"/>
                  </a:lnTo>
                  <a:lnTo>
                    <a:pt x="19431" y="104901"/>
                  </a:lnTo>
                  <a:lnTo>
                    <a:pt x="20196" y="86830"/>
                  </a:lnTo>
                  <a:lnTo>
                    <a:pt x="31877" y="42163"/>
                  </a:lnTo>
                  <a:lnTo>
                    <a:pt x="58398" y="13946"/>
                  </a:lnTo>
                  <a:lnTo>
                    <a:pt x="70612" y="8636"/>
                  </a:lnTo>
                  <a:lnTo>
                    <a:pt x="6756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1429003" y="1166367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30" h="55244">
                  <a:moveTo>
                    <a:pt x="84709" y="0"/>
                  </a:moveTo>
                  <a:lnTo>
                    <a:pt x="78867" y="6604"/>
                  </a:lnTo>
                  <a:lnTo>
                    <a:pt x="96647" y="22098"/>
                  </a:lnTo>
                  <a:lnTo>
                    <a:pt x="0" y="22098"/>
                  </a:lnTo>
                  <a:lnTo>
                    <a:pt x="0" y="32639"/>
                  </a:lnTo>
                  <a:lnTo>
                    <a:pt x="96647" y="32639"/>
                  </a:lnTo>
                  <a:lnTo>
                    <a:pt x="78867" y="48133"/>
                  </a:lnTo>
                  <a:lnTo>
                    <a:pt x="84709" y="54864"/>
                  </a:lnTo>
                  <a:lnTo>
                    <a:pt x="112776" y="30607"/>
                  </a:lnTo>
                  <a:lnTo>
                    <a:pt x="112776" y="24130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4" name="object 24"/>
          <p:cNvGrpSpPr/>
          <p:nvPr/>
        </p:nvGrpSpPr>
        <p:grpSpPr>
          <a:xfrm>
            <a:off x="1924304" y="1279525"/>
            <a:ext cx="1304925" cy="209550"/>
            <a:chOff x="1924304" y="1279525"/>
            <a:chExt cx="1304925" cy="209550"/>
          </a:xfrm>
        </p:grpSpPr>
        <p:sp>
          <p:nvSpPr>
            <p:cNvPr id="25" name="object 25"/>
            <p:cNvSpPr/>
            <p:nvPr/>
          </p:nvSpPr>
          <p:spPr>
            <a:xfrm>
              <a:off x="1924304" y="1279524"/>
              <a:ext cx="1304925" cy="209550"/>
            </a:xfrm>
            <a:custGeom>
              <a:avLst/>
              <a:gdLst/>
              <a:ahLst/>
              <a:cxnLst/>
              <a:rect l="l" t="t" r="r" b="b"/>
              <a:pathLst>
                <a:path w="1304925" h="209550">
                  <a:moveTo>
                    <a:pt x="725297" y="57023"/>
                  </a:moveTo>
                  <a:lnTo>
                    <a:pt x="723011" y="50546"/>
                  </a:lnTo>
                  <a:lnTo>
                    <a:pt x="711454" y="54724"/>
                  </a:lnTo>
                  <a:lnTo>
                    <a:pt x="701344" y="60744"/>
                  </a:lnTo>
                  <a:lnTo>
                    <a:pt x="675589" y="101955"/>
                  </a:lnTo>
                  <a:lnTo>
                    <a:pt x="672338" y="129921"/>
                  </a:lnTo>
                  <a:lnTo>
                    <a:pt x="673061" y="143167"/>
                  </a:lnTo>
                  <a:lnTo>
                    <a:pt x="685419" y="181610"/>
                  </a:lnTo>
                  <a:lnTo>
                    <a:pt x="723011" y="209296"/>
                  </a:lnTo>
                  <a:lnTo>
                    <a:pt x="725043" y="202946"/>
                  </a:lnTo>
                  <a:lnTo>
                    <a:pt x="715962" y="198932"/>
                  </a:lnTo>
                  <a:lnTo>
                    <a:pt x="708152" y="193332"/>
                  </a:lnTo>
                  <a:lnTo>
                    <a:pt x="689178" y="155867"/>
                  </a:lnTo>
                  <a:lnTo>
                    <a:pt x="686816" y="129159"/>
                  </a:lnTo>
                  <a:lnTo>
                    <a:pt x="687400" y="115595"/>
                  </a:lnTo>
                  <a:lnTo>
                    <a:pt x="701586" y="73533"/>
                  </a:lnTo>
                  <a:lnTo>
                    <a:pt x="716114" y="60960"/>
                  </a:lnTo>
                  <a:lnTo>
                    <a:pt x="725297" y="57023"/>
                  </a:lnTo>
                  <a:close/>
                </a:path>
                <a:path w="1304925" h="209550">
                  <a:moveTo>
                    <a:pt x="1284859" y="129921"/>
                  </a:moveTo>
                  <a:lnTo>
                    <a:pt x="1284046" y="115595"/>
                  </a:lnTo>
                  <a:lnTo>
                    <a:pt x="1284046" y="115404"/>
                  </a:lnTo>
                  <a:lnTo>
                    <a:pt x="1281595" y="101955"/>
                  </a:lnTo>
                  <a:lnTo>
                    <a:pt x="1255788" y="60744"/>
                  </a:lnTo>
                  <a:lnTo>
                    <a:pt x="1234186" y="50546"/>
                  </a:lnTo>
                  <a:lnTo>
                    <a:pt x="1231900" y="57023"/>
                  </a:lnTo>
                  <a:lnTo>
                    <a:pt x="1241132" y="60960"/>
                  </a:lnTo>
                  <a:lnTo>
                    <a:pt x="1249057" y="66459"/>
                  </a:lnTo>
                  <a:lnTo>
                    <a:pt x="1268006" y="103238"/>
                  </a:lnTo>
                  <a:lnTo>
                    <a:pt x="1270381" y="129159"/>
                  </a:lnTo>
                  <a:lnTo>
                    <a:pt x="1269784" y="143167"/>
                  </a:lnTo>
                  <a:lnTo>
                    <a:pt x="1255610" y="186169"/>
                  </a:lnTo>
                  <a:lnTo>
                    <a:pt x="1232154" y="202946"/>
                  </a:lnTo>
                  <a:lnTo>
                    <a:pt x="1234186" y="209296"/>
                  </a:lnTo>
                  <a:lnTo>
                    <a:pt x="1271778" y="181610"/>
                  </a:lnTo>
                  <a:lnTo>
                    <a:pt x="1284046" y="144526"/>
                  </a:lnTo>
                  <a:lnTo>
                    <a:pt x="1284859" y="129921"/>
                  </a:lnTo>
                  <a:close/>
                </a:path>
                <a:path w="1304925" h="209550">
                  <a:moveTo>
                    <a:pt x="13049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304925" y="9525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638679" y="1306576"/>
              <a:ext cx="149225" cy="41275"/>
            </a:xfrm>
            <a:custGeom>
              <a:avLst/>
              <a:gdLst/>
              <a:ahLst/>
              <a:cxnLst/>
              <a:rect l="l" t="t" r="r" b="b"/>
              <a:pathLst>
                <a:path w="149225" h="41275">
                  <a:moveTo>
                    <a:pt x="127888" y="0"/>
                  </a:moveTo>
                  <a:lnTo>
                    <a:pt x="123443" y="4952"/>
                  </a:lnTo>
                  <a:lnTo>
                    <a:pt x="136778" y="16637"/>
                  </a:lnTo>
                  <a:lnTo>
                    <a:pt x="0" y="16637"/>
                  </a:lnTo>
                  <a:lnTo>
                    <a:pt x="0" y="24511"/>
                  </a:lnTo>
                  <a:lnTo>
                    <a:pt x="136778" y="24511"/>
                  </a:lnTo>
                  <a:lnTo>
                    <a:pt x="123443" y="36068"/>
                  </a:lnTo>
                  <a:lnTo>
                    <a:pt x="127888" y="41148"/>
                  </a:lnTo>
                  <a:lnTo>
                    <a:pt x="148844" y="22987"/>
                  </a:lnTo>
                  <a:lnTo>
                    <a:pt x="148844" y="18161"/>
                  </a:lnTo>
                  <a:lnTo>
                    <a:pt x="12788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2838704" y="1306576"/>
              <a:ext cx="92075" cy="41275"/>
            </a:xfrm>
            <a:custGeom>
              <a:avLst/>
              <a:gdLst/>
              <a:ahLst/>
              <a:cxnLst/>
              <a:rect l="l" t="t" r="r" b="b"/>
              <a:pathLst>
                <a:path w="92075" h="41275">
                  <a:moveTo>
                    <a:pt x="70738" y="0"/>
                  </a:moveTo>
                  <a:lnTo>
                    <a:pt x="66293" y="4952"/>
                  </a:lnTo>
                  <a:lnTo>
                    <a:pt x="79628" y="16637"/>
                  </a:lnTo>
                  <a:lnTo>
                    <a:pt x="0" y="16637"/>
                  </a:lnTo>
                  <a:lnTo>
                    <a:pt x="0" y="24511"/>
                  </a:lnTo>
                  <a:lnTo>
                    <a:pt x="79628" y="24511"/>
                  </a:lnTo>
                  <a:lnTo>
                    <a:pt x="66293" y="36068"/>
                  </a:lnTo>
                  <a:lnTo>
                    <a:pt x="70738" y="41148"/>
                  </a:lnTo>
                  <a:lnTo>
                    <a:pt x="91693" y="22987"/>
                  </a:lnTo>
                  <a:lnTo>
                    <a:pt x="91693" y="18161"/>
                  </a:lnTo>
                  <a:lnTo>
                    <a:pt x="70738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2504694" y="935291"/>
            <a:ext cx="1524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1392555" y="1107122"/>
            <a:ext cx="1812925" cy="405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ts val="1495"/>
              </a:lnSpc>
              <a:spcBef>
                <a:spcPts val="100"/>
              </a:spcBef>
              <a:tabLst>
                <a:tab pos="294640" algn="l"/>
              </a:tabLst>
            </a:pP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  <a:p>
            <a:pPr marL="533400">
              <a:lnSpc>
                <a:spcPts val="1495"/>
              </a:lnSpc>
            </a:pPr>
            <a:r>
              <a:rPr dirty="0" baseline="-16975" sz="2700">
                <a:latin typeface="Cambria Math"/>
                <a:cs typeface="Cambria Math"/>
              </a:rPr>
              <a:t>1</a:t>
            </a:r>
            <a:r>
              <a:rPr dirty="0" baseline="-16975" sz="2700" spc="37">
                <a:latin typeface="Cambria Math"/>
                <a:cs typeface="Cambria Math"/>
              </a:rPr>
              <a:t> </a:t>
            </a:r>
            <a:r>
              <a:rPr dirty="0" baseline="-16975" sz="2700">
                <a:latin typeface="Cambria Math"/>
                <a:cs typeface="Cambria Math"/>
              </a:rPr>
              <a:t>+</a:t>
            </a:r>
            <a:r>
              <a:rPr dirty="0" baseline="-16975" sz="2700" spc="-30">
                <a:latin typeface="Cambria Math"/>
                <a:cs typeface="Cambria Math"/>
              </a:rPr>
              <a:t> </a:t>
            </a:r>
            <a:r>
              <a:rPr dirty="0" baseline="-16975" sz="2700" spc="82">
                <a:latin typeface="Cambria Math"/>
                <a:cs typeface="Cambria Math"/>
              </a:rPr>
              <a:t>𝑒</a:t>
            </a:r>
            <a:r>
              <a:rPr dirty="0" sz="1350" spc="55">
                <a:latin typeface="Cambria Math"/>
                <a:cs typeface="Cambria Math"/>
              </a:rPr>
              <a:t>−</a:t>
            </a:r>
            <a:r>
              <a:rPr dirty="0" sz="1350" spc="215">
                <a:latin typeface="Cambria Math"/>
                <a:cs typeface="Cambria Math"/>
              </a:rPr>
              <a:t> </a:t>
            </a:r>
            <a:r>
              <a:rPr dirty="0" sz="135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-20">
                <a:latin typeface="Cambria Math"/>
                <a:cs typeface="Cambria Math"/>
              </a:rPr>
              <a:t>∙</a:t>
            </a:r>
            <a:r>
              <a:rPr dirty="0" sz="1350" spc="-2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350" spc="-20">
                <a:latin typeface="Cambria Math"/>
                <a:cs typeface="Cambria Math"/>
              </a:rPr>
              <a:t>+</a:t>
            </a:r>
            <a:r>
              <a:rPr dirty="0" sz="135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931227" y="4057015"/>
            <a:ext cx="260286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7030A0"/>
                </a:solidFill>
                <a:latin typeface="Cambria Math"/>
                <a:cs typeface="Cambria Math"/>
              </a:rPr>
              <a:t>70</a:t>
            </a:r>
            <a:r>
              <a:rPr dirty="0" sz="1800">
                <a:solidFill>
                  <a:srgbClr val="7030A0"/>
                </a:solidFill>
                <a:latin typeface="Verdana"/>
                <a:cs typeface="Verdana"/>
              </a:rPr>
              <a:t>%</a:t>
            </a:r>
            <a:r>
              <a:rPr dirty="0" sz="1800" spc="-1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chance</a:t>
            </a:r>
            <a:r>
              <a:rPr dirty="0" sz="1800" spc="-11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that</a:t>
            </a:r>
            <a:r>
              <a:rPr dirty="0" sz="1800" spc="30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-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is</a:t>
            </a:r>
            <a:r>
              <a:rPr dirty="0" sz="1800" spc="15"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389382" rIns="0" bIns="0" rtlCol="0" vert="horz">
            <a:spAutoFit/>
          </a:bodyPr>
          <a:lstStyle/>
          <a:p>
            <a:pPr marL="255904">
              <a:lnSpc>
                <a:spcPct val="100000"/>
              </a:lnSpc>
              <a:spcBef>
                <a:spcPts val="130"/>
              </a:spcBef>
            </a:pPr>
            <a:r>
              <a:rPr dirty="0" sz="4400">
                <a:solidFill>
                  <a:srgbClr val="000000"/>
                </a:solidFill>
              </a:rPr>
              <a:t>Decision</a:t>
            </a:r>
            <a:r>
              <a:rPr dirty="0" sz="4400" spc="-150">
                <a:solidFill>
                  <a:srgbClr val="000000"/>
                </a:solidFill>
              </a:rPr>
              <a:t> </a:t>
            </a:r>
            <a:r>
              <a:rPr dirty="0" sz="4400" spc="-10">
                <a:solidFill>
                  <a:srgbClr val="000000"/>
                </a:solidFill>
              </a:rPr>
              <a:t>Boundary</a:t>
            </a:r>
            <a:endParaRPr sz="440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35927" rIns="0" bIns="0" rtlCol="0" vert="horz">
            <a:spAutoFit/>
          </a:bodyPr>
          <a:lstStyle/>
          <a:p>
            <a:pPr marL="660400">
              <a:lnSpc>
                <a:spcPct val="100000"/>
              </a:lnSpc>
              <a:spcBef>
                <a:spcPts val="110"/>
              </a:spcBef>
            </a:pPr>
            <a:r>
              <a:rPr dirty="0" sz="4800" spc="-10">
                <a:solidFill>
                  <a:srgbClr val="0070EA"/>
                </a:solidFill>
              </a:rPr>
              <a:t>Classification</a:t>
            </a:r>
            <a:endParaRPr sz="4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63286"/>
            <a:ext cx="9144000" cy="580390"/>
            <a:chOff x="0" y="4563286"/>
            <a:chExt cx="9144000" cy="5803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563286"/>
              <a:ext cx="9144000" cy="5802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9998" y="4667892"/>
              <a:ext cx="1784987" cy="4007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700" y="4736212"/>
              <a:ext cx="1535234" cy="247621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7014832" y="2425315"/>
            <a:ext cx="10960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No:</a:t>
            </a:r>
            <a:r>
              <a:rPr dirty="0" sz="1800" spc="-5">
                <a:latin typeface="Verdana"/>
                <a:cs typeface="Verdana"/>
              </a:rPr>
              <a:t> </a:t>
            </a:r>
            <a:r>
              <a:rPr dirty="0" sz="1800" spc="-1019" i="1">
                <a:solidFill>
                  <a:srgbClr val="FF65FF"/>
                </a:solidFill>
                <a:latin typeface="Palatino Linotype"/>
                <a:cs typeface="Palatino Linotype"/>
              </a:rPr>
              <a:t>y</a:t>
            </a:r>
            <a:r>
              <a:rPr dirty="0" baseline="12345" sz="2700" spc="-209">
                <a:solidFill>
                  <a:srgbClr val="FF65FF"/>
                </a:solidFill>
                <a:latin typeface="Cambria"/>
                <a:cs typeface="Cambria"/>
              </a:rPr>
              <a:t>^</a:t>
            </a:r>
            <a:r>
              <a:rPr dirty="0" baseline="12345" sz="2700" spc="367">
                <a:solidFill>
                  <a:srgbClr val="FF65FF"/>
                </a:solidFill>
                <a:latin typeface="Cambria"/>
                <a:cs typeface="Cambria"/>
              </a:rPr>
              <a:t> </a:t>
            </a:r>
            <a:r>
              <a:rPr dirty="0" sz="1800" spc="229">
                <a:latin typeface="Cambria"/>
                <a:cs typeface="Cambria"/>
              </a:rPr>
              <a:t>=</a:t>
            </a:r>
            <a:r>
              <a:rPr dirty="0" sz="1800" spc="100"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8D98FF"/>
                </a:solidFill>
                <a:latin typeface="Cambria"/>
                <a:cs typeface="Cambria"/>
              </a:rPr>
              <a:t>0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456108" y="52009"/>
            <a:ext cx="2291715" cy="1673860"/>
            <a:chOff x="456108" y="52009"/>
            <a:chExt cx="2291715" cy="1673860"/>
          </a:xfrm>
        </p:grpSpPr>
        <p:sp>
          <p:nvSpPr>
            <p:cNvPr id="8" name="object 8"/>
            <p:cNvSpPr/>
            <p:nvPr/>
          </p:nvSpPr>
          <p:spPr>
            <a:xfrm>
              <a:off x="1416288" y="352686"/>
              <a:ext cx="1196340" cy="1270"/>
            </a:xfrm>
            <a:custGeom>
              <a:avLst/>
              <a:gdLst/>
              <a:ahLst/>
              <a:cxnLst/>
              <a:rect l="l" t="t" r="r" b="b"/>
              <a:pathLst>
                <a:path w="1196339" h="1270">
                  <a:moveTo>
                    <a:pt x="1196318" y="0"/>
                  </a:moveTo>
                  <a:lnTo>
                    <a:pt x="0" y="1096"/>
                  </a:lnTo>
                </a:path>
              </a:pathLst>
            </a:custGeom>
            <a:ln w="38100">
              <a:solidFill>
                <a:srgbClr val="4285F4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421425" y="131726"/>
              <a:ext cx="0" cy="1454150"/>
            </a:xfrm>
            <a:custGeom>
              <a:avLst/>
              <a:gdLst/>
              <a:ahLst/>
              <a:cxnLst/>
              <a:rect l="l" t="t" r="r" b="b"/>
              <a:pathLst>
                <a:path w="0" h="1454150">
                  <a:moveTo>
                    <a:pt x="0" y="1454115"/>
                  </a:moveTo>
                  <a:lnTo>
                    <a:pt x="0" y="1905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281895" y="52009"/>
              <a:ext cx="279400" cy="209550"/>
            </a:xfrm>
            <a:custGeom>
              <a:avLst/>
              <a:gdLst/>
              <a:ahLst/>
              <a:cxnLst/>
              <a:rect l="l" t="t" r="r" b="b"/>
              <a:pathLst>
                <a:path w="279400" h="209550">
                  <a:moveTo>
                    <a:pt x="139530" y="0"/>
                  </a:moveTo>
                  <a:lnTo>
                    <a:pt x="4788" y="171903"/>
                  </a:lnTo>
                  <a:lnTo>
                    <a:pt x="638" y="180164"/>
                  </a:lnTo>
                  <a:lnTo>
                    <a:pt x="0" y="189067"/>
                  </a:lnTo>
                  <a:lnTo>
                    <a:pt x="2746" y="197560"/>
                  </a:lnTo>
                  <a:lnTo>
                    <a:pt x="8751" y="204591"/>
                  </a:lnTo>
                  <a:lnTo>
                    <a:pt x="17012" y="208742"/>
                  </a:lnTo>
                  <a:lnTo>
                    <a:pt x="25915" y="209380"/>
                  </a:lnTo>
                  <a:lnTo>
                    <a:pt x="34408" y="206633"/>
                  </a:lnTo>
                  <a:lnTo>
                    <a:pt x="41439" y="200629"/>
                  </a:lnTo>
                  <a:lnTo>
                    <a:pt x="139530" y="75484"/>
                  </a:lnTo>
                  <a:lnTo>
                    <a:pt x="198697" y="75484"/>
                  </a:lnTo>
                  <a:lnTo>
                    <a:pt x="139530" y="0"/>
                  </a:lnTo>
                  <a:close/>
                </a:path>
                <a:path w="279400" h="209550">
                  <a:moveTo>
                    <a:pt x="198697" y="75484"/>
                  </a:moveTo>
                  <a:lnTo>
                    <a:pt x="139530" y="75484"/>
                  </a:lnTo>
                  <a:lnTo>
                    <a:pt x="237622" y="200629"/>
                  </a:lnTo>
                  <a:lnTo>
                    <a:pt x="244653" y="206633"/>
                  </a:lnTo>
                  <a:lnTo>
                    <a:pt x="253146" y="209380"/>
                  </a:lnTo>
                  <a:lnTo>
                    <a:pt x="262049" y="208742"/>
                  </a:lnTo>
                  <a:lnTo>
                    <a:pt x="270311" y="204591"/>
                  </a:lnTo>
                  <a:lnTo>
                    <a:pt x="276315" y="197560"/>
                  </a:lnTo>
                  <a:lnTo>
                    <a:pt x="279061" y="189067"/>
                  </a:lnTo>
                  <a:lnTo>
                    <a:pt x="278423" y="180164"/>
                  </a:lnTo>
                  <a:lnTo>
                    <a:pt x="274272" y="171903"/>
                  </a:lnTo>
                  <a:lnTo>
                    <a:pt x="198697" y="7548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75158" y="1585842"/>
              <a:ext cx="2193290" cy="0"/>
            </a:xfrm>
            <a:custGeom>
              <a:avLst/>
              <a:gdLst/>
              <a:ahLst/>
              <a:cxnLst/>
              <a:rect l="l" t="t" r="r" b="b"/>
              <a:pathLst>
                <a:path w="2193290" h="0">
                  <a:moveTo>
                    <a:pt x="0" y="0"/>
                  </a:moveTo>
                  <a:lnTo>
                    <a:pt x="2173650" y="0"/>
                  </a:lnTo>
                  <a:lnTo>
                    <a:pt x="219270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538197" y="1446312"/>
              <a:ext cx="209550" cy="279400"/>
            </a:xfrm>
            <a:custGeom>
              <a:avLst/>
              <a:gdLst/>
              <a:ahLst/>
              <a:cxnLst/>
              <a:rect l="l" t="t" r="r" b="b"/>
              <a:pathLst>
                <a:path w="209550" h="279400">
                  <a:moveTo>
                    <a:pt x="20312" y="0"/>
                  </a:moveTo>
                  <a:lnTo>
                    <a:pt x="11820" y="2746"/>
                  </a:lnTo>
                  <a:lnTo>
                    <a:pt x="4788" y="8750"/>
                  </a:lnTo>
                  <a:lnTo>
                    <a:pt x="638" y="17012"/>
                  </a:lnTo>
                  <a:lnTo>
                    <a:pt x="0" y="25915"/>
                  </a:lnTo>
                  <a:lnTo>
                    <a:pt x="2746" y="34408"/>
                  </a:lnTo>
                  <a:lnTo>
                    <a:pt x="8751" y="41439"/>
                  </a:lnTo>
                  <a:lnTo>
                    <a:pt x="133895" y="139530"/>
                  </a:lnTo>
                  <a:lnTo>
                    <a:pt x="8751" y="237622"/>
                  </a:lnTo>
                  <a:lnTo>
                    <a:pt x="2746" y="244653"/>
                  </a:lnTo>
                  <a:lnTo>
                    <a:pt x="0" y="253146"/>
                  </a:lnTo>
                  <a:lnTo>
                    <a:pt x="638" y="262049"/>
                  </a:lnTo>
                  <a:lnTo>
                    <a:pt x="4788" y="270311"/>
                  </a:lnTo>
                  <a:lnTo>
                    <a:pt x="11820" y="276315"/>
                  </a:lnTo>
                  <a:lnTo>
                    <a:pt x="20312" y="279061"/>
                  </a:lnTo>
                  <a:lnTo>
                    <a:pt x="29215" y="278423"/>
                  </a:lnTo>
                  <a:lnTo>
                    <a:pt x="37477" y="274272"/>
                  </a:lnTo>
                  <a:lnTo>
                    <a:pt x="209380" y="139530"/>
                  </a:lnTo>
                  <a:lnTo>
                    <a:pt x="37477" y="4789"/>
                  </a:lnTo>
                  <a:lnTo>
                    <a:pt x="29215" y="638"/>
                  </a:lnTo>
                  <a:lnTo>
                    <a:pt x="203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334162" y="352686"/>
              <a:ext cx="190500" cy="0"/>
            </a:xfrm>
            <a:custGeom>
              <a:avLst/>
              <a:gdLst/>
              <a:ahLst/>
              <a:cxnLst/>
              <a:rect l="l" t="t" r="r" b="b"/>
              <a:pathLst>
                <a:path w="190500" h="0">
                  <a:moveTo>
                    <a:pt x="0" y="0"/>
                  </a:moveTo>
                  <a:lnTo>
                    <a:pt x="190162" y="0"/>
                  </a:lnTo>
                </a:path>
              </a:pathLst>
            </a:custGeom>
            <a:ln w="317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143000" y="228600"/>
            <a:ext cx="11430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34162" y="996438"/>
            <a:ext cx="190500" cy="0"/>
          </a:xfrm>
          <a:custGeom>
            <a:avLst/>
            <a:gdLst/>
            <a:ahLst/>
            <a:cxnLst/>
            <a:rect l="l" t="t" r="r" b="b"/>
            <a:pathLst>
              <a:path w="190500" h="0">
                <a:moveTo>
                  <a:pt x="0" y="0"/>
                </a:moveTo>
                <a:lnTo>
                  <a:pt x="190162" y="0"/>
                </a:lnTo>
              </a:path>
            </a:pathLst>
          </a:custGeom>
          <a:ln w="31750">
            <a:solidFill>
              <a:srgbClr val="0D0D0D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362200" y="1574800"/>
            <a:ext cx="116205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solidFill>
                  <a:srgbClr val="0096FF"/>
                </a:solidFill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6109" y="363606"/>
            <a:ext cx="2157095" cy="1190625"/>
            <a:chOff x="456109" y="363606"/>
            <a:chExt cx="2157095" cy="1190625"/>
          </a:xfrm>
        </p:grpSpPr>
        <p:sp>
          <p:nvSpPr>
            <p:cNvPr id="18" name="object 18"/>
            <p:cNvSpPr/>
            <p:nvPr/>
          </p:nvSpPr>
          <p:spPr>
            <a:xfrm>
              <a:off x="475159" y="948505"/>
              <a:ext cx="977265" cy="586740"/>
            </a:xfrm>
            <a:custGeom>
              <a:avLst/>
              <a:gdLst/>
              <a:ahLst/>
              <a:cxnLst/>
              <a:rect l="l" t="t" r="r" b="b"/>
              <a:pathLst>
                <a:path w="977265" h="586740">
                  <a:moveTo>
                    <a:pt x="0" y="586151"/>
                  </a:moveTo>
                  <a:lnTo>
                    <a:pt x="476854" y="566613"/>
                  </a:lnTo>
                  <a:lnTo>
                    <a:pt x="525830" y="550919"/>
                  </a:lnTo>
                  <a:lnTo>
                    <a:pt x="572444" y="532039"/>
                  </a:lnTo>
                  <a:lnTo>
                    <a:pt x="616695" y="510144"/>
                  </a:lnTo>
                  <a:lnTo>
                    <a:pt x="658583" y="485406"/>
                  </a:lnTo>
                  <a:lnTo>
                    <a:pt x="698109" y="457997"/>
                  </a:lnTo>
                  <a:lnTo>
                    <a:pt x="735272" y="428089"/>
                  </a:lnTo>
                  <a:lnTo>
                    <a:pt x="770073" y="395853"/>
                  </a:lnTo>
                  <a:lnTo>
                    <a:pt x="802512" y="361460"/>
                  </a:lnTo>
                  <a:lnTo>
                    <a:pt x="832071" y="324292"/>
                  </a:lnTo>
                  <a:lnTo>
                    <a:pt x="858530" y="283917"/>
                  </a:lnTo>
                  <a:lnTo>
                    <a:pt x="882330" y="240795"/>
                  </a:lnTo>
                  <a:lnTo>
                    <a:pt x="903916" y="195384"/>
                  </a:lnTo>
                  <a:lnTo>
                    <a:pt x="923730" y="148141"/>
                  </a:lnTo>
                  <a:lnTo>
                    <a:pt x="942215" y="99523"/>
                  </a:lnTo>
                  <a:lnTo>
                    <a:pt x="959815" y="49990"/>
                  </a:lnTo>
                  <a:lnTo>
                    <a:pt x="976971" y="0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443167" y="382656"/>
              <a:ext cx="1151255" cy="600710"/>
            </a:xfrm>
            <a:custGeom>
              <a:avLst/>
              <a:gdLst/>
              <a:ahLst/>
              <a:cxnLst/>
              <a:rect l="l" t="t" r="r" b="b"/>
              <a:pathLst>
                <a:path w="1151255" h="600710">
                  <a:moveTo>
                    <a:pt x="1150851" y="0"/>
                  </a:moveTo>
                  <a:lnTo>
                    <a:pt x="589126" y="20007"/>
                  </a:lnTo>
                  <a:lnTo>
                    <a:pt x="537706" y="34128"/>
                  </a:lnTo>
                  <a:lnTo>
                    <a:pt x="488486" y="50842"/>
                  </a:lnTo>
                  <a:lnTo>
                    <a:pt x="441464" y="70026"/>
                  </a:lnTo>
                  <a:lnTo>
                    <a:pt x="396641" y="91557"/>
                  </a:lnTo>
                  <a:lnTo>
                    <a:pt x="354016" y="115311"/>
                  </a:lnTo>
                  <a:lnTo>
                    <a:pt x="313591" y="141165"/>
                  </a:lnTo>
                  <a:lnTo>
                    <a:pt x="275365" y="168994"/>
                  </a:lnTo>
                  <a:lnTo>
                    <a:pt x="239337" y="198676"/>
                  </a:lnTo>
                  <a:lnTo>
                    <a:pt x="205508" y="230088"/>
                  </a:lnTo>
                  <a:lnTo>
                    <a:pt x="170688" y="268149"/>
                  </a:lnTo>
                  <a:lnTo>
                    <a:pt x="139521" y="309493"/>
                  </a:lnTo>
                  <a:lnTo>
                    <a:pt x="111484" y="353651"/>
                  </a:lnTo>
                  <a:lnTo>
                    <a:pt x="86056" y="400153"/>
                  </a:lnTo>
                  <a:lnTo>
                    <a:pt x="62716" y="448532"/>
                  </a:lnTo>
                  <a:lnTo>
                    <a:pt x="40941" y="498317"/>
                  </a:lnTo>
                  <a:lnTo>
                    <a:pt x="20209" y="549040"/>
                  </a:lnTo>
                  <a:lnTo>
                    <a:pt x="0" y="600231"/>
                  </a:lnTo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983077" y="699538"/>
            <a:ext cx="31115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8448B0"/>
                </a:solidFill>
                <a:latin typeface="Cambria"/>
                <a:cs typeface="Cambria"/>
              </a:rPr>
              <a:t>0.5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76930" y="1483706"/>
            <a:ext cx="127000" cy="2692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600" spc="-50">
                <a:latin typeface="Cambria"/>
                <a:cs typeface="Cambria"/>
              </a:rPr>
              <a:t>0</a:t>
            </a:r>
            <a:endParaRPr sz="1600">
              <a:latin typeface="Cambria"/>
              <a:cs typeface="Cambria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874017" y="1089607"/>
            <a:ext cx="15240" cy="421005"/>
          </a:xfrm>
          <a:custGeom>
            <a:avLst/>
            <a:gdLst/>
            <a:ahLst/>
            <a:cxnLst/>
            <a:rect l="l" t="t" r="r" b="b"/>
            <a:pathLst>
              <a:path w="15239" h="421005">
                <a:moveTo>
                  <a:pt x="15087" y="0"/>
                </a:moveTo>
                <a:lnTo>
                  <a:pt x="0" y="0"/>
                </a:lnTo>
                <a:lnTo>
                  <a:pt x="0" y="420742"/>
                </a:lnTo>
                <a:lnTo>
                  <a:pt x="15087" y="420742"/>
                </a:lnTo>
                <a:lnTo>
                  <a:pt x="1508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749698" y="1116399"/>
            <a:ext cx="19812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229">
                <a:latin typeface="Cambria"/>
                <a:cs typeface="Cambria"/>
              </a:rPr>
              <a:t>=</a:t>
            </a:r>
            <a:r>
              <a:rPr dirty="0" sz="1800" spc="10">
                <a:latin typeface="Cambria"/>
                <a:cs typeface="Cambria"/>
              </a:rPr>
              <a:t> </a:t>
            </a:r>
            <a:r>
              <a:rPr dirty="0" sz="1800" spc="-20" i="1">
                <a:latin typeface="Palatino Linotype"/>
                <a:cs typeface="Palatino Linotype"/>
              </a:rPr>
              <a:t>&amp;</a:t>
            </a:r>
            <a:r>
              <a:rPr dirty="0" baseline="-21604" sz="2700" spc="-30">
                <a:latin typeface="Courier New"/>
                <a:cs typeface="Courier New"/>
              </a:rPr>
              <a:t>(</a:t>
            </a:r>
            <a:r>
              <a:rPr dirty="0" sz="1800" spc="-20" i="1">
                <a:solidFill>
                  <a:srgbClr val="CE1C00"/>
                </a:solidFill>
                <a:latin typeface="Palatino Linotype"/>
                <a:cs typeface="Palatino Linotype"/>
              </a:rPr>
              <a:t>y</a:t>
            </a:r>
            <a:r>
              <a:rPr dirty="0" sz="1800" spc="105" i="1">
                <a:solidFill>
                  <a:srgbClr val="CE1C00"/>
                </a:solidFill>
                <a:latin typeface="Palatino Linotype"/>
                <a:cs typeface="Palatino Linotype"/>
              </a:rPr>
              <a:t> </a:t>
            </a:r>
            <a:r>
              <a:rPr dirty="0" sz="1800" spc="229">
                <a:latin typeface="Cambria"/>
                <a:cs typeface="Cambria"/>
              </a:rPr>
              <a:t>=</a:t>
            </a:r>
            <a:r>
              <a:rPr dirty="0" sz="1800" spc="55">
                <a:latin typeface="Cambria"/>
                <a:cs typeface="Cambria"/>
              </a:rPr>
              <a:t> </a:t>
            </a:r>
            <a:r>
              <a:rPr dirty="0" sz="1800">
                <a:solidFill>
                  <a:srgbClr val="A66500"/>
                </a:solidFill>
                <a:latin typeface="Cambria"/>
                <a:cs typeface="Cambria"/>
              </a:rPr>
              <a:t>1</a:t>
            </a:r>
            <a:r>
              <a:rPr dirty="0" sz="1800" spc="490">
                <a:solidFill>
                  <a:srgbClr val="A66500"/>
                </a:solidFill>
                <a:latin typeface="Cambria"/>
                <a:cs typeface="Cambria"/>
              </a:rPr>
              <a:t> </a:t>
            </a:r>
            <a:r>
              <a:rPr dirty="0" sz="1800" spc="204" i="1">
                <a:solidFill>
                  <a:srgbClr val="FFA400"/>
                </a:solidFill>
                <a:latin typeface="Palatino Linotype"/>
                <a:cs typeface="Palatino Linotype"/>
              </a:rPr>
              <a:t>'</a:t>
            </a:r>
            <a:r>
              <a:rPr dirty="0" sz="1800" spc="204">
                <a:latin typeface="Cambria"/>
                <a:cs typeface="Cambria"/>
              </a:rPr>
              <a:t>;</a:t>
            </a:r>
            <a:r>
              <a:rPr dirty="0" sz="1800" spc="-100">
                <a:latin typeface="Cambria"/>
                <a:cs typeface="Cambria"/>
              </a:rPr>
              <a:t> </a:t>
            </a:r>
            <a:r>
              <a:rPr dirty="0" baseline="26234" sz="2700" spc="-2100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r>
              <a:rPr dirty="0" sz="1800" spc="-50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sz="1800" spc="-215">
                <a:solidFill>
                  <a:srgbClr val="00A9FF"/>
                </a:solidFill>
                <a:latin typeface="Cambria"/>
                <a:cs typeface="Cambria"/>
              </a:rPr>
              <a:t> </a:t>
            </a:r>
            <a:r>
              <a:rPr dirty="0" sz="1800" spc="-25">
                <a:latin typeface="Arial"/>
                <a:cs typeface="Arial"/>
              </a:rPr>
              <a:t>,</a:t>
            </a:r>
            <a:r>
              <a:rPr dirty="0" sz="1800" spc="-25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r>
              <a:rPr dirty="0" baseline="-21604" sz="2700" spc="-37">
                <a:latin typeface="Courier New"/>
                <a:cs typeface="Courier New"/>
              </a:rPr>
              <a:t>)</a:t>
            </a:r>
            <a:endParaRPr baseline="-21604" sz="2700">
              <a:latin typeface="Courier New"/>
              <a:cs typeface="Courier New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05749" y="759216"/>
            <a:ext cx="2266950" cy="972819"/>
            <a:chOff x="405749" y="759216"/>
            <a:chExt cx="2266950" cy="972819"/>
          </a:xfrm>
        </p:grpSpPr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6425" y="778647"/>
              <a:ext cx="105479" cy="190718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70986" y="1356446"/>
              <a:ext cx="1093680" cy="198360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42305" y="1115246"/>
              <a:ext cx="126359" cy="165960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00865" y="1592246"/>
              <a:ext cx="667439" cy="13968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424799" y="978175"/>
              <a:ext cx="487680" cy="8255"/>
            </a:xfrm>
            <a:custGeom>
              <a:avLst/>
              <a:gdLst/>
              <a:ahLst/>
              <a:cxnLst/>
              <a:rect l="l" t="t" r="r" b="b"/>
              <a:pathLst>
                <a:path w="487680" h="8255">
                  <a:moveTo>
                    <a:pt x="487444" y="799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7030A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1627249" y="978175"/>
              <a:ext cx="1026160" cy="9525"/>
            </a:xfrm>
            <a:custGeom>
              <a:avLst/>
              <a:gdLst/>
              <a:ahLst/>
              <a:cxnLst/>
              <a:rect l="l" t="t" r="r" b="b"/>
              <a:pathLst>
                <a:path w="1026160" h="9525">
                  <a:moveTo>
                    <a:pt x="1025914" y="0"/>
                  </a:moveTo>
                  <a:lnTo>
                    <a:pt x="0" y="9063"/>
                  </a:lnTo>
                </a:path>
              </a:pathLst>
            </a:custGeom>
            <a:ln w="38100">
              <a:solidFill>
                <a:srgbClr val="7030A0"/>
              </a:solidFill>
              <a:prstDash val="sysDot"/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758036" y="759216"/>
              <a:ext cx="133987" cy="11591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948757" y="1113457"/>
              <a:ext cx="132480" cy="165960"/>
            </a:xfrm>
            <a:prstGeom prst="rect">
              <a:avLst/>
            </a:prstGeom>
          </p:spPr>
        </p:pic>
      </p:grpSp>
      <p:grpSp>
        <p:nvGrpSpPr>
          <p:cNvPr id="33" name="object 33"/>
          <p:cNvGrpSpPr/>
          <p:nvPr/>
        </p:nvGrpSpPr>
        <p:grpSpPr>
          <a:xfrm>
            <a:off x="650812" y="2489005"/>
            <a:ext cx="2080895" cy="1904364"/>
            <a:chOff x="650812" y="2489005"/>
            <a:chExt cx="2080895" cy="1904364"/>
          </a:xfrm>
        </p:grpSpPr>
        <p:sp>
          <p:nvSpPr>
            <p:cNvPr id="34" name="object 34"/>
            <p:cNvSpPr/>
            <p:nvPr/>
          </p:nvSpPr>
          <p:spPr>
            <a:xfrm>
              <a:off x="1059649" y="2508055"/>
              <a:ext cx="1652905" cy="377825"/>
            </a:xfrm>
            <a:custGeom>
              <a:avLst/>
              <a:gdLst/>
              <a:ahLst/>
              <a:cxnLst/>
              <a:rect l="l" t="t" r="r" b="b"/>
              <a:pathLst>
                <a:path w="1652905" h="377825">
                  <a:moveTo>
                    <a:pt x="0" y="0"/>
                  </a:moveTo>
                  <a:lnTo>
                    <a:pt x="1652667" y="0"/>
                  </a:lnTo>
                  <a:lnTo>
                    <a:pt x="1652667" y="377493"/>
                  </a:lnTo>
                  <a:lnTo>
                    <a:pt x="0" y="377493"/>
                  </a:lnTo>
                  <a:lnTo>
                    <a:pt x="0" y="0"/>
                  </a:lnTo>
                  <a:close/>
                </a:path>
              </a:pathLst>
            </a:custGeom>
            <a:ln w="38099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69862" y="3769302"/>
              <a:ext cx="1779270" cy="605155"/>
            </a:xfrm>
            <a:custGeom>
              <a:avLst/>
              <a:gdLst/>
              <a:ahLst/>
              <a:cxnLst/>
              <a:rect l="l" t="t" r="r" b="b"/>
              <a:pathLst>
                <a:path w="1779270" h="605154">
                  <a:moveTo>
                    <a:pt x="0" y="0"/>
                  </a:moveTo>
                  <a:lnTo>
                    <a:pt x="1779038" y="0"/>
                  </a:lnTo>
                  <a:lnTo>
                    <a:pt x="1779038" y="604691"/>
                  </a:lnTo>
                  <a:lnTo>
                    <a:pt x="0" y="604691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6" name="object 36"/>
          <p:cNvSpPr txBox="1"/>
          <p:nvPr/>
        </p:nvSpPr>
        <p:spPr>
          <a:xfrm>
            <a:off x="734631" y="3906970"/>
            <a:ext cx="589280" cy="284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dirty="0" sz="1700" i="1">
                <a:solidFill>
                  <a:srgbClr val="CE1C00"/>
                </a:solidFill>
                <a:latin typeface="Palatino Linotype"/>
                <a:cs typeface="Palatino Linotype"/>
              </a:rPr>
              <a:t>g</a:t>
            </a:r>
            <a:r>
              <a:rPr dirty="0" sz="1700">
                <a:latin typeface="Cambria"/>
                <a:cs typeface="Cambria"/>
              </a:rPr>
              <a:t>(</a:t>
            </a:r>
            <a:r>
              <a:rPr dirty="0" sz="1700" i="1">
                <a:solidFill>
                  <a:srgbClr val="00A9FF"/>
                </a:solidFill>
                <a:latin typeface="Palatino Linotype"/>
                <a:cs typeface="Palatino Linotype"/>
              </a:rPr>
              <a:t>z</a:t>
            </a:r>
            <a:r>
              <a:rPr dirty="0" sz="1700">
                <a:latin typeface="Cambria"/>
                <a:cs typeface="Cambria"/>
              </a:rPr>
              <a:t>)</a:t>
            </a:r>
            <a:r>
              <a:rPr dirty="0" sz="1700" spc="80">
                <a:latin typeface="Cambria"/>
                <a:cs typeface="Cambria"/>
              </a:rPr>
              <a:t> </a:t>
            </a:r>
            <a:r>
              <a:rPr dirty="0" sz="1700" spc="165">
                <a:latin typeface="Cambria"/>
                <a:cs typeface="Cambria"/>
              </a:rPr>
              <a:t>=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373257" y="4073479"/>
            <a:ext cx="679450" cy="14604"/>
          </a:xfrm>
          <a:custGeom>
            <a:avLst/>
            <a:gdLst/>
            <a:ahLst/>
            <a:cxnLst/>
            <a:rect l="l" t="t" r="r" b="b"/>
            <a:pathLst>
              <a:path w="679450" h="14604">
                <a:moveTo>
                  <a:pt x="678917" y="0"/>
                </a:moveTo>
                <a:lnTo>
                  <a:pt x="0" y="0"/>
                </a:lnTo>
                <a:lnTo>
                  <a:pt x="0" y="14433"/>
                </a:lnTo>
                <a:lnTo>
                  <a:pt x="678917" y="14433"/>
                </a:lnTo>
                <a:lnTo>
                  <a:pt x="67891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369399" y="3700169"/>
            <a:ext cx="699770" cy="652780"/>
          </a:xfrm>
          <a:prstGeom prst="rect">
            <a:avLst/>
          </a:prstGeom>
        </p:spPr>
        <p:txBody>
          <a:bodyPr wrap="square" lIns="0" tIns="66675" rIns="0" bIns="0" rtlCol="0" vert="horz">
            <a:spAutoFit/>
          </a:bodyPr>
          <a:lstStyle/>
          <a:p>
            <a:pPr algn="ctr" marR="5080">
              <a:lnSpc>
                <a:spcPct val="100000"/>
              </a:lnSpc>
              <a:spcBef>
                <a:spcPts val="525"/>
              </a:spcBef>
            </a:pPr>
            <a:r>
              <a:rPr dirty="0" sz="1700" spc="-50">
                <a:latin typeface="Cambria"/>
                <a:cs typeface="Cambria"/>
              </a:rPr>
              <a:t>1</a:t>
            </a:r>
            <a:endParaRPr sz="1700">
              <a:latin typeface="Cambria"/>
              <a:cs typeface="Cambria"/>
            </a:endParaRPr>
          </a:p>
          <a:p>
            <a:pPr algn="ctr" marR="5080">
              <a:lnSpc>
                <a:spcPct val="100000"/>
              </a:lnSpc>
              <a:spcBef>
                <a:spcPts val="430"/>
              </a:spcBef>
            </a:pPr>
            <a:r>
              <a:rPr dirty="0" sz="1700">
                <a:latin typeface="Cambria"/>
                <a:cs typeface="Cambria"/>
              </a:rPr>
              <a:t>1</a:t>
            </a:r>
            <a:r>
              <a:rPr dirty="0" sz="1700" spc="-50">
                <a:latin typeface="Cambria"/>
                <a:cs typeface="Cambria"/>
              </a:rPr>
              <a:t> </a:t>
            </a:r>
            <a:r>
              <a:rPr dirty="0" sz="1700" spc="215">
                <a:latin typeface="Cambria"/>
                <a:cs typeface="Cambria"/>
              </a:rPr>
              <a:t>+</a:t>
            </a:r>
            <a:r>
              <a:rPr dirty="0" sz="1700" spc="-45">
                <a:latin typeface="Cambria"/>
                <a:cs typeface="Cambria"/>
              </a:rPr>
              <a:t> </a:t>
            </a:r>
            <a:r>
              <a:rPr dirty="0" sz="1700" spc="95" i="1">
                <a:latin typeface="Palatino Linotype"/>
                <a:cs typeface="Palatino Linotype"/>
              </a:rPr>
              <a:t>e</a:t>
            </a:r>
            <a:r>
              <a:rPr dirty="0" baseline="20833" sz="1800" spc="142">
                <a:latin typeface="Cambria"/>
                <a:cs typeface="Cambria"/>
              </a:rPr>
              <a:t>−</a:t>
            </a:r>
            <a:r>
              <a:rPr dirty="0" baseline="20833" sz="1800" spc="142" i="1">
                <a:solidFill>
                  <a:srgbClr val="00A9FF"/>
                </a:solidFill>
                <a:latin typeface="Palatino Linotype"/>
                <a:cs typeface="Palatino Linotype"/>
              </a:rPr>
              <a:t>z</a:t>
            </a:r>
            <a:endParaRPr baseline="20833" sz="1800">
              <a:latin typeface="Palatino Linotype"/>
              <a:cs typeface="Palatino Linotype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385402" y="1951983"/>
            <a:ext cx="2562860" cy="2475230"/>
          </a:xfrm>
          <a:custGeom>
            <a:avLst/>
            <a:gdLst/>
            <a:ahLst/>
            <a:cxnLst/>
            <a:rect l="l" t="t" r="r" b="b"/>
            <a:pathLst>
              <a:path w="2562860" h="2475229">
                <a:moveTo>
                  <a:pt x="0" y="0"/>
                </a:moveTo>
                <a:lnTo>
                  <a:pt x="2562542" y="0"/>
                </a:lnTo>
                <a:lnTo>
                  <a:pt x="2562542" y="2474688"/>
                </a:lnTo>
                <a:lnTo>
                  <a:pt x="0" y="2474688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389240" y="1982608"/>
            <a:ext cx="2070735" cy="848360"/>
          </a:xfrm>
          <a:prstGeom prst="rect">
            <a:avLst/>
          </a:prstGeom>
        </p:spPr>
        <p:txBody>
          <a:bodyPr wrap="square" lIns="0" tIns="1530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05"/>
              </a:spcBef>
            </a:pPr>
            <a:r>
              <a:rPr dirty="0" baseline="16666" sz="3000" spc="187" i="1">
                <a:latin typeface="Palatino Linotype"/>
                <a:cs typeface="Palatino Linotype"/>
              </a:rPr>
              <a:t>!</a:t>
            </a:r>
            <a:r>
              <a:rPr dirty="0" baseline="25793" sz="2100" spc="-1402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r>
              <a:rPr dirty="0" sz="1400" spc="125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sz="1400" spc="-150">
                <a:solidFill>
                  <a:srgbClr val="00A9FF"/>
                </a:solidFill>
                <a:latin typeface="Cambria"/>
                <a:cs typeface="Cambria"/>
              </a:rPr>
              <a:t> </a:t>
            </a:r>
            <a:r>
              <a:rPr dirty="0" sz="1400" spc="15">
                <a:latin typeface="Cambria"/>
                <a:cs typeface="Cambria"/>
              </a:rPr>
              <a:t>,</a:t>
            </a:r>
            <a:r>
              <a:rPr dirty="0" sz="1400" spc="15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r>
              <a:rPr dirty="0" baseline="-5555" sz="3000" spc="22">
                <a:latin typeface="Courier New"/>
                <a:cs typeface="Courier New"/>
              </a:rPr>
              <a:t>(</a:t>
            </a:r>
            <a:r>
              <a:rPr dirty="0" baseline="43055" sz="3000" spc="-1927">
                <a:solidFill>
                  <a:srgbClr val="FFA400"/>
                </a:solidFill>
                <a:latin typeface="Cambria"/>
                <a:cs typeface="Cambria"/>
              </a:rPr>
              <a:t>→</a:t>
            </a:r>
            <a:r>
              <a:rPr dirty="0" baseline="16666" sz="3000" spc="22">
                <a:solidFill>
                  <a:srgbClr val="FFA400"/>
                </a:solidFill>
                <a:latin typeface="Cambria"/>
                <a:cs typeface="Cambria"/>
              </a:rPr>
              <a:t>x</a:t>
            </a:r>
            <a:r>
              <a:rPr dirty="0" baseline="16666" sz="3000" spc="44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baseline="-5555" sz="3000" spc="-89">
                <a:latin typeface="Courier New"/>
                <a:cs typeface="Courier New"/>
              </a:rPr>
              <a:t>)</a:t>
            </a:r>
            <a:endParaRPr baseline="-5555" sz="3000">
              <a:latin typeface="Courier New"/>
              <a:cs typeface="Courier New"/>
            </a:endParaRPr>
          </a:p>
          <a:p>
            <a:pPr marL="734695">
              <a:lnSpc>
                <a:spcPct val="100000"/>
              </a:lnSpc>
              <a:spcBef>
                <a:spcPts val="935"/>
              </a:spcBef>
            </a:pPr>
            <a:r>
              <a:rPr dirty="0" sz="1700" spc="90" i="1">
                <a:solidFill>
                  <a:srgbClr val="00A9FF"/>
                </a:solidFill>
                <a:latin typeface="Palatino Linotype"/>
                <a:cs typeface="Palatino Linotype"/>
              </a:rPr>
              <a:t>z</a:t>
            </a:r>
            <a:r>
              <a:rPr dirty="0" sz="1700" spc="105" i="1">
                <a:solidFill>
                  <a:srgbClr val="00A9FF"/>
                </a:solidFill>
                <a:latin typeface="Palatino Linotype"/>
                <a:cs typeface="Palatino Linotype"/>
              </a:rPr>
              <a:t> </a:t>
            </a:r>
            <a:r>
              <a:rPr dirty="0" sz="1700" spc="215">
                <a:latin typeface="Cambria"/>
                <a:cs typeface="Cambria"/>
              </a:rPr>
              <a:t>=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baseline="26143" sz="2550" spc="-1979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r>
              <a:rPr dirty="0" sz="1700" spc="-45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sz="1700" spc="180">
                <a:solidFill>
                  <a:srgbClr val="00A9FF"/>
                </a:solidFill>
                <a:latin typeface="Cambria"/>
                <a:cs typeface="Cambria"/>
              </a:rPr>
              <a:t> </a:t>
            </a:r>
            <a:r>
              <a:rPr dirty="0" sz="1700" spc="165">
                <a:latin typeface="Cambria"/>
                <a:cs typeface="Cambria"/>
              </a:rPr>
              <a:t>∙</a:t>
            </a:r>
            <a:r>
              <a:rPr dirty="0" sz="1700" spc="5">
                <a:latin typeface="Cambria"/>
                <a:cs typeface="Cambria"/>
              </a:rPr>
              <a:t> </a:t>
            </a:r>
            <a:r>
              <a:rPr dirty="0" baseline="26143" sz="2550" spc="-1620">
                <a:solidFill>
                  <a:srgbClr val="FFA400"/>
                </a:solidFill>
                <a:latin typeface="Cambria"/>
                <a:cs typeface="Cambria"/>
              </a:rPr>
              <a:t>→</a:t>
            </a:r>
            <a:r>
              <a:rPr dirty="0" sz="1700" spc="20">
                <a:solidFill>
                  <a:srgbClr val="FFA400"/>
                </a:solidFill>
                <a:latin typeface="Cambria"/>
                <a:cs typeface="Cambria"/>
              </a:rPr>
              <a:t>x</a:t>
            </a:r>
            <a:r>
              <a:rPr dirty="0" sz="1700" spc="365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sz="1700" spc="215">
                <a:latin typeface="Cambria"/>
                <a:cs typeface="Cambria"/>
              </a:rPr>
              <a:t>+</a:t>
            </a:r>
            <a:r>
              <a:rPr dirty="0" sz="1700" spc="5">
                <a:latin typeface="Cambria"/>
                <a:cs typeface="Cambria"/>
              </a:rPr>
              <a:t> </a:t>
            </a:r>
            <a:r>
              <a:rPr dirty="0" sz="1700" spc="-50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endParaRPr sz="1700">
              <a:latin typeface="Palatino Linotype"/>
              <a:cs typeface="Palatino Linotype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1674002" y="2960194"/>
            <a:ext cx="163195" cy="772795"/>
            <a:chOff x="1674002" y="2960194"/>
            <a:chExt cx="163195" cy="772795"/>
          </a:xfrm>
        </p:grpSpPr>
        <p:pic>
          <p:nvPicPr>
            <p:cNvPr id="42" name="object 4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691623" y="2960194"/>
              <a:ext cx="122760" cy="249839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74002" y="3259019"/>
              <a:ext cx="163042" cy="118388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674343" y="3475364"/>
              <a:ext cx="139680" cy="257018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3867261" y="492503"/>
            <a:ext cx="16637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390" i="1">
                <a:latin typeface="Palatino Linotype"/>
                <a:cs typeface="Palatino Linotype"/>
              </a:rPr>
              <a:t>!</a:t>
            </a:r>
            <a:endParaRPr sz="2000">
              <a:latin typeface="Palatino Linotype"/>
              <a:cs typeface="Palatino Linotype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008231" y="555515"/>
            <a:ext cx="179705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-1100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endParaRPr sz="1400">
              <a:latin typeface="Cambria"/>
              <a:cs typeface="Cambria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26626" y="641134"/>
            <a:ext cx="304165" cy="2419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400" spc="25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sz="1400" spc="25">
                <a:latin typeface="Cambria"/>
                <a:cs typeface="Cambria"/>
              </a:rPr>
              <a:t>,</a:t>
            </a:r>
            <a:r>
              <a:rPr dirty="0" sz="1400" spc="25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endParaRPr sz="1400">
              <a:latin typeface="Palatino Linotype"/>
              <a:cs typeface="Palatino Linotype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454677" y="371914"/>
            <a:ext cx="260985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spc="114">
                <a:solidFill>
                  <a:srgbClr val="FFA400"/>
                </a:solidFill>
                <a:latin typeface="Cambria"/>
                <a:cs typeface="Cambria"/>
              </a:rPr>
              <a:t>→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305071" y="591690"/>
            <a:ext cx="565150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6875" algn="l"/>
              </a:tabLst>
            </a:pPr>
            <a:r>
              <a:rPr dirty="0" sz="2000" spc="-50">
                <a:latin typeface="Courier New"/>
                <a:cs typeface="Courier New"/>
              </a:rPr>
              <a:t>(</a:t>
            </a:r>
            <a:r>
              <a:rPr dirty="0" sz="2000">
                <a:latin typeface="Courier New"/>
                <a:cs typeface="Courier New"/>
              </a:rPr>
              <a:t>	</a:t>
            </a:r>
            <a:r>
              <a:rPr dirty="0" sz="2000" spc="-50">
                <a:latin typeface="Courier New"/>
                <a:cs typeface="Courier New"/>
              </a:rPr>
              <a:t>)</a:t>
            </a:r>
            <a:endParaRPr sz="2000">
              <a:latin typeface="Courier New"/>
              <a:cs typeface="Courier New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508779" y="492503"/>
            <a:ext cx="2056764" cy="3302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18465" algn="l"/>
              </a:tabLst>
            </a:pPr>
            <a:r>
              <a:rPr dirty="0" sz="2000" spc="-50">
                <a:solidFill>
                  <a:srgbClr val="FFA400"/>
                </a:solidFill>
                <a:latin typeface="Cambria"/>
                <a:cs typeface="Cambria"/>
              </a:rPr>
              <a:t>x</a:t>
            </a:r>
            <a:r>
              <a:rPr dirty="0" sz="2000">
                <a:solidFill>
                  <a:srgbClr val="FFA400"/>
                </a:solidFill>
                <a:latin typeface="Cambria"/>
                <a:cs typeface="Cambria"/>
              </a:rPr>
              <a:t>	</a:t>
            </a:r>
            <a:r>
              <a:rPr dirty="0" sz="2000" spc="254">
                <a:latin typeface="Cambria"/>
                <a:cs typeface="Cambria"/>
              </a:rPr>
              <a:t>=</a:t>
            </a:r>
            <a:r>
              <a:rPr dirty="0" sz="2000" spc="100">
                <a:latin typeface="Cambria"/>
                <a:cs typeface="Cambria"/>
              </a:rPr>
              <a:t> </a:t>
            </a:r>
            <a:r>
              <a:rPr dirty="0" sz="2000" spc="-35" i="1">
                <a:solidFill>
                  <a:srgbClr val="CE1C00"/>
                </a:solidFill>
                <a:latin typeface="Palatino Linotype"/>
                <a:cs typeface="Palatino Linotype"/>
              </a:rPr>
              <a:t>g</a:t>
            </a:r>
            <a:r>
              <a:rPr dirty="0" sz="2000" spc="-35">
                <a:latin typeface="Cambria"/>
                <a:cs typeface="Cambria"/>
              </a:rPr>
              <a:t>(</a:t>
            </a:r>
            <a:r>
              <a:rPr dirty="0" sz="2000" spc="-240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sz="2000" spc="190">
                <a:solidFill>
                  <a:srgbClr val="00A9FF"/>
                </a:solidFill>
                <a:latin typeface="Cambria"/>
                <a:cs typeface="Cambria"/>
              </a:rPr>
              <a:t> </a:t>
            </a:r>
            <a:r>
              <a:rPr dirty="0" sz="2000" spc="200">
                <a:latin typeface="Cambria"/>
                <a:cs typeface="Cambria"/>
              </a:rPr>
              <a:t>∙</a:t>
            </a:r>
            <a:r>
              <a:rPr dirty="0" sz="2000" spc="405">
                <a:latin typeface="Cambria"/>
                <a:cs typeface="Cambria"/>
              </a:rPr>
              <a:t> </a:t>
            </a:r>
            <a:r>
              <a:rPr dirty="0" sz="2000">
                <a:solidFill>
                  <a:srgbClr val="FFA400"/>
                </a:solidFill>
                <a:latin typeface="Cambria"/>
                <a:cs typeface="Cambria"/>
              </a:rPr>
              <a:t>x</a:t>
            </a:r>
            <a:r>
              <a:rPr dirty="0" sz="2000" spc="405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sz="2000" spc="254">
                <a:latin typeface="Cambria"/>
                <a:cs typeface="Cambria"/>
              </a:rPr>
              <a:t>+</a:t>
            </a:r>
            <a:r>
              <a:rPr dirty="0" sz="2000" spc="-10">
                <a:latin typeface="Cambria"/>
                <a:cs typeface="Cambria"/>
              </a:rPr>
              <a:t> </a:t>
            </a:r>
            <a:r>
              <a:rPr dirty="0" sz="2000" spc="-25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r>
              <a:rPr dirty="0" sz="2000" spc="-25">
                <a:latin typeface="Cambria"/>
                <a:cs typeface="Cambria"/>
              </a:rPr>
              <a:t>)</a:t>
            </a:r>
            <a:endParaRPr sz="2000">
              <a:latin typeface="Cambria"/>
              <a:cs typeface="Cambria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77073" y="353119"/>
            <a:ext cx="11938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9580" algn="l"/>
                <a:tab pos="989330" algn="l"/>
              </a:tabLst>
            </a:pPr>
            <a:r>
              <a:rPr dirty="0" baseline="1388" sz="3000" spc="172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r>
              <a:rPr dirty="0" baseline="1388" sz="3000">
                <a:solidFill>
                  <a:srgbClr val="00A9FF"/>
                </a:solidFill>
                <a:latin typeface="Cambria"/>
                <a:cs typeface="Cambria"/>
              </a:rPr>
              <a:t>	</a:t>
            </a:r>
            <a:r>
              <a:rPr dirty="0" baseline="1388" sz="3000" spc="172">
                <a:solidFill>
                  <a:srgbClr val="FFA400"/>
                </a:solidFill>
                <a:latin typeface="Cambria"/>
                <a:cs typeface="Cambria"/>
              </a:rPr>
              <a:t>→</a:t>
            </a:r>
            <a:r>
              <a:rPr dirty="0" baseline="1388" sz="3000">
                <a:solidFill>
                  <a:srgbClr val="FFA400"/>
                </a:solidFill>
                <a:latin typeface="Cambria"/>
                <a:cs typeface="Cambria"/>
              </a:rPr>
              <a:t>	</a:t>
            </a:r>
            <a:r>
              <a:rPr dirty="0" sz="2200" spc="240">
                <a:latin typeface="Cambria"/>
                <a:cs typeface="Cambria"/>
              </a:rPr>
              <a:t>=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490324" y="156142"/>
            <a:ext cx="165100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 spc="-70">
                <a:latin typeface="Cambria"/>
                <a:cs typeface="Cambria"/>
              </a:rPr>
              <a:t>1</a:t>
            </a:r>
            <a:endParaRPr sz="2200">
              <a:latin typeface="Cambria"/>
              <a:cs typeface="Cambria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6635771" y="565311"/>
            <a:ext cx="1874520" cy="19050"/>
          </a:xfrm>
          <a:custGeom>
            <a:avLst/>
            <a:gdLst/>
            <a:ahLst/>
            <a:cxnLst/>
            <a:rect l="l" t="t" r="r" b="b"/>
            <a:pathLst>
              <a:path w="1874520" h="19050">
                <a:moveTo>
                  <a:pt x="1874205" y="0"/>
                </a:moveTo>
                <a:lnTo>
                  <a:pt x="0" y="0"/>
                </a:lnTo>
                <a:lnTo>
                  <a:pt x="0" y="18719"/>
                </a:lnTo>
                <a:lnTo>
                  <a:pt x="1874205" y="18719"/>
                </a:lnTo>
                <a:lnTo>
                  <a:pt x="187420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6651011" y="745720"/>
            <a:ext cx="605155" cy="360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200">
                <a:latin typeface="Cambria"/>
                <a:cs typeface="Cambria"/>
              </a:rPr>
              <a:t>1</a:t>
            </a:r>
            <a:r>
              <a:rPr dirty="0" sz="2200" spc="-65">
                <a:latin typeface="Cambria"/>
                <a:cs typeface="Cambria"/>
              </a:rPr>
              <a:t> </a:t>
            </a:r>
            <a:r>
              <a:rPr dirty="0" sz="2200" spc="290">
                <a:latin typeface="Cambria"/>
                <a:cs typeface="Cambria"/>
              </a:rPr>
              <a:t>+</a:t>
            </a:r>
            <a:r>
              <a:rPr dirty="0" sz="2200" spc="-60">
                <a:latin typeface="Cambria"/>
                <a:cs typeface="Cambria"/>
              </a:rPr>
              <a:t> </a:t>
            </a:r>
            <a:r>
              <a:rPr dirty="0" sz="2200" spc="75" i="1">
                <a:latin typeface="Palatino Linotype"/>
                <a:cs typeface="Palatino Linotype"/>
              </a:rPr>
              <a:t>e</a:t>
            </a:r>
            <a:endParaRPr sz="2200">
              <a:latin typeface="Palatino Linotype"/>
              <a:cs typeface="Palatino Linotype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228322" y="662304"/>
            <a:ext cx="1292225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10"/>
              </a:spcBef>
            </a:pPr>
            <a:r>
              <a:rPr dirty="0" sz="1550" spc="30">
                <a:latin typeface="Cambria"/>
                <a:cs typeface="Cambria"/>
              </a:rPr>
              <a:t>−</a:t>
            </a:r>
            <a:r>
              <a:rPr dirty="0" baseline="-21505" sz="2325" spc="44">
                <a:latin typeface="Courier New"/>
                <a:cs typeface="Courier New"/>
              </a:rPr>
              <a:t>(</a:t>
            </a:r>
            <a:r>
              <a:rPr dirty="0" baseline="26881" sz="2325" spc="-1702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r>
              <a:rPr dirty="0" sz="1550" spc="30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sz="1550" spc="170">
                <a:solidFill>
                  <a:srgbClr val="00A9FF"/>
                </a:solidFill>
                <a:latin typeface="Cambria"/>
                <a:cs typeface="Cambria"/>
              </a:rPr>
              <a:t> </a:t>
            </a:r>
            <a:r>
              <a:rPr dirty="0" sz="1550" spc="155">
                <a:latin typeface="Cambria"/>
                <a:cs typeface="Cambria"/>
              </a:rPr>
              <a:t>∙</a:t>
            </a:r>
            <a:r>
              <a:rPr dirty="0" sz="1550" spc="5">
                <a:latin typeface="Cambria"/>
                <a:cs typeface="Cambria"/>
              </a:rPr>
              <a:t> </a:t>
            </a:r>
            <a:r>
              <a:rPr dirty="0" baseline="26881" sz="2325" spc="-1462">
                <a:solidFill>
                  <a:srgbClr val="FFA400"/>
                </a:solidFill>
                <a:latin typeface="Cambria"/>
                <a:cs typeface="Cambria"/>
              </a:rPr>
              <a:t>→</a:t>
            </a:r>
            <a:r>
              <a:rPr dirty="0" sz="1550" spc="30">
                <a:solidFill>
                  <a:srgbClr val="FFA400"/>
                </a:solidFill>
                <a:latin typeface="Cambria"/>
                <a:cs typeface="Cambria"/>
              </a:rPr>
              <a:t>x</a:t>
            </a:r>
            <a:r>
              <a:rPr dirty="0" sz="1550" spc="340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sz="1550" spc="204">
                <a:latin typeface="Cambria"/>
                <a:cs typeface="Cambria"/>
              </a:rPr>
              <a:t>+</a:t>
            </a:r>
            <a:r>
              <a:rPr dirty="0" sz="1550" spc="10">
                <a:latin typeface="Cambria"/>
                <a:cs typeface="Cambria"/>
              </a:rPr>
              <a:t> </a:t>
            </a:r>
            <a:r>
              <a:rPr dirty="0" sz="1550" spc="-25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r>
              <a:rPr dirty="0" baseline="-21505" sz="2325" spc="-37">
                <a:latin typeface="Courier New"/>
                <a:cs typeface="Courier New"/>
              </a:rPr>
              <a:t>)</a:t>
            </a:r>
            <a:endParaRPr baseline="-21505" sz="2325">
              <a:latin typeface="Courier New"/>
              <a:cs typeface="Courier New"/>
            </a:endParaRPr>
          </a:p>
        </p:txBody>
      </p:sp>
      <p:pic>
        <p:nvPicPr>
          <p:cNvPr id="56" name="object 5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409285" y="775307"/>
            <a:ext cx="880559" cy="86759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789446" y="912107"/>
            <a:ext cx="167040" cy="97919"/>
          </a:xfrm>
          <a:prstGeom prst="rect">
            <a:avLst/>
          </a:prstGeom>
        </p:spPr>
      </p:pic>
      <p:pic>
        <p:nvPicPr>
          <p:cNvPr id="58" name="object 5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039829" y="1944093"/>
            <a:ext cx="379095" cy="63359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3924300" y="1955751"/>
            <a:ext cx="2682875" cy="2541270"/>
          </a:xfrm>
          <a:prstGeom prst="rect">
            <a:avLst/>
          </a:prstGeom>
        </p:spPr>
        <p:txBody>
          <a:bodyPr wrap="square" lIns="0" tIns="111125" rIns="0" bIns="0" rtlCol="0" vert="horz">
            <a:spAutoFit/>
          </a:bodyPr>
          <a:lstStyle/>
          <a:p>
            <a:pPr marL="774700">
              <a:lnSpc>
                <a:spcPct val="100000"/>
              </a:lnSpc>
              <a:spcBef>
                <a:spcPts val="875"/>
              </a:spcBef>
            </a:pPr>
            <a:r>
              <a:rPr dirty="0" sz="1800">
                <a:latin typeface="Verdana"/>
                <a:cs typeface="Verdana"/>
              </a:rPr>
              <a:t>Is</a:t>
            </a:r>
            <a:r>
              <a:rPr dirty="0" sz="1800" spc="15">
                <a:latin typeface="Verdana"/>
                <a:cs typeface="Verdana"/>
              </a:rPr>
              <a:t> </a:t>
            </a:r>
            <a:r>
              <a:rPr dirty="0" sz="1800" spc="114" i="1">
                <a:latin typeface="Palatino Linotype"/>
                <a:cs typeface="Palatino Linotype"/>
              </a:rPr>
              <a:t>!</a:t>
            </a:r>
            <a:r>
              <a:rPr dirty="0" baseline="4444" sz="1875" spc="-1245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r>
              <a:rPr dirty="0" baseline="-24444" sz="1875" spc="172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baseline="-24444" sz="1875" spc="-209">
                <a:solidFill>
                  <a:srgbClr val="00A9FF"/>
                </a:solidFill>
                <a:latin typeface="Cambria"/>
                <a:cs typeface="Cambria"/>
              </a:rPr>
              <a:t> </a:t>
            </a:r>
            <a:r>
              <a:rPr dirty="0" baseline="-24444" sz="1875" spc="22">
                <a:latin typeface="Cambria"/>
                <a:cs typeface="Cambria"/>
              </a:rPr>
              <a:t>,</a:t>
            </a:r>
            <a:r>
              <a:rPr dirty="0" baseline="-24444" sz="1875" spc="22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r>
              <a:rPr dirty="0" baseline="-21604" sz="2700" spc="22">
                <a:latin typeface="Courier New"/>
                <a:cs typeface="Courier New"/>
              </a:rPr>
              <a:t>(</a:t>
            </a:r>
            <a:r>
              <a:rPr dirty="0" baseline="26234" sz="2700" spc="-1732">
                <a:solidFill>
                  <a:srgbClr val="FFA400"/>
                </a:solidFill>
                <a:latin typeface="Cambria"/>
                <a:cs typeface="Cambria"/>
              </a:rPr>
              <a:t>→</a:t>
            </a:r>
            <a:r>
              <a:rPr dirty="0" sz="1800" spc="15">
                <a:solidFill>
                  <a:srgbClr val="FFA400"/>
                </a:solidFill>
                <a:latin typeface="Cambria"/>
                <a:cs typeface="Cambria"/>
              </a:rPr>
              <a:t>x</a:t>
            </a:r>
            <a:r>
              <a:rPr dirty="0" sz="1800" spc="-5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baseline="-21604" sz="2700">
                <a:latin typeface="Courier New"/>
                <a:cs typeface="Courier New"/>
              </a:rPr>
              <a:t>)</a:t>
            </a:r>
            <a:r>
              <a:rPr dirty="0" baseline="-21604" sz="2700" spc="-862">
                <a:latin typeface="Courier New"/>
                <a:cs typeface="Courier New"/>
              </a:rPr>
              <a:t> </a:t>
            </a:r>
            <a:r>
              <a:rPr dirty="0" sz="1800" spc="229">
                <a:latin typeface="Cambria"/>
                <a:cs typeface="Cambria"/>
              </a:rPr>
              <a:t>≥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-20">
                <a:solidFill>
                  <a:srgbClr val="8448B0"/>
                </a:solidFill>
                <a:latin typeface="Cambria"/>
                <a:cs typeface="Cambria"/>
              </a:rPr>
              <a:t>0.5</a:t>
            </a:r>
            <a:r>
              <a:rPr dirty="0" sz="1800" spc="-20">
                <a:latin typeface="Verdana"/>
                <a:cs typeface="Verdana"/>
              </a:rPr>
              <a:t>?</a:t>
            </a:r>
            <a:endParaRPr sz="1800">
              <a:latin typeface="Verdana"/>
              <a:cs typeface="Verdana"/>
            </a:endParaRPr>
          </a:p>
          <a:p>
            <a:pPr marL="1042669">
              <a:lnSpc>
                <a:spcPct val="100000"/>
              </a:lnSpc>
              <a:spcBef>
                <a:spcPts val="775"/>
              </a:spcBef>
            </a:pPr>
            <a:r>
              <a:rPr dirty="0" sz="1800">
                <a:latin typeface="Verdana"/>
                <a:cs typeface="Verdana"/>
              </a:rPr>
              <a:t>Yes:</a:t>
            </a:r>
            <a:r>
              <a:rPr dirty="0" sz="1800" spc="-105">
                <a:latin typeface="Verdana"/>
                <a:cs typeface="Verdana"/>
              </a:rPr>
              <a:t> </a:t>
            </a:r>
            <a:r>
              <a:rPr dirty="0" sz="1800" spc="-1019" i="1">
                <a:solidFill>
                  <a:srgbClr val="FF65FF"/>
                </a:solidFill>
                <a:latin typeface="Palatino Linotype"/>
                <a:cs typeface="Palatino Linotype"/>
              </a:rPr>
              <a:t>y</a:t>
            </a:r>
            <a:r>
              <a:rPr dirty="0" baseline="12345" sz="2700" spc="-209">
                <a:solidFill>
                  <a:srgbClr val="FF65FF"/>
                </a:solidFill>
                <a:latin typeface="Cambria"/>
                <a:cs typeface="Cambria"/>
              </a:rPr>
              <a:t>^</a:t>
            </a:r>
            <a:r>
              <a:rPr dirty="0" baseline="12345" sz="2700" spc="367">
                <a:solidFill>
                  <a:srgbClr val="FF65FF"/>
                </a:solidFill>
                <a:latin typeface="Cambria"/>
                <a:cs typeface="Cambria"/>
              </a:rPr>
              <a:t> </a:t>
            </a:r>
            <a:r>
              <a:rPr dirty="0" sz="1800" spc="229">
                <a:latin typeface="Cambria"/>
                <a:cs typeface="Cambria"/>
              </a:rPr>
              <a:t>=</a:t>
            </a:r>
            <a:r>
              <a:rPr dirty="0" sz="1800" spc="60">
                <a:latin typeface="Cambria"/>
                <a:cs typeface="Cambria"/>
              </a:rPr>
              <a:t> </a:t>
            </a:r>
            <a:r>
              <a:rPr dirty="0" sz="1800" spc="-50">
                <a:solidFill>
                  <a:srgbClr val="A66500"/>
                </a:solidFill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1130"/>
              </a:spcBef>
            </a:pPr>
            <a:r>
              <a:rPr dirty="0" sz="1800">
                <a:latin typeface="Verdana"/>
                <a:cs typeface="Verdana"/>
              </a:rPr>
              <a:t>When</a:t>
            </a:r>
            <a:r>
              <a:rPr dirty="0" sz="1800" spc="-1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is</a:t>
            </a:r>
            <a:endParaRPr sz="1800">
              <a:latin typeface="Verdana"/>
              <a:cs typeface="Verdana"/>
            </a:endParaRPr>
          </a:p>
          <a:p>
            <a:pPr marL="43180">
              <a:lnSpc>
                <a:spcPct val="100000"/>
              </a:lnSpc>
              <a:spcBef>
                <a:spcPts val="310"/>
              </a:spcBef>
            </a:pPr>
            <a:r>
              <a:rPr dirty="0" sz="1800" spc="114" i="1">
                <a:latin typeface="Palatino Linotype"/>
                <a:cs typeface="Palatino Linotype"/>
              </a:rPr>
              <a:t>!</a:t>
            </a:r>
            <a:r>
              <a:rPr dirty="0" baseline="4444" sz="1875" spc="-1245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r>
              <a:rPr dirty="0" baseline="-24444" sz="1875" spc="172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baseline="-24444" sz="1875" spc="-217">
                <a:solidFill>
                  <a:srgbClr val="00A9FF"/>
                </a:solidFill>
                <a:latin typeface="Cambria"/>
                <a:cs typeface="Cambria"/>
              </a:rPr>
              <a:t> </a:t>
            </a:r>
            <a:r>
              <a:rPr dirty="0" baseline="-24444" sz="1875" spc="22">
                <a:latin typeface="Cambria"/>
                <a:cs typeface="Cambria"/>
              </a:rPr>
              <a:t>,</a:t>
            </a:r>
            <a:r>
              <a:rPr dirty="0" baseline="-24444" sz="1875" spc="22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r>
              <a:rPr dirty="0" baseline="-21604" sz="2700" spc="22">
                <a:latin typeface="Courier New"/>
                <a:cs typeface="Courier New"/>
              </a:rPr>
              <a:t>(</a:t>
            </a:r>
            <a:r>
              <a:rPr dirty="0" baseline="26234" sz="2700" spc="-1732">
                <a:solidFill>
                  <a:srgbClr val="FFA400"/>
                </a:solidFill>
                <a:latin typeface="Cambria"/>
                <a:cs typeface="Cambria"/>
              </a:rPr>
              <a:t>→</a:t>
            </a:r>
            <a:r>
              <a:rPr dirty="0" sz="1800" spc="15">
                <a:solidFill>
                  <a:srgbClr val="FFA400"/>
                </a:solidFill>
                <a:latin typeface="Cambria"/>
                <a:cs typeface="Cambria"/>
              </a:rPr>
              <a:t>x</a:t>
            </a:r>
            <a:r>
              <a:rPr dirty="0" sz="1800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baseline="-21604" sz="2700">
                <a:latin typeface="Courier New"/>
                <a:cs typeface="Courier New"/>
              </a:rPr>
              <a:t>)</a:t>
            </a:r>
            <a:r>
              <a:rPr dirty="0" baseline="-21604" sz="2700" spc="-855">
                <a:latin typeface="Courier New"/>
                <a:cs typeface="Courier New"/>
              </a:rPr>
              <a:t> </a:t>
            </a:r>
            <a:r>
              <a:rPr dirty="0" sz="1800" spc="229">
                <a:latin typeface="Cambria"/>
                <a:cs typeface="Cambria"/>
              </a:rPr>
              <a:t>≥</a:t>
            </a:r>
            <a:r>
              <a:rPr dirty="0" sz="1800" spc="114">
                <a:latin typeface="Cambria"/>
                <a:cs typeface="Cambria"/>
              </a:rPr>
              <a:t> </a:t>
            </a:r>
            <a:r>
              <a:rPr dirty="0" sz="1800" spc="-30">
                <a:solidFill>
                  <a:srgbClr val="8448B0"/>
                </a:solidFill>
                <a:latin typeface="Cambria"/>
                <a:cs typeface="Cambria"/>
              </a:rPr>
              <a:t>0</a:t>
            </a:r>
            <a:r>
              <a:rPr dirty="0" sz="1800" spc="-385">
                <a:solidFill>
                  <a:srgbClr val="8448B0"/>
                </a:solidFill>
                <a:latin typeface="Cambria"/>
                <a:cs typeface="Cambria"/>
              </a:rPr>
              <a:t>.</a:t>
            </a:r>
            <a:r>
              <a:rPr dirty="0" baseline="-4901" sz="2550" spc="-682" i="1">
                <a:solidFill>
                  <a:srgbClr val="CE1C00"/>
                </a:solidFill>
                <a:latin typeface="Palatino Linotype"/>
                <a:cs typeface="Palatino Linotype"/>
              </a:rPr>
              <a:t>g</a:t>
            </a:r>
            <a:r>
              <a:rPr dirty="0" sz="1800" spc="-470">
                <a:solidFill>
                  <a:srgbClr val="8448B0"/>
                </a:solidFill>
                <a:latin typeface="Cambria"/>
                <a:cs typeface="Cambria"/>
              </a:rPr>
              <a:t>5</a:t>
            </a:r>
            <a:r>
              <a:rPr dirty="0" baseline="-4901" sz="2550" spc="-352">
                <a:latin typeface="Cambria"/>
                <a:cs typeface="Cambria"/>
              </a:rPr>
              <a:t>(</a:t>
            </a:r>
            <a:r>
              <a:rPr dirty="0" sz="1800" spc="-855">
                <a:latin typeface="Verdana"/>
                <a:cs typeface="Verdana"/>
              </a:rPr>
              <a:t>?</a:t>
            </a:r>
            <a:r>
              <a:rPr dirty="0" baseline="-4901" sz="2550" spc="-44" i="1">
                <a:solidFill>
                  <a:srgbClr val="00A9FF"/>
                </a:solidFill>
                <a:latin typeface="Palatino Linotype"/>
                <a:cs typeface="Palatino Linotype"/>
              </a:rPr>
              <a:t>z</a:t>
            </a:r>
            <a:r>
              <a:rPr dirty="0" baseline="-4901" sz="2550" spc="-44">
                <a:latin typeface="Cambria"/>
                <a:cs typeface="Cambria"/>
              </a:rPr>
              <a:t>)</a:t>
            </a:r>
            <a:r>
              <a:rPr dirty="0" baseline="-4901" sz="2550" spc="165">
                <a:latin typeface="Cambria"/>
                <a:cs typeface="Cambria"/>
              </a:rPr>
              <a:t> </a:t>
            </a:r>
            <a:r>
              <a:rPr dirty="0" baseline="-4901" sz="2550" spc="322">
                <a:latin typeface="Cambria"/>
                <a:cs typeface="Cambria"/>
              </a:rPr>
              <a:t>≥</a:t>
            </a:r>
            <a:r>
              <a:rPr dirty="0" baseline="-4901" sz="2550" spc="165">
                <a:latin typeface="Cambria"/>
                <a:cs typeface="Cambria"/>
              </a:rPr>
              <a:t> </a:t>
            </a:r>
            <a:r>
              <a:rPr dirty="0" baseline="-4901" sz="2550" spc="-37">
                <a:solidFill>
                  <a:srgbClr val="8448B0"/>
                </a:solidFill>
                <a:latin typeface="Cambria"/>
                <a:cs typeface="Cambria"/>
              </a:rPr>
              <a:t>0.5</a:t>
            </a:r>
            <a:endParaRPr baseline="-4901" sz="2550">
              <a:latin typeface="Cambria"/>
              <a:cs typeface="Cambria"/>
            </a:endParaRPr>
          </a:p>
          <a:p>
            <a:pPr marL="1667510">
              <a:lnSpc>
                <a:spcPct val="100000"/>
              </a:lnSpc>
              <a:spcBef>
                <a:spcPts val="1035"/>
              </a:spcBef>
            </a:pPr>
            <a:r>
              <a:rPr dirty="0" sz="1700" spc="90" i="1">
                <a:solidFill>
                  <a:srgbClr val="00A9FF"/>
                </a:solidFill>
                <a:latin typeface="Palatino Linotype"/>
                <a:cs typeface="Palatino Linotype"/>
              </a:rPr>
              <a:t>z</a:t>
            </a:r>
            <a:r>
              <a:rPr dirty="0" sz="1700" spc="45" i="1">
                <a:solidFill>
                  <a:srgbClr val="00A9FF"/>
                </a:solidFill>
                <a:latin typeface="Palatino Linotype"/>
                <a:cs typeface="Palatino Linotype"/>
              </a:rPr>
              <a:t> </a:t>
            </a:r>
            <a:r>
              <a:rPr dirty="0" sz="1700" spc="215">
                <a:latin typeface="Cambria"/>
                <a:cs typeface="Cambria"/>
              </a:rPr>
              <a:t>≥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-50">
                <a:solidFill>
                  <a:srgbClr val="8448B0"/>
                </a:solidFill>
                <a:latin typeface="Cambria"/>
                <a:cs typeface="Cambria"/>
              </a:rPr>
              <a:t>0</a:t>
            </a:r>
            <a:endParaRPr sz="1700">
              <a:latin typeface="Cambria"/>
              <a:cs typeface="Cambria"/>
            </a:endParaRPr>
          </a:p>
          <a:p>
            <a:pPr marL="936625">
              <a:lnSpc>
                <a:spcPct val="100000"/>
              </a:lnSpc>
              <a:spcBef>
                <a:spcPts val="660"/>
              </a:spcBef>
            </a:pPr>
            <a:r>
              <a:rPr dirty="0" baseline="26143" sz="2550" spc="-1979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r>
              <a:rPr dirty="0" sz="1700" spc="-45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sz="1700" spc="180">
                <a:solidFill>
                  <a:srgbClr val="00A9FF"/>
                </a:solidFill>
                <a:latin typeface="Cambria"/>
                <a:cs typeface="Cambria"/>
              </a:rPr>
              <a:t> </a:t>
            </a:r>
            <a:r>
              <a:rPr dirty="0" sz="1700" spc="165">
                <a:latin typeface="Cambria"/>
                <a:cs typeface="Cambria"/>
              </a:rPr>
              <a:t>∙</a:t>
            </a:r>
            <a:r>
              <a:rPr dirty="0" sz="1700" spc="5">
                <a:latin typeface="Cambria"/>
                <a:cs typeface="Cambria"/>
              </a:rPr>
              <a:t> </a:t>
            </a:r>
            <a:r>
              <a:rPr dirty="0" baseline="26143" sz="2550" spc="-1620">
                <a:solidFill>
                  <a:srgbClr val="FFA400"/>
                </a:solidFill>
                <a:latin typeface="Cambria"/>
                <a:cs typeface="Cambria"/>
              </a:rPr>
              <a:t>→</a:t>
            </a:r>
            <a:r>
              <a:rPr dirty="0" sz="1700" spc="20">
                <a:solidFill>
                  <a:srgbClr val="FFA400"/>
                </a:solidFill>
                <a:latin typeface="Cambria"/>
                <a:cs typeface="Cambria"/>
              </a:rPr>
              <a:t>x</a:t>
            </a:r>
            <a:r>
              <a:rPr dirty="0" sz="1700" spc="365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sz="1700" spc="215">
                <a:latin typeface="Cambria"/>
                <a:cs typeface="Cambria"/>
              </a:rPr>
              <a:t>+</a:t>
            </a:r>
            <a:r>
              <a:rPr dirty="0" sz="1700" spc="5">
                <a:latin typeface="Cambria"/>
                <a:cs typeface="Cambria"/>
              </a:rPr>
              <a:t> </a:t>
            </a:r>
            <a:r>
              <a:rPr dirty="0" sz="1700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r>
              <a:rPr dirty="0" sz="1700" spc="50" i="1">
                <a:solidFill>
                  <a:srgbClr val="00A9FF"/>
                </a:solidFill>
                <a:latin typeface="Palatino Linotype"/>
                <a:cs typeface="Palatino Linotype"/>
              </a:rPr>
              <a:t> </a:t>
            </a:r>
            <a:r>
              <a:rPr dirty="0" sz="1700" spc="215">
                <a:latin typeface="Cambria"/>
                <a:cs typeface="Cambria"/>
              </a:rPr>
              <a:t>≥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-50">
                <a:solidFill>
                  <a:srgbClr val="8448B0"/>
                </a:solidFill>
                <a:latin typeface="Cambria"/>
                <a:cs typeface="Cambria"/>
              </a:rPr>
              <a:t>0</a:t>
            </a:r>
            <a:endParaRPr sz="1700">
              <a:latin typeface="Cambria"/>
              <a:cs typeface="Cambria"/>
            </a:endParaRPr>
          </a:p>
          <a:p>
            <a:pPr marL="1612265">
              <a:lnSpc>
                <a:spcPct val="100000"/>
              </a:lnSpc>
              <a:spcBef>
                <a:spcPts val="360"/>
              </a:spcBef>
            </a:pPr>
            <a:r>
              <a:rPr dirty="0" sz="1700" spc="-980" i="1">
                <a:solidFill>
                  <a:srgbClr val="FF65FF"/>
                </a:solidFill>
                <a:latin typeface="Palatino Linotype"/>
                <a:cs typeface="Palatino Linotype"/>
              </a:rPr>
              <a:t>y</a:t>
            </a:r>
            <a:r>
              <a:rPr dirty="0" baseline="13071" sz="2550" spc="-209">
                <a:solidFill>
                  <a:srgbClr val="FF65FF"/>
                </a:solidFill>
                <a:latin typeface="Cambria"/>
                <a:cs typeface="Cambria"/>
              </a:rPr>
              <a:t>^</a:t>
            </a:r>
            <a:r>
              <a:rPr dirty="0" baseline="13071" sz="2550" spc="352">
                <a:solidFill>
                  <a:srgbClr val="FF65FF"/>
                </a:solidFill>
                <a:latin typeface="Cambria"/>
                <a:cs typeface="Cambria"/>
              </a:rPr>
              <a:t> </a:t>
            </a:r>
            <a:r>
              <a:rPr dirty="0" sz="1700" spc="215">
                <a:latin typeface="Cambria"/>
                <a:cs typeface="Cambria"/>
              </a:rPr>
              <a:t>=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-50">
                <a:solidFill>
                  <a:srgbClr val="A66500"/>
                </a:solidFill>
                <a:latin typeface="Cambria"/>
                <a:cs typeface="Cambria"/>
              </a:rPr>
              <a:t>1</a:t>
            </a:r>
            <a:endParaRPr sz="1700">
              <a:latin typeface="Cambria"/>
              <a:cs typeface="Cambria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6162630" y="1674813"/>
            <a:ext cx="491490" cy="186690"/>
            <a:chOff x="6162630" y="1674813"/>
            <a:chExt cx="491490" cy="186690"/>
          </a:xfrm>
        </p:grpSpPr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162630" y="1674813"/>
              <a:ext cx="150806" cy="186480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53454" y="1760854"/>
              <a:ext cx="61443" cy="6656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428635" y="1747173"/>
              <a:ext cx="88559" cy="96480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556763" y="1707933"/>
              <a:ext cx="96907" cy="124920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6698947" y="1644574"/>
            <a:ext cx="186690" cy="182880"/>
            <a:chOff x="6698947" y="1644574"/>
            <a:chExt cx="186690" cy="182880"/>
          </a:xfrm>
        </p:grpSpPr>
        <p:pic>
          <p:nvPicPr>
            <p:cNvPr id="66" name="object 6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698947" y="1644574"/>
              <a:ext cx="72815" cy="182742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813835" y="1738534"/>
              <a:ext cx="71640" cy="78480"/>
            </a:xfrm>
            <a:prstGeom prst="rect">
              <a:avLst/>
            </a:prstGeom>
          </p:spPr>
        </p:pic>
      </p:grpSp>
      <p:pic>
        <p:nvPicPr>
          <p:cNvPr id="68" name="object 6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6948835" y="1644934"/>
            <a:ext cx="21329" cy="191520"/>
          </a:xfrm>
          <a:prstGeom prst="rect">
            <a:avLst/>
          </a:prstGeom>
        </p:spPr>
      </p:pic>
      <p:pic>
        <p:nvPicPr>
          <p:cNvPr id="69" name="object 6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7021196" y="1649496"/>
            <a:ext cx="120239" cy="193783"/>
          </a:xfrm>
          <a:prstGeom prst="rect">
            <a:avLst/>
          </a:prstGeom>
        </p:spPr>
      </p:pic>
      <p:sp>
        <p:nvSpPr>
          <p:cNvPr id="70" name="object 70"/>
          <p:cNvSpPr txBox="1"/>
          <p:nvPr/>
        </p:nvSpPr>
        <p:spPr>
          <a:xfrm>
            <a:off x="6800321" y="3490684"/>
            <a:ext cx="1374775" cy="69151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algn="r" marR="77470">
              <a:lnSpc>
                <a:spcPct val="100000"/>
              </a:lnSpc>
              <a:spcBef>
                <a:spcPts val="680"/>
              </a:spcBef>
            </a:pPr>
            <a:r>
              <a:rPr dirty="0" sz="1700" spc="215">
                <a:latin typeface="Cambria"/>
                <a:cs typeface="Cambria"/>
              </a:rPr>
              <a:t>&lt;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-50">
                <a:solidFill>
                  <a:srgbClr val="8448B0"/>
                </a:solidFill>
                <a:latin typeface="Cambria"/>
                <a:cs typeface="Cambria"/>
              </a:rPr>
              <a:t>0</a:t>
            </a:r>
            <a:endParaRPr sz="1700">
              <a:latin typeface="Cambria"/>
              <a:cs typeface="Cambria"/>
            </a:endParaRPr>
          </a:p>
          <a:p>
            <a:pPr marL="38100">
              <a:lnSpc>
                <a:spcPct val="100000"/>
              </a:lnSpc>
              <a:spcBef>
                <a:spcPts val="580"/>
              </a:spcBef>
            </a:pPr>
            <a:r>
              <a:rPr dirty="0" baseline="26143" sz="2550" spc="-1979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r>
              <a:rPr dirty="0" sz="1700" spc="-45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sz="1700" spc="180">
                <a:solidFill>
                  <a:srgbClr val="00A9FF"/>
                </a:solidFill>
                <a:latin typeface="Cambria"/>
                <a:cs typeface="Cambria"/>
              </a:rPr>
              <a:t> </a:t>
            </a:r>
            <a:r>
              <a:rPr dirty="0" sz="1700" spc="165">
                <a:latin typeface="Cambria"/>
                <a:cs typeface="Cambria"/>
              </a:rPr>
              <a:t>∙</a:t>
            </a:r>
            <a:r>
              <a:rPr dirty="0" sz="1700" spc="5">
                <a:latin typeface="Cambria"/>
                <a:cs typeface="Cambria"/>
              </a:rPr>
              <a:t> </a:t>
            </a:r>
            <a:r>
              <a:rPr dirty="0" baseline="26143" sz="2550" spc="-1620">
                <a:solidFill>
                  <a:srgbClr val="FFA400"/>
                </a:solidFill>
                <a:latin typeface="Cambria"/>
                <a:cs typeface="Cambria"/>
              </a:rPr>
              <a:t>→</a:t>
            </a:r>
            <a:r>
              <a:rPr dirty="0" sz="1700" spc="20">
                <a:solidFill>
                  <a:srgbClr val="FFA400"/>
                </a:solidFill>
                <a:latin typeface="Cambria"/>
                <a:cs typeface="Cambria"/>
              </a:rPr>
              <a:t>x</a:t>
            </a:r>
            <a:r>
              <a:rPr dirty="0" sz="1700" spc="365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sz="1700" spc="215">
                <a:latin typeface="Cambria"/>
                <a:cs typeface="Cambria"/>
              </a:rPr>
              <a:t>+</a:t>
            </a:r>
            <a:r>
              <a:rPr dirty="0" sz="1700" spc="5">
                <a:latin typeface="Cambria"/>
                <a:cs typeface="Cambria"/>
              </a:rPr>
              <a:t> </a:t>
            </a:r>
            <a:r>
              <a:rPr dirty="0" sz="1700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r>
              <a:rPr dirty="0" sz="1700" spc="114" i="1">
                <a:solidFill>
                  <a:srgbClr val="00A9FF"/>
                </a:solidFill>
                <a:latin typeface="Palatino Linotype"/>
                <a:cs typeface="Palatino Linotype"/>
              </a:rPr>
              <a:t> </a:t>
            </a:r>
            <a:r>
              <a:rPr dirty="0" sz="1700" spc="215">
                <a:latin typeface="Cambria"/>
                <a:cs typeface="Cambria"/>
              </a:rPr>
              <a:t>&lt;</a:t>
            </a:r>
            <a:r>
              <a:rPr dirty="0" sz="1700" spc="100">
                <a:latin typeface="Cambria"/>
                <a:cs typeface="Cambria"/>
              </a:rPr>
              <a:t> </a:t>
            </a:r>
            <a:r>
              <a:rPr dirty="0" sz="1700" spc="-50">
                <a:solidFill>
                  <a:srgbClr val="8448B0"/>
                </a:solidFill>
                <a:latin typeface="Cambria"/>
                <a:cs typeface="Cambria"/>
              </a:rPr>
              <a:t>0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7520566" y="4185669"/>
            <a:ext cx="180340" cy="284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baseline="-13071" sz="2550" spc="-1455" i="1">
                <a:solidFill>
                  <a:srgbClr val="FF65FF"/>
                </a:solidFill>
                <a:latin typeface="Palatino Linotype"/>
                <a:cs typeface="Palatino Linotype"/>
              </a:rPr>
              <a:t>y</a:t>
            </a:r>
            <a:r>
              <a:rPr dirty="0" sz="1700" spc="-130">
                <a:solidFill>
                  <a:srgbClr val="FF65FF"/>
                </a:solidFill>
                <a:latin typeface="Cambria"/>
                <a:cs typeface="Cambria"/>
              </a:rPr>
              <a:t>^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7727712" y="4234086"/>
            <a:ext cx="340995" cy="284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700" spc="215">
                <a:latin typeface="Cambria"/>
                <a:cs typeface="Cambria"/>
              </a:rPr>
              <a:t>=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-50">
                <a:solidFill>
                  <a:srgbClr val="8D98FF"/>
                </a:solidFill>
                <a:latin typeface="Cambria"/>
                <a:cs typeface="Cambria"/>
              </a:rPr>
              <a:t>0</a:t>
            </a:r>
            <a:endParaRPr sz="1700">
              <a:latin typeface="Cambria"/>
              <a:cs typeface="Cambria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789686" y="372016"/>
            <a:ext cx="334645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0" i="1">
                <a:solidFill>
                  <a:srgbClr val="CE1C00"/>
                </a:solidFill>
                <a:latin typeface="Palatino Linotype"/>
                <a:cs typeface="Palatino Linotype"/>
              </a:rPr>
              <a:t>g</a:t>
            </a:r>
            <a:r>
              <a:rPr dirty="0" sz="1400" spc="-20">
                <a:latin typeface="Cambria"/>
                <a:cs typeface="Cambria"/>
              </a:rPr>
              <a:t>(</a:t>
            </a:r>
            <a:r>
              <a:rPr dirty="0" sz="1400" spc="-20" i="1">
                <a:solidFill>
                  <a:srgbClr val="00A9FF"/>
                </a:solidFill>
                <a:latin typeface="Palatino Linotype"/>
                <a:cs typeface="Palatino Linotype"/>
              </a:rPr>
              <a:t>z</a:t>
            </a:r>
            <a:r>
              <a:rPr dirty="0" sz="1400" spc="-20">
                <a:latin typeface="Cambria"/>
                <a:cs typeface="Cambria"/>
              </a:rPr>
              <a:t>)</a:t>
            </a:r>
            <a:endParaRPr sz="1400">
              <a:latin typeface="Cambria"/>
              <a:cs typeface="Cambria"/>
            </a:endParaRPr>
          </a:p>
        </p:txBody>
      </p:sp>
      <p:pic>
        <p:nvPicPr>
          <p:cNvPr id="74" name="object 7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6967494" y="1210297"/>
            <a:ext cx="113322" cy="134639"/>
          </a:xfrm>
          <a:prstGeom prst="rect">
            <a:avLst/>
          </a:prstGeom>
        </p:spPr>
      </p:pic>
      <p:grpSp>
        <p:nvGrpSpPr>
          <p:cNvPr id="75" name="object 75"/>
          <p:cNvGrpSpPr/>
          <p:nvPr/>
        </p:nvGrpSpPr>
        <p:grpSpPr>
          <a:xfrm>
            <a:off x="7130574" y="1196977"/>
            <a:ext cx="167640" cy="142240"/>
            <a:chOff x="7130574" y="1196977"/>
            <a:chExt cx="167640" cy="142240"/>
          </a:xfrm>
        </p:grpSpPr>
        <p:pic>
          <p:nvPicPr>
            <p:cNvPr id="76" name="object 76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130574" y="1306777"/>
              <a:ext cx="20249" cy="31320"/>
            </a:xfrm>
            <a:prstGeom prst="rect">
              <a:avLst/>
            </a:prstGeom>
          </p:spPr>
        </p:pic>
        <p:pic>
          <p:nvPicPr>
            <p:cNvPr id="77" name="object 7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7184214" y="1196977"/>
              <a:ext cx="113657" cy="141628"/>
            </a:xfrm>
            <a:prstGeom prst="rect">
              <a:avLst/>
            </a:prstGeom>
          </p:spPr>
        </p:pic>
      </p:grpSp>
      <p:pic>
        <p:nvPicPr>
          <p:cNvPr id="78" name="object 7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7619836" y="1208136"/>
            <a:ext cx="198338" cy="132839"/>
          </a:xfrm>
          <a:prstGeom prst="rect">
            <a:avLst/>
          </a:prstGeom>
        </p:spPr>
      </p:pic>
      <p:pic>
        <p:nvPicPr>
          <p:cNvPr id="79" name="object 79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7864614" y="1187638"/>
            <a:ext cx="133919" cy="147198"/>
          </a:xfrm>
          <a:prstGeom prst="rect">
            <a:avLst/>
          </a:prstGeom>
        </p:spPr>
      </p:pic>
      <p:pic>
        <p:nvPicPr>
          <p:cNvPr id="80" name="object 80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931877" y="1618245"/>
            <a:ext cx="142878" cy="156600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185295" y="1689884"/>
            <a:ext cx="70560" cy="86759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309136" y="1672245"/>
            <a:ext cx="70560" cy="8100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461055" y="1598444"/>
            <a:ext cx="152319" cy="162720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691816" y="1573604"/>
            <a:ext cx="80280" cy="174599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745096" y="1811204"/>
            <a:ext cx="30959" cy="23039"/>
          </a:xfrm>
          <a:prstGeom prst="rect">
            <a:avLst/>
          </a:prstGeom>
        </p:spPr>
      </p:pic>
      <p:sp>
        <p:nvSpPr>
          <p:cNvPr id="86" name="object 8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Andrew</a:t>
            </a:r>
            <a:r>
              <a:rPr dirty="0" spc="-55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0842" y="259461"/>
            <a:ext cx="3560445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Decision</a:t>
            </a:r>
            <a:r>
              <a:rPr dirty="0" spc="-75"/>
              <a:t> </a:t>
            </a:r>
            <a:r>
              <a:rPr dirty="0" spc="-10"/>
              <a:t>boundary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40705" y="3885565"/>
            <a:ext cx="2901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6460" sz="2025" spc="-37">
                <a:latin typeface="Cambria Math"/>
                <a:cs typeface="Cambria Math"/>
              </a:rPr>
              <a:t>1</a:t>
            </a:r>
            <a:endParaRPr baseline="-16460" sz="2025">
              <a:latin typeface="Cambria Math"/>
              <a:cs typeface="Cambria Math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60877" y="2117089"/>
            <a:ext cx="2641346" cy="217728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3945509" y="3913187"/>
            <a:ext cx="922019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399415" algn="l"/>
                <a:tab pos="808355" algn="l"/>
              </a:tabLst>
            </a:pPr>
            <a:r>
              <a:rPr dirty="0" sz="1400" spc="-50">
                <a:latin typeface="Cambria Math"/>
                <a:cs typeface="Cambria Math"/>
              </a:rPr>
              <a:t>1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 spc="-50">
                <a:latin typeface="Cambria Math"/>
                <a:cs typeface="Cambria Math"/>
              </a:rPr>
              <a:t>2</a:t>
            </a:r>
            <a:r>
              <a:rPr dirty="0" sz="1400">
                <a:latin typeface="Cambria Math"/>
                <a:cs typeface="Cambria Math"/>
              </a:rPr>
              <a:t>	</a:t>
            </a:r>
            <a:r>
              <a:rPr dirty="0" sz="1400" spc="-50"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352546" y="3311207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63340" y="2879661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latin typeface="Cambria Math"/>
                <a:cs typeface="Cambria Math"/>
              </a:rPr>
              <a:t>2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193414" y="2100262"/>
            <a:ext cx="335915" cy="6572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8518" sz="1800" spc="-37">
                <a:latin typeface="Cambria Math"/>
                <a:cs typeface="Cambria Math"/>
              </a:rPr>
              <a:t>2</a:t>
            </a:r>
            <a:endParaRPr baseline="-18518" sz="1800">
              <a:latin typeface="Cambria Math"/>
              <a:cs typeface="Cambria Math"/>
            </a:endParaRPr>
          </a:p>
          <a:p>
            <a:pPr marL="196850">
              <a:lnSpc>
                <a:spcPct val="100000"/>
              </a:lnSpc>
              <a:spcBef>
                <a:spcPts val="1130"/>
              </a:spcBef>
            </a:pPr>
            <a:r>
              <a:rPr dirty="0" sz="1400" spc="-50">
                <a:latin typeface="Cambria Math"/>
                <a:cs typeface="Cambria Math"/>
              </a:rPr>
              <a:t>3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607178" y="834136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762" y="0"/>
                </a:moveTo>
                <a:lnTo>
                  <a:pt x="123317" y="5079"/>
                </a:lnTo>
                <a:lnTo>
                  <a:pt x="136779" y="16637"/>
                </a:lnTo>
                <a:lnTo>
                  <a:pt x="0" y="16637"/>
                </a:lnTo>
                <a:lnTo>
                  <a:pt x="0" y="24511"/>
                </a:lnTo>
                <a:lnTo>
                  <a:pt x="136779" y="24511"/>
                </a:lnTo>
                <a:lnTo>
                  <a:pt x="123317" y="36194"/>
                </a:lnTo>
                <a:lnTo>
                  <a:pt x="127762" y="41148"/>
                </a:lnTo>
                <a:lnTo>
                  <a:pt x="148844" y="22987"/>
                </a:lnTo>
                <a:lnTo>
                  <a:pt x="148844" y="18161"/>
                </a:lnTo>
                <a:lnTo>
                  <a:pt x="127762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449826" y="738822"/>
            <a:ext cx="4940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52">
                <a:latin typeface="Cambria Math"/>
                <a:cs typeface="Cambria Math"/>
              </a:rPr>
              <a:t>𝑓</a:t>
            </a:r>
            <a:r>
              <a:rPr dirty="0" sz="1350" spc="3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35">
                <a:latin typeface="Cambria Math"/>
                <a:cs typeface="Cambria Math"/>
              </a:rPr>
              <a:t>,</a:t>
            </a:r>
            <a:r>
              <a:rPr dirty="0" sz="1350" spc="3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932045" y="751077"/>
            <a:ext cx="264795" cy="220979"/>
            <a:chOff x="4932045" y="751077"/>
            <a:chExt cx="264795" cy="220979"/>
          </a:xfrm>
        </p:grpSpPr>
        <p:sp>
          <p:nvSpPr>
            <p:cNvPr id="12" name="object 12"/>
            <p:cNvSpPr/>
            <p:nvPr/>
          </p:nvSpPr>
          <p:spPr>
            <a:xfrm>
              <a:off x="4932045" y="760221"/>
              <a:ext cx="264795" cy="212090"/>
            </a:xfrm>
            <a:custGeom>
              <a:avLst/>
              <a:gdLst/>
              <a:ahLst/>
              <a:cxnLst/>
              <a:rect l="l" t="t" r="r" b="b"/>
              <a:pathLst>
                <a:path w="264795" h="212090">
                  <a:moveTo>
                    <a:pt x="196722" y="0"/>
                  </a:moveTo>
                  <a:lnTo>
                    <a:pt x="193675" y="8508"/>
                  </a:lnTo>
                  <a:lnTo>
                    <a:pt x="205942" y="13819"/>
                  </a:lnTo>
                  <a:lnTo>
                    <a:pt x="216471" y="21177"/>
                  </a:lnTo>
                  <a:lnTo>
                    <a:pt x="237890" y="55322"/>
                  </a:lnTo>
                  <a:lnTo>
                    <a:pt x="244855" y="104775"/>
                  </a:lnTo>
                  <a:lnTo>
                    <a:pt x="244090" y="123444"/>
                  </a:lnTo>
                  <a:lnTo>
                    <a:pt x="232409" y="169163"/>
                  </a:lnTo>
                  <a:lnTo>
                    <a:pt x="206103" y="197738"/>
                  </a:lnTo>
                  <a:lnTo>
                    <a:pt x="194055" y="203073"/>
                  </a:lnTo>
                  <a:lnTo>
                    <a:pt x="196722" y="211708"/>
                  </a:lnTo>
                  <a:lnTo>
                    <a:pt x="237120" y="187705"/>
                  </a:lnTo>
                  <a:lnTo>
                    <a:pt x="259905" y="143287"/>
                  </a:lnTo>
                  <a:lnTo>
                    <a:pt x="264287" y="105917"/>
                  </a:lnTo>
                  <a:lnTo>
                    <a:pt x="263204" y="86703"/>
                  </a:lnTo>
                  <a:lnTo>
                    <a:pt x="246760" y="37083"/>
                  </a:lnTo>
                  <a:lnTo>
                    <a:pt x="212060" y="5526"/>
                  </a:lnTo>
                  <a:lnTo>
                    <a:pt x="196722" y="0"/>
                  </a:lnTo>
                  <a:close/>
                </a:path>
                <a:path w="264795" h="212090">
                  <a:moveTo>
                    <a:pt x="67563" y="0"/>
                  </a:moveTo>
                  <a:lnTo>
                    <a:pt x="27112" y="24056"/>
                  </a:lnTo>
                  <a:lnTo>
                    <a:pt x="4365" y="68548"/>
                  </a:lnTo>
                  <a:lnTo>
                    <a:pt x="0" y="105917"/>
                  </a:lnTo>
                  <a:lnTo>
                    <a:pt x="985" y="123444"/>
                  </a:lnTo>
                  <a:lnTo>
                    <a:pt x="17399" y="174751"/>
                  </a:lnTo>
                  <a:lnTo>
                    <a:pt x="52135" y="206184"/>
                  </a:lnTo>
                  <a:lnTo>
                    <a:pt x="67563" y="211708"/>
                  </a:lnTo>
                  <a:lnTo>
                    <a:pt x="70230" y="203073"/>
                  </a:lnTo>
                  <a:lnTo>
                    <a:pt x="58130" y="197738"/>
                  </a:lnTo>
                  <a:lnTo>
                    <a:pt x="47720" y="190309"/>
                  </a:lnTo>
                  <a:lnTo>
                    <a:pt x="26376" y="155638"/>
                  </a:lnTo>
                  <a:lnTo>
                    <a:pt x="19352" y="105917"/>
                  </a:lnTo>
                  <a:lnTo>
                    <a:pt x="19303" y="104775"/>
                  </a:lnTo>
                  <a:lnTo>
                    <a:pt x="26376" y="55322"/>
                  </a:lnTo>
                  <a:lnTo>
                    <a:pt x="47799" y="21177"/>
                  </a:lnTo>
                  <a:lnTo>
                    <a:pt x="70484" y="8508"/>
                  </a:lnTo>
                  <a:lnTo>
                    <a:pt x="67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5007229" y="751077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29" h="55245">
                  <a:moveTo>
                    <a:pt x="84709" y="0"/>
                  </a:moveTo>
                  <a:lnTo>
                    <a:pt x="78740" y="6731"/>
                  </a:lnTo>
                  <a:lnTo>
                    <a:pt x="96647" y="22225"/>
                  </a:lnTo>
                  <a:lnTo>
                    <a:pt x="0" y="22225"/>
                  </a:lnTo>
                  <a:lnTo>
                    <a:pt x="0" y="32638"/>
                  </a:lnTo>
                  <a:lnTo>
                    <a:pt x="96647" y="32638"/>
                  </a:lnTo>
                  <a:lnTo>
                    <a:pt x="78740" y="48260"/>
                  </a:lnTo>
                  <a:lnTo>
                    <a:pt x="84709" y="54863"/>
                  </a:lnTo>
                  <a:lnTo>
                    <a:pt x="112649" y="30734"/>
                  </a:lnTo>
                  <a:lnTo>
                    <a:pt x="112649" y="24257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5665470" y="466470"/>
            <a:ext cx="2523490" cy="704215"/>
            <a:chOff x="5665470" y="466470"/>
            <a:chExt cx="2523490" cy="70421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65470" y="466470"/>
              <a:ext cx="2523235" cy="678052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65392" y="1031747"/>
              <a:ext cx="135254" cy="13842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4974335" y="700722"/>
            <a:ext cx="31889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95275" algn="l"/>
                <a:tab pos="1011555" algn="l"/>
              </a:tabLst>
            </a:pPr>
            <a:r>
              <a:rPr dirty="0" baseline="1543" sz="2700" spc="-75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1543" sz="27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baseline="1543" sz="2700">
                <a:latin typeface="Cambria Math"/>
                <a:cs typeface="Cambria Math"/>
              </a:rPr>
              <a:t>=</a:t>
            </a:r>
            <a:r>
              <a:rPr dirty="0" baseline="1543" sz="2700" spc="179">
                <a:latin typeface="Cambria Math"/>
                <a:cs typeface="Cambria Math"/>
              </a:rPr>
              <a:t> </a:t>
            </a:r>
            <a:r>
              <a:rPr dirty="0" baseline="1543" sz="2700">
                <a:solidFill>
                  <a:srgbClr val="C00000"/>
                </a:solidFill>
                <a:latin typeface="Cambria Math"/>
                <a:cs typeface="Cambria Math"/>
              </a:rPr>
              <a:t>𝑔</a:t>
            </a:r>
            <a:r>
              <a:rPr dirty="0" baseline="1543" sz="2700" spc="562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1543" sz="2700" spc="-75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dirty="0" baseline="1543" sz="27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1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𝑔</a:t>
            </a:r>
            <a:r>
              <a:rPr dirty="0" sz="1800" spc="36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460" sz="2025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460" sz="2025" spc="27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460" sz="2025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460" sz="2025" spc="15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57300" y="1229931"/>
            <a:ext cx="21463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7030A0"/>
                </a:solidFill>
                <a:latin typeface="Verdana"/>
                <a:cs typeface="Verdana"/>
              </a:rPr>
              <a:t>Decision</a:t>
            </a:r>
            <a:r>
              <a:rPr dirty="0" sz="1800" spc="-60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solidFill>
                  <a:srgbClr val="7030A0"/>
                </a:solidFill>
                <a:latin typeface="Verdana"/>
                <a:cs typeface="Verdana"/>
              </a:rPr>
              <a:t>boundary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525389" y="2489454"/>
            <a:ext cx="127127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460" sz="2025" spc="284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460" sz="2025" spc="254">
                <a:solidFill>
                  <a:srgbClr val="FF9300"/>
                </a:solidFill>
                <a:latin typeface="Cambria Math"/>
                <a:cs typeface="Cambria Math"/>
              </a:rPr>
              <a:t>  </a:t>
            </a:r>
            <a:r>
              <a:rPr dirty="0" sz="1800">
                <a:latin typeface="Cambria Math"/>
                <a:cs typeface="Cambria Math"/>
              </a:rPr>
              <a:t>≥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991864" y="1289177"/>
            <a:ext cx="179705" cy="55244"/>
          </a:xfrm>
          <a:custGeom>
            <a:avLst/>
            <a:gdLst/>
            <a:ahLst/>
            <a:cxnLst/>
            <a:rect l="l" t="t" r="r" b="b"/>
            <a:pathLst>
              <a:path w="179704" h="55244">
                <a:moveTo>
                  <a:pt x="151384" y="0"/>
                </a:moveTo>
                <a:lnTo>
                  <a:pt x="145414" y="6603"/>
                </a:lnTo>
                <a:lnTo>
                  <a:pt x="163322" y="22225"/>
                </a:lnTo>
                <a:lnTo>
                  <a:pt x="0" y="22225"/>
                </a:lnTo>
                <a:lnTo>
                  <a:pt x="0" y="32638"/>
                </a:lnTo>
                <a:lnTo>
                  <a:pt x="163322" y="32638"/>
                </a:lnTo>
                <a:lnTo>
                  <a:pt x="145414" y="48133"/>
                </a:lnTo>
                <a:lnTo>
                  <a:pt x="151384" y="54863"/>
                </a:lnTo>
                <a:lnTo>
                  <a:pt x="179450" y="30607"/>
                </a:lnTo>
                <a:lnTo>
                  <a:pt x="179450" y="24130"/>
                </a:lnTo>
                <a:lnTo>
                  <a:pt x="151384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344289" y="1289177"/>
            <a:ext cx="113030" cy="55244"/>
          </a:xfrm>
          <a:custGeom>
            <a:avLst/>
            <a:gdLst/>
            <a:ahLst/>
            <a:cxnLst/>
            <a:rect l="l" t="t" r="r" b="b"/>
            <a:pathLst>
              <a:path w="113029" h="55244">
                <a:moveTo>
                  <a:pt x="84709" y="0"/>
                </a:moveTo>
                <a:lnTo>
                  <a:pt x="78739" y="6603"/>
                </a:lnTo>
                <a:lnTo>
                  <a:pt x="96647" y="22225"/>
                </a:lnTo>
                <a:lnTo>
                  <a:pt x="0" y="22225"/>
                </a:lnTo>
                <a:lnTo>
                  <a:pt x="0" y="32638"/>
                </a:lnTo>
                <a:lnTo>
                  <a:pt x="96647" y="32638"/>
                </a:lnTo>
                <a:lnTo>
                  <a:pt x="78739" y="48133"/>
                </a:lnTo>
                <a:lnTo>
                  <a:pt x="84709" y="54863"/>
                </a:lnTo>
                <a:lnTo>
                  <a:pt x="112775" y="30607"/>
                </a:lnTo>
                <a:lnTo>
                  <a:pt x="112775" y="24130"/>
                </a:lnTo>
                <a:lnTo>
                  <a:pt x="84709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537203" y="1230312"/>
            <a:ext cx="2050414" cy="8362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260">
              <a:lnSpc>
                <a:spcPts val="2070"/>
              </a:lnSpc>
              <a:spcBef>
                <a:spcPts val="100"/>
              </a:spcBef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dirty="0" sz="1800" spc="14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800" spc="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 spc="55">
                <a:latin typeface="Cambria Math"/>
                <a:cs typeface="Cambria Math"/>
              </a:rPr>
              <a:t>∙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800" spc="-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800" spc="12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25">
                <a:latin typeface="Cambria Math"/>
                <a:cs typeface="Cambria Math"/>
              </a:rPr>
              <a:t> </a:t>
            </a:r>
            <a:r>
              <a:rPr dirty="0" sz="1800" spc="-60">
                <a:solidFill>
                  <a:srgbClr val="7030A0"/>
                </a:solidFill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ts val="2070"/>
              </a:lnSpc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dirty="0" sz="1800" spc="14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460" sz="2025" spc="27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460" sz="2025" spc="1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−</a:t>
            </a:r>
            <a:r>
              <a:rPr dirty="0" sz="1800" spc="4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3</a:t>
            </a:r>
            <a:r>
              <a:rPr dirty="0" sz="1800" spc="15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baseline="1543" sz="2700">
                <a:latin typeface="Cambria Math"/>
                <a:cs typeface="Cambria Math"/>
              </a:rPr>
              <a:t>=</a:t>
            </a:r>
            <a:r>
              <a:rPr dirty="0" baseline="1543" sz="2700" spc="172">
                <a:latin typeface="Cambria Math"/>
                <a:cs typeface="Cambria Math"/>
              </a:rPr>
              <a:t> </a:t>
            </a:r>
            <a:r>
              <a:rPr dirty="0" baseline="1543" sz="2700" spc="-75">
                <a:solidFill>
                  <a:srgbClr val="7030A0"/>
                </a:solidFill>
                <a:latin typeface="Cambria Math"/>
                <a:cs typeface="Cambria Math"/>
              </a:rPr>
              <a:t>0</a:t>
            </a:r>
            <a:endParaRPr baseline="1543" sz="2700">
              <a:latin typeface="Cambria Math"/>
              <a:cs typeface="Cambria Math"/>
            </a:endParaRPr>
          </a:p>
          <a:p>
            <a:pPr marL="443230">
              <a:lnSpc>
                <a:spcPct val="100000"/>
              </a:lnSpc>
              <a:spcBef>
                <a:spcPts val="85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460" sz="2025" spc="284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3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460" sz="2025" spc="39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515744" y="2949892"/>
            <a:ext cx="12712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baseline="-16460" sz="2025" spc="29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baseline="-16460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-16460" sz="2025" spc="254">
                <a:solidFill>
                  <a:srgbClr val="FF9300"/>
                </a:solidFill>
                <a:latin typeface="Cambria Math"/>
                <a:cs typeface="Cambria Math"/>
              </a:rPr>
              <a:t>  </a:t>
            </a:r>
            <a:r>
              <a:rPr dirty="0" sz="1800">
                <a:latin typeface="Cambria Math"/>
                <a:cs typeface="Cambria Math"/>
              </a:rPr>
              <a:t>&lt;</a:t>
            </a:r>
            <a:r>
              <a:rPr dirty="0" sz="1800" spc="50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3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24" name="object 2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86913" y="1869567"/>
            <a:ext cx="965962" cy="645160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95825" y="1895475"/>
            <a:ext cx="180975" cy="180975"/>
          </a:xfrm>
          <a:prstGeom prst="rect">
            <a:avLst/>
          </a:prstGeom>
        </p:spPr>
      </p:pic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35507" y="1341500"/>
            <a:ext cx="1590040" cy="1812925"/>
            <a:chOff x="1135507" y="1341500"/>
            <a:chExt cx="1590040" cy="1812925"/>
          </a:xfrm>
        </p:grpSpPr>
        <p:sp>
          <p:nvSpPr>
            <p:cNvPr id="3" name="object 3"/>
            <p:cNvSpPr/>
            <p:nvPr/>
          </p:nvSpPr>
          <p:spPr>
            <a:xfrm>
              <a:off x="1481201" y="2443225"/>
              <a:ext cx="152400" cy="152400"/>
            </a:xfrm>
            <a:custGeom>
              <a:avLst/>
              <a:gdLst/>
              <a:ahLst/>
              <a:cxnLst/>
              <a:rect l="l" t="t" r="r" b="b"/>
              <a:pathLst>
                <a:path w="152400" h="152400">
                  <a:moveTo>
                    <a:pt x="0" y="76200"/>
                  </a:moveTo>
                  <a:lnTo>
                    <a:pt x="5976" y="46505"/>
                  </a:lnTo>
                  <a:lnTo>
                    <a:pt x="22288" y="22288"/>
                  </a:lnTo>
                  <a:lnTo>
                    <a:pt x="46505" y="5976"/>
                  </a:lnTo>
                  <a:lnTo>
                    <a:pt x="76200" y="0"/>
                  </a:lnTo>
                  <a:lnTo>
                    <a:pt x="105840" y="5976"/>
                  </a:lnTo>
                  <a:lnTo>
                    <a:pt x="130063" y="22288"/>
                  </a:lnTo>
                  <a:lnTo>
                    <a:pt x="146405" y="46505"/>
                  </a:lnTo>
                  <a:lnTo>
                    <a:pt x="152400" y="76200"/>
                  </a:lnTo>
                  <a:lnTo>
                    <a:pt x="146405" y="105840"/>
                  </a:lnTo>
                  <a:lnTo>
                    <a:pt x="130063" y="130063"/>
                  </a:lnTo>
                  <a:lnTo>
                    <a:pt x="105840" y="146405"/>
                  </a:lnTo>
                  <a:lnTo>
                    <a:pt x="76200" y="152400"/>
                  </a:lnTo>
                  <a:lnTo>
                    <a:pt x="46505" y="146405"/>
                  </a:lnTo>
                  <a:lnTo>
                    <a:pt x="22288" y="130063"/>
                  </a:lnTo>
                  <a:lnTo>
                    <a:pt x="5976" y="105840"/>
                  </a:lnTo>
                  <a:lnTo>
                    <a:pt x="0" y="76200"/>
                  </a:lnTo>
                  <a:close/>
                </a:path>
              </a:pathLst>
            </a:custGeom>
            <a:ln w="2540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97101" y="2487675"/>
              <a:ext cx="177800" cy="1778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395476" y="1795525"/>
              <a:ext cx="409575" cy="628650"/>
            </a:xfrm>
            <a:custGeom>
              <a:avLst/>
              <a:gdLst/>
              <a:ahLst/>
              <a:cxnLst/>
              <a:rect l="l" t="t" r="r" b="b"/>
              <a:pathLst>
                <a:path w="409575" h="628650">
                  <a:moveTo>
                    <a:pt x="257175" y="552450"/>
                  </a:moveTo>
                  <a:lnTo>
                    <a:pt x="263151" y="522755"/>
                  </a:lnTo>
                  <a:lnTo>
                    <a:pt x="279463" y="498538"/>
                  </a:lnTo>
                  <a:lnTo>
                    <a:pt x="303680" y="482226"/>
                  </a:lnTo>
                  <a:lnTo>
                    <a:pt x="333375" y="476250"/>
                  </a:lnTo>
                  <a:lnTo>
                    <a:pt x="363015" y="482226"/>
                  </a:lnTo>
                  <a:lnTo>
                    <a:pt x="387238" y="498538"/>
                  </a:lnTo>
                  <a:lnTo>
                    <a:pt x="403580" y="522755"/>
                  </a:lnTo>
                  <a:lnTo>
                    <a:pt x="409575" y="552450"/>
                  </a:lnTo>
                  <a:lnTo>
                    <a:pt x="403580" y="582090"/>
                  </a:lnTo>
                  <a:lnTo>
                    <a:pt x="387238" y="606313"/>
                  </a:lnTo>
                  <a:lnTo>
                    <a:pt x="363015" y="622655"/>
                  </a:lnTo>
                  <a:lnTo>
                    <a:pt x="333375" y="628650"/>
                  </a:lnTo>
                  <a:lnTo>
                    <a:pt x="303680" y="622655"/>
                  </a:lnTo>
                  <a:lnTo>
                    <a:pt x="279463" y="606313"/>
                  </a:lnTo>
                  <a:lnTo>
                    <a:pt x="263151" y="582090"/>
                  </a:lnTo>
                  <a:lnTo>
                    <a:pt x="257175" y="552450"/>
                  </a:lnTo>
                  <a:close/>
                </a:path>
                <a:path w="409575" h="628650">
                  <a:moveTo>
                    <a:pt x="66675" y="228600"/>
                  </a:moveTo>
                  <a:lnTo>
                    <a:pt x="72651" y="198905"/>
                  </a:lnTo>
                  <a:lnTo>
                    <a:pt x="88963" y="174688"/>
                  </a:lnTo>
                  <a:lnTo>
                    <a:pt x="113180" y="158376"/>
                  </a:lnTo>
                  <a:lnTo>
                    <a:pt x="142875" y="152400"/>
                  </a:lnTo>
                  <a:lnTo>
                    <a:pt x="172515" y="158376"/>
                  </a:lnTo>
                  <a:lnTo>
                    <a:pt x="196738" y="174688"/>
                  </a:lnTo>
                  <a:lnTo>
                    <a:pt x="213080" y="198905"/>
                  </a:lnTo>
                  <a:lnTo>
                    <a:pt x="219075" y="228600"/>
                  </a:lnTo>
                  <a:lnTo>
                    <a:pt x="213080" y="258240"/>
                  </a:lnTo>
                  <a:lnTo>
                    <a:pt x="196738" y="282463"/>
                  </a:lnTo>
                  <a:lnTo>
                    <a:pt x="172515" y="298805"/>
                  </a:lnTo>
                  <a:lnTo>
                    <a:pt x="142875" y="304800"/>
                  </a:lnTo>
                  <a:lnTo>
                    <a:pt x="113180" y="298805"/>
                  </a:lnTo>
                  <a:lnTo>
                    <a:pt x="88963" y="282463"/>
                  </a:lnTo>
                  <a:lnTo>
                    <a:pt x="72651" y="258240"/>
                  </a:lnTo>
                  <a:lnTo>
                    <a:pt x="66675" y="228600"/>
                  </a:lnTo>
                  <a:close/>
                </a:path>
                <a:path w="409575" h="628650">
                  <a:moveTo>
                    <a:pt x="0" y="471424"/>
                  </a:moveTo>
                  <a:lnTo>
                    <a:pt x="6353" y="439924"/>
                  </a:lnTo>
                  <a:lnTo>
                    <a:pt x="23685" y="414210"/>
                  </a:lnTo>
                  <a:lnTo>
                    <a:pt x="49399" y="396878"/>
                  </a:lnTo>
                  <a:lnTo>
                    <a:pt x="80899" y="390525"/>
                  </a:lnTo>
                  <a:lnTo>
                    <a:pt x="112418" y="396878"/>
                  </a:lnTo>
                  <a:lnTo>
                    <a:pt x="138176" y="414210"/>
                  </a:lnTo>
                  <a:lnTo>
                    <a:pt x="155551" y="439924"/>
                  </a:lnTo>
                  <a:lnTo>
                    <a:pt x="161925" y="471424"/>
                  </a:lnTo>
                  <a:lnTo>
                    <a:pt x="155551" y="502943"/>
                  </a:lnTo>
                  <a:lnTo>
                    <a:pt x="138175" y="528701"/>
                  </a:lnTo>
                  <a:lnTo>
                    <a:pt x="112418" y="546076"/>
                  </a:lnTo>
                  <a:lnTo>
                    <a:pt x="80899" y="552450"/>
                  </a:lnTo>
                  <a:lnTo>
                    <a:pt x="49399" y="546076"/>
                  </a:lnTo>
                  <a:lnTo>
                    <a:pt x="23685" y="528701"/>
                  </a:lnTo>
                  <a:lnTo>
                    <a:pt x="6353" y="502943"/>
                  </a:lnTo>
                  <a:lnTo>
                    <a:pt x="0" y="471424"/>
                  </a:lnTo>
                  <a:close/>
                </a:path>
                <a:path w="409575" h="628650">
                  <a:moveTo>
                    <a:pt x="247650" y="76200"/>
                  </a:moveTo>
                  <a:lnTo>
                    <a:pt x="253626" y="46505"/>
                  </a:lnTo>
                  <a:lnTo>
                    <a:pt x="269938" y="22288"/>
                  </a:lnTo>
                  <a:lnTo>
                    <a:pt x="294155" y="5976"/>
                  </a:lnTo>
                  <a:lnTo>
                    <a:pt x="323850" y="0"/>
                  </a:lnTo>
                  <a:lnTo>
                    <a:pt x="353490" y="5976"/>
                  </a:lnTo>
                  <a:lnTo>
                    <a:pt x="377713" y="22288"/>
                  </a:lnTo>
                  <a:lnTo>
                    <a:pt x="394055" y="46505"/>
                  </a:lnTo>
                  <a:lnTo>
                    <a:pt x="400050" y="76200"/>
                  </a:lnTo>
                  <a:lnTo>
                    <a:pt x="394055" y="105840"/>
                  </a:lnTo>
                  <a:lnTo>
                    <a:pt x="377713" y="130063"/>
                  </a:lnTo>
                  <a:lnTo>
                    <a:pt x="353490" y="146405"/>
                  </a:lnTo>
                  <a:lnTo>
                    <a:pt x="323850" y="152400"/>
                  </a:lnTo>
                  <a:lnTo>
                    <a:pt x="294155" y="146405"/>
                  </a:lnTo>
                  <a:lnTo>
                    <a:pt x="269938" y="130063"/>
                  </a:lnTo>
                  <a:lnTo>
                    <a:pt x="253626" y="105840"/>
                  </a:lnTo>
                  <a:lnTo>
                    <a:pt x="247650" y="76200"/>
                  </a:lnTo>
                  <a:close/>
                </a:path>
              </a:pathLst>
            </a:custGeom>
            <a:ln w="2540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44751" y="2068575"/>
              <a:ext cx="444500" cy="44450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44751" y="2544825"/>
              <a:ext cx="187325" cy="17780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88768" y="2367152"/>
              <a:ext cx="136779" cy="13677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36700" y="2776600"/>
              <a:ext cx="136296" cy="1362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388362" y="2800476"/>
              <a:ext cx="136270" cy="136271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70151" y="3018155"/>
              <a:ext cx="136271" cy="136270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407920" y="1540890"/>
              <a:ext cx="136779" cy="13677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18030" y="1341500"/>
              <a:ext cx="136778" cy="13677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135507" y="1484629"/>
              <a:ext cx="136842" cy="136906"/>
            </a:xfrm>
            <a:prstGeom prst="rect">
              <a:avLst/>
            </a:prstGeom>
          </p:spPr>
        </p:pic>
      </p:grpSp>
      <p:pic>
        <p:nvPicPr>
          <p:cNvPr id="15" name="object 1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568450" y="2970783"/>
            <a:ext cx="136270" cy="136398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929220" y="2448941"/>
            <a:ext cx="136334" cy="13627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588767" y="1864867"/>
            <a:ext cx="136779" cy="136779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548891" y="1341500"/>
            <a:ext cx="136906" cy="136778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932040" y="1920494"/>
            <a:ext cx="136842" cy="136779"/>
          </a:xfrm>
          <a:prstGeom prst="rect">
            <a:avLst/>
          </a:prstGeom>
        </p:spPr>
      </p:pic>
      <p:sp>
        <p:nvSpPr>
          <p:cNvPr id="20" name="object 20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232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05"/>
              </a:spcBef>
            </a:pPr>
            <a:r>
              <a:rPr dirty="0" spc="-35"/>
              <a:t>Non-</a:t>
            </a:r>
            <a:r>
              <a:rPr dirty="0"/>
              <a:t>linear</a:t>
            </a:r>
            <a:r>
              <a:rPr dirty="0" spc="35"/>
              <a:t> </a:t>
            </a:r>
            <a:r>
              <a:rPr dirty="0"/>
              <a:t>decision</a:t>
            </a:r>
            <a:r>
              <a:rPr dirty="0" spc="-65"/>
              <a:t> </a:t>
            </a:r>
            <a:r>
              <a:rPr dirty="0" spc="-10"/>
              <a:t>boundaries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2876295" y="2119947"/>
            <a:ext cx="28511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8518" sz="1800" spc="-37">
                <a:latin typeface="Cambria Math"/>
                <a:cs typeface="Cambria Math"/>
              </a:rPr>
              <a:t>1</a:t>
            </a:r>
            <a:endParaRPr baseline="-18518"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549653" y="994155"/>
            <a:ext cx="28511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8518" sz="1800" spc="-37">
                <a:latin typeface="Cambria Math"/>
                <a:cs typeface="Cambria Math"/>
              </a:rPr>
              <a:t>2</a:t>
            </a:r>
            <a:endParaRPr baseline="-18518" sz="1800">
              <a:latin typeface="Cambria Math"/>
              <a:cs typeface="Cambria Math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847725" y="1181100"/>
            <a:ext cx="2018664" cy="2119630"/>
            <a:chOff x="847725" y="1181100"/>
            <a:chExt cx="2018664" cy="2119630"/>
          </a:xfrm>
        </p:grpSpPr>
        <p:sp>
          <p:nvSpPr>
            <p:cNvPr id="24" name="object 24"/>
            <p:cNvSpPr/>
            <p:nvPr/>
          </p:nvSpPr>
          <p:spPr>
            <a:xfrm>
              <a:off x="847725" y="1181099"/>
              <a:ext cx="2018664" cy="2119630"/>
            </a:xfrm>
            <a:custGeom>
              <a:avLst/>
              <a:gdLst/>
              <a:ahLst/>
              <a:cxnLst/>
              <a:rect l="l" t="t" r="r" b="b"/>
              <a:pathLst>
                <a:path w="2018664" h="2119629">
                  <a:moveTo>
                    <a:pt x="2018665" y="1095375"/>
                  </a:moveTo>
                  <a:lnTo>
                    <a:pt x="1995792" y="1076325"/>
                  </a:lnTo>
                  <a:lnTo>
                    <a:pt x="1886839" y="985520"/>
                  </a:lnTo>
                  <a:lnTo>
                    <a:pt x="1880158" y="981925"/>
                  </a:lnTo>
                  <a:lnTo>
                    <a:pt x="1855609" y="1001864"/>
                  </a:lnTo>
                  <a:lnTo>
                    <a:pt x="1857679" y="1008849"/>
                  </a:lnTo>
                  <a:lnTo>
                    <a:pt x="1862455" y="1014730"/>
                  </a:lnTo>
                  <a:lnTo>
                    <a:pt x="1936369" y="1076325"/>
                  </a:lnTo>
                  <a:lnTo>
                    <a:pt x="1057275" y="1076325"/>
                  </a:lnTo>
                  <a:lnTo>
                    <a:pt x="1057275" y="82296"/>
                  </a:lnTo>
                  <a:lnTo>
                    <a:pt x="1118870" y="156210"/>
                  </a:lnTo>
                  <a:lnTo>
                    <a:pt x="1124750" y="160972"/>
                  </a:lnTo>
                  <a:lnTo>
                    <a:pt x="1131735" y="162991"/>
                  </a:lnTo>
                  <a:lnTo>
                    <a:pt x="1138986" y="162229"/>
                  </a:lnTo>
                  <a:lnTo>
                    <a:pt x="1145667" y="158623"/>
                  </a:lnTo>
                  <a:lnTo>
                    <a:pt x="1150416" y="152742"/>
                  </a:lnTo>
                  <a:lnTo>
                    <a:pt x="1152436" y="145757"/>
                  </a:lnTo>
                  <a:lnTo>
                    <a:pt x="1151674" y="138506"/>
                  </a:lnTo>
                  <a:lnTo>
                    <a:pt x="1148080" y="131826"/>
                  </a:lnTo>
                  <a:lnTo>
                    <a:pt x="1062990" y="29718"/>
                  </a:lnTo>
                  <a:lnTo>
                    <a:pt x="1038225" y="0"/>
                  </a:lnTo>
                  <a:lnTo>
                    <a:pt x="928370" y="131826"/>
                  </a:lnTo>
                  <a:lnTo>
                    <a:pt x="924763" y="138506"/>
                  </a:lnTo>
                  <a:lnTo>
                    <a:pt x="924001" y="145757"/>
                  </a:lnTo>
                  <a:lnTo>
                    <a:pt x="926020" y="152742"/>
                  </a:lnTo>
                  <a:lnTo>
                    <a:pt x="930783" y="158623"/>
                  </a:lnTo>
                  <a:lnTo>
                    <a:pt x="937450" y="162229"/>
                  </a:lnTo>
                  <a:lnTo>
                    <a:pt x="944702" y="162991"/>
                  </a:lnTo>
                  <a:lnTo>
                    <a:pt x="951687" y="160972"/>
                  </a:lnTo>
                  <a:lnTo>
                    <a:pt x="957580" y="156210"/>
                  </a:lnTo>
                  <a:lnTo>
                    <a:pt x="1019175" y="82296"/>
                  </a:lnTo>
                  <a:lnTo>
                    <a:pt x="1019175" y="1076325"/>
                  </a:lnTo>
                  <a:lnTo>
                    <a:pt x="0" y="1076325"/>
                  </a:lnTo>
                  <a:lnTo>
                    <a:pt x="0" y="1114425"/>
                  </a:lnTo>
                  <a:lnTo>
                    <a:pt x="1019175" y="1114425"/>
                  </a:lnTo>
                  <a:lnTo>
                    <a:pt x="1019175" y="2119122"/>
                  </a:lnTo>
                  <a:lnTo>
                    <a:pt x="1057275" y="2119122"/>
                  </a:lnTo>
                  <a:lnTo>
                    <a:pt x="1057275" y="1114425"/>
                  </a:lnTo>
                  <a:lnTo>
                    <a:pt x="1936369" y="1114425"/>
                  </a:lnTo>
                  <a:lnTo>
                    <a:pt x="1862455" y="1176020"/>
                  </a:lnTo>
                  <a:lnTo>
                    <a:pt x="1857679" y="1181912"/>
                  </a:lnTo>
                  <a:lnTo>
                    <a:pt x="1855609" y="1188897"/>
                  </a:lnTo>
                  <a:lnTo>
                    <a:pt x="1856320" y="1196149"/>
                  </a:lnTo>
                  <a:lnTo>
                    <a:pt x="1859915" y="1202817"/>
                  </a:lnTo>
                  <a:lnTo>
                    <a:pt x="1865871" y="1207579"/>
                  </a:lnTo>
                  <a:lnTo>
                    <a:pt x="1872894" y="1209598"/>
                  </a:lnTo>
                  <a:lnTo>
                    <a:pt x="1880158" y="1208836"/>
                  </a:lnTo>
                  <a:lnTo>
                    <a:pt x="1886839" y="1205230"/>
                  </a:lnTo>
                  <a:lnTo>
                    <a:pt x="1995792" y="1114425"/>
                  </a:lnTo>
                  <a:lnTo>
                    <a:pt x="2018665" y="10953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260908" y="1596136"/>
              <a:ext cx="1231974" cy="1185164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1692910" y="1587436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353945" y="2306954"/>
            <a:ext cx="126364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5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86814" y="2308796"/>
            <a:ext cx="25971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latin typeface="Cambria Math"/>
                <a:cs typeface="Cambria Math"/>
              </a:rPr>
              <a:t>−1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578991" y="2638107"/>
            <a:ext cx="25971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25">
                <a:latin typeface="Cambria Math"/>
                <a:cs typeface="Cambria Math"/>
              </a:rPr>
              <a:t>−1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579620" y="1467613"/>
            <a:ext cx="2002155" cy="2647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64"/>
              </a:lnSpc>
              <a:tabLst>
                <a:tab pos="781050" algn="l"/>
                <a:tab pos="1534795" algn="l"/>
              </a:tabLst>
            </a:pPr>
            <a:r>
              <a:rPr dirty="0" sz="1800" spc="55">
                <a:latin typeface="Cambria Math"/>
                <a:cs typeface="Cambria Math"/>
              </a:rPr>
              <a:t>𝑓</a:t>
            </a:r>
            <a:r>
              <a:rPr dirty="0" baseline="-16460" sz="2025" spc="82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-16460" sz="2025" spc="82">
                <a:latin typeface="Cambria Math"/>
                <a:cs typeface="Cambria Math"/>
              </a:rPr>
              <a:t>,</a:t>
            </a:r>
            <a:r>
              <a:rPr dirty="0" baseline="-16460" sz="2025" spc="82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baseline="-16460" sz="2025" spc="195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2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0000"/>
                </a:solidFill>
                <a:latin typeface="Cambria Math"/>
                <a:cs typeface="Cambria Math"/>
              </a:rPr>
              <a:t>𝑔</a:t>
            </a:r>
            <a:r>
              <a:rPr dirty="0" sz="1800" spc="375">
                <a:solidFill>
                  <a:srgbClr val="FF0000"/>
                </a:solidFill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 spc="-25">
                <a:solidFill>
                  <a:srgbClr val="FF0000"/>
                </a:solidFill>
                <a:latin typeface="Cambria Math"/>
                <a:cs typeface="Cambria Math"/>
              </a:rPr>
              <a:t>𝑔</a:t>
            </a:r>
            <a:r>
              <a:rPr dirty="0" sz="1800" spc="-25">
                <a:latin typeface="Cambria Math"/>
                <a:cs typeface="Cambria Math"/>
              </a:rPr>
              <a:t>(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578981" y="1391587"/>
            <a:ext cx="1695450" cy="3594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ts val="1639"/>
              </a:lnSpc>
              <a:spcBef>
                <a:spcPts val="100"/>
              </a:spcBef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460" sz="2025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-23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26748" sz="2025" spc="7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6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460" sz="2025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-229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 spc="-37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sz="1800" spc="-25">
                <a:latin typeface="Cambria Math"/>
                <a:cs typeface="Cambria Math"/>
              </a:rPr>
              <a:t>+</a:t>
            </a:r>
            <a:r>
              <a:rPr dirty="0" sz="1900" spc="-25" i="1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endParaRPr sz="1900">
              <a:latin typeface="Cambria Math"/>
              <a:cs typeface="Cambria Math"/>
            </a:endParaRPr>
          </a:p>
          <a:p>
            <a:pPr marL="431800">
              <a:lnSpc>
                <a:spcPts val="980"/>
              </a:lnSpc>
              <a:tabLst>
                <a:tab pos="1223010" algn="l"/>
              </a:tabLst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sz="135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269605" y="1467613"/>
            <a:ext cx="95250" cy="2292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764"/>
              </a:lnSpc>
            </a:pPr>
            <a:r>
              <a:rPr dirty="0" sz="1800" spc="-5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369690" y="1955800"/>
            <a:ext cx="1243965" cy="6407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30"/>
              </a:spcBef>
            </a:pPr>
            <a:r>
              <a:rPr dirty="0" sz="2000" spc="-10">
                <a:solidFill>
                  <a:srgbClr val="7030A0"/>
                </a:solidFill>
                <a:latin typeface="Verdana"/>
                <a:cs typeface="Verdana"/>
              </a:rPr>
              <a:t>decision boundary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544191" y="1209357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012058" y="1194872"/>
            <a:ext cx="581660" cy="540385"/>
          </a:xfrm>
          <a:prstGeom prst="rect">
            <a:avLst/>
          </a:prstGeom>
        </p:spPr>
        <p:txBody>
          <a:bodyPr wrap="square" lIns="0" tIns="2730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215"/>
              </a:spcBef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155"/>
              </a:spcBef>
            </a:pPr>
            <a:r>
              <a:rPr dirty="0" sz="1800" spc="-750">
                <a:solidFill>
                  <a:srgbClr val="FF40FF"/>
                </a:solidFill>
                <a:latin typeface="Cambria Math"/>
                <a:cs typeface="Cambria Math"/>
              </a:rPr>
              <a:t>𝑦ො</a:t>
            </a:r>
            <a:r>
              <a:rPr dirty="0" sz="1800" spc="225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 spc="-40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404110" y="1095057"/>
            <a:ext cx="12617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-229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28806" sz="2025" spc="19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 spc="-1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-23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28806" sz="2025" spc="32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≥</a:t>
            </a:r>
            <a:r>
              <a:rPr dirty="0" sz="1800" spc="140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067934" y="2295842"/>
            <a:ext cx="127762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ts val="1530"/>
              </a:lnSpc>
              <a:spcBef>
                <a:spcPts val="100"/>
              </a:spcBef>
            </a:pPr>
            <a:r>
              <a:rPr dirty="0" sz="1800" spc="-1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-23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28806" sz="2025" spc="7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65">
                <a:latin typeface="Cambria Math"/>
                <a:cs typeface="Cambria Math"/>
              </a:rPr>
              <a:t> </a:t>
            </a:r>
            <a:r>
              <a:rPr dirty="0" sz="1800" spc="-1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-229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28806" sz="2025" spc="30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65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7030A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165100">
              <a:lnSpc>
                <a:spcPts val="990"/>
              </a:lnSpc>
              <a:tabLst>
                <a:tab pos="688975" algn="l"/>
              </a:tabLst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sz="135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52950" y="1953577"/>
            <a:ext cx="2203450" cy="346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ts val="1530"/>
              </a:lnSpc>
              <a:spcBef>
                <a:spcPts val="100"/>
              </a:spcBef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dirty="0" sz="1800" spc="15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35">
                <a:latin typeface="Cambria Math"/>
                <a:cs typeface="Cambria Math"/>
              </a:rPr>
              <a:t> </a:t>
            </a:r>
            <a:r>
              <a:rPr dirty="0" sz="1800" spc="-1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-23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28806" sz="2025" spc="179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5">
                <a:latin typeface="Cambria Math"/>
                <a:cs typeface="Cambria Math"/>
              </a:rPr>
              <a:t> </a:t>
            </a:r>
            <a:r>
              <a:rPr dirty="0" sz="1800" spc="-1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-229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28806" sz="2025" spc="150">
                <a:solidFill>
                  <a:srgbClr val="FF9300"/>
                </a:solidFill>
                <a:latin typeface="Cambria Math"/>
                <a:cs typeface="Cambria Math"/>
              </a:rPr>
              <a:t> 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−</a:t>
            </a:r>
            <a:r>
              <a:rPr dirty="0" sz="1800" spc="-1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1800" spc="484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30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7030A0"/>
                </a:solidFill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 marL="584835">
              <a:lnSpc>
                <a:spcPts val="990"/>
              </a:lnSpc>
              <a:tabLst>
                <a:tab pos="1108710" algn="l"/>
              </a:tabLst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r>
              <a:rPr dirty="0" sz="135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651879" y="1708150"/>
            <a:ext cx="136525" cy="14858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440168" y="1700657"/>
            <a:ext cx="124840" cy="13716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28650" y="3429952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02360" y="3429952"/>
            <a:ext cx="581660" cy="5092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dirty="0" sz="1800" spc="-750">
                <a:solidFill>
                  <a:srgbClr val="FF40FF"/>
                </a:solidFill>
                <a:latin typeface="Cambria Math"/>
                <a:cs typeface="Cambria Math"/>
              </a:rPr>
              <a:t>𝑦ො</a:t>
            </a:r>
            <a:r>
              <a:rPr dirty="0" sz="1800" spc="225">
                <a:solidFill>
                  <a:srgbClr val="FF40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 spc="-395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8950" y="3315652"/>
            <a:ext cx="12617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-23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28806" sz="2025" spc="19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 spc="-1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-23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>
                <a:solidFill>
                  <a:srgbClr val="FF9300"/>
                </a:solidFill>
                <a:latin typeface="Cambria Math"/>
                <a:cs typeface="Cambria Math"/>
              </a:rPr>
              <a:t>2</a:t>
            </a:r>
            <a:r>
              <a:rPr dirty="0" baseline="28806" sz="2025" spc="31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&lt;</a:t>
            </a:r>
            <a:r>
              <a:rPr dirty="0" sz="1800" spc="13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491101" y="1198117"/>
            <a:ext cx="3672204" cy="559435"/>
            <a:chOff x="4491101" y="1198117"/>
            <a:chExt cx="3672204" cy="559435"/>
          </a:xfrm>
        </p:grpSpPr>
        <p:pic>
          <p:nvPicPr>
            <p:cNvPr id="45" name="object 4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6599586" y="1198117"/>
              <a:ext cx="1563343" cy="271271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491101" y="1414525"/>
              <a:ext cx="2076450" cy="342900"/>
            </a:xfrm>
            <a:custGeom>
              <a:avLst/>
              <a:gdLst/>
              <a:ahLst/>
              <a:cxnLst/>
              <a:rect l="l" t="t" r="r" b="b"/>
              <a:pathLst>
                <a:path w="2076450" h="342900">
                  <a:moveTo>
                    <a:pt x="2076450" y="0"/>
                  </a:moveTo>
                  <a:lnTo>
                    <a:pt x="0" y="0"/>
                  </a:lnTo>
                  <a:lnTo>
                    <a:pt x="0" y="342900"/>
                  </a:lnTo>
                  <a:lnTo>
                    <a:pt x="2076450" y="342900"/>
                  </a:lnTo>
                  <a:lnTo>
                    <a:pt x="20764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7" name="object 47"/>
          <p:cNvGrpSpPr/>
          <p:nvPr/>
        </p:nvGrpSpPr>
        <p:grpSpPr>
          <a:xfrm>
            <a:off x="7957946" y="1443100"/>
            <a:ext cx="895985" cy="415925"/>
            <a:chOff x="7957946" y="1443100"/>
            <a:chExt cx="895985" cy="415925"/>
          </a:xfrm>
        </p:grpSpPr>
        <p:pic>
          <p:nvPicPr>
            <p:cNvPr id="48" name="object 48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957946" y="1697608"/>
              <a:ext cx="287527" cy="16128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8263000" y="1443100"/>
              <a:ext cx="590550" cy="266700"/>
            </a:xfrm>
            <a:custGeom>
              <a:avLst/>
              <a:gdLst/>
              <a:ahLst/>
              <a:cxnLst/>
              <a:rect l="l" t="t" r="r" b="b"/>
              <a:pathLst>
                <a:path w="590550" h="266700">
                  <a:moveTo>
                    <a:pt x="590550" y="0"/>
                  </a:moveTo>
                  <a:lnTo>
                    <a:pt x="0" y="0"/>
                  </a:lnTo>
                  <a:lnTo>
                    <a:pt x="0" y="266700"/>
                  </a:lnTo>
                  <a:lnTo>
                    <a:pt x="590550" y="266700"/>
                  </a:lnTo>
                  <a:lnTo>
                    <a:pt x="5905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50" name="object 5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219200" y="1514475"/>
            <a:ext cx="171450" cy="180975"/>
          </a:xfrm>
          <a:prstGeom prst="rect">
            <a:avLst/>
          </a:prstGeom>
        </p:spPr>
      </p:pic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563286"/>
            <a:ext cx="9144000" cy="580390"/>
            <a:chOff x="0" y="4563286"/>
            <a:chExt cx="9144000" cy="58039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4563286"/>
              <a:ext cx="9144000" cy="58021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89998" y="4667892"/>
              <a:ext cx="1784987" cy="400737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1700" y="4736212"/>
              <a:ext cx="1535234" cy="247621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393700" y="254000"/>
            <a:ext cx="5944870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22065" algn="l"/>
              </a:tabLst>
            </a:pPr>
            <a:r>
              <a:rPr dirty="0" spc="-25"/>
              <a:t>Non-</a:t>
            </a:r>
            <a:r>
              <a:rPr dirty="0"/>
              <a:t>linear</a:t>
            </a:r>
            <a:r>
              <a:rPr dirty="0" spc="-35"/>
              <a:t> </a:t>
            </a:r>
            <a:r>
              <a:rPr dirty="0" spc="-10"/>
              <a:t>decision</a:t>
            </a:r>
            <a:r>
              <a:rPr dirty="0"/>
              <a:t>	</a:t>
            </a:r>
            <a:r>
              <a:rPr dirty="0" spc="-10"/>
              <a:t>boundaries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2595222" y="1567953"/>
            <a:ext cx="2654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latin typeface="Palatino Linotype"/>
                <a:cs typeface="Palatino Linotype"/>
              </a:rPr>
              <a:t>x</a:t>
            </a:r>
            <a:r>
              <a:rPr dirty="0" sz="1800" spc="-25"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93542" y="935033"/>
            <a:ext cx="27368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latin typeface="Palatino Linotype"/>
                <a:cs typeface="Palatino Linotype"/>
              </a:rPr>
              <a:t>x</a:t>
            </a:r>
            <a:r>
              <a:rPr dirty="0" sz="1800" spc="-25">
                <a:latin typeface="Cambria"/>
                <a:cs typeface="Cambria"/>
              </a:rPr>
              <a:t>2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194256" y="1222140"/>
            <a:ext cx="1621155" cy="1214120"/>
            <a:chOff x="1194256" y="1222140"/>
            <a:chExt cx="1621155" cy="1214120"/>
          </a:xfrm>
        </p:grpSpPr>
        <p:sp>
          <p:nvSpPr>
            <p:cNvPr id="10" name="object 10"/>
            <p:cNvSpPr/>
            <p:nvPr/>
          </p:nvSpPr>
          <p:spPr>
            <a:xfrm>
              <a:off x="1939644" y="1301857"/>
              <a:ext cx="6350" cy="1115060"/>
            </a:xfrm>
            <a:custGeom>
              <a:avLst/>
              <a:gdLst/>
              <a:ahLst/>
              <a:cxnLst/>
              <a:rect l="l" t="t" r="r" b="b"/>
              <a:pathLst>
                <a:path w="6350" h="1115060">
                  <a:moveTo>
                    <a:pt x="0" y="1114748"/>
                  </a:moveTo>
                  <a:lnTo>
                    <a:pt x="6124" y="19049"/>
                  </a:lnTo>
                  <a:lnTo>
                    <a:pt x="623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805735" y="1222140"/>
              <a:ext cx="279400" cy="210185"/>
            </a:xfrm>
            <a:custGeom>
              <a:avLst/>
              <a:gdLst/>
              <a:ahLst/>
              <a:cxnLst/>
              <a:rect l="l" t="t" r="r" b="b"/>
              <a:pathLst>
                <a:path w="279400" h="210184">
                  <a:moveTo>
                    <a:pt x="140585" y="0"/>
                  </a:moveTo>
                  <a:lnTo>
                    <a:pt x="4884" y="171147"/>
                  </a:lnTo>
                  <a:lnTo>
                    <a:pt x="687" y="179386"/>
                  </a:lnTo>
                  <a:lnTo>
                    <a:pt x="0" y="188285"/>
                  </a:lnTo>
                  <a:lnTo>
                    <a:pt x="2699" y="196793"/>
                  </a:lnTo>
                  <a:lnTo>
                    <a:pt x="8663" y="203857"/>
                  </a:lnTo>
                  <a:lnTo>
                    <a:pt x="16902" y="208054"/>
                  </a:lnTo>
                  <a:lnTo>
                    <a:pt x="25801" y="208742"/>
                  </a:lnTo>
                  <a:lnTo>
                    <a:pt x="34309" y="206043"/>
                  </a:lnTo>
                  <a:lnTo>
                    <a:pt x="41374" y="200078"/>
                  </a:lnTo>
                  <a:lnTo>
                    <a:pt x="140163" y="75483"/>
                  </a:lnTo>
                  <a:lnTo>
                    <a:pt x="237554" y="201175"/>
                  </a:lnTo>
                  <a:lnTo>
                    <a:pt x="244551" y="207218"/>
                  </a:lnTo>
                  <a:lnTo>
                    <a:pt x="253028" y="210012"/>
                  </a:lnTo>
                  <a:lnTo>
                    <a:pt x="261935" y="209423"/>
                  </a:lnTo>
                  <a:lnTo>
                    <a:pt x="270220" y="205319"/>
                  </a:lnTo>
                  <a:lnTo>
                    <a:pt x="276263" y="198321"/>
                  </a:lnTo>
                  <a:lnTo>
                    <a:pt x="279057" y="189844"/>
                  </a:lnTo>
                  <a:lnTo>
                    <a:pt x="278468" y="180938"/>
                  </a:lnTo>
                  <a:lnTo>
                    <a:pt x="274364" y="172653"/>
                  </a:lnTo>
                  <a:lnTo>
                    <a:pt x="140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341301" y="1857477"/>
              <a:ext cx="1144905" cy="0"/>
            </a:xfrm>
            <a:custGeom>
              <a:avLst/>
              <a:gdLst/>
              <a:ahLst/>
              <a:cxnLst/>
              <a:rect l="l" t="t" r="r" b="b"/>
              <a:pathLst>
                <a:path w="1144905" h="0">
                  <a:moveTo>
                    <a:pt x="0" y="0"/>
                  </a:moveTo>
                  <a:lnTo>
                    <a:pt x="1125231" y="0"/>
                  </a:lnTo>
                  <a:lnTo>
                    <a:pt x="114428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355920" y="1717947"/>
              <a:ext cx="209550" cy="279400"/>
            </a:xfrm>
            <a:custGeom>
              <a:avLst/>
              <a:gdLst/>
              <a:ahLst/>
              <a:cxnLst/>
              <a:rect l="l" t="t" r="r" b="b"/>
              <a:pathLst>
                <a:path w="209550" h="279400">
                  <a:moveTo>
                    <a:pt x="20312" y="0"/>
                  </a:moveTo>
                  <a:lnTo>
                    <a:pt x="11820" y="2746"/>
                  </a:lnTo>
                  <a:lnTo>
                    <a:pt x="4788" y="8751"/>
                  </a:lnTo>
                  <a:lnTo>
                    <a:pt x="638" y="17012"/>
                  </a:lnTo>
                  <a:lnTo>
                    <a:pt x="0" y="25915"/>
                  </a:lnTo>
                  <a:lnTo>
                    <a:pt x="2746" y="34408"/>
                  </a:lnTo>
                  <a:lnTo>
                    <a:pt x="8751" y="41439"/>
                  </a:lnTo>
                  <a:lnTo>
                    <a:pt x="133895" y="139530"/>
                  </a:lnTo>
                  <a:lnTo>
                    <a:pt x="8751" y="237622"/>
                  </a:lnTo>
                  <a:lnTo>
                    <a:pt x="2746" y="244653"/>
                  </a:lnTo>
                  <a:lnTo>
                    <a:pt x="0" y="253146"/>
                  </a:lnTo>
                  <a:lnTo>
                    <a:pt x="638" y="262049"/>
                  </a:lnTo>
                  <a:lnTo>
                    <a:pt x="4788" y="270311"/>
                  </a:lnTo>
                  <a:lnTo>
                    <a:pt x="11820" y="276315"/>
                  </a:lnTo>
                  <a:lnTo>
                    <a:pt x="20312" y="279061"/>
                  </a:lnTo>
                  <a:lnTo>
                    <a:pt x="29215" y="278423"/>
                  </a:lnTo>
                  <a:lnTo>
                    <a:pt x="37477" y="274272"/>
                  </a:lnTo>
                  <a:lnTo>
                    <a:pt x="209380" y="139530"/>
                  </a:lnTo>
                  <a:lnTo>
                    <a:pt x="37477" y="4788"/>
                  </a:lnTo>
                  <a:lnTo>
                    <a:pt x="29215" y="638"/>
                  </a:lnTo>
                  <a:lnTo>
                    <a:pt x="203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17106" y="1486036"/>
              <a:ext cx="410399" cy="80362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04257" y="1422892"/>
              <a:ext cx="302314" cy="204120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494389" y="1494479"/>
              <a:ext cx="91080" cy="674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586149" y="1488411"/>
              <a:ext cx="75887" cy="7848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690566" y="1486646"/>
              <a:ext cx="124362" cy="9533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70904" y="1863972"/>
              <a:ext cx="203316" cy="28777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991704" y="1900208"/>
              <a:ext cx="86109" cy="18216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98606" y="1609212"/>
              <a:ext cx="84109" cy="8683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254046" y="1595569"/>
              <a:ext cx="197245" cy="17351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194256" y="1480369"/>
              <a:ext cx="105181" cy="9035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361724" y="1584769"/>
              <a:ext cx="76069" cy="1907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489125" y="1524305"/>
              <a:ext cx="167399" cy="201210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3911973" y="1443009"/>
            <a:ext cx="3078480" cy="284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1700" spc="105" i="1">
                <a:latin typeface="Palatino Linotype"/>
                <a:cs typeface="Palatino Linotype"/>
              </a:rPr>
              <a:t>J</a:t>
            </a:r>
            <a:r>
              <a:rPr dirty="0" baseline="2314" sz="1800" spc="-1192">
                <a:solidFill>
                  <a:srgbClr val="00A9FF"/>
                </a:solidFill>
                <a:latin typeface="Cambria"/>
                <a:cs typeface="Cambria"/>
              </a:rPr>
              <a:t>→</a:t>
            </a:r>
            <a:r>
              <a:rPr dirty="0" baseline="-23148" sz="1800" spc="157">
                <a:solidFill>
                  <a:srgbClr val="00A9FF"/>
                </a:solidFill>
                <a:latin typeface="Cambria"/>
                <a:cs typeface="Cambria"/>
              </a:rPr>
              <a:t>w</a:t>
            </a:r>
            <a:r>
              <a:rPr dirty="0" baseline="-23148" sz="1800" spc="-217">
                <a:solidFill>
                  <a:srgbClr val="00A9FF"/>
                </a:solidFill>
                <a:latin typeface="Cambria"/>
                <a:cs typeface="Cambria"/>
              </a:rPr>
              <a:t> </a:t>
            </a:r>
            <a:r>
              <a:rPr dirty="0" baseline="-23148" sz="1800" spc="15">
                <a:latin typeface="Cambria"/>
                <a:cs typeface="Cambria"/>
              </a:rPr>
              <a:t>,</a:t>
            </a:r>
            <a:r>
              <a:rPr dirty="0" baseline="-23148" sz="1800" spc="15" i="1">
                <a:solidFill>
                  <a:srgbClr val="00A9FF"/>
                </a:solidFill>
                <a:latin typeface="Palatino Linotype"/>
                <a:cs typeface="Palatino Linotype"/>
              </a:rPr>
              <a:t>b</a:t>
            </a:r>
            <a:r>
              <a:rPr dirty="0" baseline="-21241" sz="2550" spc="15">
                <a:latin typeface="Courier New"/>
                <a:cs typeface="Courier New"/>
              </a:rPr>
              <a:t>(</a:t>
            </a:r>
            <a:r>
              <a:rPr dirty="0" baseline="26143" sz="2550" spc="-1635">
                <a:solidFill>
                  <a:srgbClr val="FFA400"/>
                </a:solidFill>
                <a:latin typeface="Cambria"/>
                <a:cs typeface="Cambria"/>
              </a:rPr>
              <a:t>→</a:t>
            </a:r>
            <a:r>
              <a:rPr dirty="0" sz="1700" spc="10">
                <a:solidFill>
                  <a:srgbClr val="FFA400"/>
                </a:solidFill>
                <a:latin typeface="Cambria"/>
                <a:cs typeface="Cambria"/>
              </a:rPr>
              <a:t>x</a:t>
            </a:r>
            <a:r>
              <a:rPr dirty="0" sz="1700" spc="-15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baseline="-21241" sz="2550">
                <a:latin typeface="Courier New"/>
                <a:cs typeface="Courier New"/>
              </a:rPr>
              <a:t>)</a:t>
            </a:r>
            <a:r>
              <a:rPr dirty="0" baseline="-21241" sz="2550" spc="-825">
                <a:latin typeface="Courier New"/>
                <a:cs typeface="Courier New"/>
              </a:rPr>
              <a:t> </a:t>
            </a:r>
            <a:r>
              <a:rPr dirty="0" sz="1700" spc="215">
                <a:latin typeface="Cambria"/>
                <a:cs typeface="Cambria"/>
              </a:rPr>
              <a:t>=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i="1">
                <a:solidFill>
                  <a:srgbClr val="CE1C00"/>
                </a:solidFill>
                <a:latin typeface="Palatino Linotype"/>
                <a:cs typeface="Palatino Linotype"/>
              </a:rPr>
              <a:t>g</a:t>
            </a:r>
            <a:r>
              <a:rPr dirty="0" sz="1700">
                <a:latin typeface="Cambria"/>
                <a:cs typeface="Cambria"/>
              </a:rPr>
              <a:t>(</a:t>
            </a:r>
            <a:r>
              <a:rPr dirty="0" sz="1700" i="1">
                <a:solidFill>
                  <a:srgbClr val="00A9FF"/>
                </a:solidFill>
                <a:latin typeface="Palatino Linotype"/>
                <a:cs typeface="Palatino Linotype"/>
              </a:rPr>
              <a:t>z</a:t>
            </a:r>
            <a:r>
              <a:rPr dirty="0" sz="1700">
                <a:latin typeface="Cambria"/>
                <a:cs typeface="Cambria"/>
              </a:rPr>
              <a:t>)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spc="215">
                <a:latin typeface="Cambria"/>
                <a:cs typeface="Cambria"/>
              </a:rPr>
              <a:t>=</a:t>
            </a:r>
            <a:r>
              <a:rPr dirty="0" sz="1700" spc="95">
                <a:latin typeface="Cambria"/>
                <a:cs typeface="Cambria"/>
              </a:rPr>
              <a:t> </a:t>
            </a:r>
            <a:r>
              <a:rPr dirty="0" sz="1700" i="1">
                <a:solidFill>
                  <a:srgbClr val="FF2600"/>
                </a:solidFill>
                <a:latin typeface="Palatino Linotype"/>
                <a:cs typeface="Palatino Linotype"/>
              </a:rPr>
              <a:t>g</a:t>
            </a:r>
            <a:r>
              <a:rPr dirty="0" sz="1400">
                <a:latin typeface="Arial"/>
                <a:cs typeface="Arial"/>
              </a:rPr>
              <a:t>(</a:t>
            </a:r>
            <a:r>
              <a:rPr dirty="0" sz="1700" i="1">
                <a:solidFill>
                  <a:srgbClr val="00A9FF"/>
                </a:solidFill>
                <a:latin typeface="Palatino Linotype"/>
                <a:cs typeface="Palatino Linotype"/>
              </a:rPr>
              <a:t>w</a:t>
            </a:r>
            <a:r>
              <a:rPr dirty="0" baseline="-18518" sz="1800">
                <a:solidFill>
                  <a:srgbClr val="00A9FF"/>
                </a:solidFill>
                <a:latin typeface="Cambria"/>
                <a:cs typeface="Cambria"/>
              </a:rPr>
              <a:t>1</a:t>
            </a:r>
            <a:r>
              <a:rPr dirty="0" sz="1700" i="1">
                <a:solidFill>
                  <a:srgbClr val="FFA400"/>
                </a:solidFill>
                <a:latin typeface="Palatino Linotype"/>
                <a:cs typeface="Palatino Linotype"/>
              </a:rPr>
              <a:t>x</a:t>
            </a:r>
            <a:r>
              <a:rPr dirty="0" baseline="-18518" sz="1800">
                <a:solidFill>
                  <a:srgbClr val="FFA400"/>
                </a:solidFill>
                <a:latin typeface="Cambria"/>
                <a:cs typeface="Cambria"/>
              </a:rPr>
              <a:t>1</a:t>
            </a:r>
            <a:r>
              <a:rPr dirty="0" baseline="-18518" sz="1800" spc="172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sz="1700" spc="215">
                <a:latin typeface="Cambria"/>
                <a:cs typeface="Cambria"/>
              </a:rPr>
              <a:t>+</a:t>
            </a:r>
            <a:r>
              <a:rPr dirty="0" sz="1700">
                <a:latin typeface="Cambria"/>
                <a:cs typeface="Cambria"/>
              </a:rPr>
              <a:t> </a:t>
            </a:r>
            <a:r>
              <a:rPr dirty="0" sz="1700" spc="-20" i="1">
                <a:solidFill>
                  <a:srgbClr val="00A9FF"/>
                </a:solidFill>
                <a:latin typeface="Palatino Linotype"/>
                <a:cs typeface="Palatino Linotype"/>
              </a:rPr>
              <a:t>w</a:t>
            </a:r>
            <a:r>
              <a:rPr dirty="0" baseline="-18518" sz="1800" spc="-30">
                <a:solidFill>
                  <a:srgbClr val="00A9FF"/>
                </a:solidFill>
                <a:latin typeface="Cambria"/>
                <a:cs typeface="Cambria"/>
              </a:rPr>
              <a:t>2</a:t>
            </a:r>
            <a:r>
              <a:rPr dirty="0" sz="1700" spc="-20" i="1">
                <a:solidFill>
                  <a:srgbClr val="FFA400"/>
                </a:solidFill>
                <a:latin typeface="Palatino Linotype"/>
                <a:cs typeface="Palatino Linotype"/>
              </a:rPr>
              <a:t>x</a:t>
            </a:r>
            <a:r>
              <a:rPr dirty="0" baseline="-18518" sz="1800" spc="-30">
                <a:solidFill>
                  <a:srgbClr val="FFA400"/>
                </a:solidFill>
                <a:latin typeface="Cambria"/>
                <a:cs typeface="Cambria"/>
              </a:rPr>
              <a:t>2</a:t>
            </a:r>
            <a:endParaRPr baseline="-18518" sz="1800">
              <a:latin typeface="Cambria"/>
              <a:cs typeface="Cambria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6264176" y="1792900"/>
            <a:ext cx="10795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50">
                <a:solidFill>
                  <a:srgbClr val="FFA400"/>
                </a:solidFill>
                <a:latin typeface="Cambria"/>
                <a:cs typeface="Cambria"/>
              </a:rPr>
              <a:t>2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42064" y="1950233"/>
            <a:ext cx="10795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50">
                <a:solidFill>
                  <a:srgbClr val="FFA400"/>
                </a:solidFill>
                <a:latin typeface="Cambria"/>
                <a:cs typeface="Cambria"/>
              </a:rPr>
              <a:t>1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701606" y="1811364"/>
            <a:ext cx="1311910" cy="3028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708025" algn="l"/>
              </a:tabLst>
            </a:pPr>
            <a:r>
              <a:rPr dirty="0" sz="1800" spc="220">
                <a:solidFill>
                  <a:srgbClr val="FFA400"/>
                </a:solidFill>
                <a:latin typeface="Cambria"/>
                <a:cs typeface="Cambria"/>
              </a:rPr>
              <a:t>+</a:t>
            </a:r>
            <a:r>
              <a:rPr dirty="0" sz="1800" spc="220" i="1">
                <a:solidFill>
                  <a:srgbClr val="00A9FF"/>
                </a:solidFill>
                <a:latin typeface="Palatino Linotype"/>
                <a:cs typeface="Palatino Linotype"/>
              </a:rPr>
              <a:t>w</a:t>
            </a:r>
            <a:r>
              <a:rPr dirty="0" sz="1800" spc="130" i="1">
                <a:solidFill>
                  <a:srgbClr val="00A9FF"/>
                </a:solidFill>
                <a:latin typeface="Palatino Linotype"/>
                <a:cs typeface="Palatino Linotype"/>
              </a:rPr>
              <a:t> </a:t>
            </a:r>
            <a:r>
              <a:rPr dirty="0" sz="1800" spc="45" i="1">
                <a:solidFill>
                  <a:srgbClr val="FFA400"/>
                </a:solidFill>
                <a:latin typeface="Palatino Linotype"/>
                <a:cs typeface="Palatino Linotype"/>
              </a:rPr>
              <a:t>x</a:t>
            </a:r>
            <a:r>
              <a:rPr dirty="0" sz="1800" i="1">
                <a:solidFill>
                  <a:srgbClr val="FFA400"/>
                </a:solidFill>
                <a:latin typeface="Palatino Linotype"/>
                <a:cs typeface="Palatino Linotype"/>
              </a:rPr>
              <a:t>	</a:t>
            </a:r>
            <a:r>
              <a:rPr dirty="0" sz="1800" spc="240">
                <a:solidFill>
                  <a:srgbClr val="FFA400"/>
                </a:solidFill>
                <a:latin typeface="Cambria"/>
                <a:cs typeface="Cambria"/>
              </a:rPr>
              <a:t>+</a:t>
            </a:r>
            <a:r>
              <a:rPr dirty="0" sz="1800" spc="5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sz="1800" spc="100" i="1">
                <a:solidFill>
                  <a:srgbClr val="00A9FF"/>
                </a:solidFill>
                <a:latin typeface="Palatino Linotype"/>
                <a:cs typeface="Palatino Linotype"/>
              </a:rPr>
              <a:t>w</a:t>
            </a:r>
            <a:r>
              <a:rPr dirty="0" sz="1800" spc="140" i="1">
                <a:solidFill>
                  <a:srgbClr val="00A9FF"/>
                </a:solidFill>
                <a:latin typeface="Palatino Linotype"/>
                <a:cs typeface="Palatino Linotype"/>
              </a:rPr>
              <a:t> </a:t>
            </a:r>
            <a:r>
              <a:rPr dirty="0" sz="1800" spc="45" i="1">
                <a:solidFill>
                  <a:srgbClr val="FFA400"/>
                </a:solidFill>
                <a:latin typeface="Palatino Linotype"/>
                <a:cs typeface="Palatino Linotype"/>
              </a:rPr>
              <a:t>x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043295" y="1936000"/>
            <a:ext cx="124714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746760" algn="l"/>
              </a:tabLst>
            </a:pPr>
            <a:r>
              <a:rPr dirty="0" sz="1300" spc="-50">
                <a:solidFill>
                  <a:srgbClr val="00A9FF"/>
                </a:solidFill>
                <a:latin typeface="Cambria"/>
                <a:cs typeface="Cambria"/>
              </a:rPr>
              <a:t>3</a:t>
            </a:r>
            <a:r>
              <a:rPr dirty="0" sz="1300">
                <a:solidFill>
                  <a:srgbClr val="00A9FF"/>
                </a:solidFill>
                <a:latin typeface="Cambria"/>
                <a:cs typeface="Cambria"/>
              </a:rPr>
              <a:t>	4</a:t>
            </a:r>
            <a:r>
              <a:rPr dirty="0" sz="1300" spc="140">
                <a:solidFill>
                  <a:srgbClr val="00A9FF"/>
                </a:solidFill>
                <a:latin typeface="Cambria"/>
                <a:cs typeface="Cambria"/>
              </a:rPr>
              <a:t>  </a:t>
            </a:r>
            <a:r>
              <a:rPr dirty="0" sz="1300">
                <a:solidFill>
                  <a:srgbClr val="FFA400"/>
                </a:solidFill>
                <a:latin typeface="Cambria"/>
                <a:cs typeface="Cambria"/>
              </a:rPr>
              <a:t>1</a:t>
            </a:r>
            <a:r>
              <a:rPr dirty="0" sz="1300" spc="145">
                <a:solidFill>
                  <a:srgbClr val="FFA400"/>
                </a:solidFill>
                <a:latin typeface="Cambria"/>
                <a:cs typeface="Cambria"/>
              </a:rPr>
              <a:t>  </a:t>
            </a:r>
            <a:r>
              <a:rPr dirty="0" sz="1300" spc="-50">
                <a:solidFill>
                  <a:srgbClr val="FFA400"/>
                </a:solidFill>
                <a:latin typeface="Cambria"/>
                <a:cs typeface="Cambria"/>
              </a:rPr>
              <a:t>2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96040" y="1936000"/>
            <a:ext cx="10795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50">
                <a:solidFill>
                  <a:srgbClr val="00A9FF"/>
                </a:solidFill>
                <a:latin typeface="Cambria"/>
                <a:cs typeface="Cambria"/>
              </a:rPr>
              <a:t>5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061779" y="1811364"/>
            <a:ext cx="868680" cy="3028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66700" algn="l"/>
              </a:tabLst>
            </a:pPr>
            <a:r>
              <a:rPr dirty="0" sz="1800" spc="45" i="1">
                <a:solidFill>
                  <a:srgbClr val="FFA400"/>
                </a:solidFill>
                <a:latin typeface="Palatino Linotype"/>
                <a:cs typeface="Palatino Linotype"/>
              </a:rPr>
              <a:t>x</a:t>
            </a:r>
            <a:r>
              <a:rPr dirty="0" sz="1800" i="1">
                <a:solidFill>
                  <a:srgbClr val="FFA400"/>
                </a:solidFill>
                <a:latin typeface="Palatino Linotype"/>
                <a:cs typeface="Palatino Linotype"/>
              </a:rPr>
              <a:t>	</a:t>
            </a:r>
            <a:r>
              <a:rPr dirty="0" sz="1800" spc="240">
                <a:solidFill>
                  <a:srgbClr val="FFA400"/>
                </a:solidFill>
                <a:latin typeface="Cambria"/>
                <a:cs typeface="Cambria"/>
              </a:rPr>
              <a:t>+</a:t>
            </a:r>
            <a:r>
              <a:rPr dirty="0" sz="1800" spc="5">
                <a:solidFill>
                  <a:srgbClr val="FFA400"/>
                </a:solidFill>
                <a:latin typeface="Cambria"/>
                <a:cs typeface="Cambria"/>
              </a:rPr>
              <a:t> </a:t>
            </a:r>
            <a:r>
              <a:rPr dirty="0" sz="1800" spc="100" i="1">
                <a:solidFill>
                  <a:srgbClr val="00A9FF"/>
                </a:solidFill>
                <a:latin typeface="Palatino Linotype"/>
                <a:cs typeface="Palatino Linotype"/>
              </a:rPr>
              <a:t>w</a:t>
            </a:r>
            <a:r>
              <a:rPr dirty="0" sz="1800" spc="130" i="1">
                <a:solidFill>
                  <a:srgbClr val="00A9FF"/>
                </a:solidFill>
                <a:latin typeface="Palatino Linotype"/>
                <a:cs typeface="Palatino Linotype"/>
              </a:rPr>
              <a:t> </a:t>
            </a:r>
            <a:r>
              <a:rPr dirty="0" sz="1800" spc="45" i="1">
                <a:solidFill>
                  <a:srgbClr val="FFA400"/>
                </a:solidFill>
                <a:latin typeface="Palatino Linotype"/>
                <a:cs typeface="Palatino Linotype"/>
              </a:rPr>
              <a:t>x</a:t>
            </a:r>
            <a:endParaRPr sz="1800">
              <a:latin typeface="Palatino Linotype"/>
              <a:cs typeface="Palatino Linotype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18427" y="1792900"/>
            <a:ext cx="10795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50">
                <a:solidFill>
                  <a:srgbClr val="FFA400"/>
                </a:solidFill>
                <a:latin typeface="Cambria"/>
                <a:cs typeface="Cambria"/>
              </a:rPr>
              <a:t>2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896314" y="1950233"/>
            <a:ext cx="107950" cy="2222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300" spc="-50">
                <a:solidFill>
                  <a:srgbClr val="FFA400"/>
                </a:solidFill>
                <a:latin typeface="Cambria"/>
                <a:cs typeface="Cambria"/>
              </a:rPr>
              <a:t>2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36875" y="2268561"/>
            <a:ext cx="10223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solidFill>
                  <a:srgbClr val="00A9FF"/>
                </a:solidFill>
                <a:latin typeface="Cambria"/>
                <a:cs typeface="Cambria"/>
              </a:rPr>
              <a:t>6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4526" y="2135003"/>
            <a:ext cx="10223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solidFill>
                  <a:srgbClr val="FFA400"/>
                </a:solidFill>
                <a:latin typeface="Cambria"/>
                <a:cs typeface="Cambria"/>
              </a:rPr>
              <a:t>3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223587" y="2283987"/>
            <a:ext cx="102235" cy="209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200" spc="-50">
                <a:solidFill>
                  <a:srgbClr val="FFA400"/>
                </a:solidFill>
                <a:latin typeface="Cambria"/>
                <a:cs typeface="Cambria"/>
              </a:rPr>
              <a:t>1</a:t>
            </a:r>
            <a:endParaRPr sz="1200">
              <a:latin typeface="Cambria"/>
              <a:cs typeface="Cambri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682062" y="2152236"/>
            <a:ext cx="1328420" cy="2844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00405" algn="l"/>
              </a:tabLst>
            </a:pPr>
            <a:r>
              <a:rPr dirty="0" sz="1700" spc="215">
                <a:latin typeface="Cambria"/>
                <a:cs typeface="Cambria"/>
              </a:rPr>
              <a:t>+</a:t>
            </a:r>
            <a:r>
              <a:rPr dirty="0" sz="1700">
                <a:latin typeface="Cambria"/>
                <a:cs typeface="Cambria"/>
              </a:rPr>
              <a:t> </a:t>
            </a:r>
            <a:r>
              <a:rPr dirty="0" sz="1700" spc="85" i="1">
                <a:solidFill>
                  <a:srgbClr val="00A9FF"/>
                </a:solidFill>
                <a:latin typeface="Palatino Linotype"/>
                <a:cs typeface="Palatino Linotype"/>
              </a:rPr>
              <a:t>w</a:t>
            </a:r>
            <a:r>
              <a:rPr dirty="0" sz="1700" spc="125" i="1">
                <a:solidFill>
                  <a:srgbClr val="00A9FF"/>
                </a:solidFill>
                <a:latin typeface="Palatino Linotype"/>
                <a:cs typeface="Palatino Linotype"/>
              </a:rPr>
              <a:t> </a:t>
            </a:r>
            <a:r>
              <a:rPr dirty="0" sz="1700" spc="25" i="1">
                <a:solidFill>
                  <a:srgbClr val="FFA400"/>
                </a:solidFill>
                <a:latin typeface="Palatino Linotype"/>
                <a:cs typeface="Palatino Linotype"/>
              </a:rPr>
              <a:t>x</a:t>
            </a:r>
            <a:r>
              <a:rPr dirty="0" sz="1700" i="1">
                <a:solidFill>
                  <a:srgbClr val="FFA400"/>
                </a:solidFill>
                <a:latin typeface="Palatino Linotype"/>
                <a:cs typeface="Palatino Linotype"/>
              </a:rPr>
              <a:t>	</a:t>
            </a:r>
            <a:r>
              <a:rPr dirty="0" sz="1400">
                <a:latin typeface="Arial"/>
                <a:cs typeface="Arial"/>
              </a:rPr>
              <a:t>+</a:t>
            </a:r>
            <a:r>
              <a:rPr dirty="0" sz="1700">
                <a:latin typeface="Cambria"/>
                <a:cs typeface="Cambria"/>
              </a:rPr>
              <a:t>⋯</a:t>
            </a:r>
            <a:r>
              <a:rPr dirty="0" sz="1400">
                <a:latin typeface="Arial"/>
                <a:cs typeface="Arial"/>
              </a:rPr>
              <a:t>+</a:t>
            </a:r>
            <a:r>
              <a:rPr dirty="0" sz="1400" spc="114">
                <a:latin typeface="Arial"/>
                <a:cs typeface="Arial"/>
              </a:rPr>
              <a:t> </a:t>
            </a:r>
            <a:r>
              <a:rPr dirty="0" sz="1400" spc="-25">
                <a:solidFill>
                  <a:srgbClr val="00A9FF"/>
                </a:solidFill>
                <a:latin typeface="Arial"/>
                <a:cs typeface="Arial"/>
              </a:rPr>
              <a:t>b</a:t>
            </a:r>
            <a:r>
              <a:rPr dirty="0" sz="1400" spc="-25">
                <a:latin typeface="Arial"/>
                <a:cs typeface="Arial"/>
              </a:rPr>
              <a:t>)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1321608" y="2928248"/>
            <a:ext cx="1036319" cy="791845"/>
            <a:chOff x="1321608" y="2928248"/>
            <a:chExt cx="1036319" cy="791845"/>
          </a:xfrm>
        </p:grpSpPr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1321608" y="2928248"/>
              <a:ext cx="1036079" cy="791279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518343" y="3181510"/>
              <a:ext cx="80363" cy="109799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1527746" y="3173230"/>
              <a:ext cx="256679" cy="239040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1505089" y="3050469"/>
              <a:ext cx="126670" cy="81000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815025" y="3096550"/>
              <a:ext cx="106006" cy="218419"/>
            </a:xfrm>
            <a:prstGeom prst="rect">
              <a:avLst/>
            </a:prstGeom>
          </p:spPr>
        </p:pic>
      </p:grpSp>
      <p:grpSp>
        <p:nvGrpSpPr>
          <p:cNvPr id="45" name="object 45"/>
          <p:cNvGrpSpPr/>
          <p:nvPr/>
        </p:nvGrpSpPr>
        <p:grpSpPr>
          <a:xfrm>
            <a:off x="2469058" y="2844278"/>
            <a:ext cx="462280" cy="288925"/>
            <a:chOff x="2469058" y="2844278"/>
            <a:chExt cx="462280" cy="288925"/>
          </a:xfrm>
        </p:grpSpPr>
        <p:pic>
          <p:nvPicPr>
            <p:cNvPr id="46" name="object 4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473408" y="2973119"/>
              <a:ext cx="84109" cy="86835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528849" y="2959478"/>
              <a:ext cx="197245" cy="17351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469058" y="2844278"/>
              <a:ext cx="105181" cy="90359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636527" y="2948677"/>
              <a:ext cx="76069" cy="190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763928" y="2888212"/>
              <a:ext cx="167399" cy="201210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1593542" y="2511683"/>
            <a:ext cx="1267460" cy="9328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 i="1">
                <a:latin typeface="Palatino Linotype"/>
                <a:cs typeface="Palatino Linotype"/>
              </a:rPr>
              <a:t>x</a:t>
            </a:r>
            <a:r>
              <a:rPr dirty="0" sz="1800" spc="-25">
                <a:latin typeface="Cambria"/>
                <a:cs typeface="Cambria"/>
              </a:rPr>
              <a:t>2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710"/>
              </a:spcBef>
            </a:pPr>
            <a:endParaRPr sz="1800">
              <a:latin typeface="Cambria"/>
              <a:cs typeface="Cambria"/>
            </a:endParaRPr>
          </a:p>
          <a:p>
            <a:pPr algn="r" marR="5080">
              <a:lnSpc>
                <a:spcPct val="100000"/>
              </a:lnSpc>
            </a:pPr>
            <a:r>
              <a:rPr dirty="0" sz="1800" spc="-25" i="1">
                <a:latin typeface="Palatino Linotype"/>
                <a:cs typeface="Palatino Linotype"/>
              </a:rPr>
              <a:t>x</a:t>
            </a:r>
            <a:r>
              <a:rPr dirty="0" sz="1800" spc="-25">
                <a:latin typeface="Cambria"/>
                <a:cs typeface="Cambria"/>
              </a:rPr>
              <a:t>1</a:t>
            </a:r>
            <a:endParaRPr sz="1800">
              <a:latin typeface="Cambria"/>
              <a:cs typeface="Cambria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341301" y="2798790"/>
            <a:ext cx="1224280" cy="1214120"/>
            <a:chOff x="1341301" y="2798790"/>
            <a:chExt cx="1224280" cy="1214120"/>
          </a:xfrm>
        </p:grpSpPr>
        <p:sp>
          <p:nvSpPr>
            <p:cNvPr id="53" name="object 53"/>
            <p:cNvSpPr/>
            <p:nvPr/>
          </p:nvSpPr>
          <p:spPr>
            <a:xfrm>
              <a:off x="1939644" y="2878506"/>
              <a:ext cx="6350" cy="1115060"/>
            </a:xfrm>
            <a:custGeom>
              <a:avLst/>
              <a:gdLst/>
              <a:ahLst/>
              <a:cxnLst/>
              <a:rect l="l" t="t" r="r" b="b"/>
              <a:pathLst>
                <a:path w="6350" h="1115060">
                  <a:moveTo>
                    <a:pt x="0" y="1114748"/>
                  </a:moveTo>
                  <a:lnTo>
                    <a:pt x="6124" y="19049"/>
                  </a:lnTo>
                  <a:lnTo>
                    <a:pt x="623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1805735" y="2798790"/>
              <a:ext cx="279400" cy="210185"/>
            </a:xfrm>
            <a:custGeom>
              <a:avLst/>
              <a:gdLst/>
              <a:ahLst/>
              <a:cxnLst/>
              <a:rect l="l" t="t" r="r" b="b"/>
              <a:pathLst>
                <a:path w="279400" h="210185">
                  <a:moveTo>
                    <a:pt x="140585" y="0"/>
                  </a:moveTo>
                  <a:lnTo>
                    <a:pt x="4884" y="171146"/>
                  </a:lnTo>
                  <a:lnTo>
                    <a:pt x="687" y="179384"/>
                  </a:lnTo>
                  <a:lnTo>
                    <a:pt x="0" y="188284"/>
                  </a:lnTo>
                  <a:lnTo>
                    <a:pt x="2699" y="196791"/>
                  </a:lnTo>
                  <a:lnTo>
                    <a:pt x="8663" y="203856"/>
                  </a:lnTo>
                  <a:lnTo>
                    <a:pt x="16902" y="208053"/>
                  </a:lnTo>
                  <a:lnTo>
                    <a:pt x="25801" y="208742"/>
                  </a:lnTo>
                  <a:lnTo>
                    <a:pt x="34309" y="206043"/>
                  </a:lnTo>
                  <a:lnTo>
                    <a:pt x="41374" y="200078"/>
                  </a:lnTo>
                  <a:lnTo>
                    <a:pt x="140163" y="75483"/>
                  </a:lnTo>
                  <a:lnTo>
                    <a:pt x="237554" y="201174"/>
                  </a:lnTo>
                  <a:lnTo>
                    <a:pt x="244551" y="207217"/>
                  </a:lnTo>
                  <a:lnTo>
                    <a:pt x="253028" y="210011"/>
                  </a:lnTo>
                  <a:lnTo>
                    <a:pt x="261935" y="209423"/>
                  </a:lnTo>
                  <a:lnTo>
                    <a:pt x="270220" y="205318"/>
                  </a:lnTo>
                  <a:lnTo>
                    <a:pt x="276263" y="198321"/>
                  </a:lnTo>
                  <a:lnTo>
                    <a:pt x="279057" y="189844"/>
                  </a:lnTo>
                  <a:lnTo>
                    <a:pt x="278468" y="180937"/>
                  </a:lnTo>
                  <a:lnTo>
                    <a:pt x="274364" y="172652"/>
                  </a:lnTo>
                  <a:lnTo>
                    <a:pt x="14058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1341301" y="3434128"/>
              <a:ext cx="1144905" cy="0"/>
            </a:xfrm>
            <a:custGeom>
              <a:avLst/>
              <a:gdLst/>
              <a:ahLst/>
              <a:cxnLst/>
              <a:rect l="l" t="t" r="r" b="b"/>
              <a:pathLst>
                <a:path w="1144905" h="0">
                  <a:moveTo>
                    <a:pt x="0" y="0"/>
                  </a:moveTo>
                  <a:lnTo>
                    <a:pt x="1125231" y="0"/>
                  </a:lnTo>
                  <a:lnTo>
                    <a:pt x="1144281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355920" y="3294596"/>
              <a:ext cx="209550" cy="279400"/>
            </a:xfrm>
            <a:custGeom>
              <a:avLst/>
              <a:gdLst/>
              <a:ahLst/>
              <a:cxnLst/>
              <a:rect l="l" t="t" r="r" b="b"/>
              <a:pathLst>
                <a:path w="209550" h="279400">
                  <a:moveTo>
                    <a:pt x="20312" y="0"/>
                  </a:moveTo>
                  <a:lnTo>
                    <a:pt x="11820" y="2746"/>
                  </a:lnTo>
                  <a:lnTo>
                    <a:pt x="4788" y="8750"/>
                  </a:lnTo>
                  <a:lnTo>
                    <a:pt x="638" y="17012"/>
                  </a:lnTo>
                  <a:lnTo>
                    <a:pt x="0" y="25915"/>
                  </a:lnTo>
                  <a:lnTo>
                    <a:pt x="2746" y="34408"/>
                  </a:lnTo>
                  <a:lnTo>
                    <a:pt x="8751" y="41438"/>
                  </a:lnTo>
                  <a:lnTo>
                    <a:pt x="133895" y="139531"/>
                  </a:lnTo>
                  <a:lnTo>
                    <a:pt x="8751" y="237622"/>
                  </a:lnTo>
                  <a:lnTo>
                    <a:pt x="2746" y="244653"/>
                  </a:lnTo>
                  <a:lnTo>
                    <a:pt x="0" y="253146"/>
                  </a:lnTo>
                  <a:lnTo>
                    <a:pt x="638" y="262049"/>
                  </a:lnTo>
                  <a:lnTo>
                    <a:pt x="4788" y="270310"/>
                  </a:lnTo>
                  <a:lnTo>
                    <a:pt x="11820" y="276315"/>
                  </a:lnTo>
                  <a:lnTo>
                    <a:pt x="20312" y="279061"/>
                  </a:lnTo>
                  <a:lnTo>
                    <a:pt x="29215" y="278423"/>
                  </a:lnTo>
                  <a:lnTo>
                    <a:pt x="37477" y="274271"/>
                  </a:lnTo>
                  <a:lnTo>
                    <a:pt x="209380" y="139531"/>
                  </a:lnTo>
                  <a:lnTo>
                    <a:pt x="37477" y="4789"/>
                  </a:lnTo>
                  <a:lnTo>
                    <a:pt x="29215" y="638"/>
                  </a:lnTo>
                  <a:lnTo>
                    <a:pt x="2031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Andrew</a:t>
            </a:r>
            <a:r>
              <a:rPr dirty="0" spc="-55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313055" marR="5080" indent="266700">
              <a:lnSpc>
                <a:spcPct val="114799"/>
              </a:lnSpc>
              <a:spcBef>
                <a:spcPts val="95"/>
              </a:spcBef>
            </a:pPr>
            <a:r>
              <a:rPr dirty="0" sz="4200">
                <a:solidFill>
                  <a:srgbClr val="000000"/>
                </a:solidFill>
              </a:rPr>
              <a:t>Cost</a:t>
            </a:r>
            <a:r>
              <a:rPr dirty="0" sz="4200" spc="-80">
                <a:solidFill>
                  <a:srgbClr val="000000"/>
                </a:solidFill>
              </a:rPr>
              <a:t> </a:t>
            </a:r>
            <a:r>
              <a:rPr dirty="0" sz="4200">
                <a:solidFill>
                  <a:srgbClr val="000000"/>
                </a:solidFill>
              </a:rPr>
              <a:t>Function</a:t>
            </a:r>
            <a:r>
              <a:rPr dirty="0" sz="4200" spc="40">
                <a:solidFill>
                  <a:srgbClr val="000000"/>
                </a:solidFill>
              </a:rPr>
              <a:t> </a:t>
            </a:r>
            <a:r>
              <a:rPr dirty="0" sz="4200" spc="-25">
                <a:solidFill>
                  <a:srgbClr val="000000"/>
                </a:solidFill>
              </a:rPr>
              <a:t>for </a:t>
            </a:r>
            <a:r>
              <a:rPr dirty="0" sz="4200">
                <a:solidFill>
                  <a:srgbClr val="000000"/>
                </a:solidFill>
              </a:rPr>
              <a:t>Logistic</a:t>
            </a:r>
            <a:r>
              <a:rPr dirty="0" sz="4200" spc="-45">
                <a:solidFill>
                  <a:srgbClr val="000000"/>
                </a:solidFill>
              </a:rPr>
              <a:t> </a:t>
            </a:r>
            <a:r>
              <a:rPr dirty="0" sz="4200" spc="-10">
                <a:solidFill>
                  <a:srgbClr val="000000"/>
                </a:solidFill>
              </a:rPr>
              <a:t>Regression</a:t>
            </a:r>
            <a:endParaRPr sz="420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35927" rIns="0" bIns="0" rtlCol="0" vert="horz">
            <a:spAutoFit/>
          </a:bodyPr>
          <a:lstStyle/>
          <a:p>
            <a:pPr marL="565150">
              <a:lnSpc>
                <a:spcPct val="100000"/>
              </a:lnSpc>
              <a:spcBef>
                <a:spcPts val="110"/>
              </a:spcBef>
            </a:pPr>
            <a:r>
              <a:rPr dirty="0" sz="4800">
                <a:solidFill>
                  <a:srgbClr val="0070EA"/>
                </a:solidFill>
              </a:rPr>
              <a:t>Cost</a:t>
            </a:r>
            <a:r>
              <a:rPr dirty="0" sz="4800" spc="-70">
                <a:solidFill>
                  <a:srgbClr val="0070EA"/>
                </a:solidFill>
              </a:rPr>
              <a:t> </a:t>
            </a:r>
            <a:r>
              <a:rPr dirty="0" sz="4800" spc="-10">
                <a:solidFill>
                  <a:srgbClr val="0070EA"/>
                </a:solidFill>
              </a:rPr>
              <a:t>Function</a:t>
            </a:r>
            <a:endParaRPr sz="4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43026" y="1186814"/>
            <a:ext cx="4414520" cy="2148840"/>
          </a:xfrm>
          <a:custGeom>
            <a:avLst/>
            <a:gdLst/>
            <a:ahLst/>
            <a:cxnLst/>
            <a:rect l="l" t="t" r="r" b="b"/>
            <a:pathLst>
              <a:path w="4414520" h="2148840">
                <a:moveTo>
                  <a:pt x="1108379" y="0"/>
                </a:moveTo>
                <a:lnTo>
                  <a:pt x="1108379" y="2148332"/>
                </a:lnTo>
              </a:path>
              <a:path w="4414520" h="2148840">
                <a:moveTo>
                  <a:pt x="1817420" y="0"/>
                </a:moveTo>
                <a:lnTo>
                  <a:pt x="1817420" y="2148332"/>
                </a:lnTo>
              </a:path>
              <a:path w="4414520" h="2148840">
                <a:moveTo>
                  <a:pt x="3255568" y="0"/>
                </a:moveTo>
                <a:lnTo>
                  <a:pt x="3255568" y="2148332"/>
                </a:lnTo>
              </a:path>
              <a:path w="4414520" h="2148840">
                <a:moveTo>
                  <a:pt x="0" y="738632"/>
                </a:moveTo>
                <a:lnTo>
                  <a:pt x="4414062" y="738632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748665" y="1183703"/>
            <a:ext cx="1099820" cy="513715"/>
          </a:xfrm>
          <a:prstGeom prst="rect">
            <a:avLst/>
          </a:prstGeom>
        </p:spPr>
        <p:txBody>
          <a:bodyPr wrap="square" lIns="0" tIns="4445" rIns="0" bIns="0" rtlCol="0" vert="horz">
            <a:spAutoFit/>
          </a:bodyPr>
          <a:lstStyle/>
          <a:p>
            <a:pPr marL="307975" marR="5080" indent="-295910">
              <a:lnSpc>
                <a:spcPct val="104900"/>
              </a:lnSpc>
              <a:spcBef>
                <a:spcPts val="35"/>
              </a:spcBef>
            </a:pPr>
            <a:r>
              <a:rPr dirty="0" sz="1550">
                <a:latin typeface="Verdana"/>
                <a:cs typeface="Verdana"/>
              </a:rPr>
              <a:t>tumor</a:t>
            </a:r>
            <a:r>
              <a:rPr dirty="0" sz="1550" spc="135">
                <a:latin typeface="Verdana"/>
                <a:cs typeface="Verdana"/>
              </a:rPr>
              <a:t> </a:t>
            </a:r>
            <a:r>
              <a:rPr dirty="0" sz="1550" spc="-20">
                <a:latin typeface="Verdana"/>
                <a:cs typeface="Verdana"/>
              </a:rPr>
              <a:t>size (cm)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5185" y="1183957"/>
            <a:ext cx="303593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02920" algn="l"/>
              </a:tabLst>
            </a:pPr>
            <a:r>
              <a:rPr dirty="0" sz="1550" spc="-50">
                <a:latin typeface="Verdana"/>
                <a:cs typeface="Verdana"/>
              </a:rPr>
              <a:t>…</a:t>
            </a:r>
            <a:r>
              <a:rPr dirty="0" sz="1550">
                <a:latin typeface="Verdana"/>
                <a:cs typeface="Verdana"/>
              </a:rPr>
              <a:t>	patient’s</a:t>
            </a:r>
            <a:r>
              <a:rPr dirty="0" sz="1550" spc="12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age</a:t>
            </a:r>
            <a:r>
              <a:rPr dirty="0" sz="1550" spc="35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malignant?</a:t>
            </a:r>
            <a:endParaRPr sz="1550">
              <a:latin typeface="Verdana"/>
              <a:cs typeface="Verdana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139825" y="1925447"/>
          <a:ext cx="3637279" cy="14185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11835"/>
                <a:gridCol w="709295"/>
                <a:gridCol w="1438275"/>
                <a:gridCol w="702309"/>
              </a:tblGrid>
              <a:tr h="3175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10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114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52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1143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1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11430"/>
                </a:tc>
              </a:tr>
              <a:tr h="281940">
                <a:tc>
                  <a:txBody>
                    <a:bodyPr/>
                    <a:lstStyle/>
                    <a:p>
                      <a:pPr marL="98425">
                        <a:lnSpc>
                          <a:spcPts val="1975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75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73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975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  <a:tr h="281940">
                <a:tc>
                  <a:txBody>
                    <a:bodyPr/>
                    <a:lstStyle/>
                    <a:p>
                      <a:pPr marL="98425">
                        <a:lnSpc>
                          <a:spcPts val="1975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75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55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975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0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  <a:tr h="281940">
                <a:tc>
                  <a:txBody>
                    <a:bodyPr/>
                    <a:lstStyle/>
                    <a:p>
                      <a:pPr marL="31750">
                        <a:lnSpc>
                          <a:spcPts val="1975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12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75"/>
                        </a:lnSpc>
                      </a:pPr>
                      <a:r>
                        <a:rPr dirty="0" sz="1800" spc="-25">
                          <a:latin typeface="Cambria Math"/>
                          <a:cs typeface="Cambria Math"/>
                        </a:rPr>
                        <a:t>49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50165">
                        <a:lnSpc>
                          <a:spcPts val="1975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1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  <a:tr h="255270">
                <a:tc>
                  <a:txBody>
                    <a:bodyPr/>
                    <a:lstStyle/>
                    <a:p>
                      <a:pPr marL="69850">
                        <a:lnSpc>
                          <a:spcPts val="1914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…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14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…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24130">
                        <a:lnSpc>
                          <a:spcPts val="1914"/>
                        </a:lnSpc>
                      </a:pPr>
                      <a:r>
                        <a:rPr dirty="0" sz="1800" spc="-50">
                          <a:latin typeface="Cambria Math"/>
                          <a:cs typeface="Cambria Math"/>
                        </a:rPr>
                        <a:t>…</a:t>
                      </a:r>
                      <a:endParaRPr sz="1800">
                        <a:latin typeface="Cambria Math"/>
                        <a:cs typeface="Cambria Math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51220" rIns="0" bIns="0" rtlCol="0" vert="horz">
            <a:spAutoFit/>
          </a:bodyPr>
          <a:lstStyle/>
          <a:p>
            <a:pPr marL="375285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Training</a:t>
            </a:r>
            <a:r>
              <a:rPr dirty="0" sz="2750" spc="200"/>
              <a:t> </a:t>
            </a:r>
            <a:r>
              <a:rPr dirty="0" sz="2750" spc="-25"/>
              <a:t>set</a:t>
            </a:r>
            <a:endParaRPr sz="2750"/>
          </a:p>
        </p:txBody>
      </p:sp>
      <p:sp>
        <p:nvSpPr>
          <p:cNvPr id="7" name="object 7"/>
          <p:cNvSpPr txBox="1"/>
          <p:nvPr/>
        </p:nvSpPr>
        <p:spPr>
          <a:xfrm>
            <a:off x="5176901" y="2043176"/>
            <a:ext cx="2085975" cy="361950"/>
          </a:xfrm>
          <a:prstGeom prst="rect">
            <a:avLst/>
          </a:prstGeom>
          <a:ln w="25400">
            <a:solidFill>
              <a:srgbClr val="C00000"/>
            </a:solidFill>
          </a:ln>
        </p:spPr>
        <p:txBody>
          <a:bodyPr wrap="square" lIns="0" tIns="31750" rIns="0" bIns="0" rtlCol="0" vert="horz">
            <a:spAutoFit/>
          </a:bodyPr>
          <a:lstStyle/>
          <a:p>
            <a:pPr marL="95885">
              <a:lnSpc>
                <a:spcPct val="100000"/>
              </a:lnSpc>
              <a:spcBef>
                <a:spcPts val="250"/>
              </a:spcBef>
            </a:pPr>
            <a:r>
              <a:rPr dirty="0" sz="1800">
                <a:latin typeface="Arial"/>
                <a:cs typeface="Arial"/>
              </a:rPr>
              <a:t>target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4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is</a:t>
            </a:r>
            <a:r>
              <a:rPr dirty="0" sz="1800" spc="65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1800" spc="245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or</a:t>
            </a:r>
            <a:r>
              <a:rPr dirty="0" sz="1800" spc="-55">
                <a:latin typeface="Verdana"/>
                <a:cs typeface="Verdana"/>
              </a:rPr>
              <a:t> </a:t>
            </a:r>
            <a:r>
              <a:rPr dirty="0" sz="18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391530" y="2721610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762" y="0"/>
                </a:moveTo>
                <a:lnTo>
                  <a:pt x="123317" y="4952"/>
                </a:lnTo>
                <a:lnTo>
                  <a:pt x="136779" y="16637"/>
                </a:lnTo>
                <a:lnTo>
                  <a:pt x="0" y="16637"/>
                </a:lnTo>
                <a:lnTo>
                  <a:pt x="0" y="24510"/>
                </a:lnTo>
                <a:lnTo>
                  <a:pt x="136779" y="24510"/>
                </a:lnTo>
                <a:lnTo>
                  <a:pt x="123317" y="36067"/>
                </a:lnTo>
                <a:lnTo>
                  <a:pt x="127762" y="41147"/>
                </a:lnTo>
                <a:lnTo>
                  <a:pt x="148844" y="22987"/>
                </a:lnTo>
                <a:lnTo>
                  <a:pt x="148844" y="18160"/>
                </a:lnTo>
                <a:lnTo>
                  <a:pt x="127762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5716396" y="2638425"/>
            <a:ext cx="264795" cy="220979"/>
            <a:chOff x="5716396" y="2638425"/>
            <a:chExt cx="264795" cy="220979"/>
          </a:xfrm>
        </p:grpSpPr>
        <p:sp>
          <p:nvSpPr>
            <p:cNvPr id="10" name="object 10"/>
            <p:cNvSpPr/>
            <p:nvPr/>
          </p:nvSpPr>
          <p:spPr>
            <a:xfrm>
              <a:off x="5716396" y="2647569"/>
              <a:ext cx="264795" cy="212090"/>
            </a:xfrm>
            <a:custGeom>
              <a:avLst/>
              <a:gdLst/>
              <a:ahLst/>
              <a:cxnLst/>
              <a:rect l="l" t="t" r="r" b="b"/>
              <a:pathLst>
                <a:path w="264795" h="212089">
                  <a:moveTo>
                    <a:pt x="196723" y="0"/>
                  </a:moveTo>
                  <a:lnTo>
                    <a:pt x="193675" y="8636"/>
                  </a:lnTo>
                  <a:lnTo>
                    <a:pt x="205942" y="13946"/>
                  </a:lnTo>
                  <a:lnTo>
                    <a:pt x="216471" y="21304"/>
                  </a:lnTo>
                  <a:lnTo>
                    <a:pt x="237910" y="55431"/>
                  </a:lnTo>
                  <a:lnTo>
                    <a:pt x="244982" y="104901"/>
                  </a:lnTo>
                  <a:lnTo>
                    <a:pt x="244197" y="123570"/>
                  </a:lnTo>
                  <a:lnTo>
                    <a:pt x="232410" y="169291"/>
                  </a:lnTo>
                  <a:lnTo>
                    <a:pt x="206103" y="197866"/>
                  </a:lnTo>
                  <a:lnTo>
                    <a:pt x="194055" y="203200"/>
                  </a:lnTo>
                  <a:lnTo>
                    <a:pt x="196723" y="211708"/>
                  </a:lnTo>
                  <a:lnTo>
                    <a:pt x="237138" y="187706"/>
                  </a:lnTo>
                  <a:lnTo>
                    <a:pt x="259905" y="143335"/>
                  </a:lnTo>
                  <a:lnTo>
                    <a:pt x="264287" y="105918"/>
                  </a:lnTo>
                  <a:lnTo>
                    <a:pt x="263205" y="86776"/>
                  </a:lnTo>
                  <a:lnTo>
                    <a:pt x="263191" y="86536"/>
                  </a:lnTo>
                  <a:lnTo>
                    <a:pt x="246761" y="37083"/>
                  </a:lnTo>
                  <a:lnTo>
                    <a:pt x="212060" y="5544"/>
                  </a:lnTo>
                  <a:lnTo>
                    <a:pt x="196723" y="0"/>
                  </a:lnTo>
                  <a:close/>
                </a:path>
                <a:path w="264795" h="212089">
                  <a:moveTo>
                    <a:pt x="67563" y="0"/>
                  </a:moveTo>
                  <a:lnTo>
                    <a:pt x="27112" y="24110"/>
                  </a:lnTo>
                  <a:lnTo>
                    <a:pt x="4365" y="68595"/>
                  </a:lnTo>
                  <a:lnTo>
                    <a:pt x="0" y="105918"/>
                  </a:lnTo>
                  <a:lnTo>
                    <a:pt x="992" y="123570"/>
                  </a:lnTo>
                  <a:lnTo>
                    <a:pt x="1093" y="125370"/>
                  </a:lnTo>
                  <a:lnTo>
                    <a:pt x="17399" y="174751"/>
                  </a:lnTo>
                  <a:lnTo>
                    <a:pt x="52135" y="206184"/>
                  </a:lnTo>
                  <a:lnTo>
                    <a:pt x="67563" y="211708"/>
                  </a:lnTo>
                  <a:lnTo>
                    <a:pt x="70230" y="203200"/>
                  </a:lnTo>
                  <a:lnTo>
                    <a:pt x="58130" y="197866"/>
                  </a:lnTo>
                  <a:lnTo>
                    <a:pt x="47720" y="190436"/>
                  </a:lnTo>
                  <a:lnTo>
                    <a:pt x="26376" y="155765"/>
                  </a:lnTo>
                  <a:lnTo>
                    <a:pt x="19346" y="105918"/>
                  </a:lnTo>
                  <a:lnTo>
                    <a:pt x="19303" y="104901"/>
                  </a:lnTo>
                  <a:lnTo>
                    <a:pt x="20089" y="86776"/>
                  </a:lnTo>
                  <a:lnTo>
                    <a:pt x="31876" y="42163"/>
                  </a:lnTo>
                  <a:lnTo>
                    <a:pt x="58291" y="13946"/>
                  </a:lnTo>
                  <a:lnTo>
                    <a:pt x="70485" y="8636"/>
                  </a:lnTo>
                  <a:lnTo>
                    <a:pt x="67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791580" y="2638425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29" h="55244">
                  <a:moveTo>
                    <a:pt x="84709" y="0"/>
                  </a:moveTo>
                  <a:lnTo>
                    <a:pt x="78740" y="6731"/>
                  </a:lnTo>
                  <a:lnTo>
                    <a:pt x="96647" y="22225"/>
                  </a:lnTo>
                  <a:lnTo>
                    <a:pt x="0" y="22225"/>
                  </a:lnTo>
                  <a:lnTo>
                    <a:pt x="0" y="32766"/>
                  </a:lnTo>
                  <a:lnTo>
                    <a:pt x="96647" y="32766"/>
                  </a:lnTo>
                  <a:lnTo>
                    <a:pt x="78740" y="48260"/>
                  </a:lnTo>
                  <a:lnTo>
                    <a:pt x="84709" y="54991"/>
                  </a:lnTo>
                  <a:lnTo>
                    <a:pt x="112649" y="30733"/>
                  </a:lnTo>
                  <a:lnTo>
                    <a:pt x="112649" y="24256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234940" y="2581529"/>
            <a:ext cx="1029969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819785" algn="l"/>
              </a:tabLst>
            </a:pPr>
            <a:r>
              <a:rPr dirty="0" sz="1800" spc="55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baseline="-16460" sz="2025" spc="82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-16460" sz="2025" spc="82">
                <a:latin typeface="Cambria Math"/>
                <a:cs typeface="Cambria Math"/>
              </a:rPr>
              <a:t>,</a:t>
            </a:r>
            <a:r>
              <a:rPr dirty="0" baseline="-16460" sz="2025" spc="82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baseline="-16460" sz="2025" spc="195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86880" y="2751708"/>
            <a:ext cx="1304925" cy="209550"/>
            <a:chOff x="6286880" y="2751708"/>
            <a:chExt cx="1304925" cy="209550"/>
          </a:xfrm>
        </p:grpSpPr>
        <p:sp>
          <p:nvSpPr>
            <p:cNvPr id="14" name="object 14"/>
            <p:cNvSpPr/>
            <p:nvPr/>
          </p:nvSpPr>
          <p:spPr>
            <a:xfrm>
              <a:off x="6286881" y="2751708"/>
              <a:ext cx="1304925" cy="209550"/>
            </a:xfrm>
            <a:custGeom>
              <a:avLst/>
              <a:gdLst/>
              <a:ahLst/>
              <a:cxnLst/>
              <a:rect l="l" t="t" r="r" b="b"/>
              <a:pathLst>
                <a:path w="1304925" h="209550">
                  <a:moveTo>
                    <a:pt x="725170" y="56896"/>
                  </a:moveTo>
                  <a:lnTo>
                    <a:pt x="722884" y="50546"/>
                  </a:lnTo>
                  <a:lnTo>
                    <a:pt x="711377" y="54724"/>
                  </a:lnTo>
                  <a:lnTo>
                    <a:pt x="701294" y="60744"/>
                  </a:lnTo>
                  <a:lnTo>
                    <a:pt x="675525" y="101955"/>
                  </a:lnTo>
                  <a:lnTo>
                    <a:pt x="672211" y="129921"/>
                  </a:lnTo>
                  <a:lnTo>
                    <a:pt x="672960" y="143116"/>
                  </a:lnTo>
                  <a:lnTo>
                    <a:pt x="673036" y="144526"/>
                  </a:lnTo>
                  <a:lnTo>
                    <a:pt x="685292" y="181610"/>
                  </a:lnTo>
                  <a:lnTo>
                    <a:pt x="722884" y="209296"/>
                  </a:lnTo>
                  <a:lnTo>
                    <a:pt x="724916" y="202819"/>
                  </a:lnTo>
                  <a:lnTo>
                    <a:pt x="715835" y="198869"/>
                  </a:lnTo>
                  <a:lnTo>
                    <a:pt x="708037" y="193319"/>
                  </a:lnTo>
                  <a:lnTo>
                    <a:pt x="689063" y="155816"/>
                  </a:lnTo>
                  <a:lnTo>
                    <a:pt x="686689" y="129159"/>
                  </a:lnTo>
                  <a:lnTo>
                    <a:pt x="687273" y="115595"/>
                  </a:lnTo>
                  <a:lnTo>
                    <a:pt x="701522" y="73533"/>
                  </a:lnTo>
                  <a:lnTo>
                    <a:pt x="716000" y="60909"/>
                  </a:lnTo>
                  <a:lnTo>
                    <a:pt x="725170" y="56896"/>
                  </a:lnTo>
                  <a:close/>
                </a:path>
                <a:path w="1304925" h="209550">
                  <a:moveTo>
                    <a:pt x="1284732" y="129921"/>
                  </a:moveTo>
                  <a:lnTo>
                    <a:pt x="1283919" y="115595"/>
                  </a:lnTo>
                  <a:lnTo>
                    <a:pt x="1283919" y="115404"/>
                  </a:lnTo>
                  <a:lnTo>
                    <a:pt x="1281468" y="101955"/>
                  </a:lnTo>
                  <a:lnTo>
                    <a:pt x="1255725" y="60744"/>
                  </a:lnTo>
                  <a:lnTo>
                    <a:pt x="1234186" y="50546"/>
                  </a:lnTo>
                  <a:lnTo>
                    <a:pt x="1231900" y="56896"/>
                  </a:lnTo>
                  <a:lnTo>
                    <a:pt x="1241069" y="60909"/>
                  </a:lnTo>
                  <a:lnTo>
                    <a:pt x="1248956" y="66446"/>
                  </a:lnTo>
                  <a:lnTo>
                    <a:pt x="1267942" y="103238"/>
                  </a:lnTo>
                  <a:lnTo>
                    <a:pt x="1270254" y="129159"/>
                  </a:lnTo>
                  <a:lnTo>
                    <a:pt x="1269669" y="143116"/>
                  </a:lnTo>
                  <a:lnTo>
                    <a:pt x="1255547" y="186156"/>
                  </a:lnTo>
                  <a:lnTo>
                    <a:pt x="1232154" y="202819"/>
                  </a:lnTo>
                  <a:lnTo>
                    <a:pt x="1234186" y="209296"/>
                  </a:lnTo>
                  <a:lnTo>
                    <a:pt x="1271778" y="181610"/>
                  </a:lnTo>
                  <a:lnTo>
                    <a:pt x="1283919" y="144526"/>
                  </a:lnTo>
                  <a:lnTo>
                    <a:pt x="1284732" y="129921"/>
                  </a:lnTo>
                  <a:close/>
                </a:path>
                <a:path w="1304925" h="209550">
                  <a:moveTo>
                    <a:pt x="13049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304925" y="9525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001255" y="2778759"/>
              <a:ext cx="149225" cy="41275"/>
            </a:xfrm>
            <a:custGeom>
              <a:avLst/>
              <a:gdLst/>
              <a:ahLst/>
              <a:cxnLst/>
              <a:rect l="l" t="t" r="r" b="b"/>
              <a:pathLst>
                <a:path w="149225" h="41275">
                  <a:moveTo>
                    <a:pt x="127762" y="0"/>
                  </a:moveTo>
                  <a:lnTo>
                    <a:pt x="123317" y="4952"/>
                  </a:lnTo>
                  <a:lnTo>
                    <a:pt x="136778" y="16637"/>
                  </a:lnTo>
                  <a:lnTo>
                    <a:pt x="0" y="16637"/>
                  </a:lnTo>
                  <a:lnTo>
                    <a:pt x="0" y="24510"/>
                  </a:lnTo>
                  <a:lnTo>
                    <a:pt x="136778" y="24510"/>
                  </a:lnTo>
                  <a:lnTo>
                    <a:pt x="123317" y="36067"/>
                  </a:lnTo>
                  <a:lnTo>
                    <a:pt x="127762" y="41147"/>
                  </a:lnTo>
                  <a:lnTo>
                    <a:pt x="148844" y="22987"/>
                  </a:lnTo>
                  <a:lnTo>
                    <a:pt x="148844" y="18160"/>
                  </a:lnTo>
                  <a:lnTo>
                    <a:pt x="127762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201280" y="2778759"/>
              <a:ext cx="92075" cy="41275"/>
            </a:xfrm>
            <a:custGeom>
              <a:avLst/>
              <a:gdLst/>
              <a:ahLst/>
              <a:cxnLst/>
              <a:rect l="l" t="t" r="r" b="b"/>
              <a:pathLst>
                <a:path w="92075" h="41275">
                  <a:moveTo>
                    <a:pt x="70612" y="0"/>
                  </a:moveTo>
                  <a:lnTo>
                    <a:pt x="66167" y="4952"/>
                  </a:lnTo>
                  <a:lnTo>
                    <a:pt x="79628" y="16637"/>
                  </a:lnTo>
                  <a:lnTo>
                    <a:pt x="0" y="16637"/>
                  </a:lnTo>
                  <a:lnTo>
                    <a:pt x="0" y="24510"/>
                  </a:lnTo>
                  <a:lnTo>
                    <a:pt x="79628" y="24510"/>
                  </a:lnTo>
                  <a:lnTo>
                    <a:pt x="66167" y="36067"/>
                  </a:lnTo>
                  <a:lnTo>
                    <a:pt x="70612" y="41147"/>
                  </a:lnTo>
                  <a:lnTo>
                    <a:pt x="91694" y="22987"/>
                  </a:lnTo>
                  <a:lnTo>
                    <a:pt x="91694" y="18160"/>
                  </a:lnTo>
                  <a:lnTo>
                    <a:pt x="70612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871969" y="2409825"/>
            <a:ext cx="15240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255384" y="2686685"/>
            <a:ext cx="130429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16975" sz="2700">
                <a:latin typeface="Cambria Math"/>
                <a:cs typeface="Cambria Math"/>
              </a:rPr>
              <a:t>1</a:t>
            </a:r>
            <a:r>
              <a:rPr dirty="0" baseline="-16975" sz="2700" spc="30">
                <a:latin typeface="Cambria Math"/>
                <a:cs typeface="Cambria Math"/>
              </a:rPr>
              <a:t> </a:t>
            </a:r>
            <a:r>
              <a:rPr dirty="0" baseline="-16975" sz="2700">
                <a:latin typeface="Cambria Math"/>
                <a:cs typeface="Cambria Math"/>
              </a:rPr>
              <a:t>+</a:t>
            </a:r>
            <a:r>
              <a:rPr dirty="0" baseline="-16975" sz="2700" spc="-37">
                <a:latin typeface="Cambria Math"/>
                <a:cs typeface="Cambria Math"/>
              </a:rPr>
              <a:t> </a:t>
            </a:r>
            <a:r>
              <a:rPr dirty="0" baseline="-16975" sz="2700" spc="82">
                <a:latin typeface="Cambria Math"/>
                <a:cs typeface="Cambria Math"/>
              </a:rPr>
              <a:t>𝑒</a:t>
            </a:r>
            <a:r>
              <a:rPr dirty="0" sz="1350" spc="55">
                <a:latin typeface="Cambria Math"/>
                <a:cs typeface="Cambria Math"/>
              </a:rPr>
              <a:t>−</a:t>
            </a:r>
            <a:r>
              <a:rPr dirty="0" sz="1350" spc="215">
                <a:latin typeface="Cambria Math"/>
                <a:cs typeface="Cambria Math"/>
              </a:rPr>
              <a:t> </a:t>
            </a:r>
            <a:r>
              <a:rPr dirty="0" sz="135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-20">
                <a:latin typeface="Cambria Math"/>
                <a:cs typeface="Cambria Math"/>
              </a:rPr>
              <a:t>∙</a:t>
            </a:r>
            <a:r>
              <a:rPr dirty="0" sz="1350" spc="-2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350" spc="-20">
                <a:latin typeface="Cambria Math"/>
                <a:cs typeface="Cambria Math"/>
              </a:rPr>
              <a:t>+</a:t>
            </a:r>
            <a:r>
              <a:rPr dirty="0" sz="135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2841244" y="3787521"/>
            <a:ext cx="179705" cy="55244"/>
          </a:xfrm>
          <a:custGeom>
            <a:avLst/>
            <a:gdLst/>
            <a:ahLst/>
            <a:cxnLst/>
            <a:rect l="l" t="t" r="r" b="b"/>
            <a:pathLst>
              <a:path w="179705" h="55245">
                <a:moveTo>
                  <a:pt x="151383" y="0"/>
                </a:moveTo>
                <a:lnTo>
                  <a:pt x="145414" y="6730"/>
                </a:lnTo>
                <a:lnTo>
                  <a:pt x="163322" y="22224"/>
                </a:lnTo>
                <a:lnTo>
                  <a:pt x="0" y="22224"/>
                </a:lnTo>
                <a:lnTo>
                  <a:pt x="0" y="32765"/>
                </a:lnTo>
                <a:lnTo>
                  <a:pt x="163322" y="32765"/>
                </a:lnTo>
                <a:lnTo>
                  <a:pt x="145414" y="48259"/>
                </a:lnTo>
                <a:lnTo>
                  <a:pt x="151383" y="54863"/>
                </a:lnTo>
                <a:lnTo>
                  <a:pt x="179324" y="30733"/>
                </a:lnTo>
                <a:lnTo>
                  <a:pt x="179324" y="24256"/>
                </a:lnTo>
                <a:lnTo>
                  <a:pt x="15138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042035" y="3742690"/>
            <a:ext cx="26549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543" sz="2700">
                <a:latin typeface="Verdana"/>
                <a:cs typeface="Verdana"/>
              </a:rPr>
              <a:t>How to</a:t>
            </a:r>
            <a:r>
              <a:rPr dirty="0" baseline="1543" sz="2700" spc="22">
                <a:latin typeface="Verdana"/>
                <a:cs typeface="Verdana"/>
              </a:rPr>
              <a:t> </a:t>
            </a:r>
            <a:r>
              <a:rPr dirty="0" baseline="1543" sz="2700">
                <a:latin typeface="Verdana"/>
                <a:cs typeface="Verdana"/>
              </a:rPr>
              <a:t>choose</a:t>
            </a:r>
            <a:r>
              <a:rPr dirty="0" baseline="1543" sz="2700" spc="-187">
                <a:latin typeface="Verdana"/>
                <a:cs typeface="Verdana"/>
              </a:rPr>
              <a:t> </a:t>
            </a:r>
            <a:r>
              <a:rPr dirty="0" baseline="1543" sz="27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1543" sz="2700" spc="254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baseline="1543" sz="2700">
                <a:latin typeface="Cambria Math"/>
                <a:cs typeface="Cambria Math"/>
              </a:rPr>
              <a:t>=</a:t>
            </a:r>
            <a:r>
              <a:rPr dirty="0" baseline="1543" sz="2700" spc="97">
                <a:latin typeface="Cambria Math"/>
                <a:cs typeface="Cambria Math"/>
              </a:rPr>
              <a:t> </a:t>
            </a:r>
            <a:r>
              <a:rPr dirty="0" baseline="1543" sz="2700" spc="-37">
                <a:latin typeface="Cambria Math"/>
                <a:cs typeface="Cambria Math"/>
              </a:rPr>
              <a:t>[</a:t>
            </a:r>
            <a:r>
              <a:rPr dirty="0" baseline="10802" sz="2700" spc="-37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350" spc="-25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42130" y="3695065"/>
            <a:ext cx="7810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0"/>
              </a:spcBef>
              <a:tabLst>
                <a:tab pos="546100" algn="l"/>
              </a:tabLst>
            </a:pPr>
            <a:r>
              <a:rPr dirty="0" sz="18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460" sz="2025" spc="-37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baseline="-16460" sz="2025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⋯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79645" y="3742690"/>
            <a:ext cx="12693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350">
                <a:solidFill>
                  <a:srgbClr val="0096FF"/>
                </a:solidFill>
                <a:latin typeface="Cambria Math"/>
                <a:cs typeface="Cambria Math"/>
              </a:rPr>
              <a:t>𝑛</a:t>
            </a:r>
            <a:r>
              <a:rPr dirty="0" baseline="1543" sz="2700">
                <a:latin typeface="Cambria Math"/>
                <a:cs typeface="Cambria Math"/>
              </a:rPr>
              <a:t>]</a:t>
            </a:r>
            <a:r>
              <a:rPr dirty="0" baseline="1543" sz="2700" spc="247">
                <a:latin typeface="Cambria Math"/>
                <a:cs typeface="Cambria Math"/>
              </a:rPr>
              <a:t> </a:t>
            </a:r>
            <a:r>
              <a:rPr dirty="0" baseline="1543" sz="2700">
                <a:latin typeface="Verdana"/>
                <a:cs typeface="Verdana"/>
              </a:rPr>
              <a:t>and</a:t>
            </a:r>
            <a:r>
              <a:rPr dirty="0" baseline="1543" sz="2700" spc="67">
                <a:latin typeface="Verdana"/>
                <a:cs typeface="Verdana"/>
              </a:rPr>
              <a:t> </a:t>
            </a:r>
            <a:r>
              <a:rPr dirty="0" baseline="1543" sz="2700" spc="-37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baseline="1543" sz="2700" spc="-37">
                <a:latin typeface="Verdana"/>
                <a:cs typeface="Verdana"/>
              </a:rPr>
              <a:t>?</a:t>
            </a:r>
            <a:endParaRPr baseline="1543" sz="2700">
              <a:latin typeface="Verdana"/>
              <a:cs typeface="Verdana"/>
            </a:endParaRPr>
          </a:p>
        </p:txBody>
      </p:sp>
      <p:pic>
        <p:nvPicPr>
          <p:cNvPr id="23" name="object 2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632" y="2008251"/>
            <a:ext cx="261658" cy="16649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27520" y="2324989"/>
            <a:ext cx="40308" cy="4889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3778" y="2452877"/>
            <a:ext cx="47358" cy="52324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99415" y="2625598"/>
            <a:ext cx="48909" cy="50672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59803" y="3090545"/>
            <a:ext cx="402285" cy="179705"/>
          </a:xfrm>
          <a:prstGeom prst="rect">
            <a:avLst/>
          </a:prstGeom>
        </p:spPr>
      </p:pic>
      <p:grpSp>
        <p:nvGrpSpPr>
          <p:cNvPr id="28" name="object 28"/>
          <p:cNvGrpSpPr/>
          <p:nvPr/>
        </p:nvGrpSpPr>
        <p:grpSpPr>
          <a:xfrm>
            <a:off x="1262240" y="1666620"/>
            <a:ext cx="3307715" cy="233045"/>
            <a:chOff x="1262240" y="1666620"/>
            <a:chExt cx="3307715" cy="233045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62240" y="1666620"/>
              <a:ext cx="192798" cy="185419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107690" y="1684019"/>
              <a:ext cx="198905" cy="183133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430521" y="1687829"/>
              <a:ext cx="139064" cy="211328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5238369" y="1097851"/>
            <a:ext cx="1126490" cy="822960"/>
          </a:xfrm>
          <a:prstGeom prst="rect">
            <a:avLst/>
          </a:prstGeom>
        </p:spPr>
        <p:txBody>
          <a:bodyPr wrap="square" lIns="0" tIns="136525" rIns="0" bIns="0" rtlCol="0" vert="horz">
            <a:spAutoFit/>
          </a:bodyPr>
          <a:lstStyle/>
          <a:p>
            <a:pPr marL="34290">
              <a:lnSpc>
                <a:spcPct val="100000"/>
              </a:lnSpc>
              <a:spcBef>
                <a:spcPts val="1075"/>
              </a:spcBef>
            </a:pPr>
            <a:r>
              <a:rPr dirty="0" sz="1800">
                <a:latin typeface="Cambria Math"/>
                <a:cs typeface="Cambria Math"/>
              </a:rPr>
              <a:t>𝑖</a:t>
            </a:r>
            <a:r>
              <a:rPr dirty="0" sz="1800" spc="15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30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1,</a:t>
            </a:r>
            <a:r>
              <a:rPr dirty="0" sz="1800" spc="-9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…</a:t>
            </a:r>
            <a:r>
              <a:rPr dirty="0" sz="1800" spc="-100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,</a:t>
            </a:r>
            <a:r>
              <a:rPr dirty="0" sz="1800" spc="-95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dirty="0" sz="1800">
                <a:latin typeface="Cambria Math"/>
                <a:cs typeface="Cambria Math"/>
              </a:rPr>
              <a:t>𝑗</a:t>
            </a:r>
            <a:r>
              <a:rPr dirty="0" sz="1800" spc="15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6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1,</a:t>
            </a:r>
            <a:r>
              <a:rPr dirty="0" sz="1800" spc="-9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…</a:t>
            </a:r>
            <a:r>
              <a:rPr dirty="0" sz="1800" spc="-100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,</a:t>
            </a:r>
            <a:r>
              <a:rPr dirty="0" sz="1800" spc="-90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3" name="object 3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367907" y="1222121"/>
            <a:ext cx="1050293" cy="29082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524450" y="1185163"/>
            <a:ext cx="938194" cy="26631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311519" y="1642998"/>
            <a:ext cx="218583" cy="98678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593775" y="1644142"/>
            <a:ext cx="986713" cy="201168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66725" y="285750"/>
            <a:ext cx="180975" cy="180975"/>
          </a:xfrm>
          <a:prstGeom prst="rect">
            <a:avLst/>
          </a:prstGeom>
        </p:spPr>
      </p:pic>
      <p:sp>
        <p:nvSpPr>
          <p:cNvPr id="38" name="object 3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143250"/>
            <a:ext cx="9144000" cy="2000250"/>
            <a:chOff x="0" y="3143250"/>
            <a:chExt cx="9144000" cy="20002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62842" y="3342576"/>
              <a:ext cx="2515853" cy="84963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5467350" y="3143249"/>
              <a:ext cx="2921635" cy="1377950"/>
            </a:xfrm>
            <a:custGeom>
              <a:avLst/>
              <a:gdLst/>
              <a:ahLst/>
              <a:cxnLst/>
              <a:rect l="l" t="t" r="r" b="b"/>
              <a:pathLst>
                <a:path w="2921634" h="1377950">
                  <a:moveTo>
                    <a:pt x="2921381" y="1171575"/>
                  </a:moveTo>
                  <a:lnTo>
                    <a:pt x="2898521" y="1152525"/>
                  </a:lnTo>
                  <a:lnTo>
                    <a:pt x="2789555" y="1061694"/>
                  </a:lnTo>
                  <a:lnTo>
                    <a:pt x="2782938" y="1058100"/>
                  </a:lnTo>
                  <a:lnTo>
                    <a:pt x="2758389" y="1078052"/>
                  </a:lnTo>
                  <a:lnTo>
                    <a:pt x="2760408" y="1085062"/>
                  </a:lnTo>
                  <a:lnTo>
                    <a:pt x="2765171" y="1090955"/>
                  </a:lnTo>
                  <a:lnTo>
                    <a:pt x="2839047" y="1152525"/>
                  </a:lnTo>
                  <a:lnTo>
                    <a:pt x="247650" y="1152525"/>
                  </a:lnTo>
                  <a:lnTo>
                    <a:pt x="247650" y="82296"/>
                  </a:lnTo>
                  <a:lnTo>
                    <a:pt x="309245" y="156210"/>
                  </a:lnTo>
                  <a:lnTo>
                    <a:pt x="315125" y="160972"/>
                  </a:lnTo>
                  <a:lnTo>
                    <a:pt x="322110" y="162991"/>
                  </a:lnTo>
                  <a:lnTo>
                    <a:pt x="329361" y="162229"/>
                  </a:lnTo>
                  <a:lnTo>
                    <a:pt x="336042" y="158623"/>
                  </a:lnTo>
                  <a:lnTo>
                    <a:pt x="340791" y="152742"/>
                  </a:lnTo>
                  <a:lnTo>
                    <a:pt x="342811" y="145757"/>
                  </a:lnTo>
                  <a:lnTo>
                    <a:pt x="342049" y="138506"/>
                  </a:lnTo>
                  <a:lnTo>
                    <a:pt x="338455" y="131826"/>
                  </a:lnTo>
                  <a:lnTo>
                    <a:pt x="253365" y="29718"/>
                  </a:lnTo>
                  <a:lnTo>
                    <a:pt x="228600" y="0"/>
                  </a:lnTo>
                  <a:lnTo>
                    <a:pt x="118745" y="131826"/>
                  </a:lnTo>
                  <a:lnTo>
                    <a:pt x="115138" y="138506"/>
                  </a:lnTo>
                  <a:lnTo>
                    <a:pt x="114376" y="145757"/>
                  </a:lnTo>
                  <a:lnTo>
                    <a:pt x="116395" y="152742"/>
                  </a:lnTo>
                  <a:lnTo>
                    <a:pt x="121158" y="158623"/>
                  </a:lnTo>
                  <a:lnTo>
                    <a:pt x="127825" y="162229"/>
                  </a:lnTo>
                  <a:lnTo>
                    <a:pt x="135077" y="162991"/>
                  </a:lnTo>
                  <a:lnTo>
                    <a:pt x="142062" y="160972"/>
                  </a:lnTo>
                  <a:lnTo>
                    <a:pt x="147955" y="156210"/>
                  </a:lnTo>
                  <a:lnTo>
                    <a:pt x="209550" y="82296"/>
                  </a:lnTo>
                  <a:lnTo>
                    <a:pt x="209550" y="1152525"/>
                  </a:lnTo>
                  <a:lnTo>
                    <a:pt x="0" y="1152525"/>
                  </a:lnTo>
                  <a:lnTo>
                    <a:pt x="0" y="1190625"/>
                  </a:lnTo>
                  <a:lnTo>
                    <a:pt x="209550" y="1190625"/>
                  </a:lnTo>
                  <a:lnTo>
                    <a:pt x="209550" y="1377708"/>
                  </a:lnTo>
                  <a:lnTo>
                    <a:pt x="247650" y="1377708"/>
                  </a:lnTo>
                  <a:lnTo>
                    <a:pt x="247650" y="1190625"/>
                  </a:lnTo>
                  <a:lnTo>
                    <a:pt x="2839047" y="1190625"/>
                  </a:lnTo>
                  <a:lnTo>
                    <a:pt x="2765171" y="1252194"/>
                  </a:lnTo>
                  <a:lnTo>
                    <a:pt x="2760408" y="1258100"/>
                  </a:lnTo>
                  <a:lnTo>
                    <a:pt x="2758389" y="1265110"/>
                  </a:lnTo>
                  <a:lnTo>
                    <a:pt x="2759151" y="1272374"/>
                  </a:lnTo>
                  <a:lnTo>
                    <a:pt x="2762758" y="1279017"/>
                  </a:lnTo>
                  <a:lnTo>
                    <a:pt x="2768650" y="1283766"/>
                  </a:lnTo>
                  <a:lnTo>
                    <a:pt x="2775674" y="1285798"/>
                  </a:lnTo>
                  <a:lnTo>
                    <a:pt x="2782938" y="1285062"/>
                  </a:lnTo>
                  <a:lnTo>
                    <a:pt x="2789555" y="1281455"/>
                  </a:lnTo>
                  <a:lnTo>
                    <a:pt x="2898521" y="1190625"/>
                  </a:lnTo>
                  <a:lnTo>
                    <a:pt x="2921381" y="1171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860411" y="4061625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4" h="48260">
                  <a:moveTo>
                    <a:pt x="134874" y="0"/>
                  </a:moveTo>
                  <a:lnTo>
                    <a:pt x="129667" y="5854"/>
                  </a:lnTo>
                  <a:lnTo>
                    <a:pt x="145415" y="19431"/>
                  </a:lnTo>
                  <a:lnTo>
                    <a:pt x="0" y="19431"/>
                  </a:lnTo>
                  <a:lnTo>
                    <a:pt x="0" y="28613"/>
                  </a:lnTo>
                  <a:lnTo>
                    <a:pt x="145415" y="28613"/>
                  </a:lnTo>
                  <a:lnTo>
                    <a:pt x="129667" y="42189"/>
                  </a:lnTo>
                  <a:lnTo>
                    <a:pt x="134874" y="48056"/>
                  </a:lnTo>
                  <a:lnTo>
                    <a:pt x="159385" y="26860"/>
                  </a:lnTo>
                  <a:lnTo>
                    <a:pt x="159385" y="21196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443230" y="92963"/>
            <a:ext cx="336867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Squared</a:t>
            </a:r>
            <a:r>
              <a:rPr dirty="0" sz="2750" spc="240"/>
              <a:t> </a:t>
            </a:r>
            <a:r>
              <a:rPr dirty="0" sz="2750"/>
              <a:t>error</a:t>
            </a:r>
            <a:r>
              <a:rPr dirty="0" sz="2750" spc="105"/>
              <a:t> </a:t>
            </a:r>
            <a:r>
              <a:rPr dirty="0" sz="2750" spc="-20"/>
              <a:t>cost</a:t>
            </a:r>
            <a:endParaRPr sz="2750"/>
          </a:p>
        </p:txBody>
      </p:sp>
      <p:grpSp>
        <p:nvGrpSpPr>
          <p:cNvPr id="7" name="object 7"/>
          <p:cNvGrpSpPr/>
          <p:nvPr/>
        </p:nvGrpSpPr>
        <p:grpSpPr>
          <a:xfrm>
            <a:off x="1166431" y="953897"/>
            <a:ext cx="755015" cy="251460"/>
            <a:chOff x="1166431" y="953897"/>
            <a:chExt cx="755015" cy="251460"/>
          </a:xfrm>
        </p:grpSpPr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66431" y="984885"/>
              <a:ext cx="114109" cy="219963"/>
            </a:xfrm>
            <a:prstGeom prst="rect">
              <a:avLst/>
            </a:prstGeom>
          </p:spPr>
        </p:pic>
        <p:sp>
          <p:nvSpPr>
            <p:cNvPr id="9" name="object 9"/>
            <p:cNvSpPr/>
            <p:nvPr/>
          </p:nvSpPr>
          <p:spPr>
            <a:xfrm>
              <a:off x="1316863" y="965327"/>
              <a:ext cx="604520" cy="238125"/>
            </a:xfrm>
            <a:custGeom>
              <a:avLst/>
              <a:gdLst/>
              <a:ahLst/>
              <a:cxnLst/>
              <a:rect l="l" t="t" r="r" b="b"/>
              <a:pathLst>
                <a:path w="604519" h="238125">
                  <a:moveTo>
                    <a:pt x="528574" y="0"/>
                  </a:moveTo>
                  <a:lnTo>
                    <a:pt x="525144" y="9651"/>
                  </a:lnTo>
                  <a:lnTo>
                    <a:pt x="538934" y="15652"/>
                  </a:lnTo>
                  <a:lnTo>
                    <a:pt x="550783" y="23939"/>
                  </a:lnTo>
                  <a:lnTo>
                    <a:pt x="574873" y="62277"/>
                  </a:lnTo>
                  <a:lnTo>
                    <a:pt x="581888" y="97287"/>
                  </a:lnTo>
                  <a:lnTo>
                    <a:pt x="581921" y="97520"/>
                  </a:lnTo>
                  <a:lnTo>
                    <a:pt x="582803" y="117856"/>
                  </a:lnTo>
                  <a:lnTo>
                    <a:pt x="581921" y="138884"/>
                  </a:lnTo>
                  <a:lnTo>
                    <a:pt x="579278" y="157972"/>
                  </a:lnTo>
                  <a:lnTo>
                    <a:pt x="560655" y="203398"/>
                  </a:lnTo>
                  <a:lnTo>
                    <a:pt x="525526" y="228473"/>
                  </a:lnTo>
                  <a:lnTo>
                    <a:pt x="528574" y="238125"/>
                  </a:lnTo>
                  <a:lnTo>
                    <a:pt x="574079" y="211139"/>
                  </a:lnTo>
                  <a:lnTo>
                    <a:pt x="599646" y="161242"/>
                  </a:lnTo>
                  <a:lnTo>
                    <a:pt x="604519" y="119125"/>
                  </a:lnTo>
                  <a:lnTo>
                    <a:pt x="603296" y="97520"/>
                  </a:lnTo>
                  <a:lnTo>
                    <a:pt x="603283" y="97287"/>
                  </a:lnTo>
                  <a:lnTo>
                    <a:pt x="593429" y="58564"/>
                  </a:lnTo>
                  <a:lnTo>
                    <a:pt x="560943" y="15208"/>
                  </a:lnTo>
                  <a:lnTo>
                    <a:pt x="545812" y="6187"/>
                  </a:lnTo>
                  <a:lnTo>
                    <a:pt x="528574" y="0"/>
                  </a:lnTo>
                  <a:close/>
                </a:path>
                <a:path w="604519" h="238125">
                  <a:moveTo>
                    <a:pt x="76073" y="0"/>
                  </a:moveTo>
                  <a:lnTo>
                    <a:pt x="30567" y="27039"/>
                  </a:lnTo>
                  <a:lnTo>
                    <a:pt x="4937" y="77104"/>
                  </a:lnTo>
                  <a:lnTo>
                    <a:pt x="71" y="117856"/>
                  </a:lnTo>
                  <a:lnTo>
                    <a:pt x="0" y="119125"/>
                  </a:lnTo>
                  <a:lnTo>
                    <a:pt x="1114" y="138884"/>
                  </a:lnTo>
                  <a:lnTo>
                    <a:pt x="1236" y="141035"/>
                  </a:lnTo>
                  <a:lnTo>
                    <a:pt x="4937" y="161242"/>
                  </a:lnTo>
                  <a:lnTo>
                    <a:pt x="19684" y="196596"/>
                  </a:lnTo>
                  <a:lnTo>
                    <a:pt x="58761" y="231939"/>
                  </a:lnTo>
                  <a:lnTo>
                    <a:pt x="76073" y="238125"/>
                  </a:lnTo>
                  <a:lnTo>
                    <a:pt x="78993" y="228473"/>
                  </a:lnTo>
                  <a:lnTo>
                    <a:pt x="65444" y="222448"/>
                  </a:lnTo>
                  <a:lnTo>
                    <a:pt x="53752" y="214090"/>
                  </a:lnTo>
                  <a:lnTo>
                    <a:pt x="29773" y="175131"/>
                  </a:lnTo>
                  <a:lnTo>
                    <a:pt x="21897" y="119125"/>
                  </a:lnTo>
                  <a:lnTo>
                    <a:pt x="21843" y="117856"/>
                  </a:lnTo>
                  <a:lnTo>
                    <a:pt x="25368" y="78994"/>
                  </a:lnTo>
                  <a:lnTo>
                    <a:pt x="43942" y="34512"/>
                  </a:lnTo>
                  <a:lnTo>
                    <a:pt x="79375" y="9651"/>
                  </a:lnTo>
                  <a:lnTo>
                    <a:pt x="76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399032" y="953897"/>
              <a:ext cx="200025" cy="62230"/>
            </a:xfrm>
            <a:custGeom>
              <a:avLst/>
              <a:gdLst/>
              <a:ahLst/>
              <a:cxnLst/>
              <a:rect l="l" t="t" r="r" b="b"/>
              <a:pathLst>
                <a:path w="200025" h="62230">
                  <a:moveTo>
                    <a:pt x="168021" y="0"/>
                  </a:moveTo>
                  <a:lnTo>
                    <a:pt x="161290" y="7492"/>
                  </a:lnTo>
                  <a:lnTo>
                    <a:pt x="181483" y="24891"/>
                  </a:lnTo>
                  <a:lnTo>
                    <a:pt x="0" y="24891"/>
                  </a:lnTo>
                  <a:lnTo>
                    <a:pt x="0" y="36702"/>
                  </a:lnTo>
                  <a:lnTo>
                    <a:pt x="181483" y="36702"/>
                  </a:lnTo>
                  <a:lnTo>
                    <a:pt x="161290" y="54228"/>
                  </a:lnTo>
                  <a:lnTo>
                    <a:pt x="168021" y="61722"/>
                  </a:lnTo>
                  <a:lnTo>
                    <a:pt x="199517" y="34416"/>
                  </a:lnTo>
                  <a:lnTo>
                    <a:pt x="199517" y="27177"/>
                  </a:lnTo>
                  <a:lnTo>
                    <a:pt x="168021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02715" y="1036193"/>
              <a:ext cx="236982" cy="15468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696402" y="976630"/>
              <a:ext cx="113855" cy="181610"/>
            </a:xfrm>
            <a:prstGeom prst="rect">
              <a:avLst/>
            </a:prstGeom>
          </p:spPr>
        </p:pic>
      </p:grpSp>
      <p:sp>
        <p:nvSpPr>
          <p:cNvPr id="13" name="object 13"/>
          <p:cNvSpPr/>
          <p:nvPr/>
        </p:nvSpPr>
        <p:spPr>
          <a:xfrm>
            <a:off x="2027428" y="1048384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5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39" h="69215">
                <a:moveTo>
                  <a:pt x="154686" y="0"/>
                </a:moveTo>
                <a:lnTo>
                  <a:pt x="0" y="0"/>
                </a:lnTo>
                <a:lnTo>
                  <a:pt x="0" y="16764"/>
                </a:lnTo>
                <a:lnTo>
                  <a:pt x="154686" y="16764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4" name="object 1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68854" y="1205483"/>
            <a:ext cx="209550" cy="124205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2265807" y="837311"/>
            <a:ext cx="582295" cy="644525"/>
            <a:chOff x="2265807" y="837311"/>
            <a:chExt cx="582295" cy="644525"/>
          </a:xfrm>
        </p:grpSpPr>
        <p:sp>
          <p:nvSpPr>
            <p:cNvPr id="16" name="object 16"/>
            <p:cNvSpPr/>
            <p:nvPr/>
          </p:nvSpPr>
          <p:spPr>
            <a:xfrm>
              <a:off x="2265807" y="837310"/>
              <a:ext cx="575945" cy="644525"/>
            </a:xfrm>
            <a:custGeom>
              <a:avLst/>
              <a:gdLst/>
              <a:ahLst/>
              <a:cxnLst/>
              <a:rect l="l" t="t" r="r" b="b"/>
              <a:pathLst>
                <a:path w="575944" h="644525">
                  <a:moveTo>
                    <a:pt x="219075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219075" y="252222"/>
                  </a:lnTo>
                  <a:lnTo>
                    <a:pt x="219075" y="233172"/>
                  </a:lnTo>
                  <a:close/>
                </a:path>
                <a:path w="575944" h="644525">
                  <a:moveTo>
                    <a:pt x="324612" y="511302"/>
                  </a:moveTo>
                  <a:lnTo>
                    <a:pt x="306070" y="511302"/>
                  </a:lnTo>
                  <a:lnTo>
                    <a:pt x="301625" y="531241"/>
                  </a:lnTo>
                  <a:lnTo>
                    <a:pt x="320040" y="531241"/>
                  </a:lnTo>
                  <a:lnTo>
                    <a:pt x="324612" y="511302"/>
                  </a:lnTo>
                  <a:close/>
                </a:path>
                <a:path w="575944" h="644525">
                  <a:moveTo>
                    <a:pt x="328168" y="626618"/>
                  </a:moveTo>
                  <a:lnTo>
                    <a:pt x="321818" y="620522"/>
                  </a:lnTo>
                  <a:lnTo>
                    <a:pt x="318262" y="624332"/>
                  </a:lnTo>
                  <a:lnTo>
                    <a:pt x="313817" y="628396"/>
                  </a:lnTo>
                  <a:lnTo>
                    <a:pt x="312381" y="629412"/>
                  </a:lnTo>
                  <a:lnTo>
                    <a:pt x="311746" y="629920"/>
                  </a:lnTo>
                  <a:lnTo>
                    <a:pt x="311048" y="630428"/>
                  </a:lnTo>
                  <a:lnTo>
                    <a:pt x="310134" y="630936"/>
                  </a:lnTo>
                  <a:lnTo>
                    <a:pt x="308698" y="631444"/>
                  </a:lnTo>
                  <a:lnTo>
                    <a:pt x="307276" y="632079"/>
                  </a:lnTo>
                  <a:lnTo>
                    <a:pt x="303999" y="632079"/>
                  </a:lnTo>
                  <a:lnTo>
                    <a:pt x="302260" y="631444"/>
                  </a:lnTo>
                  <a:lnTo>
                    <a:pt x="301371" y="630428"/>
                  </a:lnTo>
                  <a:lnTo>
                    <a:pt x="300355" y="629412"/>
                  </a:lnTo>
                  <a:lnTo>
                    <a:pt x="299847" y="627634"/>
                  </a:lnTo>
                  <a:lnTo>
                    <a:pt x="299847" y="623570"/>
                  </a:lnTo>
                  <a:lnTo>
                    <a:pt x="300228" y="620522"/>
                  </a:lnTo>
                  <a:lnTo>
                    <a:pt x="300355" y="619506"/>
                  </a:lnTo>
                  <a:lnTo>
                    <a:pt x="300736" y="617220"/>
                  </a:lnTo>
                  <a:lnTo>
                    <a:pt x="301371" y="614426"/>
                  </a:lnTo>
                  <a:lnTo>
                    <a:pt x="302260" y="610743"/>
                  </a:lnTo>
                  <a:lnTo>
                    <a:pt x="315976" y="548767"/>
                  </a:lnTo>
                  <a:lnTo>
                    <a:pt x="311404" y="548767"/>
                  </a:lnTo>
                  <a:lnTo>
                    <a:pt x="284480" y="549783"/>
                  </a:lnTo>
                  <a:lnTo>
                    <a:pt x="283311" y="556260"/>
                  </a:lnTo>
                  <a:lnTo>
                    <a:pt x="287401" y="556260"/>
                  </a:lnTo>
                  <a:lnTo>
                    <a:pt x="290195" y="556895"/>
                  </a:lnTo>
                  <a:lnTo>
                    <a:pt x="291719" y="557911"/>
                  </a:lnTo>
                  <a:lnTo>
                    <a:pt x="293370" y="559054"/>
                  </a:lnTo>
                  <a:lnTo>
                    <a:pt x="294132" y="560832"/>
                  </a:lnTo>
                  <a:lnTo>
                    <a:pt x="294259" y="563245"/>
                  </a:lnTo>
                  <a:lnTo>
                    <a:pt x="294259" y="565531"/>
                  </a:lnTo>
                  <a:lnTo>
                    <a:pt x="294132" y="565912"/>
                  </a:lnTo>
                  <a:lnTo>
                    <a:pt x="293751" y="568833"/>
                  </a:lnTo>
                  <a:lnTo>
                    <a:pt x="293243" y="572135"/>
                  </a:lnTo>
                  <a:lnTo>
                    <a:pt x="292608" y="575691"/>
                  </a:lnTo>
                  <a:lnTo>
                    <a:pt x="291846" y="579247"/>
                  </a:lnTo>
                  <a:lnTo>
                    <a:pt x="291084" y="582930"/>
                  </a:lnTo>
                  <a:lnTo>
                    <a:pt x="290195" y="586740"/>
                  </a:lnTo>
                  <a:lnTo>
                    <a:pt x="289306" y="590677"/>
                  </a:lnTo>
                  <a:lnTo>
                    <a:pt x="288290" y="594487"/>
                  </a:lnTo>
                  <a:lnTo>
                    <a:pt x="286512" y="602361"/>
                  </a:lnTo>
                  <a:lnTo>
                    <a:pt x="285623" y="606044"/>
                  </a:lnTo>
                  <a:lnTo>
                    <a:pt x="284099" y="613156"/>
                  </a:lnTo>
                  <a:lnTo>
                    <a:pt x="283464" y="616458"/>
                  </a:lnTo>
                  <a:lnTo>
                    <a:pt x="282448" y="622554"/>
                  </a:lnTo>
                  <a:lnTo>
                    <a:pt x="282575" y="632079"/>
                  </a:lnTo>
                  <a:lnTo>
                    <a:pt x="283337" y="634111"/>
                  </a:lnTo>
                  <a:lnTo>
                    <a:pt x="284099" y="636270"/>
                  </a:lnTo>
                  <a:lnTo>
                    <a:pt x="285115" y="638048"/>
                  </a:lnTo>
                  <a:lnTo>
                    <a:pt x="286512" y="639572"/>
                  </a:lnTo>
                  <a:lnTo>
                    <a:pt x="287782" y="641096"/>
                  </a:lnTo>
                  <a:lnTo>
                    <a:pt x="289433" y="642239"/>
                  </a:lnTo>
                  <a:lnTo>
                    <a:pt x="293509" y="644144"/>
                  </a:lnTo>
                  <a:lnTo>
                    <a:pt x="293776" y="644144"/>
                  </a:lnTo>
                  <a:lnTo>
                    <a:pt x="295402" y="644525"/>
                  </a:lnTo>
                  <a:lnTo>
                    <a:pt x="300228" y="644525"/>
                  </a:lnTo>
                  <a:lnTo>
                    <a:pt x="302641" y="644144"/>
                  </a:lnTo>
                  <a:lnTo>
                    <a:pt x="322605" y="632079"/>
                  </a:lnTo>
                  <a:lnTo>
                    <a:pt x="324866" y="629920"/>
                  </a:lnTo>
                  <a:lnTo>
                    <a:pt x="328168" y="626618"/>
                  </a:lnTo>
                  <a:close/>
                </a:path>
                <a:path w="575944" h="644525">
                  <a:moveTo>
                    <a:pt x="465836" y="601472"/>
                  </a:moveTo>
                  <a:lnTo>
                    <a:pt x="358648" y="601472"/>
                  </a:lnTo>
                  <a:lnTo>
                    <a:pt x="358648" y="615696"/>
                  </a:lnTo>
                  <a:lnTo>
                    <a:pt x="465836" y="615696"/>
                  </a:lnTo>
                  <a:lnTo>
                    <a:pt x="465836" y="601472"/>
                  </a:lnTo>
                  <a:close/>
                </a:path>
                <a:path w="575944" h="644525">
                  <a:moveTo>
                    <a:pt x="465836" y="561086"/>
                  </a:moveTo>
                  <a:lnTo>
                    <a:pt x="358648" y="561086"/>
                  </a:lnTo>
                  <a:lnTo>
                    <a:pt x="358648" y="575310"/>
                  </a:lnTo>
                  <a:lnTo>
                    <a:pt x="465836" y="575310"/>
                  </a:lnTo>
                  <a:lnTo>
                    <a:pt x="465836" y="561086"/>
                  </a:lnTo>
                  <a:close/>
                </a:path>
                <a:path w="575944" h="644525">
                  <a:moveTo>
                    <a:pt x="575691" y="398907"/>
                  </a:moveTo>
                  <a:lnTo>
                    <a:pt x="557149" y="398907"/>
                  </a:lnTo>
                  <a:lnTo>
                    <a:pt x="554240" y="414985"/>
                  </a:lnTo>
                  <a:lnTo>
                    <a:pt x="551065" y="427926"/>
                  </a:lnTo>
                  <a:lnTo>
                    <a:pt x="547624" y="437743"/>
                  </a:lnTo>
                  <a:lnTo>
                    <a:pt x="543941" y="444373"/>
                  </a:lnTo>
                  <a:lnTo>
                    <a:pt x="538861" y="451231"/>
                  </a:lnTo>
                  <a:lnTo>
                    <a:pt x="531495" y="454533"/>
                  </a:lnTo>
                  <a:lnTo>
                    <a:pt x="303911" y="454533"/>
                  </a:lnTo>
                  <a:lnTo>
                    <a:pt x="465709" y="235077"/>
                  </a:lnTo>
                  <a:lnTo>
                    <a:pt x="465709" y="219837"/>
                  </a:lnTo>
                  <a:lnTo>
                    <a:pt x="315849" y="16383"/>
                  </a:lnTo>
                  <a:lnTo>
                    <a:pt x="514096" y="16383"/>
                  </a:lnTo>
                  <a:lnTo>
                    <a:pt x="544652" y="40513"/>
                  </a:lnTo>
                  <a:lnTo>
                    <a:pt x="552323" y="74295"/>
                  </a:lnTo>
                  <a:lnTo>
                    <a:pt x="568960" y="74295"/>
                  </a:lnTo>
                  <a:lnTo>
                    <a:pt x="568960" y="0"/>
                  </a:lnTo>
                  <a:lnTo>
                    <a:pt x="265684" y="0"/>
                  </a:lnTo>
                  <a:lnTo>
                    <a:pt x="265684" y="11938"/>
                  </a:lnTo>
                  <a:lnTo>
                    <a:pt x="436372" y="240030"/>
                  </a:lnTo>
                  <a:lnTo>
                    <a:pt x="260477" y="478536"/>
                  </a:lnTo>
                  <a:lnTo>
                    <a:pt x="260477" y="490982"/>
                  </a:lnTo>
                  <a:lnTo>
                    <a:pt x="569341" y="490982"/>
                  </a:lnTo>
                  <a:lnTo>
                    <a:pt x="575691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68727" y="1360297"/>
              <a:ext cx="78867" cy="119761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03119" y="670813"/>
            <a:ext cx="170942" cy="96647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2903982" y="1070483"/>
            <a:ext cx="142875" cy="19050"/>
          </a:xfrm>
          <a:custGeom>
            <a:avLst/>
            <a:gdLst/>
            <a:ahLst/>
            <a:cxnLst/>
            <a:rect l="l" t="t" r="r" b="b"/>
            <a:pathLst>
              <a:path w="142875" h="19050">
                <a:moveTo>
                  <a:pt x="142875" y="0"/>
                </a:moveTo>
                <a:lnTo>
                  <a:pt x="0" y="0"/>
                </a:lnTo>
                <a:lnTo>
                  <a:pt x="0" y="19050"/>
                </a:lnTo>
                <a:lnTo>
                  <a:pt x="142875" y="19050"/>
                </a:lnTo>
                <a:lnTo>
                  <a:pt x="1428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926333" y="792352"/>
            <a:ext cx="100076" cy="17335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920238" y="1154302"/>
            <a:ext cx="105537" cy="173355"/>
          </a:xfrm>
          <a:prstGeom prst="rect">
            <a:avLst/>
          </a:prstGeom>
        </p:spPr>
      </p:pic>
      <p:grpSp>
        <p:nvGrpSpPr>
          <p:cNvPr id="22" name="object 22"/>
          <p:cNvGrpSpPr/>
          <p:nvPr/>
        </p:nvGrpSpPr>
        <p:grpSpPr>
          <a:xfrm>
            <a:off x="3107563" y="974852"/>
            <a:ext cx="527685" cy="264795"/>
            <a:chOff x="3107563" y="974852"/>
            <a:chExt cx="527685" cy="264795"/>
          </a:xfrm>
        </p:grpSpPr>
        <p:sp>
          <p:nvSpPr>
            <p:cNvPr id="23" name="object 23"/>
            <p:cNvSpPr/>
            <p:nvPr/>
          </p:nvSpPr>
          <p:spPr>
            <a:xfrm>
              <a:off x="3107563" y="974852"/>
              <a:ext cx="79375" cy="238125"/>
            </a:xfrm>
            <a:custGeom>
              <a:avLst/>
              <a:gdLst/>
              <a:ahLst/>
              <a:cxnLst/>
              <a:rect l="l" t="t" r="r" b="b"/>
              <a:pathLst>
                <a:path w="79375" h="238125">
                  <a:moveTo>
                    <a:pt x="76073" y="0"/>
                  </a:moveTo>
                  <a:lnTo>
                    <a:pt x="30567" y="27039"/>
                  </a:lnTo>
                  <a:lnTo>
                    <a:pt x="4937" y="77104"/>
                  </a:lnTo>
                  <a:lnTo>
                    <a:pt x="0" y="119125"/>
                  </a:lnTo>
                  <a:lnTo>
                    <a:pt x="1236" y="141035"/>
                  </a:lnTo>
                  <a:lnTo>
                    <a:pt x="11090" y="179758"/>
                  </a:lnTo>
                  <a:lnTo>
                    <a:pt x="43592" y="222932"/>
                  </a:lnTo>
                  <a:lnTo>
                    <a:pt x="76073" y="238125"/>
                  </a:lnTo>
                  <a:lnTo>
                    <a:pt x="78993" y="228473"/>
                  </a:lnTo>
                  <a:lnTo>
                    <a:pt x="65444" y="222448"/>
                  </a:lnTo>
                  <a:lnTo>
                    <a:pt x="53752" y="214090"/>
                  </a:lnTo>
                  <a:lnTo>
                    <a:pt x="29773" y="175131"/>
                  </a:lnTo>
                  <a:lnTo>
                    <a:pt x="21843" y="117856"/>
                  </a:lnTo>
                  <a:lnTo>
                    <a:pt x="22725" y="97520"/>
                  </a:lnTo>
                  <a:lnTo>
                    <a:pt x="35941" y="47371"/>
                  </a:lnTo>
                  <a:lnTo>
                    <a:pt x="65659" y="15652"/>
                  </a:lnTo>
                  <a:lnTo>
                    <a:pt x="79375" y="9651"/>
                  </a:lnTo>
                  <a:lnTo>
                    <a:pt x="760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3187954" y="975995"/>
              <a:ext cx="141605" cy="236854"/>
            </a:xfrm>
            <a:custGeom>
              <a:avLst/>
              <a:gdLst/>
              <a:ahLst/>
              <a:cxnLst/>
              <a:rect l="l" t="t" r="r" b="b"/>
              <a:pathLst>
                <a:path w="141604" h="236855">
                  <a:moveTo>
                    <a:pt x="128269" y="0"/>
                  </a:moveTo>
                  <a:lnTo>
                    <a:pt x="120142" y="0"/>
                  </a:lnTo>
                  <a:lnTo>
                    <a:pt x="109856" y="694"/>
                  </a:lnTo>
                  <a:lnTo>
                    <a:pt x="72739" y="25495"/>
                  </a:lnTo>
                  <a:lnTo>
                    <a:pt x="62737" y="50291"/>
                  </a:lnTo>
                  <a:lnTo>
                    <a:pt x="61468" y="53720"/>
                  </a:lnTo>
                  <a:lnTo>
                    <a:pt x="39115" y="64262"/>
                  </a:lnTo>
                  <a:lnTo>
                    <a:pt x="37210" y="72897"/>
                  </a:lnTo>
                  <a:lnTo>
                    <a:pt x="58419" y="72897"/>
                  </a:lnTo>
                  <a:lnTo>
                    <a:pt x="29590" y="200787"/>
                  </a:lnTo>
                  <a:lnTo>
                    <a:pt x="11810" y="225043"/>
                  </a:lnTo>
                  <a:lnTo>
                    <a:pt x="2920" y="224916"/>
                  </a:lnTo>
                  <a:lnTo>
                    <a:pt x="2031" y="224662"/>
                  </a:lnTo>
                  <a:lnTo>
                    <a:pt x="0" y="235712"/>
                  </a:lnTo>
                  <a:lnTo>
                    <a:pt x="1904" y="236219"/>
                  </a:lnTo>
                  <a:lnTo>
                    <a:pt x="8254" y="236346"/>
                  </a:lnTo>
                  <a:lnTo>
                    <a:pt x="16920" y="235513"/>
                  </a:lnTo>
                  <a:lnTo>
                    <a:pt x="48640" y="206168"/>
                  </a:lnTo>
                  <a:lnTo>
                    <a:pt x="79374" y="72897"/>
                  </a:lnTo>
                  <a:lnTo>
                    <a:pt x="111759" y="72897"/>
                  </a:lnTo>
                  <a:lnTo>
                    <a:pt x="114426" y="60197"/>
                  </a:lnTo>
                  <a:lnTo>
                    <a:pt x="82168" y="60197"/>
                  </a:lnTo>
                  <a:lnTo>
                    <a:pt x="87375" y="37718"/>
                  </a:lnTo>
                  <a:lnTo>
                    <a:pt x="107695" y="9905"/>
                  </a:lnTo>
                  <a:lnTo>
                    <a:pt x="116205" y="9905"/>
                  </a:lnTo>
                  <a:lnTo>
                    <a:pt x="118998" y="10921"/>
                  </a:lnTo>
                  <a:lnTo>
                    <a:pt x="122681" y="15112"/>
                  </a:lnTo>
                  <a:lnTo>
                    <a:pt x="124206" y="18541"/>
                  </a:lnTo>
                  <a:lnTo>
                    <a:pt x="125348" y="23240"/>
                  </a:lnTo>
                  <a:lnTo>
                    <a:pt x="136397" y="23240"/>
                  </a:lnTo>
                  <a:lnTo>
                    <a:pt x="141350" y="1904"/>
                  </a:lnTo>
                  <a:lnTo>
                    <a:pt x="135381" y="634"/>
                  </a:lnTo>
                  <a:lnTo>
                    <a:pt x="128269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3332607" y="1053972"/>
              <a:ext cx="165735" cy="160020"/>
            </a:xfrm>
            <a:custGeom>
              <a:avLst/>
              <a:gdLst/>
              <a:ahLst/>
              <a:cxnLst/>
              <a:rect l="l" t="t" r="r" b="b"/>
              <a:pathLst>
                <a:path w="165735" h="160019">
                  <a:moveTo>
                    <a:pt x="162814" y="66421"/>
                  </a:moveTo>
                  <a:lnTo>
                    <a:pt x="126619" y="66421"/>
                  </a:lnTo>
                  <a:lnTo>
                    <a:pt x="126619" y="72390"/>
                  </a:lnTo>
                  <a:lnTo>
                    <a:pt x="130175" y="72898"/>
                  </a:lnTo>
                  <a:lnTo>
                    <a:pt x="132842" y="73787"/>
                  </a:lnTo>
                  <a:lnTo>
                    <a:pt x="136017" y="76581"/>
                  </a:lnTo>
                  <a:lnTo>
                    <a:pt x="136906" y="78359"/>
                  </a:lnTo>
                  <a:lnTo>
                    <a:pt x="136652" y="84201"/>
                  </a:lnTo>
                  <a:lnTo>
                    <a:pt x="134620" y="90805"/>
                  </a:lnTo>
                  <a:lnTo>
                    <a:pt x="116078" y="139573"/>
                  </a:lnTo>
                  <a:lnTo>
                    <a:pt x="94361" y="66421"/>
                  </a:lnTo>
                  <a:lnTo>
                    <a:pt x="79629" y="66421"/>
                  </a:lnTo>
                  <a:lnTo>
                    <a:pt x="53975" y="139573"/>
                  </a:lnTo>
                  <a:lnTo>
                    <a:pt x="36957" y="87122"/>
                  </a:lnTo>
                  <a:lnTo>
                    <a:pt x="35814" y="81661"/>
                  </a:lnTo>
                  <a:lnTo>
                    <a:pt x="35814" y="77978"/>
                  </a:lnTo>
                  <a:lnTo>
                    <a:pt x="36703" y="76200"/>
                  </a:lnTo>
                  <a:lnTo>
                    <a:pt x="39751" y="73787"/>
                  </a:lnTo>
                  <a:lnTo>
                    <a:pt x="42291" y="72898"/>
                  </a:lnTo>
                  <a:lnTo>
                    <a:pt x="45974" y="72390"/>
                  </a:lnTo>
                  <a:lnTo>
                    <a:pt x="45974" y="66421"/>
                  </a:lnTo>
                  <a:lnTo>
                    <a:pt x="5080" y="66421"/>
                  </a:lnTo>
                  <a:lnTo>
                    <a:pt x="5080" y="72390"/>
                  </a:lnTo>
                  <a:lnTo>
                    <a:pt x="9652" y="73914"/>
                  </a:lnTo>
                  <a:lnTo>
                    <a:pt x="11938" y="75311"/>
                  </a:lnTo>
                  <a:lnTo>
                    <a:pt x="14859" y="78994"/>
                  </a:lnTo>
                  <a:lnTo>
                    <a:pt x="16510" y="82677"/>
                  </a:lnTo>
                  <a:lnTo>
                    <a:pt x="42418" y="159766"/>
                  </a:lnTo>
                  <a:lnTo>
                    <a:pt x="57150" y="159766"/>
                  </a:lnTo>
                  <a:lnTo>
                    <a:pt x="83439" y="88773"/>
                  </a:lnTo>
                  <a:lnTo>
                    <a:pt x="104648" y="159766"/>
                  </a:lnTo>
                  <a:lnTo>
                    <a:pt x="119380" y="159766"/>
                  </a:lnTo>
                  <a:lnTo>
                    <a:pt x="149860" y="85471"/>
                  </a:lnTo>
                  <a:lnTo>
                    <a:pt x="162814" y="72390"/>
                  </a:lnTo>
                  <a:lnTo>
                    <a:pt x="162814" y="66421"/>
                  </a:lnTo>
                  <a:close/>
                </a:path>
                <a:path w="165735" h="160019">
                  <a:moveTo>
                    <a:pt x="165481" y="20193"/>
                  </a:moveTo>
                  <a:lnTo>
                    <a:pt x="142113" y="0"/>
                  </a:lnTo>
                  <a:lnTo>
                    <a:pt x="137160" y="5588"/>
                  </a:lnTo>
                  <a:lnTo>
                    <a:pt x="152019" y="18415"/>
                  </a:lnTo>
                  <a:lnTo>
                    <a:pt x="0" y="18415"/>
                  </a:lnTo>
                  <a:lnTo>
                    <a:pt x="0" y="27178"/>
                  </a:lnTo>
                  <a:lnTo>
                    <a:pt x="152019" y="27178"/>
                  </a:lnTo>
                  <a:lnTo>
                    <a:pt x="137160" y="40132"/>
                  </a:lnTo>
                  <a:lnTo>
                    <a:pt x="142113" y="45720"/>
                  </a:lnTo>
                  <a:lnTo>
                    <a:pt x="165481" y="25527"/>
                  </a:lnTo>
                  <a:lnTo>
                    <a:pt x="165481" y="20193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3496818" y="1191768"/>
              <a:ext cx="27940" cy="47625"/>
            </a:xfrm>
            <a:custGeom>
              <a:avLst/>
              <a:gdLst/>
              <a:ahLst/>
              <a:cxnLst/>
              <a:rect l="l" t="t" r="r" b="b"/>
              <a:pathLst>
                <a:path w="27939" h="47625">
                  <a:moveTo>
                    <a:pt x="26543" y="0"/>
                  </a:moveTo>
                  <a:lnTo>
                    <a:pt x="10287" y="0"/>
                  </a:lnTo>
                  <a:lnTo>
                    <a:pt x="10668" y="4699"/>
                  </a:lnTo>
                  <a:lnTo>
                    <a:pt x="10922" y="9271"/>
                  </a:lnTo>
                  <a:lnTo>
                    <a:pt x="10922" y="18542"/>
                  </a:lnTo>
                  <a:lnTo>
                    <a:pt x="10541" y="22479"/>
                  </a:lnTo>
                  <a:lnTo>
                    <a:pt x="9906" y="25400"/>
                  </a:lnTo>
                  <a:lnTo>
                    <a:pt x="9398" y="28448"/>
                  </a:lnTo>
                  <a:lnTo>
                    <a:pt x="8255" y="31242"/>
                  </a:lnTo>
                  <a:lnTo>
                    <a:pt x="5461" y="35941"/>
                  </a:lnTo>
                  <a:lnTo>
                    <a:pt x="3175" y="38608"/>
                  </a:lnTo>
                  <a:lnTo>
                    <a:pt x="0" y="41656"/>
                  </a:lnTo>
                  <a:lnTo>
                    <a:pt x="5080" y="47371"/>
                  </a:lnTo>
                  <a:lnTo>
                    <a:pt x="25527" y="24765"/>
                  </a:lnTo>
                  <a:lnTo>
                    <a:pt x="27051" y="21209"/>
                  </a:lnTo>
                  <a:lnTo>
                    <a:pt x="27812" y="17272"/>
                  </a:lnTo>
                  <a:lnTo>
                    <a:pt x="27812" y="8636"/>
                  </a:lnTo>
                  <a:lnTo>
                    <a:pt x="27432" y="4445"/>
                  </a:lnTo>
                  <a:lnTo>
                    <a:pt x="2654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3543427" y="1086485"/>
              <a:ext cx="91440" cy="128905"/>
            </a:xfrm>
            <a:custGeom>
              <a:avLst/>
              <a:gdLst/>
              <a:ahLst/>
              <a:cxnLst/>
              <a:rect l="l" t="t" r="r" b="b"/>
              <a:pathLst>
                <a:path w="91439" h="128905">
                  <a:moveTo>
                    <a:pt x="7635" y="128269"/>
                  </a:moveTo>
                  <a:lnTo>
                    <a:pt x="5969" y="128269"/>
                  </a:lnTo>
                  <a:lnTo>
                    <a:pt x="7112" y="128650"/>
                  </a:lnTo>
                  <a:lnTo>
                    <a:pt x="7635" y="128269"/>
                  </a:lnTo>
                  <a:close/>
                </a:path>
                <a:path w="91439" h="128905">
                  <a:moveTo>
                    <a:pt x="48250" y="128269"/>
                  </a:moveTo>
                  <a:lnTo>
                    <a:pt x="32289" y="128269"/>
                  </a:lnTo>
                  <a:lnTo>
                    <a:pt x="35433" y="128650"/>
                  </a:lnTo>
                  <a:lnTo>
                    <a:pt x="46862" y="128650"/>
                  </a:lnTo>
                  <a:lnTo>
                    <a:pt x="48250" y="128269"/>
                  </a:lnTo>
                  <a:close/>
                </a:path>
                <a:path w="91439" h="128905">
                  <a:moveTo>
                    <a:pt x="29609" y="127762"/>
                  </a:moveTo>
                  <a:lnTo>
                    <a:pt x="8334" y="127762"/>
                  </a:lnTo>
                  <a:lnTo>
                    <a:pt x="7635" y="128269"/>
                  </a:lnTo>
                  <a:lnTo>
                    <a:pt x="31786" y="128269"/>
                  </a:lnTo>
                  <a:lnTo>
                    <a:pt x="29609" y="127762"/>
                  </a:lnTo>
                  <a:close/>
                </a:path>
                <a:path w="91439" h="128905">
                  <a:moveTo>
                    <a:pt x="381" y="126873"/>
                  </a:moveTo>
                  <a:lnTo>
                    <a:pt x="0" y="126873"/>
                  </a:lnTo>
                  <a:lnTo>
                    <a:pt x="2286" y="127380"/>
                  </a:lnTo>
                  <a:lnTo>
                    <a:pt x="3556" y="127762"/>
                  </a:lnTo>
                  <a:lnTo>
                    <a:pt x="8318" y="127762"/>
                  </a:lnTo>
                  <a:lnTo>
                    <a:pt x="8890" y="127380"/>
                  </a:lnTo>
                  <a:lnTo>
                    <a:pt x="1904" y="127380"/>
                  </a:lnTo>
                  <a:lnTo>
                    <a:pt x="381" y="126873"/>
                  </a:lnTo>
                  <a:close/>
                </a:path>
                <a:path w="91439" h="128905">
                  <a:moveTo>
                    <a:pt x="51489" y="127380"/>
                  </a:moveTo>
                  <a:lnTo>
                    <a:pt x="27976" y="127380"/>
                  </a:lnTo>
                  <a:lnTo>
                    <a:pt x="29609" y="127762"/>
                  </a:lnTo>
                  <a:lnTo>
                    <a:pt x="50101" y="127762"/>
                  </a:lnTo>
                  <a:lnTo>
                    <a:pt x="51489" y="127380"/>
                  </a:lnTo>
                  <a:close/>
                </a:path>
                <a:path w="91439" h="128905">
                  <a:moveTo>
                    <a:pt x="25853" y="126873"/>
                  </a:moveTo>
                  <a:lnTo>
                    <a:pt x="9651" y="126873"/>
                  </a:lnTo>
                  <a:lnTo>
                    <a:pt x="8890" y="127380"/>
                  </a:lnTo>
                  <a:lnTo>
                    <a:pt x="27958" y="127380"/>
                  </a:lnTo>
                  <a:lnTo>
                    <a:pt x="25853" y="126873"/>
                  </a:lnTo>
                  <a:close/>
                </a:path>
                <a:path w="91439" h="128905">
                  <a:moveTo>
                    <a:pt x="45974" y="0"/>
                  </a:moveTo>
                  <a:lnTo>
                    <a:pt x="39370" y="0"/>
                  </a:lnTo>
                  <a:lnTo>
                    <a:pt x="13715" y="1015"/>
                  </a:lnTo>
                  <a:lnTo>
                    <a:pt x="12263" y="7619"/>
                  </a:lnTo>
                  <a:lnTo>
                    <a:pt x="16637" y="7619"/>
                  </a:lnTo>
                  <a:lnTo>
                    <a:pt x="19685" y="8127"/>
                  </a:lnTo>
                  <a:lnTo>
                    <a:pt x="23875" y="11175"/>
                  </a:lnTo>
                  <a:lnTo>
                    <a:pt x="24257" y="11937"/>
                  </a:lnTo>
                  <a:lnTo>
                    <a:pt x="24257" y="17399"/>
                  </a:lnTo>
                  <a:lnTo>
                    <a:pt x="23875" y="19430"/>
                  </a:lnTo>
                  <a:lnTo>
                    <a:pt x="23622" y="21336"/>
                  </a:lnTo>
                  <a:lnTo>
                    <a:pt x="23113" y="23875"/>
                  </a:lnTo>
                  <a:lnTo>
                    <a:pt x="22351" y="27050"/>
                  </a:lnTo>
                  <a:lnTo>
                    <a:pt x="85" y="126364"/>
                  </a:lnTo>
                  <a:lnTo>
                    <a:pt x="0" y="126745"/>
                  </a:lnTo>
                  <a:lnTo>
                    <a:pt x="381" y="126873"/>
                  </a:lnTo>
                  <a:lnTo>
                    <a:pt x="9651" y="126873"/>
                  </a:lnTo>
                  <a:lnTo>
                    <a:pt x="10445" y="126364"/>
                  </a:lnTo>
                  <a:lnTo>
                    <a:pt x="13335" y="124587"/>
                  </a:lnTo>
                  <a:lnTo>
                    <a:pt x="14859" y="123570"/>
                  </a:lnTo>
                  <a:lnTo>
                    <a:pt x="16383" y="122681"/>
                  </a:lnTo>
                  <a:lnTo>
                    <a:pt x="61072" y="122681"/>
                  </a:lnTo>
                  <a:lnTo>
                    <a:pt x="65912" y="120014"/>
                  </a:lnTo>
                  <a:lnTo>
                    <a:pt x="66355" y="119634"/>
                  </a:lnTo>
                  <a:lnTo>
                    <a:pt x="33020" y="119634"/>
                  </a:lnTo>
                  <a:lnTo>
                    <a:pt x="29463" y="118490"/>
                  </a:lnTo>
                  <a:lnTo>
                    <a:pt x="24892" y="114426"/>
                  </a:lnTo>
                  <a:lnTo>
                    <a:pt x="23749" y="110870"/>
                  </a:lnTo>
                  <a:lnTo>
                    <a:pt x="23749" y="102997"/>
                  </a:lnTo>
                  <a:lnTo>
                    <a:pt x="24130" y="99949"/>
                  </a:lnTo>
                  <a:lnTo>
                    <a:pt x="24764" y="96774"/>
                  </a:lnTo>
                  <a:lnTo>
                    <a:pt x="25273" y="93599"/>
                  </a:lnTo>
                  <a:lnTo>
                    <a:pt x="25834" y="90677"/>
                  </a:lnTo>
                  <a:lnTo>
                    <a:pt x="25908" y="90297"/>
                  </a:lnTo>
                  <a:lnTo>
                    <a:pt x="26415" y="86867"/>
                  </a:lnTo>
                  <a:lnTo>
                    <a:pt x="27939" y="80010"/>
                  </a:lnTo>
                  <a:lnTo>
                    <a:pt x="43325" y="53720"/>
                  </a:lnTo>
                  <a:lnTo>
                    <a:pt x="34289" y="53720"/>
                  </a:lnTo>
                  <a:lnTo>
                    <a:pt x="33020" y="53086"/>
                  </a:lnTo>
                  <a:lnTo>
                    <a:pt x="45974" y="0"/>
                  </a:lnTo>
                  <a:close/>
                </a:path>
                <a:path w="91439" h="128905">
                  <a:moveTo>
                    <a:pt x="61072" y="122681"/>
                  </a:moveTo>
                  <a:lnTo>
                    <a:pt x="16383" y="122681"/>
                  </a:lnTo>
                  <a:lnTo>
                    <a:pt x="20065" y="124840"/>
                  </a:lnTo>
                  <a:lnTo>
                    <a:pt x="23749" y="126364"/>
                  </a:lnTo>
                  <a:lnTo>
                    <a:pt x="25853" y="126873"/>
                  </a:lnTo>
                  <a:lnTo>
                    <a:pt x="53339" y="126873"/>
                  </a:lnTo>
                  <a:lnTo>
                    <a:pt x="61072" y="122681"/>
                  </a:lnTo>
                  <a:close/>
                </a:path>
                <a:path w="91439" h="128905">
                  <a:moveTo>
                    <a:pt x="88751" y="44450"/>
                  </a:moveTo>
                  <a:lnTo>
                    <a:pt x="65277" y="44450"/>
                  </a:lnTo>
                  <a:lnTo>
                    <a:pt x="68199" y="46100"/>
                  </a:lnTo>
                  <a:lnTo>
                    <a:pt x="70103" y="49402"/>
                  </a:lnTo>
                  <a:lnTo>
                    <a:pt x="72009" y="52577"/>
                  </a:lnTo>
                  <a:lnTo>
                    <a:pt x="73025" y="57657"/>
                  </a:lnTo>
                  <a:lnTo>
                    <a:pt x="73025" y="70865"/>
                  </a:lnTo>
                  <a:lnTo>
                    <a:pt x="72136" y="77597"/>
                  </a:lnTo>
                  <a:lnTo>
                    <a:pt x="70358" y="84074"/>
                  </a:lnTo>
                  <a:lnTo>
                    <a:pt x="68682" y="90297"/>
                  </a:lnTo>
                  <a:lnTo>
                    <a:pt x="68580" y="90677"/>
                  </a:lnTo>
                  <a:lnTo>
                    <a:pt x="66342" y="96519"/>
                  </a:lnTo>
                  <a:lnTo>
                    <a:pt x="66216" y="96774"/>
                  </a:lnTo>
                  <a:lnTo>
                    <a:pt x="63119" y="101853"/>
                  </a:lnTo>
                  <a:lnTo>
                    <a:pt x="60071" y="107187"/>
                  </a:lnTo>
                  <a:lnTo>
                    <a:pt x="56387" y="111378"/>
                  </a:lnTo>
                  <a:lnTo>
                    <a:pt x="52197" y="114680"/>
                  </a:lnTo>
                  <a:lnTo>
                    <a:pt x="47878" y="117982"/>
                  </a:lnTo>
                  <a:lnTo>
                    <a:pt x="43180" y="119634"/>
                  </a:lnTo>
                  <a:lnTo>
                    <a:pt x="66355" y="119634"/>
                  </a:lnTo>
                  <a:lnTo>
                    <a:pt x="89082" y="82516"/>
                  </a:lnTo>
                  <a:lnTo>
                    <a:pt x="91058" y="70865"/>
                  </a:lnTo>
                  <a:lnTo>
                    <a:pt x="91178" y="69891"/>
                  </a:lnTo>
                  <a:lnTo>
                    <a:pt x="91434" y="63373"/>
                  </a:lnTo>
                  <a:lnTo>
                    <a:pt x="91439" y="53086"/>
                  </a:lnTo>
                  <a:lnTo>
                    <a:pt x="89408" y="45338"/>
                  </a:lnTo>
                  <a:lnTo>
                    <a:pt x="88751" y="44450"/>
                  </a:lnTo>
                  <a:close/>
                </a:path>
                <a:path w="91439" h="128905">
                  <a:moveTo>
                    <a:pt x="75819" y="32003"/>
                  </a:moveTo>
                  <a:lnTo>
                    <a:pt x="65659" y="32003"/>
                  </a:lnTo>
                  <a:lnTo>
                    <a:pt x="62737" y="32385"/>
                  </a:lnTo>
                  <a:lnTo>
                    <a:pt x="60071" y="33274"/>
                  </a:lnTo>
                  <a:lnTo>
                    <a:pt x="57276" y="34162"/>
                  </a:lnTo>
                  <a:lnTo>
                    <a:pt x="34289" y="53720"/>
                  </a:lnTo>
                  <a:lnTo>
                    <a:pt x="43325" y="53720"/>
                  </a:lnTo>
                  <a:lnTo>
                    <a:pt x="45212" y="51688"/>
                  </a:lnTo>
                  <a:lnTo>
                    <a:pt x="48513" y="49022"/>
                  </a:lnTo>
                  <a:lnTo>
                    <a:pt x="51815" y="47116"/>
                  </a:lnTo>
                  <a:lnTo>
                    <a:pt x="55245" y="45338"/>
                  </a:lnTo>
                  <a:lnTo>
                    <a:pt x="58293" y="44450"/>
                  </a:lnTo>
                  <a:lnTo>
                    <a:pt x="88751" y="44450"/>
                  </a:lnTo>
                  <a:lnTo>
                    <a:pt x="81534" y="34670"/>
                  </a:lnTo>
                  <a:lnTo>
                    <a:pt x="75819" y="32003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3688593" y="917066"/>
            <a:ext cx="556260" cy="321310"/>
            <a:chOff x="3688593" y="917066"/>
            <a:chExt cx="556260" cy="321310"/>
          </a:xfrm>
        </p:grpSpPr>
        <p:sp>
          <p:nvSpPr>
            <p:cNvPr id="29" name="object 29"/>
            <p:cNvSpPr/>
            <p:nvPr/>
          </p:nvSpPr>
          <p:spPr>
            <a:xfrm>
              <a:off x="3688593" y="927480"/>
              <a:ext cx="556260" cy="311150"/>
            </a:xfrm>
            <a:custGeom>
              <a:avLst/>
              <a:gdLst/>
              <a:ahLst/>
              <a:cxnLst/>
              <a:rect l="l" t="t" r="r" b="b"/>
              <a:pathLst>
                <a:path w="556260" h="311150">
                  <a:moveTo>
                    <a:pt x="474466" y="0"/>
                  </a:moveTo>
                  <a:lnTo>
                    <a:pt x="471418" y="10287"/>
                  </a:lnTo>
                  <a:lnTo>
                    <a:pt x="485655" y="17690"/>
                  </a:lnTo>
                  <a:lnTo>
                    <a:pt x="498072" y="28463"/>
                  </a:lnTo>
                  <a:lnTo>
                    <a:pt x="524226" y="80456"/>
                  </a:lnTo>
                  <a:lnTo>
                    <a:pt x="532036" y="128133"/>
                  </a:lnTo>
                  <a:lnTo>
                    <a:pt x="533013" y="155448"/>
                  </a:lnTo>
                  <a:lnTo>
                    <a:pt x="532036" y="182687"/>
                  </a:lnTo>
                  <a:lnTo>
                    <a:pt x="524226" y="230260"/>
                  </a:lnTo>
                  <a:lnTo>
                    <a:pt x="508654" y="268047"/>
                  </a:lnTo>
                  <a:lnTo>
                    <a:pt x="471418" y="300355"/>
                  </a:lnTo>
                  <a:lnTo>
                    <a:pt x="474466" y="310642"/>
                  </a:lnTo>
                  <a:lnTo>
                    <a:pt x="509216" y="292163"/>
                  </a:lnTo>
                  <a:lnTo>
                    <a:pt x="534918" y="257302"/>
                  </a:lnTo>
                  <a:lnTo>
                    <a:pt x="550808" y="210264"/>
                  </a:lnTo>
                  <a:lnTo>
                    <a:pt x="556121" y="155448"/>
                  </a:lnTo>
                  <a:lnTo>
                    <a:pt x="554854" y="128133"/>
                  </a:lnTo>
                  <a:lnTo>
                    <a:pt x="544179" y="75864"/>
                  </a:lnTo>
                  <a:lnTo>
                    <a:pt x="523204" y="33861"/>
                  </a:lnTo>
                  <a:lnTo>
                    <a:pt x="492966" y="7191"/>
                  </a:lnTo>
                  <a:lnTo>
                    <a:pt x="474466" y="0"/>
                  </a:lnTo>
                  <a:close/>
                </a:path>
                <a:path w="556260" h="311150">
                  <a:moveTo>
                    <a:pt x="81655" y="0"/>
                  </a:moveTo>
                  <a:lnTo>
                    <a:pt x="46968" y="18478"/>
                  </a:lnTo>
                  <a:lnTo>
                    <a:pt x="21330" y="53340"/>
                  </a:lnTo>
                  <a:lnTo>
                    <a:pt x="5328" y="100377"/>
                  </a:lnTo>
                  <a:lnTo>
                    <a:pt x="0" y="155448"/>
                  </a:lnTo>
                  <a:lnTo>
                    <a:pt x="1276" y="182687"/>
                  </a:lnTo>
                  <a:lnTo>
                    <a:pt x="11995" y="234777"/>
                  </a:lnTo>
                  <a:lnTo>
                    <a:pt x="33023" y="276780"/>
                  </a:lnTo>
                  <a:lnTo>
                    <a:pt x="63174" y="303450"/>
                  </a:lnTo>
                  <a:lnTo>
                    <a:pt x="81655" y="310642"/>
                  </a:lnTo>
                  <a:lnTo>
                    <a:pt x="84830" y="300355"/>
                  </a:lnTo>
                  <a:lnTo>
                    <a:pt x="70536" y="292951"/>
                  </a:lnTo>
                  <a:lnTo>
                    <a:pt x="58112" y="282178"/>
                  </a:lnTo>
                  <a:lnTo>
                    <a:pt x="31894" y="230260"/>
                  </a:lnTo>
                  <a:lnTo>
                    <a:pt x="24084" y="182687"/>
                  </a:lnTo>
                  <a:lnTo>
                    <a:pt x="23108" y="155448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521" y="42594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3780281" y="953896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0" y="0"/>
                  </a:moveTo>
                  <a:lnTo>
                    <a:pt x="85089" y="7492"/>
                  </a:lnTo>
                  <a:lnTo>
                    <a:pt x="105282" y="24891"/>
                  </a:lnTo>
                  <a:lnTo>
                    <a:pt x="0" y="24891"/>
                  </a:lnTo>
                  <a:lnTo>
                    <a:pt x="0" y="36702"/>
                  </a:lnTo>
                  <a:lnTo>
                    <a:pt x="105282" y="36702"/>
                  </a:lnTo>
                  <a:lnTo>
                    <a:pt x="85089" y="54228"/>
                  </a:lnTo>
                  <a:lnTo>
                    <a:pt x="91820" y="61722"/>
                  </a:lnTo>
                  <a:lnTo>
                    <a:pt x="123316" y="34416"/>
                  </a:lnTo>
                  <a:lnTo>
                    <a:pt x="123316" y="27177"/>
                  </a:lnTo>
                  <a:lnTo>
                    <a:pt x="9182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783202" y="1036192"/>
              <a:ext cx="118618" cy="12001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930395" y="917066"/>
              <a:ext cx="197992" cy="176403"/>
            </a:xfrm>
            <a:prstGeom prst="rect">
              <a:avLst/>
            </a:prstGeom>
          </p:spPr>
        </p:pic>
      </p:grpSp>
      <p:sp>
        <p:nvSpPr>
          <p:cNvPr id="33" name="object 33"/>
          <p:cNvSpPr/>
          <p:nvPr/>
        </p:nvSpPr>
        <p:spPr>
          <a:xfrm>
            <a:off x="4332478" y="1074355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4" name="object 34"/>
          <p:cNvGrpSpPr/>
          <p:nvPr/>
        </p:nvGrpSpPr>
        <p:grpSpPr>
          <a:xfrm>
            <a:off x="4562221" y="917066"/>
            <a:ext cx="588010" cy="295910"/>
            <a:chOff x="4562221" y="917066"/>
            <a:chExt cx="588010" cy="295910"/>
          </a:xfrm>
        </p:grpSpPr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562221" y="1034160"/>
              <a:ext cx="139318" cy="176911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730496" y="917066"/>
              <a:ext cx="197992" cy="176403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956683" y="974851"/>
              <a:ext cx="79375" cy="238125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069332" y="940561"/>
              <a:ext cx="80517" cy="120396"/>
            </a:xfrm>
            <a:prstGeom prst="rect">
              <a:avLst/>
            </a:prstGeom>
          </p:spPr>
        </p:pic>
      </p:grpSp>
      <p:grpSp>
        <p:nvGrpSpPr>
          <p:cNvPr id="39" name="object 39"/>
          <p:cNvGrpSpPr/>
          <p:nvPr/>
        </p:nvGrpSpPr>
        <p:grpSpPr>
          <a:xfrm>
            <a:off x="2314575" y="600075"/>
            <a:ext cx="180975" cy="365760"/>
            <a:chOff x="2314575" y="600075"/>
            <a:chExt cx="180975" cy="365760"/>
          </a:xfrm>
        </p:grpSpPr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326259" y="792353"/>
              <a:ext cx="100076" cy="17335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314575" y="600075"/>
              <a:ext cx="180975" cy="180975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5742304" y="898461"/>
            <a:ext cx="26409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average</a:t>
            </a:r>
            <a:r>
              <a:rPr dirty="0" sz="1800" spc="-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of</a:t>
            </a:r>
            <a:r>
              <a:rPr dirty="0" sz="1800" spc="-105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0096FF"/>
                </a:solidFill>
                <a:latin typeface="Verdana"/>
                <a:cs typeface="Verdana"/>
              </a:rPr>
              <a:t>training</a:t>
            </a:r>
            <a:r>
              <a:rPr dirty="0" sz="1800" spc="35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dirty="0" sz="1800" spc="-25">
                <a:solidFill>
                  <a:srgbClr val="0096FF"/>
                </a:solidFill>
                <a:latin typeface="Verdana"/>
                <a:cs typeface="Verdana"/>
              </a:rPr>
              <a:t>set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07147" y="616330"/>
            <a:ext cx="595490" cy="227838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2841498" y="1691385"/>
            <a:ext cx="416559" cy="366395"/>
            <a:chOff x="2841498" y="1691385"/>
            <a:chExt cx="416559" cy="366395"/>
          </a:xfrm>
        </p:grpSpPr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841498" y="1691385"/>
              <a:ext cx="396875" cy="150113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076575" y="1876424"/>
              <a:ext cx="180975" cy="180975"/>
            </a:xfrm>
            <a:prstGeom prst="rect">
              <a:avLst/>
            </a:prstGeom>
          </p:spPr>
        </p:pic>
      </p:grpSp>
      <p:grpSp>
        <p:nvGrpSpPr>
          <p:cNvPr id="47" name="object 47"/>
          <p:cNvGrpSpPr/>
          <p:nvPr/>
        </p:nvGrpSpPr>
        <p:grpSpPr>
          <a:xfrm>
            <a:off x="3305175" y="1514475"/>
            <a:ext cx="2371725" cy="485775"/>
            <a:chOff x="3305175" y="1514475"/>
            <a:chExt cx="2371725" cy="485775"/>
          </a:xfrm>
        </p:grpSpPr>
        <p:sp>
          <p:nvSpPr>
            <p:cNvPr id="48" name="object 48"/>
            <p:cNvSpPr/>
            <p:nvPr/>
          </p:nvSpPr>
          <p:spPr>
            <a:xfrm>
              <a:off x="3324225" y="1533525"/>
              <a:ext cx="2333625" cy="447675"/>
            </a:xfrm>
            <a:custGeom>
              <a:avLst/>
              <a:gdLst/>
              <a:ahLst/>
              <a:cxnLst/>
              <a:rect l="l" t="t" r="r" b="b"/>
              <a:pathLst>
                <a:path w="2333625" h="447675">
                  <a:moveTo>
                    <a:pt x="0" y="447675"/>
                  </a:moveTo>
                  <a:lnTo>
                    <a:pt x="2333625" y="447675"/>
                  </a:lnTo>
                  <a:lnTo>
                    <a:pt x="2333625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38100">
              <a:solidFill>
                <a:srgbClr val="009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3582167" y="1620520"/>
              <a:ext cx="1804035" cy="311150"/>
            </a:xfrm>
            <a:custGeom>
              <a:avLst/>
              <a:gdLst/>
              <a:ahLst/>
              <a:cxnLst/>
              <a:rect l="l" t="t" r="r" b="b"/>
              <a:pathLst>
                <a:path w="1804035" h="311150">
                  <a:moveTo>
                    <a:pt x="1722241" y="0"/>
                  </a:moveTo>
                  <a:lnTo>
                    <a:pt x="1719066" y="10287"/>
                  </a:lnTo>
                  <a:lnTo>
                    <a:pt x="1733377" y="17690"/>
                  </a:lnTo>
                  <a:lnTo>
                    <a:pt x="1745831" y="28463"/>
                  </a:lnTo>
                  <a:lnTo>
                    <a:pt x="1772001" y="80456"/>
                  </a:lnTo>
                  <a:lnTo>
                    <a:pt x="1779811" y="128133"/>
                  </a:lnTo>
                  <a:lnTo>
                    <a:pt x="1780788" y="155447"/>
                  </a:lnTo>
                  <a:lnTo>
                    <a:pt x="1779811" y="182687"/>
                  </a:lnTo>
                  <a:lnTo>
                    <a:pt x="1772001" y="230260"/>
                  </a:lnTo>
                  <a:lnTo>
                    <a:pt x="1756427" y="268047"/>
                  </a:lnTo>
                  <a:lnTo>
                    <a:pt x="1719066" y="300354"/>
                  </a:lnTo>
                  <a:lnTo>
                    <a:pt x="1722241" y="310641"/>
                  </a:lnTo>
                  <a:lnTo>
                    <a:pt x="1756943" y="292163"/>
                  </a:lnTo>
                  <a:lnTo>
                    <a:pt x="1782693" y="257301"/>
                  </a:lnTo>
                  <a:lnTo>
                    <a:pt x="1798583" y="210264"/>
                  </a:lnTo>
                  <a:lnTo>
                    <a:pt x="1803896" y="155447"/>
                  </a:lnTo>
                  <a:lnTo>
                    <a:pt x="1802629" y="128133"/>
                  </a:lnTo>
                  <a:lnTo>
                    <a:pt x="1791954" y="75864"/>
                  </a:lnTo>
                  <a:lnTo>
                    <a:pt x="1770925" y="33861"/>
                  </a:lnTo>
                  <a:lnTo>
                    <a:pt x="1740723" y="7191"/>
                  </a:lnTo>
                  <a:lnTo>
                    <a:pt x="1722241" y="0"/>
                  </a:lnTo>
                  <a:close/>
                </a:path>
                <a:path w="1804035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7"/>
                  </a:lnTo>
                  <a:lnTo>
                    <a:pt x="0" y="155447"/>
                  </a:lnTo>
                  <a:lnTo>
                    <a:pt x="1274" y="182687"/>
                  </a:lnTo>
                  <a:lnTo>
                    <a:pt x="1325" y="183774"/>
                  </a:lnTo>
                  <a:lnTo>
                    <a:pt x="11941" y="234777"/>
                  </a:lnTo>
                  <a:lnTo>
                    <a:pt x="32970" y="276780"/>
                  </a:lnTo>
                  <a:lnTo>
                    <a:pt x="63172" y="303450"/>
                  </a:lnTo>
                  <a:lnTo>
                    <a:pt x="81655" y="310641"/>
                  </a:lnTo>
                  <a:lnTo>
                    <a:pt x="84830" y="300354"/>
                  </a:lnTo>
                  <a:lnTo>
                    <a:pt x="70518" y="292951"/>
                  </a:lnTo>
                  <a:lnTo>
                    <a:pt x="58064" y="282178"/>
                  </a:lnTo>
                  <a:lnTo>
                    <a:pt x="31894" y="230260"/>
                  </a:lnTo>
                  <a:lnTo>
                    <a:pt x="24084" y="182687"/>
                  </a:lnTo>
                  <a:lnTo>
                    <a:pt x="23108" y="155447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8" y="42594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3816730" y="1747011"/>
              <a:ext cx="165735" cy="45720"/>
            </a:xfrm>
            <a:custGeom>
              <a:avLst/>
              <a:gdLst/>
              <a:ahLst/>
              <a:cxnLst/>
              <a:rect l="l" t="t" r="r" b="b"/>
              <a:pathLst>
                <a:path w="165735" h="45719">
                  <a:moveTo>
                    <a:pt x="142113" y="0"/>
                  </a:moveTo>
                  <a:lnTo>
                    <a:pt x="137160" y="5587"/>
                  </a:lnTo>
                  <a:lnTo>
                    <a:pt x="152019" y="18414"/>
                  </a:lnTo>
                  <a:lnTo>
                    <a:pt x="0" y="18414"/>
                  </a:lnTo>
                  <a:lnTo>
                    <a:pt x="0" y="27177"/>
                  </a:lnTo>
                  <a:lnTo>
                    <a:pt x="152019" y="27177"/>
                  </a:lnTo>
                  <a:lnTo>
                    <a:pt x="137160" y="40132"/>
                  </a:lnTo>
                  <a:lnTo>
                    <a:pt x="142113" y="45720"/>
                  </a:lnTo>
                  <a:lnTo>
                    <a:pt x="165354" y="25526"/>
                  </a:lnTo>
                  <a:lnTo>
                    <a:pt x="165354" y="20192"/>
                  </a:lnTo>
                  <a:lnTo>
                    <a:pt x="142113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1" name="object 51"/>
          <p:cNvSpPr txBox="1"/>
          <p:nvPr/>
        </p:nvSpPr>
        <p:spPr>
          <a:xfrm>
            <a:off x="3394709" y="1639569"/>
            <a:ext cx="77851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>
                <a:solidFill>
                  <a:srgbClr val="0096FF"/>
                </a:solidFill>
                <a:latin typeface="Cambria Math"/>
                <a:cs typeface="Cambria Math"/>
              </a:rPr>
              <a:t>𝐿</a:t>
            </a:r>
            <a:r>
              <a:rPr dirty="0" baseline="12500" sz="3000" spc="52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4172717" y="1610105"/>
            <a:ext cx="546735" cy="321310"/>
            <a:chOff x="4172717" y="1610105"/>
            <a:chExt cx="546735" cy="321310"/>
          </a:xfrm>
        </p:grpSpPr>
        <p:sp>
          <p:nvSpPr>
            <p:cNvPr id="53" name="object 53"/>
            <p:cNvSpPr/>
            <p:nvPr/>
          </p:nvSpPr>
          <p:spPr>
            <a:xfrm>
              <a:off x="4172717" y="1620519"/>
              <a:ext cx="546735" cy="311150"/>
            </a:xfrm>
            <a:custGeom>
              <a:avLst/>
              <a:gdLst/>
              <a:ahLst/>
              <a:cxnLst/>
              <a:rect l="l" t="t" r="r" b="b"/>
              <a:pathLst>
                <a:path w="546735" h="311150">
                  <a:moveTo>
                    <a:pt x="464941" y="0"/>
                  </a:moveTo>
                  <a:lnTo>
                    <a:pt x="461766" y="10287"/>
                  </a:lnTo>
                  <a:lnTo>
                    <a:pt x="476077" y="17690"/>
                  </a:lnTo>
                  <a:lnTo>
                    <a:pt x="488531" y="28463"/>
                  </a:lnTo>
                  <a:lnTo>
                    <a:pt x="514701" y="80456"/>
                  </a:lnTo>
                  <a:lnTo>
                    <a:pt x="522511" y="128133"/>
                  </a:lnTo>
                  <a:lnTo>
                    <a:pt x="523488" y="155447"/>
                  </a:lnTo>
                  <a:lnTo>
                    <a:pt x="522511" y="182687"/>
                  </a:lnTo>
                  <a:lnTo>
                    <a:pt x="514701" y="230260"/>
                  </a:lnTo>
                  <a:lnTo>
                    <a:pt x="499127" y="268047"/>
                  </a:lnTo>
                  <a:lnTo>
                    <a:pt x="461766" y="300354"/>
                  </a:lnTo>
                  <a:lnTo>
                    <a:pt x="464941" y="310641"/>
                  </a:lnTo>
                  <a:lnTo>
                    <a:pt x="499643" y="292163"/>
                  </a:lnTo>
                  <a:lnTo>
                    <a:pt x="525393" y="257301"/>
                  </a:lnTo>
                  <a:lnTo>
                    <a:pt x="541283" y="210264"/>
                  </a:lnTo>
                  <a:lnTo>
                    <a:pt x="546596" y="155447"/>
                  </a:lnTo>
                  <a:lnTo>
                    <a:pt x="545329" y="128133"/>
                  </a:lnTo>
                  <a:lnTo>
                    <a:pt x="534654" y="75864"/>
                  </a:lnTo>
                  <a:lnTo>
                    <a:pt x="513625" y="33861"/>
                  </a:lnTo>
                  <a:lnTo>
                    <a:pt x="483423" y="7191"/>
                  </a:lnTo>
                  <a:lnTo>
                    <a:pt x="464941" y="0"/>
                  </a:lnTo>
                  <a:close/>
                </a:path>
                <a:path w="546735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7"/>
                  </a:lnTo>
                  <a:lnTo>
                    <a:pt x="0" y="155447"/>
                  </a:lnTo>
                  <a:lnTo>
                    <a:pt x="1274" y="182687"/>
                  </a:lnTo>
                  <a:lnTo>
                    <a:pt x="1325" y="183774"/>
                  </a:lnTo>
                  <a:lnTo>
                    <a:pt x="11941" y="234777"/>
                  </a:lnTo>
                  <a:lnTo>
                    <a:pt x="32970" y="276780"/>
                  </a:lnTo>
                  <a:lnTo>
                    <a:pt x="63172" y="303450"/>
                  </a:lnTo>
                  <a:lnTo>
                    <a:pt x="81655" y="310641"/>
                  </a:lnTo>
                  <a:lnTo>
                    <a:pt x="84830" y="300354"/>
                  </a:lnTo>
                  <a:lnTo>
                    <a:pt x="70518" y="292951"/>
                  </a:lnTo>
                  <a:lnTo>
                    <a:pt x="58064" y="282178"/>
                  </a:lnTo>
                  <a:lnTo>
                    <a:pt x="31894" y="230260"/>
                  </a:lnTo>
                  <a:lnTo>
                    <a:pt x="24084" y="182687"/>
                  </a:lnTo>
                  <a:lnTo>
                    <a:pt x="23108" y="155447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8" y="42594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4" name="object 54"/>
            <p:cNvSpPr/>
            <p:nvPr/>
          </p:nvSpPr>
          <p:spPr>
            <a:xfrm>
              <a:off x="4264405" y="1646935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1" y="0"/>
                  </a:moveTo>
                  <a:lnTo>
                    <a:pt x="85090" y="7492"/>
                  </a:lnTo>
                  <a:lnTo>
                    <a:pt x="105156" y="24891"/>
                  </a:lnTo>
                  <a:lnTo>
                    <a:pt x="0" y="24891"/>
                  </a:lnTo>
                  <a:lnTo>
                    <a:pt x="0" y="36702"/>
                  </a:lnTo>
                  <a:lnTo>
                    <a:pt x="105156" y="36702"/>
                  </a:lnTo>
                  <a:lnTo>
                    <a:pt x="85090" y="54228"/>
                  </a:lnTo>
                  <a:lnTo>
                    <a:pt x="91821" y="61722"/>
                  </a:lnTo>
                  <a:lnTo>
                    <a:pt x="123317" y="34416"/>
                  </a:lnTo>
                  <a:lnTo>
                    <a:pt x="123317" y="27177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404994" y="1610105"/>
              <a:ext cx="198120" cy="176530"/>
            </a:xfrm>
            <a:custGeom>
              <a:avLst/>
              <a:gdLst/>
              <a:ahLst/>
              <a:cxnLst/>
              <a:rect l="l" t="t" r="r" b="b"/>
              <a:pathLst>
                <a:path w="198120" h="176530">
                  <a:moveTo>
                    <a:pt x="141731" y="0"/>
                  </a:moveTo>
                  <a:lnTo>
                    <a:pt x="139191" y="7112"/>
                  </a:lnTo>
                  <a:lnTo>
                    <a:pt x="149429" y="11568"/>
                  </a:lnTo>
                  <a:lnTo>
                    <a:pt x="158226" y="17716"/>
                  </a:lnTo>
                  <a:lnTo>
                    <a:pt x="179276" y="58610"/>
                  </a:lnTo>
                  <a:lnTo>
                    <a:pt x="181863" y="87376"/>
                  </a:lnTo>
                  <a:lnTo>
                    <a:pt x="181219" y="102947"/>
                  </a:lnTo>
                  <a:lnTo>
                    <a:pt x="171450" y="140970"/>
                  </a:lnTo>
                  <a:lnTo>
                    <a:pt x="139445" y="169291"/>
                  </a:lnTo>
                  <a:lnTo>
                    <a:pt x="141731" y="176403"/>
                  </a:lnTo>
                  <a:lnTo>
                    <a:pt x="175468" y="156454"/>
                  </a:lnTo>
                  <a:lnTo>
                    <a:pt x="194373" y="119443"/>
                  </a:lnTo>
                  <a:lnTo>
                    <a:pt x="197992" y="88265"/>
                  </a:lnTo>
                  <a:lnTo>
                    <a:pt x="197098" y="72326"/>
                  </a:lnTo>
                  <a:lnTo>
                    <a:pt x="183387" y="30988"/>
                  </a:lnTo>
                  <a:lnTo>
                    <a:pt x="154491" y="4645"/>
                  </a:lnTo>
                  <a:lnTo>
                    <a:pt x="141731" y="0"/>
                  </a:lnTo>
                  <a:close/>
                </a:path>
                <a:path w="198120" h="176530">
                  <a:moveTo>
                    <a:pt x="56260" y="0"/>
                  </a:moveTo>
                  <a:lnTo>
                    <a:pt x="22649" y="20127"/>
                  </a:lnTo>
                  <a:lnTo>
                    <a:pt x="3635" y="57150"/>
                  </a:lnTo>
                  <a:lnTo>
                    <a:pt x="0" y="88265"/>
                  </a:lnTo>
                  <a:lnTo>
                    <a:pt x="819" y="102947"/>
                  </a:lnTo>
                  <a:lnTo>
                    <a:pt x="14477" y="145669"/>
                  </a:lnTo>
                  <a:lnTo>
                    <a:pt x="43428" y="171832"/>
                  </a:lnTo>
                  <a:lnTo>
                    <a:pt x="56260" y="176403"/>
                  </a:lnTo>
                  <a:lnTo>
                    <a:pt x="58546" y="169291"/>
                  </a:lnTo>
                  <a:lnTo>
                    <a:pt x="48474" y="164812"/>
                  </a:lnTo>
                  <a:lnTo>
                    <a:pt x="39782" y="158607"/>
                  </a:lnTo>
                  <a:lnTo>
                    <a:pt x="18716" y="117078"/>
                  </a:lnTo>
                  <a:lnTo>
                    <a:pt x="16128" y="87376"/>
                  </a:lnTo>
                  <a:lnTo>
                    <a:pt x="16773" y="72326"/>
                  </a:lnTo>
                  <a:lnTo>
                    <a:pt x="26542" y="35179"/>
                  </a:lnTo>
                  <a:lnTo>
                    <a:pt x="58800" y="7112"/>
                  </a:lnTo>
                  <a:lnTo>
                    <a:pt x="56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6" name="object 56"/>
          <p:cNvSpPr txBox="1"/>
          <p:nvPr/>
        </p:nvSpPr>
        <p:spPr>
          <a:xfrm>
            <a:off x="4243451" y="1486788"/>
            <a:ext cx="3308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24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57" name="object 5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5071745" y="1610105"/>
            <a:ext cx="197992" cy="176403"/>
          </a:xfrm>
          <a:prstGeom prst="rect">
            <a:avLst/>
          </a:prstGeom>
        </p:spPr>
      </p:pic>
      <p:sp>
        <p:nvSpPr>
          <p:cNvPr id="58" name="object 58"/>
          <p:cNvSpPr txBox="1"/>
          <p:nvPr/>
        </p:nvSpPr>
        <p:spPr>
          <a:xfrm>
            <a:off x="4796409" y="1582038"/>
            <a:ext cx="445134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8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endParaRPr baseline="27777" sz="225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7855966" y="4013834"/>
            <a:ext cx="36258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70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6608826" y="3256216"/>
            <a:ext cx="13728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C00000"/>
                </a:solidFill>
                <a:latin typeface="Verdana"/>
                <a:cs typeface="Verdana"/>
              </a:rPr>
              <a:t>non</a:t>
            </a:r>
            <a:r>
              <a:rPr dirty="0" sz="1800">
                <a:latin typeface="Verdana"/>
                <a:cs typeface="Verdana"/>
              </a:rPr>
              <a:t>-</a:t>
            </a:r>
            <a:r>
              <a:rPr dirty="0" sz="1800" spc="-10">
                <a:latin typeface="Verdana"/>
                <a:cs typeface="Verdana"/>
              </a:rPr>
              <a:t>convex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61" name="object 61"/>
          <p:cNvGrpSpPr/>
          <p:nvPr/>
        </p:nvGrpSpPr>
        <p:grpSpPr>
          <a:xfrm>
            <a:off x="5164073" y="3386454"/>
            <a:ext cx="467359" cy="192405"/>
            <a:chOff x="5164073" y="3386454"/>
            <a:chExt cx="467359" cy="192405"/>
          </a:xfrm>
        </p:grpSpPr>
        <p:sp>
          <p:nvSpPr>
            <p:cNvPr id="62" name="object 62"/>
            <p:cNvSpPr/>
            <p:nvPr/>
          </p:nvSpPr>
          <p:spPr>
            <a:xfrm>
              <a:off x="5164073" y="3393185"/>
              <a:ext cx="467359" cy="185420"/>
            </a:xfrm>
            <a:custGeom>
              <a:avLst/>
              <a:gdLst/>
              <a:ahLst/>
              <a:cxnLst/>
              <a:rect l="l" t="t" r="r" b="b"/>
              <a:pathLst>
                <a:path w="467360" h="185420">
                  <a:moveTo>
                    <a:pt x="407924" y="0"/>
                  </a:moveTo>
                  <a:lnTo>
                    <a:pt x="405256" y="7493"/>
                  </a:lnTo>
                  <a:lnTo>
                    <a:pt x="416020" y="12184"/>
                  </a:lnTo>
                  <a:lnTo>
                    <a:pt x="425259" y="18637"/>
                  </a:lnTo>
                  <a:lnTo>
                    <a:pt x="447341" y="61499"/>
                  </a:lnTo>
                  <a:lnTo>
                    <a:pt x="450088" y="91693"/>
                  </a:lnTo>
                  <a:lnTo>
                    <a:pt x="449399" y="108059"/>
                  </a:lnTo>
                  <a:lnTo>
                    <a:pt x="439165" y="148081"/>
                  </a:lnTo>
                  <a:lnTo>
                    <a:pt x="405511" y="177800"/>
                  </a:lnTo>
                  <a:lnTo>
                    <a:pt x="407924" y="185292"/>
                  </a:lnTo>
                  <a:lnTo>
                    <a:pt x="443285" y="164218"/>
                  </a:lnTo>
                  <a:lnTo>
                    <a:pt x="463169" y="125380"/>
                  </a:lnTo>
                  <a:lnTo>
                    <a:pt x="466978" y="92709"/>
                  </a:lnTo>
                  <a:lnTo>
                    <a:pt x="466036" y="75906"/>
                  </a:lnTo>
                  <a:lnTo>
                    <a:pt x="466026" y="75731"/>
                  </a:lnTo>
                  <a:lnTo>
                    <a:pt x="451738" y="32512"/>
                  </a:lnTo>
                  <a:lnTo>
                    <a:pt x="421378" y="4829"/>
                  </a:lnTo>
                  <a:lnTo>
                    <a:pt x="407924" y="0"/>
                  </a:lnTo>
                  <a:close/>
                </a:path>
                <a:path w="467360" h="185420">
                  <a:moveTo>
                    <a:pt x="59181" y="0"/>
                  </a:moveTo>
                  <a:lnTo>
                    <a:pt x="23820" y="21109"/>
                  </a:lnTo>
                  <a:lnTo>
                    <a:pt x="3825" y="60039"/>
                  </a:lnTo>
                  <a:lnTo>
                    <a:pt x="57" y="91693"/>
                  </a:lnTo>
                  <a:lnTo>
                    <a:pt x="0" y="92709"/>
                  </a:lnTo>
                  <a:lnTo>
                    <a:pt x="861" y="108059"/>
                  </a:lnTo>
                  <a:lnTo>
                    <a:pt x="952" y="109688"/>
                  </a:lnTo>
                  <a:lnTo>
                    <a:pt x="3810" y="125380"/>
                  </a:lnTo>
                  <a:lnTo>
                    <a:pt x="23695" y="164218"/>
                  </a:lnTo>
                  <a:lnTo>
                    <a:pt x="59181" y="185292"/>
                  </a:lnTo>
                  <a:lnTo>
                    <a:pt x="61467" y="177800"/>
                  </a:lnTo>
                  <a:lnTo>
                    <a:pt x="50942" y="173085"/>
                  </a:lnTo>
                  <a:lnTo>
                    <a:pt x="41846" y="166560"/>
                  </a:lnTo>
                  <a:lnTo>
                    <a:pt x="19653" y="122888"/>
                  </a:lnTo>
                  <a:lnTo>
                    <a:pt x="16933" y="92709"/>
                  </a:lnTo>
                  <a:lnTo>
                    <a:pt x="16890" y="91693"/>
                  </a:lnTo>
                  <a:lnTo>
                    <a:pt x="23106" y="48474"/>
                  </a:lnTo>
                  <a:lnTo>
                    <a:pt x="51050" y="12184"/>
                  </a:lnTo>
                  <a:lnTo>
                    <a:pt x="61722" y="7493"/>
                  </a:lnTo>
                  <a:lnTo>
                    <a:pt x="5918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5232272" y="3386454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5" h="48260">
                  <a:moveTo>
                    <a:pt x="134874" y="0"/>
                  </a:moveTo>
                  <a:lnTo>
                    <a:pt x="129666" y="5842"/>
                  </a:lnTo>
                  <a:lnTo>
                    <a:pt x="145287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45287" y="28575"/>
                  </a:lnTo>
                  <a:lnTo>
                    <a:pt x="129666" y="42164"/>
                  </a:lnTo>
                  <a:lnTo>
                    <a:pt x="134874" y="48006"/>
                  </a:lnTo>
                  <a:lnTo>
                    <a:pt x="159385" y="26797"/>
                  </a:lnTo>
                  <a:lnTo>
                    <a:pt x="159385" y="21082"/>
                  </a:lnTo>
                  <a:lnTo>
                    <a:pt x="13487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4" name="object 64"/>
          <p:cNvSpPr txBox="1"/>
          <p:nvPr/>
        </p:nvSpPr>
        <p:spPr>
          <a:xfrm>
            <a:off x="5053329" y="3336925"/>
            <a:ext cx="53403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𝐽</a:t>
            </a:r>
            <a:r>
              <a:rPr dirty="0" sz="1550" spc="40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65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272403" y="3365119"/>
            <a:ext cx="1005840" cy="877569"/>
            <a:chOff x="6272403" y="3365119"/>
            <a:chExt cx="1005840" cy="877569"/>
          </a:xfrm>
        </p:grpSpPr>
        <p:pic>
          <p:nvPicPr>
            <p:cNvPr id="66" name="object 66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142607" y="4108843"/>
              <a:ext cx="135509" cy="133350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272403" y="3365119"/>
              <a:ext cx="285369" cy="424180"/>
            </a:xfrm>
            <a:prstGeom prst="rect">
              <a:avLst/>
            </a:prstGeom>
          </p:spPr>
        </p:pic>
      </p:grpSp>
      <p:sp>
        <p:nvSpPr>
          <p:cNvPr id="68" name="object 68"/>
          <p:cNvSpPr txBox="1"/>
          <p:nvPr/>
        </p:nvSpPr>
        <p:spPr>
          <a:xfrm>
            <a:off x="5832221" y="2167254"/>
            <a:ext cx="2094864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0096FF"/>
                </a:solidFill>
                <a:latin typeface="Verdana"/>
                <a:cs typeface="Verdana"/>
              </a:rPr>
              <a:t>logistic</a:t>
            </a:r>
            <a:r>
              <a:rPr dirty="0" sz="1800" spc="-85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regression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850770" y="3231260"/>
            <a:ext cx="83693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10">
                <a:latin typeface="Verdana"/>
                <a:cs typeface="Verdana"/>
              </a:rPr>
              <a:t>convex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723900" y="3141294"/>
            <a:ext cx="2921635" cy="1373505"/>
            <a:chOff x="723900" y="3141294"/>
            <a:chExt cx="2921635" cy="1373505"/>
          </a:xfrm>
        </p:grpSpPr>
        <p:sp>
          <p:nvSpPr>
            <p:cNvPr id="71" name="object 71"/>
            <p:cNvSpPr/>
            <p:nvPr/>
          </p:nvSpPr>
          <p:spPr>
            <a:xfrm>
              <a:off x="723900" y="3143249"/>
              <a:ext cx="2921635" cy="1371600"/>
            </a:xfrm>
            <a:custGeom>
              <a:avLst/>
              <a:gdLst/>
              <a:ahLst/>
              <a:cxnLst/>
              <a:rect l="l" t="t" r="r" b="b"/>
              <a:pathLst>
                <a:path w="2921635" h="1371600">
                  <a:moveTo>
                    <a:pt x="2921381" y="1171575"/>
                  </a:moveTo>
                  <a:lnTo>
                    <a:pt x="2898521" y="1152525"/>
                  </a:lnTo>
                  <a:lnTo>
                    <a:pt x="2789555" y="1061694"/>
                  </a:lnTo>
                  <a:lnTo>
                    <a:pt x="2782938" y="1058100"/>
                  </a:lnTo>
                  <a:lnTo>
                    <a:pt x="2758389" y="1078052"/>
                  </a:lnTo>
                  <a:lnTo>
                    <a:pt x="2760408" y="1085062"/>
                  </a:lnTo>
                  <a:lnTo>
                    <a:pt x="2765171" y="1090955"/>
                  </a:lnTo>
                  <a:lnTo>
                    <a:pt x="2839047" y="1152525"/>
                  </a:lnTo>
                  <a:lnTo>
                    <a:pt x="228600" y="1152525"/>
                  </a:lnTo>
                  <a:lnTo>
                    <a:pt x="228600" y="82334"/>
                  </a:lnTo>
                  <a:lnTo>
                    <a:pt x="290169" y="156210"/>
                  </a:lnTo>
                  <a:lnTo>
                    <a:pt x="296062" y="160972"/>
                  </a:lnTo>
                  <a:lnTo>
                    <a:pt x="303072" y="162991"/>
                  </a:lnTo>
                  <a:lnTo>
                    <a:pt x="310337" y="162229"/>
                  </a:lnTo>
                  <a:lnTo>
                    <a:pt x="316992" y="158623"/>
                  </a:lnTo>
                  <a:lnTo>
                    <a:pt x="321729" y="152742"/>
                  </a:lnTo>
                  <a:lnTo>
                    <a:pt x="323773" y="145757"/>
                  </a:lnTo>
                  <a:lnTo>
                    <a:pt x="323024" y="138506"/>
                  </a:lnTo>
                  <a:lnTo>
                    <a:pt x="319430" y="131826"/>
                  </a:lnTo>
                  <a:lnTo>
                    <a:pt x="234315" y="29718"/>
                  </a:lnTo>
                  <a:lnTo>
                    <a:pt x="209550" y="0"/>
                  </a:lnTo>
                  <a:lnTo>
                    <a:pt x="99669" y="131826"/>
                  </a:lnTo>
                  <a:lnTo>
                    <a:pt x="96062" y="138506"/>
                  </a:lnTo>
                  <a:lnTo>
                    <a:pt x="95326" y="145757"/>
                  </a:lnTo>
                  <a:lnTo>
                    <a:pt x="97358" y="152742"/>
                  </a:lnTo>
                  <a:lnTo>
                    <a:pt x="102108" y="158623"/>
                  </a:lnTo>
                  <a:lnTo>
                    <a:pt x="108750" y="162229"/>
                  </a:lnTo>
                  <a:lnTo>
                    <a:pt x="116014" y="162991"/>
                  </a:lnTo>
                  <a:lnTo>
                    <a:pt x="123024" y="160972"/>
                  </a:lnTo>
                  <a:lnTo>
                    <a:pt x="128930" y="156210"/>
                  </a:lnTo>
                  <a:lnTo>
                    <a:pt x="190487" y="82334"/>
                  </a:lnTo>
                  <a:lnTo>
                    <a:pt x="190500" y="29718"/>
                  </a:lnTo>
                  <a:lnTo>
                    <a:pt x="190500" y="82334"/>
                  </a:lnTo>
                  <a:lnTo>
                    <a:pt x="190500" y="1152525"/>
                  </a:lnTo>
                  <a:lnTo>
                    <a:pt x="0" y="1152525"/>
                  </a:lnTo>
                  <a:lnTo>
                    <a:pt x="0" y="1190625"/>
                  </a:lnTo>
                  <a:lnTo>
                    <a:pt x="190500" y="1190625"/>
                  </a:lnTo>
                  <a:lnTo>
                    <a:pt x="190500" y="1370977"/>
                  </a:lnTo>
                  <a:lnTo>
                    <a:pt x="228600" y="1370977"/>
                  </a:lnTo>
                  <a:lnTo>
                    <a:pt x="228600" y="1190625"/>
                  </a:lnTo>
                  <a:lnTo>
                    <a:pt x="2839047" y="1190625"/>
                  </a:lnTo>
                  <a:lnTo>
                    <a:pt x="2765171" y="1252194"/>
                  </a:lnTo>
                  <a:lnTo>
                    <a:pt x="2760408" y="1258100"/>
                  </a:lnTo>
                  <a:lnTo>
                    <a:pt x="2758389" y="1265110"/>
                  </a:lnTo>
                  <a:lnTo>
                    <a:pt x="2759151" y="1272374"/>
                  </a:lnTo>
                  <a:lnTo>
                    <a:pt x="2762758" y="1279017"/>
                  </a:lnTo>
                  <a:lnTo>
                    <a:pt x="2768650" y="1283766"/>
                  </a:lnTo>
                  <a:lnTo>
                    <a:pt x="2775674" y="1285798"/>
                  </a:lnTo>
                  <a:lnTo>
                    <a:pt x="2782938" y="1285062"/>
                  </a:lnTo>
                  <a:lnTo>
                    <a:pt x="2789555" y="1281455"/>
                  </a:lnTo>
                  <a:lnTo>
                    <a:pt x="2898521" y="1190625"/>
                  </a:lnTo>
                  <a:lnTo>
                    <a:pt x="2921381" y="11715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1042342" y="3141294"/>
              <a:ext cx="2357449" cy="1116863"/>
            </a:xfrm>
            <a:prstGeom prst="rect">
              <a:avLst/>
            </a:prstGeom>
          </p:spPr>
        </p:pic>
      </p:grpSp>
      <p:sp>
        <p:nvSpPr>
          <p:cNvPr id="73" name="object 73"/>
          <p:cNvSpPr txBox="1"/>
          <p:nvPr/>
        </p:nvSpPr>
        <p:spPr>
          <a:xfrm>
            <a:off x="3127755" y="3981767"/>
            <a:ext cx="364490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65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b</a:t>
            </a:r>
            <a:endParaRPr sz="1550">
              <a:latin typeface="Cambria Math"/>
              <a:cs typeface="Cambria Math"/>
            </a:endParaRPr>
          </a:p>
        </p:txBody>
      </p:sp>
      <p:grpSp>
        <p:nvGrpSpPr>
          <p:cNvPr id="74" name="object 74"/>
          <p:cNvGrpSpPr/>
          <p:nvPr/>
        </p:nvGrpSpPr>
        <p:grpSpPr>
          <a:xfrm>
            <a:off x="368693" y="3356355"/>
            <a:ext cx="467359" cy="192405"/>
            <a:chOff x="368693" y="3356355"/>
            <a:chExt cx="467359" cy="192405"/>
          </a:xfrm>
        </p:grpSpPr>
        <p:sp>
          <p:nvSpPr>
            <p:cNvPr id="75" name="object 75"/>
            <p:cNvSpPr/>
            <p:nvPr/>
          </p:nvSpPr>
          <p:spPr>
            <a:xfrm>
              <a:off x="368693" y="3363086"/>
              <a:ext cx="467359" cy="185420"/>
            </a:xfrm>
            <a:custGeom>
              <a:avLst/>
              <a:gdLst/>
              <a:ahLst/>
              <a:cxnLst/>
              <a:rect l="l" t="t" r="r" b="b"/>
              <a:pathLst>
                <a:path w="467359" h="185420">
                  <a:moveTo>
                    <a:pt x="407860" y="0"/>
                  </a:moveTo>
                  <a:lnTo>
                    <a:pt x="405231" y="7493"/>
                  </a:lnTo>
                  <a:lnTo>
                    <a:pt x="415956" y="12184"/>
                  </a:lnTo>
                  <a:lnTo>
                    <a:pt x="425178" y="18637"/>
                  </a:lnTo>
                  <a:lnTo>
                    <a:pt x="447322" y="61499"/>
                  </a:lnTo>
                  <a:lnTo>
                    <a:pt x="450062" y="91693"/>
                  </a:lnTo>
                  <a:lnTo>
                    <a:pt x="449374" y="108077"/>
                  </a:lnTo>
                  <a:lnTo>
                    <a:pt x="439064" y="148081"/>
                  </a:lnTo>
                  <a:lnTo>
                    <a:pt x="405523" y="177800"/>
                  </a:lnTo>
                  <a:lnTo>
                    <a:pt x="407860" y="185293"/>
                  </a:lnTo>
                  <a:lnTo>
                    <a:pt x="443264" y="164218"/>
                  </a:lnTo>
                  <a:lnTo>
                    <a:pt x="463143" y="125428"/>
                  </a:lnTo>
                  <a:lnTo>
                    <a:pt x="466953" y="92710"/>
                  </a:lnTo>
                  <a:lnTo>
                    <a:pt x="466008" y="75906"/>
                  </a:lnTo>
                  <a:lnTo>
                    <a:pt x="451662" y="32512"/>
                  </a:lnTo>
                  <a:lnTo>
                    <a:pt x="421292" y="4883"/>
                  </a:lnTo>
                  <a:lnTo>
                    <a:pt x="407860" y="0"/>
                  </a:lnTo>
                  <a:close/>
                </a:path>
                <a:path w="467359" h="185420">
                  <a:moveTo>
                    <a:pt x="59080" y="0"/>
                  </a:moveTo>
                  <a:lnTo>
                    <a:pt x="23750" y="21127"/>
                  </a:lnTo>
                  <a:lnTo>
                    <a:pt x="3819" y="60039"/>
                  </a:lnTo>
                  <a:lnTo>
                    <a:pt x="0" y="92710"/>
                  </a:lnTo>
                  <a:lnTo>
                    <a:pt x="861" y="108076"/>
                  </a:lnTo>
                  <a:lnTo>
                    <a:pt x="952" y="109706"/>
                  </a:lnTo>
                  <a:lnTo>
                    <a:pt x="15227" y="152907"/>
                  </a:lnTo>
                  <a:lnTo>
                    <a:pt x="45609" y="180411"/>
                  </a:lnTo>
                  <a:lnTo>
                    <a:pt x="59080" y="185293"/>
                  </a:lnTo>
                  <a:lnTo>
                    <a:pt x="61429" y="177800"/>
                  </a:lnTo>
                  <a:lnTo>
                    <a:pt x="50874" y="173085"/>
                  </a:lnTo>
                  <a:lnTo>
                    <a:pt x="41762" y="166560"/>
                  </a:lnTo>
                  <a:lnTo>
                    <a:pt x="19640" y="122935"/>
                  </a:lnTo>
                  <a:lnTo>
                    <a:pt x="16933" y="92710"/>
                  </a:lnTo>
                  <a:lnTo>
                    <a:pt x="16891" y="91693"/>
                  </a:lnTo>
                  <a:lnTo>
                    <a:pt x="23073" y="48474"/>
                  </a:lnTo>
                  <a:lnTo>
                    <a:pt x="51034" y="12184"/>
                  </a:lnTo>
                  <a:lnTo>
                    <a:pt x="61721" y="7493"/>
                  </a:lnTo>
                  <a:lnTo>
                    <a:pt x="590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436829" y="3356355"/>
              <a:ext cx="159385" cy="48260"/>
            </a:xfrm>
            <a:custGeom>
              <a:avLst/>
              <a:gdLst/>
              <a:ahLst/>
              <a:cxnLst/>
              <a:rect l="l" t="t" r="r" b="b"/>
              <a:pathLst>
                <a:path w="159384" h="48260">
                  <a:moveTo>
                    <a:pt x="134861" y="0"/>
                  </a:moveTo>
                  <a:lnTo>
                    <a:pt x="129679" y="5842"/>
                  </a:lnTo>
                  <a:lnTo>
                    <a:pt x="145313" y="19431"/>
                  </a:lnTo>
                  <a:lnTo>
                    <a:pt x="0" y="19431"/>
                  </a:lnTo>
                  <a:lnTo>
                    <a:pt x="0" y="28575"/>
                  </a:lnTo>
                  <a:lnTo>
                    <a:pt x="145313" y="28575"/>
                  </a:lnTo>
                  <a:lnTo>
                    <a:pt x="129679" y="42164"/>
                  </a:lnTo>
                  <a:lnTo>
                    <a:pt x="134861" y="48006"/>
                  </a:lnTo>
                  <a:lnTo>
                    <a:pt x="159372" y="26797"/>
                  </a:lnTo>
                  <a:lnTo>
                    <a:pt x="159372" y="21209"/>
                  </a:lnTo>
                  <a:lnTo>
                    <a:pt x="134861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7" name="object 77"/>
          <p:cNvSpPr txBox="1"/>
          <p:nvPr/>
        </p:nvSpPr>
        <p:spPr>
          <a:xfrm>
            <a:off x="253047" y="3306698"/>
            <a:ext cx="534035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𝐽</a:t>
            </a:r>
            <a:r>
              <a:rPr dirty="0" sz="1550" spc="40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5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50">
                <a:latin typeface="Cambria Math"/>
                <a:cs typeface="Cambria Math"/>
              </a:rPr>
              <a:t>,</a:t>
            </a:r>
            <a:r>
              <a:rPr dirty="0" sz="1550" spc="-70">
                <a:latin typeface="Cambria Math"/>
                <a:cs typeface="Cambria Math"/>
              </a:rPr>
              <a:t> </a:t>
            </a:r>
            <a:r>
              <a:rPr dirty="0" sz="155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50">
              <a:latin typeface="Cambria Math"/>
              <a:cs typeface="Cambria Math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195069" y="2169223"/>
            <a:ext cx="194246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7030A0"/>
                </a:solidFill>
                <a:latin typeface="Verdana"/>
                <a:cs typeface="Verdana"/>
              </a:rPr>
              <a:t>linear</a:t>
            </a:r>
            <a:r>
              <a:rPr dirty="0" sz="1800" spc="-35">
                <a:solidFill>
                  <a:srgbClr val="7030A0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regression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5915025" y="2700401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4" y="5080"/>
                </a:lnTo>
                <a:lnTo>
                  <a:pt x="136778" y="16763"/>
                </a:lnTo>
                <a:lnTo>
                  <a:pt x="0" y="16763"/>
                </a:lnTo>
                <a:lnTo>
                  <a:pt x="0" y="24637"/>
                </a:lnTo>
                <a:lnTo>
                  <a:pt x="136778" y="24637"/>
                </a:lnTo>
                <a:lnTo>
                  <a:pt x="123444" y="36194"/>
                </a:lnTo>
                <a:lnTo>
                  <a:pt x="127888" y="41275"/>
                </a:lnTo>
                <a:lnTo>
                  <a:pt x="148844" y="23113"/>
                </a:lnTo>
                <a:lnTo>
                  <a:pt x="148844" y="18161"/>
                </a:lnTo>
                <a:lnTo>
                  <a:pt x="12788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80" name="object 80"/>
          <p:cNvGrpSpPr/>
          <p:nvPr/>
        </p:nvGrpSpPr>
        <p:grpSpPr>
          <a:xfrm>
            <a:off x="6239890" y="2617342"/>
            <a:ext cx="264795" cy="220979"/>
            <a:chOff x="6239890" y="2617342"/>
            <a:chExt cx="264795" cy="220979"/>
          </a:xfrm>
        </p:grpSpPr>
        <p:sp>
          <p:nvSpPr>
            <p:cNvPr id="81" name="object 81"/>
            <p:cNvSpPr/>
            <p:nvPr/>
          </p:nvSpPr>
          <p:spPr>
            <a:xfrm>
              <a:off x="6239890" y="2626486"/>
              <a:ext cx="264795" cy="212090"/>
            </a:xfrm>
            <a:custGeom>
              <a:avLst/>
              <a:gdLst/>
              <a:ahLst/>
              <a:cxnLst/>
              <a:rect l="l" t="t" r="r" b="b"/>
              <a:pathLst>
                <a:path w="264795" h="212089">
                  <a:moveTo>
                    <a:pt x="196723" y="0"/>
                  </a:moveTo>
                  <a:lnTo>
                    <a:pt x="193801" y="8636"/>
                  </a:lnTo>
                  <a:lnTo>
                    <a:pt x="206015" y="13946"/>
                  </a:lnTo>
                  <a:lnTo>
                    <a:pt x="216550" y="21304"/>
                  </a:lnTo>
                  <a:lnTo>
                    <a:pt x="237964" y="55429"/>
                  </a:lnTo>
                  <a:lnTo>
                    <a:pt x="244172" y="86536"/>
                  </a:lnTo>
                  <a:lnTo>
                    <a:pt x="244199" y="86723"/>
                  </a:lnTo>
                  <a:lnTo>
                    <a:pt x="241839" y="140398"/>
                  </a:lnTo>
                  <a:lnTo>
                    <a:pt x="225309" y="180786"/>
                  </a:lnTo>
                  <a:lnTo>
                    <a:pt x="194056" y="203200"/>
                  </a:lnTo>
                  <a:lnTo>
                    <a:pt x="196723" y="211708"/>
                  </a:lnTo>
                  <a:lnTo>
                    <a:pt x="237245" y="187706"/>
                  </a:lnTo>
                  <a:lnTo>
                    <a:pt x="259921" y="143335"/>
                  </a:lnTo>
                  <a:lnTo>
                    <a:pt x="264287" y="105918"/>
                  </a:lnTo>
                  <a:lnTo>
                    <a:pt x="263202" y="86723"/>
                  </a:lnTo>
                  <a:lnTo>
                    <a:pt x="263191" y="86536"/>
                  </a:lnTo>
                  <a:lnTo>
                    <a:pt x="246761" y="37083"/>
                  </a:lnTo>
                  <a:lnTo>
                    <a:pt x="212078" y="5544"/>
                  </a:lnTo>
                  <a:lnTo>
                    <a:pt x="196723" y="0"/>
                  </a:lnTo>
                  <a:close/>
                </a:path>
                <a:path w="264795" h="212089">
                  <a:moveTo>
                    <a:pt x="67563" y="0"/>
                  </a:moveTo>
                  <a:lnTo>
                    <a:pt x="27219" y="24110"/>
                  </a:lnTo>
                  <a:lnTo>
                    <a:pt x="4381" y="68595"/>
                  </a:lnTo>
                  <a:lnTo>
                    <a:pt x="0" y="105918"/>
                  </a:lnTo>
                  <a:lnTo>
                    <a:pt x="985" y="123443"/>
                  </a:lnTo>
                  <a:lnTo>
                    <a:pt x="1093" y="125370"/>
                  </a:lnTo>
                  <a:lnTo>
                    <a:pt x="17399" y="174751"/>
                  </a:lnTo>
                  <a:lnTo>
                    <a:pt x="52153" y="206184"/>
                  </a:lnTo>
                  <a:lnTo>
                    <a:pt x="67563" y="211708"/>
                  </a:lnTo>
                  <a:lnTo>
                    <a:pt x="70231" y="203200"/>
                  </a:lnTo>
                  <a:lnTo>
                    <a:pt x="58183" y="197792"/>
                  </a:lnTo>
                  <a:lnTo>
                    <a:pt x="47767" y="190325"/>
                  </a:lnTo>
                  <a:lnTo>
                    <a:pt x="26376" y="155638"/>
                  </a:lnTo>
                  <a:lnTo>
                    <a:pt x="19352" y="105918"/>
                  </a:lnTo>
                  <a:lnTo>
                    <a:pt x="19304" y="104775"/>
                  </a:lnTo>
                  <a:lnTo>
                    <a:pt x="26376" y="55429"/>
                  </a:lnTo>
                  <a:lnTo>
                    <a:pt x="47863" y="21304"/>
                  </a:lnTo>
                  <a:lnTo>
                    <a:pt x="70612" y="8636"/>
                  </a:lnTo>
                  <a:lnTo>
                    <a:pt x="6756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6315074" y="2617342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29" h="55244">
                  <a:moveTo>
                    <a:pt x="84709" y="0"/>
                  </a:moveTo>
                  <a:lnTo>
                    <a:pt x="78866" y="6731"/>
                  </a:lnTo>
                  <a:lnTo>
                    <a:pt x="96647" y="22225"/>
                  </a:lnTo>
                  <a:lnTo>
                    <a:pt x="0" y="22225"/>
                  </a:lnTo>
                  <a:lnTo>
                    <a:pt x="0" y="32765"/>
                  </a:lnTo>
                  <a:lnTo>
                    <a:pt x="96647" y="32765"/>
                  </a:lnTo>
                  <a:lnTo>
                    <a:pt x="78866" y="48259"/>
                  </a:lnTo>
                  <a:lnTo>
                    <a:pt x="84709" y="54990"/>
                  </a:lnTo>
                  <a:lnTo>
                    <a:pt x="112775" y="30733"/>
                  </a:lnTo>
                  <a:lnTo>
                    <a:pt x="112775" y="24256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3" name="object 83"/>
          <p:cNvSpPr txBox="1"/>
          <p:nvPr/>
        </p:nvSpPr>
        <p:spPr>
          <a:xfrm>
            <a:off x="5759196" y="2608516"/>
            <a:ext cx="7118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82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350" spc="5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55">
                <a:latin typeface="Cambria Math"/>
                <a:cs typeface="Cambria Math"/>
              </a:rPr>
              <a:t>,</a:t>
            </a:r>
            <a:r>
              <a:rPr dirty="0" sz="1350" spc="5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350" spc="130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baseline="10802" sz="2700" spc="-75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endParaRPr baseline="10802" sz="2700">
              <a:latin typeface="Cambria Math"/>
              <a:cs typeface="Cambria Math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566534" y="2560891"/>
            <a:ext cx="1968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6810375" y="2730626"/>
            <a:ext cx="1304925" cy="209550"/>
            <a:chOff x="6810375" y="2730626"/>
            <a:chExt cx="1304925" cy="209550"/>
          </a:xfrm>
        </p:grpSpPr>
        <p:sp>
          <p:nvSpPr>
            <p:cNvPr id="86" name="object 86"/>
            <p:cNvSpPr/>
            <p:nvPr/>
          </p:nvSpPr>
          <p:spPr>
            <a:xfrm>
              <a:off x="6810375" y="2730626"/>
              <a:ext cx="1304925" cy="209550"/>
            </a:xfrm>
            <a:custGeom>
              <a:avLst/>
              <a:gdLst/>
              <a:ahLst/>
              <a:cxnLst/>
              <a:rect l="l" t="t" r="r" b="b"/>
              <a:pathLst>
                <a:path w="1304925" h="209550">
                  <a:moveTo>
                    <a:pt x="725170" y="56896"/>
                  </a:moveTo>
                  <a:lnTo>
                    <a:pt x="723011" y="50546"/>
                  </a:lnTo>
                  <a:lnTo>
                    <a:pt x="711454" y="54648"/>
                  </a:lnTo>
                  <a:lnTo>
                    <a:pt x="701344" y="60642"/>
                  </a:lnTo>
                  <a:lnTo>
                    <a:pt x="675589" y="101904"/>
                  </a:lnTo>
                  <a:lnTo>
                    <a:pt x="672338" y="129921"/>
                  </a:lnTo>
                  <a:lnTo>
                    <a:pt x="673061" y="143065"/>
                  </a:lnTo>
                  <a:lnTo>
                    <a:pt x="673138" y="144526"/>
                  </a:lnTo>
                  <a:lnTo>
                    <a:pt x="685419" y="181483"/>
                  </a:lnTo>
                  <a:lnTo>
                    <a:pt x="723011" y="209296"/>
                  </a:lnTo>
                  <a:lnTo>
                    <a:pt x="724916" y="202819"/>
                  </a:lnTo>
                  <a:lnTo>
                    <a:pt x="715886" y="198818"/>
                  </a:lnTo>
                  <a:lnTo>
                    <a:pt x="708088" y="193268"/>
                  </a:lnTo>
                  <a:lnTo>
                    <a:pt x="689178" y="155803"/>
                  </a:lnTo>
                  <a:lnTo>
                    <a:pt x="686816" y="129032"/>
                  </a:lnTo>
                  <a:lnTo>
                    <a:pt x="687400" y="115531"/>
                  </a:lnTo>
                  <a:lnTo>
                    <a:pt x="701535" y="73482"/>
                  </a:lnTo>
                  <a:lnTo>
                    <a:pt x="716051" y="60896"/>
                  </a:lnTo>
                  <a:lnTo>
                    <a:pt x="725170" y="56896"/>
                  </a:lnTo>
                  <a:close/>
                </a:path>
                <a:path w="1304925" h="209550">
                  <a:moveTo>
                    <a:pt x="1284859" y="129921"/>
                  </a:moveTo>
                  <a:lnTo>
                    <a:pt x="1277454" y="89585"/>
                  </a:lnTo>
                  <a:lnTo>
                    <a:pt x="1245679" y="54648"/>
                  </a:lnTo>
                  <a:lnTo>
                    <a:pt x="1234186" y="50546"/>
                  </a:lnTo>
                  <a:lnTo>
                    <a:pt x="1231900" y="56896"/>
                  </a:lnTo>
                  <a:lnTo>
                    <a:pt x="1241082" y="60896"/>
                  </a:lnTo>
                  <a:lnTo>
                    <a:pt x="1249006" y="66421"/>
                  </a:lnTo>
                  <a:lnTo>
                    <a:pt x="1268006" y="103212"/>
                  </a:lnTo>
                  <a:lnTo>
                    <a:pt x="1270381" y="129032"/>
                  </a:lnTo>
                  <a:lnTo>
                    <a:pt x="1269784" y="143065"/>
                  </a:lnTo>
                  <a:lnTo>
                    <a:pt x="1255610" y="186143"/>
                  </a:lnTo>
                  <a:lnTo>
                    <a:pt x="1232154" y="202819"/>
                  </a:lnTo>
                  <a:lnTo>
                    <a:pt x="1234186" y="209296"/>
                  </a:lnTo>
                  <a:lnTo>
                    <a:pt x="1271778" y="181483"/>
                  </a:lnTo>
                  <a:lnTo>
                    <a:pt x="1284046" y="144526"/>
                  </a:lnTo>
                  <a:lnTo>
                    <a:pt x="1284859" y="129921"/>
                  </a:lnTo>
                  <a:close/>
                </a:path>
                <a:path w="1304925" h="209550">
                  <a:moveTo>
                    <a:pt x="13049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304925" y="9525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7524750" y="2757550"/>
              <a:ext cx="149225" cy="41275"/>
            </a:xfrm>
            <a:custGeom>
              <a:avLst/>
              <a:gdLst/>
              <a:ahLst/>
              <a:cxnLst/>
              <a:rect l="l" t="t" r="r" b="b"/>
              <a:pathLst>
                <a:path w="149225" h="41275">
                  <a:moveTo>
                    <a:pt x="127889" y="0"/>
                  </a:moveTo>
                  <a:lnTo>
                    <a:pt x="123444" y="5080"/>
                  </a:lnTo>
                  <a:lnTo>
                    <a:pt x="136778" y="16763"/>
                  </a:lnTo>
                  <a:lnTo>
                    <a:pt x="0" y="16763"/>
                  </a:lnTo>
                  <a:lnTo>
                    <a:pt x="0" y="24637"/>
                  </a:lnTo>
                  <a:lnTo>
                    <a:pt x="136778" y="24637"/>
                  </a:lnTo>
                  <a:lnTo>
                    <a:pt x="123444" y="36194"/>
                  </a:lnTo>
                  <a:lnTo>
                    <a:pt x="127889" y="41275"/>
                  </a:lnTo>
                  <a:lnTo>
                    <a:pt x="148844" y="23113"/>
                  </a:lnTo>
                  <a:lnTo>
                    <a:pt x="148844" y="18161"/>
                  </a:lnTo>
                  <a:lnTo>
                    <a:pt x="127889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8" name="object 88"/>
            <p:cNvSpPr/>
            <p:nvPr/>
          </p:nvSpPr>
          <p:spPr>
            <a:xfrm>
              <a:off x="7724775" y="2757550"/>
              <a:ext cx="92075" cy="41275"/>
            </a:xfrm>
            <a:custGeom>
              <a:avLst/>
              <a:gdLst/>
              <a:ahLst/>
              <a:cxnLst/>
              <a:rect l="l" t="t" r="r" b="b"/>
              <a:pathLst>
                <a:path w="92075" h="41275">
                  <a:moveTo>
                    <a:pt x="70739" y="0"/>
                  </a:moveTo>
                  <a:lnTo>
                    <a:pt x="66294" y="5080"/>
                  </a:lnTo>
                  <a:lnTo>
                    <a:pt x="79628" y="16763"/>
                  </a:lnTo>
                  <a:lnTo>
                    <a:pt x="0" y="16763"/>
                  </a:lnTo>
                  <a:lnTo>
                    <a:pt x="0" y="24637"/>
                  </a:lnTo>
                  <a:lnTo>
                    <a:pt x="79628" y="24637"/>
                  </a:lnTo>
                  <a:lnTo>
                    <a:pt x="66294" y="36194"/>
                  </a:lnTo>
                  <a:lnTo>
                    <a:pt x="70739" y="41275"/>
                  </a:lnTo>
                  <a:lnTo>
                    <a:pt x="91694" y="23113"/>
                  </a:lnTo>
                  <a:lnTo>
                    <a:pt x="91694" y="18161"/>
                  </a:lnTo>
                  <a:lnTo>
                    <a:pt x="7073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9" name="object 89"/>
          <p:cNvSpPr txBox="1"/>
          <p:nvPr/>
        </p:nvSpPr>
        <p:spPr>
          <a:xfrm>
            <a:off x="7395844" y="2389187"/>
            <a:ext cx="1524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779259" y="2665666"/>
            <a:ext cx="13042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6975" sz="2700">
                <a:latin typeface="Cambria Math"/>
                <a:cs typeface="Cambria Math"/>
              </a:rPr>
              <a:t>1</a:t>
            </a:r>
            <a:r>
              <a:rPr dirty="0" baseline="-16975" sz="2700" spc="30">
                <a:latin typeface="Cambria Math"/>
                <a:cs typeface="Cambria Math"/>
              </a:rPr>
              <a:t> </a:t>
            </a:r>
            <a:r>
              <a:rPr dirty="0" baseline="-16975" sz="2700">
                <a:latin typeface="Cambria Math"/>
                <a:cs typeface="Cambria Math"/>
              </a:rPr>
              <a:t>+</a:t>
            </a:r>
            <a:r>
              <a:rPr dirty="0" baseline="-16975" sz="2700" spc="-37">
                <a:latin typeface="Cambria Math"/>
                <a:cs typeface="Cambria Math"/>
              </a:rPr>
              <a:t> </a:t>
            </a:r>
            <a:r>
              <a:rPr dirty="0" baseline="-16975" sz="2700" spc="89">
                <a:latin typeface="Cambria Math"/>
                <a:cs typeface="Cambria Math"/>
              </a:rPr>
              <a:t>𝑒</a:t>
            </a:r>
            <a:r>
              <a:rPr dirty="0" sz="1350" spc="60">
                <a:latin typeface="Cambria Math"/>
                <a:cs typeface="Cambria Math"/>
              </a:rPr>
              <a:t>−</a:t>
            </a:r>
            <a:r>
              <a:rPr dirty="0" sz="1350" spc="215">
                <a:latin typeface="Cambria Math"/>
                <a:cs typeface="Cambria Math"/>
              </a:rPr>
              <a:t> </a:t>
            </a:r>
            <a:r>
              <a:rPr dirty="0" sz="135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-20">
                <a:latin typeface="Cambria Math"/>
                <a:cs typeface="Cambria Math"/>
              </a:rPr>
              <a:t>∙</a:t>
            </a:r>
            <a:r>
              <a:rPr dirty="0" sz="1350" spc="-2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350" spc="-20">
                <a:latin typeface="Cambria Math"/>
                <a:cs typeface="Cambria Math"/>
              </a:rPr>
              <a:t>+</a:t>
            </a:r>
            <a:r>
              <a:rPr dirty="0" sz="135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91" name="object 91"/>
          <p:cNvSpPr/>
          <p:nvPr/>
        </p:nvSpPr>
        <p:spPr>
          <a:xfrm>
            <a:off x="1290192" y="2682113"/>
            <a:ext cx="165735" cy="46355"/>
          </a:xfrm>
          <a:custGeom>
            <a:avLst/>
            <a:gdLst/>
            <a:ahLst/>
            <a:cxnLst/>
            <a:rect l="l" t="t" r="r" b="b"/>
            <a:pathLst>
              <a:path w="165734" h="46355">
                <a:moveTo>
                  <a:pt x="141985" y="0"/>
                </a:moveTo>
                <a:lnTo>
                  <a:pt x="137032" y="5587"/>
                </a:lnTo>
                <a:lnTo>
                  <a:pt x="151891" y="18542"/>
                </a:lnTo>
                <a:lnTo>
                  <a:pt x="0" y="18542"/>
                </a:lnTo>
                <a:lnTo>
                  <a:pt x="0" y="27305"/>
                </a:lnTo>
                <a:lnTo>
                  <a:pt x="151891" y="27305"/>
                </a:lnTo>
                <a:lnTo>
                  <a:pt x="137032" y="40259"/>
                </a:lnTo>
                <a:lnTo>
                  <a:pt x="141985" y="45847"/>
                </a:lnTo>
                <a:lnTo>
                  <a:pt x="165353" y="25654"/>
                </a:lnTo>
                <a:lnTo>
                  <a:pt x="165353" y="20193"/>
                </a:lnTo>
                <a:lnTo>
                  <a:pt x="141985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2" name="object 92"/>
          <p:cNvGrpSpPr/>
          <p:nvPr/>
        </p:nvGrpSpPr>
        <p:grpSpPr>
          <a:xfrm>
            <a:off x="1646047" y="2582036"/>
            <a:ext cx="290195" cy="250190"/>
            <a:chOff x="1646047" y="2582036"/>
            <a:chExt cx="290195" cy="250190"/>
          </a:xfrm>
        </p:grpSpPr>
        <p:sp>
          <p:nvSpPr>
            <p:cNvPr id="93" name="object 93"/>
            <p:cNvSpPr/>
            <p:nvPr/>
          </p:nvSpPr>
          <p:spPr>
            <a:xfrm>
              <a:off x="1646047" y="2593466"/>
              <a:ext cx="290195" cy="238760"/>
            </a:xfrm>
            <a:custGeom>
              <a:avLst/>
              <a:gdLst/>
              <a:ahLst/>
              <a:cxnLst/>
              <a:rect l="l" t="t" r="r" b="b"/>
              <a:pathLst>
                <a:path w="290194" h="238760">
                  <a:moveTo>
                    <a:pt x="214248" y="0"/>
                  </a:moveTo>
                  <a:lnTo>
                    <a:pt x="210819" y="9651"/>
                  </a:lnTo>
                  <a:lnTo>
                    <a:pt x="224609" y="15652"/>
                  </a:lnTo>
                  <a:lnTo>
                    <a:pt x="236458" y="23939"/>
                  </a:lnTo>
                  <a:lnTo>
                    <a:pt x="260548" y="62351"/>
                  </a:lnTo>
                  <a:lnTo>
                    <a:pt x="267546" y="97289"/>
                  </a:lnTo>
                  <a:lnTo>
                    <a:pt x="267596" y="97645"/>
                  </a:lnTo>
                  <a:lnTo>
                    <a:pt x="268477" y="117982"/>
                  </a:lnTo>
                  <a:lnTo>
                    <a:pt x="267596" y="138937"/>
                  </a:lnTo>
                  <a:lnTo>
                    <a:pt x="264953" y="157987"/>
                  </a:lnTo>
                  <a:lnTo>
                    <a:pt x="246383" y="203471"/>
                  </a:lnTo>
                  <a:lnTo>
                    <a:pt x="211200" y="228600"/>
                  </a:lnTo>
                  <a:lnTo>
                    <a:pt x="214248" y="238251"/>
                  </a:lnTo>
                  <a:lnTo>
                    <a:pt x="259754" y="211195"/>
                  </a:lnTo>
                  <a:lnTo>
                    <a:pt x="285321" y="161242"/>
                  </a:lnTo>
                  <a:lnTo>
                    <a:pt x="290194" y="119125"/>
                  </a:lnTo>
                  <a:lnTo>
                    <a:pt x="288978" y="97645"/>
                  </a:lnTo>
                  <a:lnTo>
                    <a:pt x="279104" y="58618"/>
                  </a:lnTo>
                  <a:lnTo>
                    <a:pt x="246618" y="15271"/>
                  </a:lnTo>
                  <a:lnTo>
                    <a:pt x="231487" y="6242"/>
                  </a:lnTo>
                  <a:lnTo>
                    <a:pt x="214248" y="0"/>
                  </a:lnTo>
                  <a:close/>
                </a:path>
                <a:path w="290194" h="238760">
                  <a:moveTo>
                    <a:pt x="76072" y="0"/>
                  </a:moveTo>
                  <a:lnTo>
                    <a:pt x="30567" y="27110"/>
                  </a:lnTo>
                  <a:lnTo>
                    <a:pt x="4937" y="77120"/>
                  </a:lnTo>
                  <a:lnTo>
                    <a:pt x="64" y="117982"/>
                  </a:lnTo>
                  <a:lnTo>
                    <a:pt x="0" y="119125"/>
                  </a:lnTo>
                  <a:lnTo>
                    <a:pt x="1117" y="138937"/>
                  </a:lnTo>
                  <a:lnTo>
                    <a:pt x="11090" y="179758"/>
                  </a:lnTo>
                  <a:lnTo>
                    <a:pt x="43592" y="222996"/>
                  </a:lnTo>
                  <a:lnTo>
                    <a:pt x="76072" y="238251"/>
                  </a:lnTo>
                  <a:lnTo>
                    <a:pt x="78993" y="228600"/>
                  </a:lnTo>
                  <a:lnTo>
                    <a:pt x="65444" y="222573"/>
                  </a:lnTo>
                  <a:lnTo>
                    <a:pt x="53752" y="214201"/>
                  </a:lnTo>
                  <a:lnTo>
                    <a:pt x="29773" y="175132"/>
                  </a:lnTo>
                  <a:lnTo>
                    <a:pt x="21892" y="119125"/>
                  </a:lnTo>
                  <a:lnTo>
                    <a:pt x="21843" y="117982"/>
                  </a:lnTo>
                  <a:lnTo>
                    <a:pt x="22725" y="97645"/>
                  </a:lnTo>
                  <a:lnTo>
                    <a:pt x="35940" y="47370"/>
                  </a:lnTo>
                  <a:lnTo>
                    <a:pt x="65658" y="15652"/>
                  </a:lnTo>
                  <a:lnTo>
                    <a:pt x="79375" y="9651"/>
                  </a:lnTo>
                  <a:lnTo>
                    <a:pt x="7607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4" name="object 94"/>
            <p:cNvSpPr/>
            <p:nvPr/>
          </p:nvSpPr>
          <p:spPr>
            <a:xfrm>
              <a:off x="1728343" y="2582036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89" h="62230">
                  <a:moveTo>
                    <a:pt x="91693" y="0"/>
                  </a:moveTo>
                  <a:lnTo>
                    <a:pt x="84962" y="7493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05156" y="36830"/>
                  </a:lnTo>
                  <a:lnTo>
                    <a:pt x="84962" y="54229"/>
                  </a:lnTo>
                  <a:lnTo>
                    <a:pt x="91693" y="61721"/>
                  </a:lnTo>
                  <a:lnTo>
                    <a:pt x="123189" y="34543"/>
                  </a:lnTo>
                  <a:lnTo>
                    <a:pt x="123189" y="27305"/>
                  </a:lnTo>
                  <a:lnTo>
                    <a:pt x="91693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5" name="object 95"/>
          <p:cNvSpPr/>
          <p:nvPr/>
        </p:nvSpPr>
        <p:spPr>
          <a:xfrm>
            <a:off x="2280792" y="2582036"/>
            <a:ext cx="199390" cy="62230"/>
          </a:xfrm>
          <a:custGeom>
            <a:avLst/>
            <a:gdLst/>
            <a:ahLst/>
            <a:cxnLst/>
            <a:rect l="l" t="t" r="r" b="b"/>
            <a:pathLst>
              <a:path w="199389" h="62230">
                <a:moveTo>
                  <a:pt x="167894" y="0"/>
                </a:moveTo>
                <a:lnTo>
                  <a:pt x="161162" y="7493"/>
                </a:lnTo>
                <a:lnTo>
                  <a:pt x="181356" y="25018"/>
                </a:lnTo>
                <a:lnTo>
                  <a:pt x="0" y="25018"/>
                </a:lnTo>
                <a:lnTo>
                  <a:pt x="0" y="36830"/>
                </a:lnTo>
                <a:lnTo>
                  <a:pt x="181356" y="36830"/>
                </a:lnTo>
                <a:lnTo>
                  <a:pt x="161162" y="54229"/>
                </a:lnTo>
                <a:lnTo>
                  <a:pt x="167894" y="61721"/>
                </a:lnTo>
                <a:lnTo>
                  <a:pt x="199389" y="34543"/>
                </a:lnTo>
                <a:lnTo>
                  <a:pt x="199389" y="27305"/>
                </a:lnTo>
                <a:lnTo>
                  <a:pt x="167894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661792" y="2582036"/>
            <a:ext cx="123189" cy="62230"/>
          </a:xfrm>
          <a:custGeom>
            <a:avLst/>
            <a:gdLst/>
            <a:ahLst/>
            <a:cxnLst/>
            <a:rect l="l" t="t" r="r" b="b"/>
            <a:pathLst>
              <a:path w="123189" h="62230">
                <a:moveTo>
                  <a:pt x="91693" y="0"/>
                </a:moveTo>
                <a:lnTo>
                  <a:pt x="84962" y="7493"/>
                </a:lnTo>
                <a:lnTo>
                  <a:pt x="105156" y="25018"/>
                </a:lnTo>
                <a:lnTo>
                  <a:pt x="0" y="25018"/>
                </a:lnTo>
                <a:lnTo>
                  <a:pt x="0" y="36830"/>
                </a:lnTo>
                <a:lnTo>
                  <a:pt x="105156" y="36830"/>
                </a:lnTo>
                <a:lnTo>
                  <a:pt x="84962" y="54229"/>
                </a:lnTo>
                <a:lnTo>
                  <a:pt x="91693" y="61721"/>
                </a:lnTo>
                <a:lnTo>
                  <a:pt x="123189" y="34543"/>
                </a:lnTo>
                <a:lnTo>
                  <a:pt x="123189" y="27305"/>
                </a:lnTo>
                <a:lnTo>
                  <a:pt x="91693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1110297" y="2519044"/>
            <a:ext cx="215074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905510" algn="l"/>
              </a:tabLst>
            </a:pPr>
            <a:r>
              <a:rPr dirty="0" sz="200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-16666" sz="2250">
                <a:latin typeface="Cambria Math"/>
                <a:cs typeface="Cambria Math"/>
              </a:rPr>
              <a:t>,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baseline="-16666" sz="2250" spc="375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sz="20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5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000" spc="-5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 spc="70">
                <a:latin typeface="Cambria Math"/>
                <a:cs typeface="Cambria Math"/>
              </a:rPr>
              <a:t>∙</a:t>
            </a:r>
            <a:r>
              <a:rPr dirty="0" sz="2000" spc="5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000" spc="1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-7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98" name="object 9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2781300" y="381000"/>
            <a:ext cx="2554859" cy="1068324"/>
          </a:xfrm>
          <a:prstGeom prst="rect">
            <a:avLst/>
          </a:prstGeom>
        </p:spPr>
      </p:pic>
      <p:sp>
        <p:nvSpPr>
          <p:cNvPr id="99" name="object 9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505450" y="1666875"/>
            <a:ext cx="2612390" cy="1298575"/>
            <a:chOff x="5505450" y="1666875"/>
            <a:chExt cx="2612390" cy="1298575"/>
          </a:xfrm>
        </p:grpSpPr>
        <p:sp>
          <p:nvSpPr>
            <p:cNvPr id="3" name="object 3"/>
            <p:cNvSpPr/>
            <p:nvPr/>
          </p:nvSpPr>
          <p:spPr>
            <a:xfrm>
              <a:off x="5505450" y="2400379"/>
              <a:ext cx="2612390" cy="228600"/>
            </a:xfrm>
            <a:custGeom>
              <a:avLst/>
              <a:gdLst/>
              <a:ahLst/>
              <a:cxnLst/>
              <a:rect l="l" t="t" r="r" b="b"/>
              <a:pathLst>
                <a:path w="2612390" h="228600">
                  <a:moveTo>
                    <a:pt x="2552827" y="114220"/>
                  </a:moveTo>
                  <a:lnTo>
                    <a:pt x="2456053" y="194865"/>
                  </a:lnTo>
                  <a:lnTo>
                    <a:pt x="2451354" y="200749"/>
                  </a:lnTo>
                  <a:lnTo>
                    <a:pt x="2449322" y="207740"/>
                  </a:lnTo>
                  <a:lnTo>
                    <a:pt x="2450052" y="214993"/>
                  </a:lnTo>
                  <a:lnTo>
                    <a:pt x="2453640" y="221662"/>
                  </a:lnTo>
                  <a:lnTo>
                    <a:pt x="2459543" y="226415"/>
                  </a:lnTo>
                  <a:lnTo>
                    <a:pt x="2466578" y="228441"/>
                  </a:lnTo>
                  <a:lnTo>
                    <a:pt x="2473874" y="227681"/>
                  </a:lnTo>
                  <a:lnTo>
                    <a:pt x="2480564" y="224075"/>
                  </a:lnTo>
                  <a:lnTo>
                    <a:pt x="2589530" y="133270"/>
                  </a:lnTo>
                  <a:lnTo>
                    <a:pt x="2582672" y="133270"/>
                  </a:lnTo>
                  <a:lnTo>
                    <a:pt x="2582672" y="128825"/>
                  </a:lnTo>
                  <a:lnTo>
                    <a:pt x="2570353" y="128825"/>
                  </a:lnTo>
                  <a:lnTo>
                    <a:pt x="2552827" y="114220"/>
                  </a:lnTo>
                  <a:close/>
                </a:path>
                <a:path w="2612390" h="228600">
                  <a:moveTo>
                    <a:pt x="2529966" y="95170"/>
                  </a:moveTo>
                  <a:lnTo>
                    <a:pt x="0" y="95170"/>
                  </a:lnTo>
                  <a:lnTo>
                    <a:pt x="0" y="133270"/>
                  </a:lnTo>
                  <a:lnTo>
                    <a:pt x="2529967" y="133270"/>
                  </a:lnTo>
                  <a:lnTo>
                    <a:pt x="2552827" y="114220"/>
                  </a:lnTo>
                  <a:lnTo>
                    <a:pt x="2529966" y="95170"/>
                  </a:lnTo>
                  <a:close/>
                </a:path>
                <a:path w="2612390" h="228600">
                  <a:moveTo>
                    <a:pt x="2589530" y="95170"/>
                  </a:moveTo>
                  <a:lnTo>
                    <a:pt x="2582672" y="95170"/>
                  </a:lnTo>
                  <a:lnTo>
                    <a:pt x="2582672" y="133270"/>
                  </a:lnTo>
                  <a:lnTo>
                    <a:pt x="2589530" y="133270"/>
                  </a:lnTo>
                  <a:lnTo>
                    <a:pt x="2612390" y="114220"/>
                  </a:lnTo>
                  <a:lnTo>
                    <a:pt x="2589530" y="95170"/>
                  </a:lnTo>
                  <a:close/>
                </a:path>
                <a:path w="2612390" h="228600">
                  <a:moveTo>
                    <a:pt x="2570353" y="99615"/>
                  </a:moveTo>
                  <a:lnTo>
                    <a:pt x="2552827" y="114220"/>
                  </a:lnTo>
                  <a:lnTo>
                    <a:pt x="2570353" y="128825"/>
                  </a:lnTo>
                  <a:lnTo>
                    <a:pt x="2570353" y="99615"/>
                  </a:lnTo>
                  <a:close/>
                </a:path>
                <a:path w="2612390" h="228600">
                  <a:moveTo>
                    <a:pt x="2582672" y="99615"/>
                  </a:moveTo>
                  <a:lnTo>
                    <a:pt x="2570353" y="99615"/>
                  </a:lnTo>
                  <a:lnTo>
                    <a:pt x="2570353" y="128825"/>
                  </a:lnTo>
                  <a:lnTo>
                    <a:pt x="2582672" y="128825"/>
                  </a:lnTo>
                  <a:lnTo>
                    <a:pt x="2582672" y="99615"/>
                  </a:lnTo>
                  <a:close/>
                </a:path>
                <a:path w="2612390" h="228600">
                  <a:moveTo>
                    <a:pt x="2466578" y="0"/>
                  </a:moveTo>
                  <a:lnTo>
                    <a:pt x="2459543" y="2026"/>
                  </a:lnTo>
                  <a:lnTo>
                    <a:pt x="2453640" y="6778"/>
                  </a:lnTo>
                  <a:lnTo>
                    <a:pt x="2450052" y="13448"/>
                  </a:lnTo>
                  <a:lnTo>
                    <a:pt x="2449322" y="20700"/>
                  </a:lnTo>
                  <a:lnTo>
                    <a:pt x="2451354" y="27691"/>
                  </a:lnTo>
                  <a:lnTo>
                    <a:pt x="2456053" y="33575"/>
                  </a:lnTo>
                  <a:lnTo>
                    <a:pt x="2552827" y="114220"/>
                  </a:lnTo>
                  <a:lnTo>
                    <a:pt x="2570353" y="99615"/>
                  </a:lnTo>
                  <a:lnTo>
                    <a:pt x="2582672" y="99615"/>
                  </a:lnTo>
                  <a:lnTo>
                    <a:pt x="2582672" y="95170"/>
                  </a:lnTo>
                  <a:lnTo>
                    <a:pt x="2589530" y="95170"/>
                  </a:lnTo>
                  <a:lnTo>
                    <a:pt x="2480564" y="4365"/>
                  </a:lnTo>
                  <a:lnTo>
                    <a:pt x="2473874" y="760"/>
                  </a:lnTo>
                  <a:lnTo>
                    <a:pt x="24665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753100" y="1685925"/>
              <a:ext cx="0" cy="1260475"/>
            </a:xfrm>
            <a:custGeom>
              <a:avLst/>
              <a:gdLst/>
              <a:ahLst/>
              <a:cxnLst/>
              <a:rect l="l" t="t" r="r" b="b"/>
              <a:pathLst>
                <a:path w="0" h="1260475">
                  <a:moveTo>
                    <a:pt x="0" y="1259967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5757925" y="1881250"/>
              <a:ext cx="561975" cy="628650"/>
            </a:xfrm>
            <a:custGeom>
              <a:avLst/>
              <a:gdLst/>
              <a:ahLst/>
              <a:cxnLst/>
              <a:rect l="l" t="t" r="r" b="b"/>
              <a:pathLst>
                <a:path w="561975" h="628650">
                  <a:moveTo>
                    <a:pt x="0" y="628650"/>
                  </a:moveTo>
                  <a:lnTo>
                    <a:pt x="561975" y="628650"/>
                  </a:lnTo>
                  <a:lnTo>
                    <a:pt x="561975" y="0"/>
                  </a:lnTo>
                  <a:lnTo>
                    <a:pt x="0" y="0"/>
                  </a:lnTo>
                  <a:lnTo>
                    <a:pt x="0" y="628650"/>
                  </a:lnTo>
                  <a:close/>
                </a:path>
              </a:pathLst>
            </a:custGeom>
            <a:ln w="25400">
              <a:solidFill>
                <a:srgbClr val="FF4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583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Logistic</a:t>
            </a:r>
            <a:r>
              <a:rPr dirty="0" sz="2750" spc="75"/>
              <a:t> </a:t>
            </a:r>
            <a:r>
              <a:rPr dirty="0" sz="2750"/>
              <a:t>loss</a:t>
            </a:r>
            <a:r>
              <a:rPr dirty="0" sz="2750" spc="90"/>
              <a:t> </a:t>
            </a:r>
            <a:r>
              <a:rPr dirty="0" sz="2750" spc="-10"/>
              <a:t>function</a:t>
            </a:r>
            <a:endParaRPr sz="2750"/>
          </a:p>
        </p:txBody>
      </p:sp>
      <p:sp>
        <p:nvSpPr>
          <p:cNvPr id="7" name="object 7"/>
          <p:cNvSpPr/>
          <p:nvPr/>
        </p:nvSpPr>
        <p:spPr>
          <a:xfrm>
            <a:off x="2624836" y="1115948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5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39" h="69215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56888" y="690498"/>
            <a:ext cx="1282064" cy="424179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6406261" y="868298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5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40" h="69215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06261" y="1363598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5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40" h="69215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0963" y="1298066"/>
            <a:ext cx="109908" cy="175387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555840" y="597788"/>
            <a:ext cx="6211570" cy="3003550"/>
            <a:chOff x="555840" y="597788"/>
            <a:chExt cx="6211570" cy="3003550"/>
          </a:xfrm>
        </p:grpSpPr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840" y="1052322"/>
              <a:ext cx="118922" cy="17145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14164" y="984630"/>
              <a:ext cx="1803858" cy="32194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877057" y="597788"/>
              <a:ext cx="143510" cy="1105535"/>
            </a:xfrm>
            <a:custGeom>
              <a:avLst/>
              <a:gdLst/>
              <a:ahLst/>
              <a:cxnLst/>
              <a:rect l="l" t="t" r="r" b="b"/>
              <a:pathLst>
                <a:path w="143510" h="1105535">
                  <a:moveTo>
                    <a:pt x="143383" y="0"/>
                  </a:moveTo>
                  <a:lnTo>
                    <a:pt x="103647" y="19907"/>
                  </a:lnTo>
                  <a:lnTo>
                    <a:pt x="68961" y="65532"/>
                  </a:lnTo>
                  <a:lnTo>
                    <a:pt x="44957" y="134683"/>
                  </a:lnTo>
                  <a:lnTo>
                    <a:pt x="38957" y="177260"/>
                  </a:lnTo>
                  <a:lnTo>
                    <a:pt x="36956" y="225171"/>
                  </a:lnTo>
                  <a:lnTo>
                    <a:pt x="37550" y="245673"/>
                  </a:lnTo>
                  <a:lnTo>
                    <a:pt x="39322" y="270414"/>
                  </a:lnTo>
                  <a:lnTo>
                    <a:pt x="42261" y="299394"/>
                  </a:lnTo>
                  <a:lnTo>
                    <a:pt x="50522" y="365452"/>
                  </a:lnTo>
                  <a:lnTo>
                    <a:pt x="53498" y="393303"/>
                  </a:lnTo>
                  <a:lnTo>
                    <a:pt x="55284" y="416177"/>
                  </a:lnTo>
                  <a:lnTo>
                    <a:pt x="55880" y="434086"/>
                  </a:lnTo>
                  <a:lnTo>
                    <a:pt x="54953" y="460043"/>
                  </a:lnTo>
                  <a:lnTo>
                    <a:pt x="47575" y="501433"/>
                  </a:lnTo>
                  <a:lnTo>
                    <a:pt x="23479" y="537733"/>
                  </a:lnTo>
                  <a:lnTo>
                    <a:pt x="0" y="545338"/>
                  </a:lnTo>
                  <a:lnTo>
                    <a:pt x="0" y="559688"/>
                  </a:lnTo>
                  <a:lnTo>
                    <a:pt x="41148" y="588137"/>
                  </a:lnTo>
                  <a:lnTo>
                    <a:pt x="54953" y="644983"/>
                  </a:lnTo>
                  <a:lnTo>
                    <a:pt x="55880" y="670940"/>
                  </a:lnTo>
                  <a:lnTo>
                    <a:pt x="55284" y="688869"/>
                  </a:lnTo>
                  <a:lnTo>
                    <a:pt x="53498" y="711787"/>
                  </a:lnTo>
                  <a:lnTo>
                    <a:pt x="50522" y="739681"/>
                  </a:lnTo>
                  <a:lnTo>
                    <a:pt x="42261" y="805686"/>
                  </a:lnTo>
                  <a:lnTo>
                    <a:pt x="39322" y="834628"/>
                  </a:lnTo>
                  <a:lnTo>
                    <a:pt x="37550" y="859355"/>
                  </a:lnTo>
                  <a:lnTo>
                    <a:pt x="36956" y="879856"/>
                  </a:lnTo>
                  <a:lnTo>
                    <a:pt x="38957" y="927766"/>
                  </a:lnTo>
                  <a:lnTo>
                    <a:pt x="44958" y="970343"/>
                  </a:lnTo>
                  <a:lnTo>
                    <a:pt x="54959" y="1007586"/>
                  </a:lnTo>
                  <a:lnTo>
                    <a:pt x="85679" y="1065522"/>
                  </a:lnTo>
                  <a:lnTo>
                    <a:pt x="122878" y="1098288"/>
                  </a:lnTo>
                  <a:lnTo>
                    <a:pt x="143383" y="1105027"/>
                  </a:lnTo>
                  <a:lnTo>
                    <a:pt x="143383" y="1091819"/>
                  </a:lnTo>
                  <a:lnTo>
                    <a:pt x="126527" y="1084099"/>
                  </a:lnTo>
                  <a:lnTo>
                    <a:pt x="111410" y="1071213"/>
                  </a:lnTo>
                  <a:lnTo>
                    <a:pt x="86487" y="1029843"/>
                  </a:lnTo>
                  <a:lnTo>
                    <a:pt x="70421" y="969803"/>
                  </a:lnTo>
                  <a:lnTo>
                    <a:pt x="65024" y="893190"/>
                  </a:lnTo>
                  <a:lnTo>
                    <a:pt x="65571" y="870118"/>
                  </a:lnTo>
                  <a:lnTo>
                    <a:pt x="67214" y="843962"/>
                  </a:lnTo>
                  <a:lnTo>
                    <a:pt x="69953" y="814734"/>
                  </a:lnTo>
                  <a:lnTo>
                    <a:pt x="77547" y="751395"/>
                  </a:lnTo>
                  <a:lnTo>
                    <a:pt x="80248" y="725868"/>
                  </a:lnTo>
                  <a:lnTo>
                    <a:pt x="81877" y="705865"/>
                  </a:lnTo>
                  <a:lnTo>
                    <a:pt x="82423" y="691388"/>
                  </a:lnTo>
                  <a:lnTo>
                    <a:pt x="81496" y="666956"/>
                  </a:lnTo>
                  <a:lnTo>
                    <a:pt x="74118" y="622950"/>
                  </a:lnTo>
                  <a:lnTo>
                    <a:pt x="59616" y="586305"/>
                  </a:lnTo>
                  <a:lnTo>
                    <a:pt x="27559" y="554355"/>
                  </a:lnTo>
                  <a:lnTo>
                    <a:pt x="27559" y="550799"/>
                  </a:lnTo>
                  <a:lnTo>
                    <a:pt x="59616" y="518795"/>
                  </a:lnTo>
                  <a:lnTo>
                    <a:pt x="74118" y="482147"/>
                  </a:lnTo>
                  <a:lnTo>
                    <a:pt x="81496" y="438142"/>
                  </a:lnTo>
                  <a:lnTo>
                    <a:pt x="82423" y="413638"/>
                  </a:lnTo>
                  <a:lnTo>
                    <a:pt x="81877" y="399232"/>
                  </a:lnTo>
                  <a:lnTo>
                    <a:pt x="80248" y="379253"/>
                  </a:lnTo>
                  <a:lnTo>
                    <a:pt x="77547" y="353702"/>
                  </a:lnTo>
                  <a:lnTo>
                    <a:pt x="69953" y="290292"/>
                  </a:lnTo>
                  <a:lnTo>
                    <a:pt x="67214" y="261064"/>
                  </a:lnTo>
                  <a:lnTo>
                    <a:pt x="65571" y="234908"/>
                  </a:lnTo>
                  <a:lnTo>
                    <a:pt x="65024" y="211836"/>
                  </a:lnTo>
                  <a:lnTo>
                    <a:pt x="66377" y="171499"/>
                  </a:lnTo>
                  <a:lnTo>
                    <a:pt x="77132" y="103161"/>
                  </a:lnTo>
                  <a:lnTo>
                    <a:pt x="98055" y="51944"/>
                  </a:lnTo>
                  <a:lnTo>
                    <a:pt x="126527" y="20945"/>
                  </a:lnTo>
                  <a:lnTo>
                    <a:pt x="143383" y="13208"/>
                  </a:lnTo>
                  <a:lnTo>
                    <a:pt x="143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501136" y="796416"/>
              <a:ext cx="496570" cy="236220"/>
            </a:xfrm>
            <a:custGeom>
              <a:avLst/>
              <a:gdLst/>
              <a:ahLst/>
              <a:cxnLst/>
              <a:rect l="l" t="t" r="r" b="b"/>
              <a:pathLst>
                <a:path w="496570" h="236219">
                  <a:moveTo>
                    <a:pt x="154711" y="97853"/>
                  </a:moveTo>
                  <a:lnTo>
                    <a:pt x="0" y="97853"/>
                  </a:lnTo>
                  <a:lnTo>
                    <a:pt x="0" y="114554"/>
                  </a:lnTo>
                  <a:lnTo>
                    <a:pt x="154711" y="114554"/>
                  </a:lnTo>
                  <a:lnTo>
                    <a:pt x="154711" y="97853"/>
                  </a:lnTo>
                  <a:close/>
                </a:path>
                <a:path w="496570" h="236219">
                  <a:moveTo>
                    <a:pt x="231521" y="173609"/>
                  </a:moveTo>
                  <a:lnTo>
                    <a:pt x="227203" y="172466"/>
                  </a:lnTo>
                  <a:lnTo>
                    <a:pt x="224459" y="171323"/>
                  </a:lnTo>
                  <a:lnTo>
                    <a:pt x="224320" y="171323"/>
                  </a:lnTo>
                  <a:lnTo>
                    <a:pt x="217424" y="0"/>
                  </a:lnTo>
                  <a:lnTo>
                    <a:pt x="209931" y="0"/>
                  </a:lnTo>
                  <a:lnTo>
                    <a:pt x="179705" y="1270"/>
                  </a:lnTo>
                  <a:lnTo>
                    <a:pt x="179705" y="7874"/>
                  </a:lnTo>
                  <a:lnTo>
                    <a:pt x="183896" y="8509"/>
                  </a:lnTo>
                  <a:lnTo>
                    <a:pt x="186944" y="9271"/>
                  </a:lnTo>
                  <a:lnTo>
                    <a:pt x="188468" y="10033"/>
                  </a:lnTo>
                  <a:lnTo>
                    <a:pt x="190119" y="10795"/>
                  </a:lnTo>
                  <a:lnTo>
                    <a:pt x="191389" y="11811"/>
                  </a:lnTo>
                  <a:lnTo>
                    <a:pt x="195707" y="156464"/>
                  </a:lnTo>
                  <a:lnTo>
                    <a:pt x="195453" y="159258"/>
                  </a:lnTo>
                  <a:lnTo>
                    <a:pt x="181610" y="173609"/>
                  </a:lnTo>
                  <a:lnTo>
                    <a:pt x="181610" y="179705"/>
                  </a:lnTo>
                  <a:lnTo>
                    <a:pt x="231521" y="179705"/>
                  </a:lnTo>
                  <a:lnTo>
                    <a:pt x="231521" y="173609"/>
                  </a:lnTo>
                  <a:close/>
                </a:path>
                <a:path w="496570" h="236219">
                  <a:moveTo>
                    <a:pt x="361683" y="118237"/>
                  </a:moveTo>
                  <a:lnTo>
                    <a:pt x="360984" y="106743"/>
                  </a:lnTo>
                  <a:lnTo>
                    <a:pt x="360857" y="104800"/>
                  </a:lnTo>
                  <a:lnTo>
                    <a:pt x="360832" y="104305"/>
                  </a:lnTo>
                  <a:lnTo>
                    <a:pt x="358267" y="92202"/>
                  </a:lnTo>
                  <a:lnTo>
                    <a:pt x="353974" y="81826"/>
                  </a:lnTo>
                  <a:lnTo>
                    <a:pt x="348094" y="73329"/>
                  </a:lnTo>
                  <a:lnTo>
                    <a:pt x="347980" y="73152"/>
                  </a:lnTo>
                  <a:lnTo>
                    <a:pt x="341477" y="67437"/>
                  </a:lnTo>
                  <a:lnTo>
                    <a:pt x="340207" y="66319"/>
                  </a:lnTo>
                  <a:lnTo>
                    <a:pt x="337947" y="65151"/>
                  </a:lnTo>
                  <a:lnTo>
                    <a:pt x="337947" y="128270"/>
                  </a:lnTo>
                  <a:lnTo>
                    <a:pt x="337439" y="134620"/>
                  </a:lnTo>
                  <a:lnTo>
                    <a:pt x="317500" y="170434"/>
                  </a:lnTo>
                  <a:lnTo>
                    <a:pt x="312674" y="171831"/>
                  </a:lnTo>
                  <a:lnTo>
                    <a:pt x="307086" y="171831"/>
                  </a:lnTo>
                  <a:lnTo>
                    <a:pt x="277406" y="141071"/>
                  </a:lnTo>
                  <a:lnTo>
                    <a:pt x="275336" y="118237"/>
                  </a:lnTo>
                  <a:lnTo>
                    <a:pt x="275831" y="106743"/>
                  </a:lnTo>
                  <a:lnTo>
                    <a:pt x="293268" y="70764"/>
                  </a:lnTo>
                  <a:lnTo>
                    <a:pt x="331216" y="82931"/>
                  </a:lnTo>
                  <a:lnTo>
                    <a:pt x="336867" y="104305"/>
                  </a:lnTo>
                  <a:lnTo>
                    <a:pt x="336956" y="104800"/>
                  </a:lnTo>
                  <a:lnTo>
                    <a:pt x="337693" y="112839"/>
                  </a:lnTo>
                  <a:lnTo>
                    <a:pt x="337845" y="118237"/>
                  </a:lnTo>
                  <a:lnTo>
                    <a:pt x="337947" y="128270"/>
                  </a:lnTo>
                  <a:lnTo>
                    <a:pt x="337947" y="65151"/>
                  </a:lnTo>
                  <a:lnTo>
                    <a:pt x="330835" y="61442"/>
                  </a:lnTo>
                  <a:lnTo>
                    <a:pt x="319824" y="58508"/>
                  </a:lnTo>
                  <a:lnTo>
                    <a:pt x="307213" y="57531"/>
                  </a:lnTo>
                  <a:lnTo>
                    <a:pt x="299415" y="57962"/>
                  </a:lnTo>
                  <a:lnTo>
                    <a:pt x="262775" y="79108"/>
                  </a:lnTo>
                  <a:lnTo>
                    <a:pt x="251701" y="118237"/>
                  </a:lnTo>
                  <a:lnTo>
                    <a:pt x="251637" y="121666"/>
                  </a:lnTo>
                  <a:lnTo>
                    <a:pt x="252412" y="134620"/>
                  </a:lnTo>
                  <a:lnTo>
                    <a:pt x="272986" y="173113"/>
                  </a:lnTo>
                  <a:lnTo>
                    <a:pt x="305181" y="181737"/>
                  </a:lnTo>
                  <a:lnTo>
                    <a:pt x="313563" y="181292"/>
                  </a:lnTo>
                  <a:lnTo>
                    <a:pt x="351028" y="159981"/>
                  </a:lnTo>
                  <a:lnTo>
                    <a:pt x="361238" y="128270"/>
                  </a:lnTo>
                  <a:lnTo>
                    <a:pt x="361264" y="128092"/>
                  </a:lnTo>
                  <a:lnTo>
                    <a:pt x="361530" y="121666"/>
                  </a:lnTo>
                  <a:lnTo>
                    <a:pt x="361569" y="120777"/>
                  </a:lnTo>
                  <a:lnTo>
                    <a:pt x="361683" y="118237"/>
                  </a:lnTo>
                  <a:close/>
                </a:path>
                <a:path w="496570" h="236219">
                  <a:moveTo>
                    <a:pt x="496570" y="59690"/>
                  </a:moveTo>
                  <a:lnTo>
                    <a:pt x="458089" y="59690"/>
                  </a:lnTo>
                  <a:lnTo>
                    <a:pt x="458089" y="92456"/>
                  </a:lnTo>
                  <a:lnTo>
                    <a:pt x="458089" y="104013"/>
                  </a:lnTo>
                  <a:lnTo>
                    <a:pt x="457606" y="107619"/>
                  </a:lnTo>
                  <a:lnTo>
                    <a:pt x="457581" y="107823"/>
                  </a:lnTo>
                  <a:lnTo>
                    <a:pt x="456692" y="111633"/>
                  </a:lnTo>
                  <a:lnTo>
                    <a:pt x="438531" y="130683"/>
                  </a:lnTo>
                  <a:lnTo>
                    <a:pt x="426212" y="130683"/>
                  </a:lnTo>
                  <a:lnTo>
                    <a:pt x="420116" y="127762"/>
                  </a:lnTo>
                  <a:lnTo>
                    <a:pt x="415798" y="122047"/>
                  </a:lnTo>
                  <a:lnTo>
                    <a:pt x="411607" y="116332"/>
                  </a:lnTo>
                  <a:lnTo>
                    <a:pt x="409448" y="108331"/>
                  </a:lnTo>
                  <a:lnTo>
                    <a:pt x="409448" y="88011"/>
                  </a:lnTo>
                  <a:lnTo>
                    <a:pt x="409854" y="86360"/>
                  </a:lnTo>
                  <a:lnTo>
                    <a:pt x="411480" y="80264"/>
                  </a:lnTo>
                  <a:lnTo>
                    <a:pt x="415671" y="75057"/>
                  </a:lnTo>
                  <a:lnTo>
                    <a:pt x="419862" y="69723"/>
                  </a:lnTo>
                  <a:lnTo>
                    <a:pt x="425958" y="67056"/>
                  </a:lnTo>
                  <a:lnTo>
                    <a:pt x="438658" y="67056"/>
                  </a:lnTo>
                  <a:lnTo>
                    <a:pt x="458089" y="92456"/>
                  </a:lnTo>
                  <a:lnTo>
                    <a:pt x="458089" y="59690"/>
                  </a:lnTo>
                  <a:lnTo>
                    <a:pt x="452120" y="59690"/>
                  </a:lnTo>
                  <a:lnTo>
                    <a:pt x="446684" y="58420"/>
                  </a:lnTo>
                  <a:lnTo>
                    <a:pt x="447141" y="58420"/>
                  </a:lnTo>
                  <a:lnTo>
                    <a:pt x="440182" y="57531"/>
                  </a:lnTo>
                  <a:lnTo>
                    <a:pt x="427482" y="57531"/>
                  </a:lnTo>
                  <a:lnTo>
                    <a:pt x="421259" y="58420"/>
                  </a:lnTo>
                  <a:lnTo>
                    <a:pt x="390525" y="81026"/>
                  </a:lnTo>
                  <a:lnTo>
                    <a:pt x="387007" y="92456"/>
                  </a:lnTo>
                  <a:lnTo>
                    <a:pt x="387134" y="108331"/>
                  </a:lnTo>
                  <a:lnTo>
                    <a:pt x="388493" y="114427"/>
                  </a:lnTo>
                  <a:lnTo>
                    <a:pt x="391668" y="120396"/>
                  </a:lnTo>
                  <a:lnTo>
                    <a:pt x="394843" y="126492"/>
                  </a:lnTo>
                  <a:lnTo>
                    <a:pt x="399415" y="131191"/>
                  </a:lnTo>
                  <a:lnTo>
                    <a:pt x="405384" y="134747"/>
                  </a:lnTo>
                  <a:lnTo>
                    <a:pt x="398653" y="139827"/>
                  </a:lnTo>
                  <a:lnTo>
                    <a:pt x="393954" y="144399"/>
                  </a:lnTo>
                  <a:lnTo>
                    <a:pt x="391287" y="148336"/>
                  </a:lnTo>
                  <a:lnTo>
                    <a:pt x="388620" y="152400"/>
                  </a:lnTo>
                  <a:lnTo>
                    <a:pt x="387223" y="156718"/>
                  </a:lnTo>
                  <a:lnTo>
                    <a:pt x="387223" y="165735"/>
                  </a:lnTo>
                  <a:lnTo>
                    <a:pt x="388366" y="169291"/>
                  </a:lnTo>
                  <a:lnTo>
                    <a:pt x="390652" y="172466"/>
                  </a:lnTo>
                  <a:lnTo>
                    <a:pt x="392811" y="175514"/>
                  </a:lnTo>
                  <a:lnTo>
                    <a:pt x="395986" y="177927"/>
                  </a:lnTo>
                  <a:lnTo>
                    <a:pt x="399923" y="179451"/>
                  </a:lnTo>
                  <a:lnTo>
                    <a:pt x="393446" y="182753"/>
                  </a:lnTo>
                  <a:lnTo>
                    <a:pt x="388493" y="186563"/>
                  </a:lnTo>
                  <a:lnTo>
                    <a:pt x="381381" y="195199"/>
                  </a:lnTo>
                  <a:lnTo>
                    <a:pt x="379907" y="199390"/>
                  </a:lnTo>
                  <a:lnTo>
                    <a:pt x="379818" y="211455"/>
                  </a:lnTo>
                  <a:lnTo>
                    <a:pt x="381000" y="215900"/>
                  </a:lnTo>
                  <a:lnTo>
                    <a:pt x="383794" y="219837"/>
                  </a:lnTo>
                  <a:lnTo>
                    <a:pt x="386461" y="223774"/>
                  </a:lnTo>
                  <a:lnTo>
                    <a:pt x="427990" y="235839"/>
                  </a:lnTo>
                  <a:lnTo>
                    <a:pt x="436499" y="235839"/>
                  </a:lnTo>
                  <a:lnTo>
                    <a:pt x="474853" y="227330"/>
                  </a:lnTo>
                  <a:lnTo>
                    <a:pt x="476758" y="225933"/>
                  </a:lnTo>
                  <a:lnTo>
                    <a:pt x="481457" y="222504"/>
                  </a:lnTo>
                  <a:lnTo>
                    <a:pt x="485902" y="216281"/>
                  </a:lnTo>
                  <a:lnTo>
                    <a:pt x="490474" y="210185"/>
                  </a:lnTo>
                  <a:lnTo>
                    <a:pt x="492760" y="203200"/>
                  </a:lnTo>
                  <a:lnTo>
                    <a:pt x="492760" y="189103"/>
                  </a:lnTo>
                  <a:lnTo>
                    <a:pt x="491566" y="184023"/>
                  </a:lnTo>
                  <a:lnTo>
                    <a:pt x="491490" y="183642"/>
                  </a:lnTo>
                  <a:lnTo>
                    <a:pt x="490474" y="181737"/>
                  </a:lnTo>
                  <a:lnTo>
                    <a:pt x="489077" y="179070"/>
                  </a:lnTo>
                  <a:lnTo>
                    <a:pt x="486791" y="174371"/>
                  </a:lnTo>
                  <a:lnTo>
                    <a:pt x="482727" y="170688"/>
                  </a:lnTo>
                  <a:lnTo>
                    <a:pt x="472186" y="165417"/>
                  </a:lnTo>
                  <a:lnTo>
                    <a:pt x="472186" y="198755"/>
                  </a:lnTo>
                  <a:lnTo>
                    <a:pt x="472186" y="206121"/>
                  </a:lnTo>
                  <a:lnTo>
                    <a:pt x="470865" y="210185"/>
                  </a:lnTo>
                  <a:lnTo>
                    <a:pt x="470789" y="210439"/>
                  </a:lnTo>
                  <a:lnTo>
                    <a:pt x="467995" y="214249"/>
                  </a:lnTo>
                  <a:lnTo>
                    <a:pt x="465074" y="218059"/>
                  </a:lnTo>
                  <a:lnTo>
                    <a:pt x="461010" y="220853"/>
                  </a:lnTo>
                  <a:lnTo>
                    <a:pt x="450215" y="224917"/>
                  </a:lnTo>
                  <a:lnTo>
                    <a:pt x="443738" y="225933"/>
                  </a:lnTo>
                  <a:lnTo>
                    <a:pt x="436245" y="225933"/>
                  </a:lnTo>
                  <a:lnTo>
                    <a:pt x="399796" y="211455"/>
                  </a:lnTo>
                  <a:lnTo>
                    <a:pt x="399796" y="199390"/>
                  </a:lnTo>
                  <a:lnTo>
                    <a:pt x="400812" y="195453"/>
                  </a:lnTo>
                  <a:lnTo>
                    <a:pt x="405130" y="188341"/>
                  </a:lnTo>
                  <a:lnTo>
                    <a:pt x="408305" y="184912"/>
                  </a:lnTo>
                  <a:lnTo>
                    <a:pt x="412623" y="181737"/>
                  </a:lnTo>
                  <a:lnTo>
                    <a:pt x="417830" y="182245"/>
                  </a:lnTo>
                  <a:lnTo>
                    <a:pt x="423799" y="182499"/>
                  </a:lnTo>
                  <a:lnTo>
                    <a:pt x="454152" y="182499"/>
                  </a:lnTo>
                  <a:lnTo>
                    <a:pt x="458089" y="183007"/>
                  </a:lnTo>
                  <a:lnTo>
                    <a:pt x="471297" y="194183"/>
                  </a:lnTo>
                  <a:lnTo>
                    <a:pt x="471932" y="196469"/>
                  </a:lnTo>
                  <a:lnTo>
                    <a:pt x="472186" y="198755"/>
                  </a:lnTo>
                  <a:lnTo>
                    <a:pt x="472186" y="165417"/>
                  </a:lnTo>
                  <a:lnTo>
                    <a:pt x="471551" y="165100"/>
                  </a:lnTo>
                  <a:lnTo>
                    <a:pt x="464312" y="163830"/>
                  </a:lnTo>
                  <a:lnTo>
                    <a:pt x="419608" y="163830"/>
                  </a:lnTo>
                  <a:lnTo>
                    <a:pt x="415290" y="163449"/>
                  </a:lnTo>
                  <a:lnTo>
                    <a:pt x="404622" y="155448"/>
                  </a:lnTo>
                  <a:lnTo>
                    <a:pt x="404622" y="147701"/>
                  </a:lnTo>
                  <a:lnTo>
                    <a:pt x="407797" y="142875"/>
                  </a:lnTo>
                  <a:lnTo>
                    <a:pt x="414274" y="138049"/>
                  </a:lnTo>
                  <a:lnTo>
                    <a:pt x="419227" y="139827"/>
                  </a:lnTo>
                  <a:lnTo>
                    <a:pt x="425196" y="140716"/>
                  </a:lnTo>
                  <a:lnTo>
                    <a:pt x="432181" y="140716"/>
                  </a:lnTo>
                  <a:lnTo>
                    <a:pt x="443128" y="140017"/>
                  </a:lnTo>
                  <a:lnTo>
                    <a:pt x="452031" y="138049"/>
                  </a:lnTo>
                  <a:lnTo>
                    <a:pt x="452755" y="137896"/>
                  </a:lnTo>
                  <a:lnTo>
                    <a:pt x="461035" y="134404"/>
                  </a:lnTo>
                  <a:lnTo>
                    <a:pt x="466356" y="130683"/>
                  </a:lnTo>
                  <a:lnTo>
                    <a:pt x="467995" y="129540"/>
                  </a:lnTo>
                  <a:lnTo>
                    <a:pt x="473557" y="123431"/>
                  </a:lnTo>
                  <a:lnTo>
                    <a:pt x="477405" y="116332"/>
                  </a:lnTo>
                  <a:lnTo>
                    <a:pt x="477532" y="116116"/>
                  </a:lnTo>
                  <a:lnTo>
                    <a:pt x="479844" y="107823"/>
                  </a:lnTo>
                  <a:lnTo>
                    <a:pt x="479894" y="107619"/>
                  </a:lnTo>
                  <a:lnTo>
                    <a:pt x="480695" y="97917"/>
                  </a:lnTo>
                  <a:lnTo>
                    <a:pt x="480631" y="92456"/>
                  </a:lnTo>
                  <a:lnTo>
                    <a:pt x="472186" y="72898"/>
                  </a:lnTo>
                  <a:lnTo>
                    <a:pt x="473329" y="71501"/>
                  </a:lnTo>
                  <a:lnTo>
                    <a:pt x="496570" y="72390"/>
                  </a:lnTo>
                  <a:lnTo>
                    <a:pt x="496570" y="71501"/>
                  </a:lnTo>
                  <a:lnTo>
                    <a:pt x="496570" y="67056"/>
                  </a:lnTo>
                  <a:lnTo>
                    <a:pt x="496570" y="5969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940678" y="854075"/>
              <a:ext cx="139319" cy="17678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40653" y="795781"/>
              <a:ext cx="159131" cy="180339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8953" y="736980"/>
              <a:ext cx="188468" cy="17640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666991" y="802766"/>
              <a:ext cx="99949" cy="17335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053461" y="1291716"/>
              <a:ext cx="496570" cy="236220"/>
            </a:xfrm>
            <a:custGeom>
              <a:avLst/>
              <a:gdLst/>
              <a:ahLst/>
              <a:cxnLst/>
              <a:rect l="l" t="t" r="r" b="b"/>
              <a:pathLst>
                <a:path w="496570" h="236219">
                  <a:moveTo>
                    <a:pt x="154711" y="97853"/>
                  </a:moveTo>
                  <a:lnTo>
                    <a:pt x="0" y="97853"/>
                  </a:lnTo>
                  <a:lnTo>
                    <a:pt x="0" y="114554"/>
                  </a:lnTo>
                  <a:lnTo>
                    <a:pt x="154711" y="114554"/>
                  </a:lnTo>
                  <a:lnTo>
                    <a:pt x="154711" y="97853"/>
                  </a:lnTo>
                  <a:close/>
                </a:path>
                <a:path w="496570" h="236219">
                  <a:moveTo>
                    <a:pt x="231521" y="173609"/>
                  </a:moveTo>
                  <a:lnTo>
                    <a:pt x="227203" y="172466"/>
                  </a:lnTo>
                  <a:lnTo>
                    <a:pt x="224447" y="171323"/>
                  </a:lnTo>
                  <a:lnTo>
                    <a:pt x="224320" y="171323"/>
                  </a:lnTo>
                  <a:lnTo>
                    <a:pt x="217424" y="0"/>
                  </a:lnTo>
                  <a:lnTo>
                    <a:pt x="209918" y="0"/>
                  </a:lnTo>
                  <a:lnTo>
                    <a:pt x="179705" y="1270"/>
                  </a:lnTo>
                  <a:lnTo>
                    <a:pt x="179705" y="7874"/>
                  </a:lnTo>
                  <a:lnTo>
                    <a:pt x="183896" y="8509"/>
                  </a:lnTo>
                  <a:lnTo>
                    <a:pt x="186944" y="9271"/>
                  </a:lnTo>
                  <a:lnTo>
                    <a:pt x="188468" y="10033"/>
                  </a:lnTo>
                  <a:lnTo>
                    <a:pt x="190119" y="10795"/>
                  </a:lnTo>
                  <a:lnTo>
                    <a:pt x="191389" y="11811"/>
                  </a:lnTo>
                  <a:lnTo>
                    <a:pt x="195707" y="156464"/>
                  </a:lnTo>
                  <a:lnTo>
                    <a:pt x="195453" y="159258"/>
                  </a:lnTo>
                  <a:lnTo>
                    <a:pt x="181610" y="173609"/>
                  </a:lnTo>
                  <a:lnTo>
                    <a:pt x="181610" y="179705"/>
                  </a:lnTo>
                  <a:lnTo>
                    <a:pt x="231521" y="179705"/>
                  </a:lnTo>
                  <a:lnTo>
                    <a:pt x="231521" y="173609"/>
                  </a:lnTo>
                  <a:close/>
                </a:path>
                <a:path w="496570" h="236219">
                  <a:moveTo>
                    <a:pt x="361683" y="118237"/>
                  </a:moveTo>
                  <a:lnTo>
                    <a:pt x="360984" y="106743"/>
                  </a:lnTo>
                  <a:lnTo>
                    <a:pt x="360857" y="104800"/>
                  </a:lnTo>
                  <a:lnTo>
                    <a:pt x="360832" y="104305"/>
                  </a:lnTo>
                  <a:lnTo>
                    <a:pt x="358267" y="92202"/>
                  </a:lnTo>
                  <a:lnTo>
                    <a:pt x="353974" y="81826"/>
                  </a:lnTo>
                  <a:lnTo>
                    <a:pt x="348094" y="73329"/>
                  </a:lnTo>
                  <a:lnTo>
                    <a:pt x="347980" y="73152"/>
                  </a:lnTo>
                  <a:lnTo>
                    <a:pt x="341477" y="67437"/>
                  </a:lnTo>
                  <a:lnTo>
                    <a:pt x="340207" y="66319"/>
                  </a:lnTo>
                  <a:lnTo>
                    <a:pt x="337947" y="65151"/>
                  </a:lnTo>
                  <a:lnTo>
                    <a:pt x="337947" y="128270"/>
                  </a:lnTo>
                  <a:lnTo>
                    <a:pt x="337439" y="134620"/>
                  </a:lnTo>
                  <a:lnTo>
                    <a:pt x="317500" y="170434"/>
                  </a:lnTo>
                  <a:lnTo>
                    <a:pt x="312674" y="171831"/>
                  </a:lnTo>
                  <a:lnTo>
                    <a:pt x="307086" y="171831"/>
                  </a:lnTo>
                  <a:lnTo>
                    <a:pt x="277406" y="141071"/>
                  </a:lnTo>
                  <a:lnTo>
                    <a:pt x="275336" y="118237"/>
                  </a:lnTo>
                  <a:lnTo>
                    <a:pt x="275831" y="106743"/>
                  </a:lnTo>
                  <a:lnTo>
                    <a:pt x="293268" y="70764"/>
                  </a:lnTo>
                  <a:lnTo>
                    <a:pt x="331216" y="82931"/>
                  </a:lnTo>
                  <a:lnTo>
                    <a:pt x="336867" y="104305"/>
                  </a:lnTo>
                  <a:lnTo>
                    <a:pt x="336956" y="104800"/>
                  </a:lnTo>
                  <a:lnTo>
                    <a:pt x="337693" y="112839"/>
                  </a:lnTo>
                  <a:lnTo>
                    <a:pt x="337845" y="118237"/>
                  </a:lnTo>
                  <a:lnTo>
                    <a:pt x="337947" y="128270"/>
                  </a:lnTo>
                  <a:lnTo>
                    <a:pt x="337947" y="65151"/>
                  </a:lnTo>
                  <a:lnTo>
                    <a:pt x="330835" y="61442"/>
                  </a:lnTo>
                  <a:lnTo>
                    <a:pt x="319824" y="58508"/>
                  </a:lnTo>
                  <a:lnTo>
                    <a:pt x="307213" y="57531"/>
                  </a:lnTo>
                  <a:lnTo>
                    <a:pt x="299415" y="57962"/>
                  </a:lnTo>
                  <a:lnTo>
                    <a:pt x="262775" y="79108"/>
                  </a:lnTo>
                  <a:lnTo>
                    <a:pt x="251701" y="118237"/>
                  </a:lnTo>
                  <a:lnTo>
                    <a:pt x="251637" y="121666"/>
                  </a:lnTo>
                  <a:lnTo>
                    <a:pt x="252412" y="134620"/>
                  </a:lnTo>
                  <a:lnTo>
                    <a:pt x="272986" y="173113"/>
                  </a:lnTo>
                  <a:lnTo>
                    <a:pt x="305181" y="181737"/>
                  </a:lnTo>
                  <a:lnTo>
                    <a:pt x="313563" y="181292"/>
                  </a:lnTo>
                  <a:lnTo>
                    <a:pt x="351028" y="159981"/>
                  </a:lnTo>
                  <a:lnTo>
                    <a:pt x="361238" y="128270"/>
                  </a:lnTo>
                  <a:lnTo>
                    <a:pt x="361264" y="128092"/>
                  </a:lnTo>
                  <a:lnTo>
                    <a:pt x="361530" y="121666"/>
                  </a:lnTo>
                  <a:lnTo>
                    <a:pt x="361569" y="120777"/>
                  </a:lnTo>
                  <a:lnTo>
                    <a:pt x="361683" y="118237"/>
                  </a:lnTo>
                  <a:close/>
                </a:path>
                <a:path w="496570" h="236219">
                  <a:moveTo>
                    <a:pt x="496570" y="59690"/>
                  </a:moveTo>
                  <a:lnTo>
                    <a:pt x="458089" y="59690"/>
                  </a:lnTo>
                  <a:lnTo>
                    <a:pt x="458089" y="92456"/>
                  </a:lnTo>
                  <a:lnTo>
                    <a:pt x="458089" y="104013"/>
                  </a:lnTo>
                  <a:lnTo>
                    <a:pt x="457606" y="107619"/>
                  </a:lnTo>
                  <a:lnTo>
                    <a:pt x="457581" y="107823"/>
                  </a:lnTo>
                  <a:lnTo>
                    <a:pt x="456692" y="111633"/>
                  </a:lnTo>
                  <a:lnTo>
                    <a:pt x="438531" y="130683"/>
                  </a:lnTo>
                  <a:lnTo>
                    <a:pt x="426212" y="130683"/>
                  </a:lnTo>
                  <a:lnTo>
                    <a:pt x="420116" y="127762"/>
                  </a:lnTo>
                  <a:lnTo>
                    <a:pt x="415798" y="122047"/>
                  </a:lnTo>
                  <a:lnTo>
                    <a:pt x="411607" y="116332"/>
                  </a:lnTo>
                  <a:lnTo>
                    <a:pt x="409448" y="108331"/>
                  </a:lnTo>
                  <a:lnTo>
                    <a:pt x="409448" y="88011"/>
                  </a:lnTo>
                  <a:lnTo>
                    <a:pt x="409854" y="86360"/>
                  </a:lnTo>
                  <a:lnTo>
                    <a:pt x="411480" y="80264"/>
                  </a:lnTo>
                  <a:lnTo>
                    <a:pt x="415671" y="75057"/>
                  </a:lnTo>
                  <a:lnTo>
                    <a:pt x="419862" y="69723"/>
                  </a:lnTo>
                  <a:lnTo>
                    <a:pt x="425958" y="67056"/>
                  </a:lnTo>
                  <a:lnTo>
                    <a:pt x="438658" y="67056"/>
                  </a:lnTo>
                  <a:lnTo>
                    <a:pt x="458089" y="92456"/>
                  </a:lnTo>
                  <a:lnTo>
                    <a:pt x="458089" y="59690"/>
                  </a:lnTo>
                  <a:lnTo>
                    <a:pt x="452120" y="59690"/>
                  </a:lnTo>
                  <a:lnTo>
                    <a:pt x="446684" y="58420"/>
                  </a:lnTo>
                  <a:lnTo>
                    <a:pt x="447141" y="58420"/>
                  </a:lnTo>
                  <a:lnTo>
                    <a:pt x="440182" y="57531"/>
                  </a:lnTo>
                  <a:lnTo>
                    <a:pt x="427482" y="57531"/>
                  </a:lnTo>
                  <a:lnTo>
                    <a:pt x="421259" y="58420"/>
                  </a:lnTo>
                  <a:lnTo>
                    <a:pt x="390525" y="81026"/>
                  </a:lnTo>
                  <a:lnTo>
                    <a:pt x="387007" y="92456"/>
                  </a:lnTo>
                  <a:lnTo>
                    <a:pt x="387134" y="108331"/>
                  </a:lnTo>
                  <a:lnTo>
                    <a:pt x="388493" y="114427"/>
                  </a:lnTo>
                  <a:lnTo>
                    <a:pt x="391668" y="120396"/>
                  </a:lnTo>
                  <a:lnTo>
                    <a:pt x="394843" y="126492"/>
                  </a:lnTo>
                  <a:lnTo>
                    <a:pt x="399415" y="131191"/>
                  </a:lnTo>
                  <a:lnTo>
                    <a:pt x="405384" y="134747"/>
                  </a:lnTo>
                  <a:lnTo>
                    <a:pt x="398653" y="139827"/>
                  </a:lnTo>
                  <a:lnTo>
                    <a:pt x="393954" y="144399"/>
                  </a:lnTo>
                  <a:lnTo>
                    <a:pt x="391287" y="148336"/>
                  </a:lnTo>
                  <a:lnTo>
                    <a:pt x="388620" y="152400"/>
                  </a:lnTo>
                  <a:lnTo>
                    <a:pt x="387223" y="156718"/>
                  </a:lnTo>
                  <a:lnTo>
                    <a:pt x="387223" y="165735"/>
                  </a:lnTo>
                  <a:lnTo>
                    <a:pt x="388366" y="169291"/>
                  </a:lnTo>
                  <a:lnTo>
                    <a:pt x="390652" y="172466"/>
                  </a:lnTo>
                  <a:lnTo>
                    <a:pt x="392811" y="175514"/>
                  </a:lnTo>
                  <a:lnTo>
                    <a:pt x="395986" y="177927"/>
                  </a:lnTo>
                  <a:lnTo>
                    <a:pt x="399923" y="179451"/>
                  </a:lnTo>
                  <a:lnTo>
                    <a:pt x="393446" y="182753"/>
                  </a:lnTo>
                  <a:lnTo>
                    <a:pt x="388493" y="186563"/>
                  </a:lnTo>
                  <a:lnTo>
                    <a:pt x="381381" y="195199"/>
                  </a:lnTo>
                  <a:lnTo>
                    <a:pt x="379907" y="199390"/>
                  </a:lnTo>
                  <a:lnTo>
                    <a:pt x="379818" y="211455"/>
                  </a:lnTo>
                  <a:lnTo>
                    <a:pt x="381000" y="215900"/>
                  </a:lnTo>
                  <a:lnTo>
                    <a:pt x="383794" y="219837"/>
                  </a:lnTo>
                  <a:lnTo>
                    <a:pt x="386461" y="223774"/>
                  </a:lnTo>
                  <a:lnTo>
                    <a:pt x="427990" y="235839"/>
                  </a:lnTo>
                  <a:lnTo>
                    <a:pt x="436499" y="235839"/>
                  </a:lnTo>
                  <a:lnTo>
                    <a:pt x="474853" y="227330"/>
                  </a:lnTo>
                  <a:lnTo>
                    <a:pt x="476758" y="225933"/>
                  </a:lnTo>
                  <a:lnTo>
                    <a:pt x="481457" y="222504"/>
                  </a:lnTo>
                  <a:lnTo>
                    <a:pt x="485902" y="216281"/>
                  </a:lnTo>
                  <a:lnTo>
                    <a:pt x="490474" y="210185"/>
                  </a:lnTo>
                  <a:lnTo>
                    <a:pt x="492760" y="203200"/>
                  </a:lnTo>
                  <a:lnTo>
                    <a:pt x="492760" y="189103"/>
                  </a:lnTo>
                  <a:lnTo>
                    <a:pt x="491566" y="184023"/>
                  </a:lnTo>
                  <a:lnTo>
                    <a:pt x="491490" y="183642"/>
                  </a:lnTo>
                  <a:lnTo>
                    <a:pt x="490474" y="181737"/>
                  </a:lnTo>
                  <a:lnTo>
                    <a:pt x="489077" y="179070"/>
                  </a:lnTo>
                  <a:lnTo>
                    <a:pt x="486791" y="174371"/>
                  </a:lnTo>
                  <a:lnTo>
                    <a:pt x="482727" y="170688"/>
                  </a:lnTo>
                  <a:lnTo>
                    <a:pt x="472186" y="165417"/>
                  </a:lnTo>
                  <a:lnTo>
                    <a:pt x="472186" y="198755"/>
                  </a:lnTo>
                  <a:lnTo>
                    <a:pt x="472186" y="206121"/>
                  </a:lnTo>
                  <a:lnTo>
                    <a:pt x="470865" y="210185"/>
                  </a:lnTo>
                  <a:lnTo>
                    <a:pt x="470789" y="210439"/>
                  </a:lnTo>
                  <a:lnTo>
                    <a:pt x="467995" y="214249"/>
                  </a:lnTo>
                  <a:lnTo>
                    <a:pt x="465074" y="218059"/>
                  </a:lnTo>
                  <a:lnTo>
                    <a:pt x="461010" y="220853"/>
                  </a:lnTo>
                  <a:lnTo>
                    <a:pt x="450215" y="224917"/>
                  </a:lnTo>
                  <a:lnTo>
                    <a:pt x="443738" y="225933"/>
                  </a:lnTo>
                  <a:lnTo>
                    <a:pt x="436245" y="225933"/>
                  </a:lnTo>
                  <a:lnTo>
                    <a:pt x="399796" y="211455"/>
                  </a:lnTo>
                  <a:lnTo>
                    <a:pt x="399796" y="199390"/>
                  </a:lnTo>
                  <a:lnTo>
                    <a:pt x="400812" y="195453"/>
                  </a:lnTo>
                  <a:lnTo>
                    <a:pt x="405130" y="188341"/>
                  </a:lnTo>
                  <a:lnTo>
                    <a:pt x="408305" y="184912"/>
                  </a:lnTo>
                  <a:lnTo>
                    <a:pt x="412623" y="181737"/>
                  </a:lnTo>
                  <a:lnTo>
                    <a:pt x="417830" y="182245"/>
                  </a:lnTo>
                  <a:lnTo>
                    <a:pt x="423799" y="182499"/>
                  </a:lnTo>
                  <a:lnTo>
                    <a:pt x="454152" y="182499"/>
                  </a:lnTo>
                  <a:lnTo>
                    <a:pt x="458089" y="183007"/>
                  </a:lnTo>
                  <a:lnTo>
                    <a:pt x="471297" y="194183"/>
                  </a:lnTo>
                  <a:lnTo>
                    <a:pt x="471932" y="196469"/>
                  </a:lnTo>
                  <a:lnTo>
                    <a:pt x="472186" y="198755"/>
                  </a:lnTo>
                  <a:lnTo>
                    <a:pt x="472186" y="165417"/>
                  </a:lnTo>
                  <a:lnTo>
                    <a:pt x="471551" y="165100"/>
                  </a:lnTo>
                  <a:lnTo>
                    <a:pt x="464312" y="163830"/>
                  </a:lnTo>
                  <a:lnTo>
                    <a:pt x="419608" y="163830"/>
                  </a:lnTo>
                  <a:lnTo>
                    <a:pt x="415290" y="163449"/>
                  </a:lnTo>
                  <a:lnTo>
                    <a:pt x="404622" y="155448"/>
                  </a:lnTo>
                  <a:lnTo>
                    <a:pt x="404622" y="147701"/>
                  </a:lnTo>
                  <a:lnTo>
                    <a:pt x="407797" y="142875"/>
                  </a:lnTo>
                  <a:lnTo>
                    <a:pt x="414274" y="138049"/>
                  </a:lnTo>
                  <a:lnTo>
                    <a:pt x="419227" y="139827"/>
                  </a:lnTo>
                  <a:lnTo>
                    <a:pt x="425196" y="140716"/>
                  </a:lnTo>
                  <a:lnTo>
                    <a:pt x="432181" y="140716"/>
                  </a:lnTo>
                  <a:lnTo>
                    <a:pt x="443128" y="140017"/>
                  </a:lnTo>
                  <a:lnTo>
                    <a:pt x="452031" y="138049"/>
                  </a:lnTo>
                  <a:lnTo>
                    <a:pt x="452755" y="137896"/>
                  </a:lnTo>
                  <a:lnTo>
                    <a:pt x="461035" y="134404"/>
                  </a:lnTo>
                  <a:lnTo>
                    <a:pt x="466356" y="130683"/>
                  </a:lnTo>
                  <a:lnTo>
                    <a:pt x="467995" y="129540"/>
                  </a:lnTo>
                  <a:lnTo>
                    <a:pt x="473557" y="123431"/>
                  </a:lnTo>
                  <a:lnTo>
                    <a:pt x="477405" y="116332"/>
                  </a:lnTo>
                  <a:lnTo>
                    <a:pt x="477532" y="116116"/>
                  </a:lnTo>
                  <a:lnTo>
                    <a:pt x="479844" y="107823"/>
                  </a:lnTo>
                  <a:lnTo>
                    <a:pt x="479894" y="107619"/>
                  </a:lnTo>
                  <a:lnTo>
                    <a:pt x="480695" y="97917"/>
                  </a:lnTo>
                  <a:lnTo>
                    <a:pt x="480631" y="92456"/>
                  </a:lnTo>
                  <a:lnTo>
                    <a:pt x="472186" y="72898"/>
                  </a:lnTo>
                  <a:lnTo>
                    <a:pt x="473329" y="71501"/>
                  </a:lnTo>
                  <a:lnTo>
                    <a:pt x="496570" y="72390"/>
                  </a:lnTo>
                  <a:lnTo>
                    <a:pt x="496570" y="71501"/>
                  </a:lnTo>
                  <a:lnTo>
                    <a:pt x="496570" y="67056"/>
                  </a:lnTo>
                  <a:lnTo>
                    <a:pt x="496570" y="5969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618738" y="1185798"/>
              <a:ext cx="1720214" cy="42417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740653" y="1291081"/>
              <a:ext cx="159131" cy="18033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940678" y="1349375"/>
              <a:ext cx="139319" cy="17678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08953" y="1232280"/>
              <a:ext cx="188468" cy="176403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176776" y="3376675"/>
              <a:ext cx="0" cy="208279"/>
            </a:xfrm>
            <a:custGeom>
              <a:avLst/>
              <a:gdLst/>
              <a:ahLst/>
              <a:cxnLst/>
              <a:rect l="l" t="t" r="r" b="b"/>
              <a:pathLst>
                <a:path w="0" h="208279">
                  <a:moveTo>
                    <a:pt x="0" y="0"/>
                  </a:moveTo>
                  <a:lnTo>
                    <a:pt x="0" y="208280"/>
                  </a:lnTo>
                </a:path>
              </a:pathLst>
            </a:custGeom>
            <a:ln w="317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1600200" y="1704974"/>
              <a:ext cx="2916555" cy="1866900"/>
            </a:xfrm>
            <a:custGeom>
              <a:avLst/>
              <a:gdLst/>
              <a:ahLst/>
              <a:cxnLst/>
              <a:rect l="l" t="t" r="r" b="b"/>
              <a:pathLst>
                <a:path w="2916554" h="1866900">
                  <a:moveTo>
                    <a:pt x="2916047" y="1752600"/>
                  </a:moveTo>
                  <a:lnTo>
                    <a:pt x="2893187" y="1733550"/>
                  </a:lnTo>
                  <a:lnTo>
                    <a:pt x="2784221" y="1642745"/>
                  </a:lnTo>
                  <a:lnTo>
                    <a:pt x="2777528" y="1639150"/>
                  </a:lnTo>
                  <a:lnTo>
                    <a:pt x="2752991" y="1659089"/>
                  </a:lnTo>
                  <a:lnTo>
                    <a:pt x="2755061" y="1666074"/>
                  </a:lnTo>
                  <a:lnTo>
                    <a:pt x="2759837" y="1671955"/>
                  </a:lnTo>
                  <a:lnTo>
                    <a:pt x="2833751" y="1733550"/>
                  </a:lnTo>
                  <a:lnTo>
                    <a:pt x="230263" y="1733550"/>
                  </a:lnTo>
                  <a:lnTo>
                    <a:pt x="228727" y="163068"/>
                  </a:lnTo>
                  <a:lnTo>
                    <a:pt x="228650" y="82270"/>
                  </a:lnTo>
                  <a:lnTo>
                    <a:pt x="290322" y="156095"/>
                  </a:lnTo>
                  <a:lnTo>
                    <a:pt x="296214" y="160858"/>
                  </a:lnTo>
                  <a:lnTo>
                    <a:pt x="303237" y="162915"/>
                  </a:lnTo>
                  <a:lnTo>
                    <a:pt x="310502" y="162166"/>
                  </a:lnTo>
                  <a:lnTo>
                    <a:pt x="317119" y="158508"/>
                  </a:lnTo>
                  <a:lnTo>
                    <a:pt x="321868" y="152615"/>
                  </a:lnTo>
                  <a:lnTo>
                    <a:pt x="323811" y="145884"/>
                  </a:lnTo>
                  <a:lnTo>
                    <a:pt x="323888" y="145630"/>
                  </a:lnTo>
                  <a:lnTo>
                    <a:pt x="323164" y="138633"/>
                  </a:lnTo>
                  <a:lnTo>
                    <a:pt x="323126" y="138379"/>
                  </a:lnTo>
                  <a:lnTo>
                    <a:pt x="319532" y="131699"/>
                  </a:lnTo>
                  <a:lnTo>
                    <a:pt x="234365" y="29718"/>
                  </a:lnTo>
                  <a:lnTo>
                    <a:pt x="209550" y="0"/>
                  </a:lnTo>
                  <a:lnTo>
                    <a:pt x="99822" y="131953"/>
                  </a:lnTo>
                  <a:lnTo>
                    <a:pt x="96215" y="138633"/>
                  </a:lnTo>
                  <a:lnTo>
                    <a:pt x="95478" y="145630"/>
                  </a:lnTo>
                  <a:lnTo>
                    <a:pt x="95453" y="145884"/>
                  </a:lnTo>
                  <a:lnTo>
                    <a:pt x="97396" y="152615"/>
                  </a:lnTo>
                  <a:lnTo>
                    <a:pt x="97472" y="152869"/>
                  </a:lnTo>
                  <a:lnTo>
                    <a:pt x="102235" y="158750"/>
                  </a:lnTo>
                  <a:lnTo>
                    <a:pt x="108902" y="162344"/>
                  </a:lnTo>
                  <a:lnTo>
                    <a:pt x="116154" y="163068"/>
                  </a:lnTo>
                  <a:lnTo>
                    <a:pt x="123139" y="161036"/>
                  </a:lnTo>
                  <a:lnTo>
                    <a:pt x="129032" y="156337"/>
                  </a:lnTo>
                  <a:lnTo>
                    <a:pt x="190550" y="82435"/>
                  </a:lnTo>
                  <a:lnTo>
                    <a:pt x="190690" y="82270"/>
                  </a:lnTo>
                  <a:lnTo>
                    <a:pt x="190627" y="163068"/>
                  </a:lnTo>
                  <a:lnTo>
                    <a:pt x="192163" y="1733550"/>
                  </a:lnTo>
                  <a:lnTo>
                    <a:pt x="0" y="1733550"/>
                  </a:lnTo>
                  <a:lnTo>
                    <a:pt x="0" y="1771650"/>
                  </a:lnTo>
                  <a:lnTo>
                    <a:pt x="192201" y="1771650"/>
                  </a:lnTo>
                  <a:lnTo>
                    <a:pt x="192278" y="1845945"/>
                  </a:lnTo>
                  <a:lnTo>
                    <a:pt x="230378" y="1845945"/>
                  </a:lnTo>
                  <a:lnTo>
                    <a:pt x="230301" y="1771650"/>
                  </a:lnTo>
                  <a:lnTo>
                    <a:pt x="2833751" y="1771650"/>
                  </a:lnTo>
                  <a:lnTo>
                    <a:pt x="2759837" y="1833245"/>
                  </a:lnTo>
                  <a:lnTo>
                    <a:pt x="2755061" y="1839137"/>
                  </a:lnTo>
                  <a:lnTo>
                    <a:pt x="2752991" y="1846122"/>
                  </a:lnTo>
                  <a:lnTo>
                    <a:pt x="2753703" y="1853374"/>
                  </a:lnTo>
                  <a:lnTo>
                    <a:pt x="2757297" y="1860042"/>
                  </a:lnTo>
                  <a:lnTo>
                    <a:pt x="2763189" y="1864804"/>
                  </a:lnTo>
                  <a:lnTo>
                    <a:pt x="2770225" y="1866823"/>
                  </a:lnTo>
                  <a:lnTo>
                    <a:pt x="2777528" y="1866061"/>
                  </a:lnTo>
                  <a:lnTo>
                    <a:pt x="2784221" y="1862455"/>
                  </a:lnTo>
                  <a:lnTo>
                    <a:pt x="2893187" y="1771650"/>
                  </a:lnTo>
                  <a:lnTo>
                    <a:pt x="2916047" y="1752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8" name="object 28"/>
          <p:cNvSpPr txBox="1"/>
          <p:nvPr/>
        </p:nvSpPr>
        <p:spPr>
          <a:xfrm>
            <a:off x="4123944" y="3561778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29" name="object 29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5312" y="2909951"/>
            <a:ext cx="174371" cy="158750"/>
          </a:xfrm>
          <a:prstGeom prst="rect">
            <a:avLst/>
          </a:prstGeom>
        </p:spPr>
      </p:pic>
      <p:sp>
        <p:nvSpPr>
          <p:cNvPr id="30" name="object 30"/>
          <p:cNvSpPr txBox="1"/>
          <p:nvPr/>
        </p:nvSpPr>
        <p:spPr>
          <a:xfrm>
            <a:off x="268604" y="2880360"/>
            <a:ext cx="1033144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38175" algn="l"/>
              </a:tabLst>
            </a:pPr>
            <a:r>
              <a:rPr dirty="0" sz="1800">
                <a:latin typeface="Cambria Math"/>
                <a:cs typeface="Cambria Math"/>
              </a:rPr>
              <a:t>if</a:t>
            </a:r>
            <a:r>
              <a:rPr dirty="0" sz="1800" spc="-5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4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 spc="-75">
                <a:latin typeface="Cambria Math"/>
                <a:cs typeface="Cambria Math"/>
              </a:rPr>
              <a:t>𝑖</a:t>
            </a:r>
            <a:r>
              <a:rPr dirty="0" baseline="26748" sz="2025"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556378" y="3846576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4" y="5080"/>
                </a:lnTo>
                <a:lnTo>
                  <a:pt x="136779" y="16637"/>
                </a:lnTo>
                <a:lnTo>
                  <a:pt x="0" y="16637"/>
                </a:lnTo>
                <a:lnTo>
                  <a:pt x="0" y="24511"/>
                </a:lnTo>
                <a:lnTo>
                  <a:pt x="136779" y="24511"/>
                </a:lnTo>
                <a:lnTo>
                  <a:pt x="123444" y="36207"/>
                </a:lnTo>
                <a:lnTo>
                  <a:pt x="127888" y="41224"/>
                </a:lnTo>
                <a:lnTo>
                  <a:pt x="148844" y="23114"/>
                </a:lnTo>
                <a:lnTo>
                  <a:pt x="148844" y="18161"/>
                </a:lnTo>
                <a:lnTo>
                  <a:pt x="12788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4399026" y="3756659"/>
            <a:ext cx="49403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2345" sz="2700" spc="52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350" spc="3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35">
                <a:latin typeface="Cambria Math"/>
                <a:cs typeface="Cambria Math"/>
              </a:rPr>
              <a:t>,</a:t>
            </a:r>
            <a:r>
              <a:rPr dirty="0" sz="1350" spc="3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881250" y="3736721"/>
            <a:ext cx="491490" cy="280035"/>
            <a:chOff x="4881250" y="3736721"/>
            <a:chExt cx="491490" cy="280035"/>
          </a:xfrm>
        </p:grpSpPr>
        <p:sp>
          <p:nvSpPr>
            <p:cNvPr id="34" name="object 34"/>
            <p:cNvSpPr/>
            <p:nvPr/>
          </p:nvSpPr>
          <p:spPr>
            <a:xfrm>
              <a:off x="4881250" y="3740150"/>
              <a:ext cx="491490" cy="276225"/>
            </a:xfrm>
            <a:custGeom>
              <a:avLst/>
              <a:gdLst/>
              <a:ahLst/>
              <a:cxnLst/>
              <a:rect l="l" t="t" r="r" b="b"/>
              <a:pathLst>
                <a:path w="491489" h="276225">
                  <a:moveTo>
                    <a:pt x="418586" y="0"/>
                  </a:moveTo>
                  <a:lnTo>
                    <a:pt x="415792" y="9143"/>
                  </a:lnTo>
                  <a:lnTo>
                    <a:pt x="428504" y="15694"/>
                  </a:lnTo>
                  <a:lnTo>
                    <a:pt x="439573" y="25257"/>
                  </a:lnTo>
                  <a:lnTo>
                    <a:pt x="462780" y="71541"/>
                  </a:lnTo>
                  <a:lnTo>
                    <a:pt x="469777" y="113863"/>
                  </a:lnTo>
                  <a:lnTo>
                    <a:pt x="470656" y="138125"/>
                  </a:lnTo>
                  <a:lnTo>
                    <a:pt x="469777" y="162333"/>
                  </a:lnTo>
                  <a:lnTo>
                    <a:pt x="462780" y="204610"/>
                  </a:lnTo>
                  <a:lnTo>
                    <a:pt x="439573" y="250798"/>
                  </a:lnTo>
                  <a:lnTo>
                    <a:pt x="415792" y="266941"/>
                  </a:lnTo>
                  <a:lnTo>
                    <a:pt x="418586" y="276085"/>
                  </a:lnTo>
                  <a:lnTo>
                    <a:pt x="461877" y="245974"/>
                  </a:lnTo>
                  <a:lnTo>
                    <a:pt x="480568" y="208626"/>
                  </a:lnTo>
                  <a:lnTo>
                    <a:pt x="490041" y="163306"/>
                  </a:lnTo>
                  <a:lnTo>
                    <a:pt x="491225" y="138125"/>
                  </a:lnTo>
                  <a:lnTo>
                    <a:pt x="490095" y="113863"/>
                  </a:lnTo>
                  <a:lnTo>
                    <a:pt x="480568" y="67396"/>
                  </a:lnTo>
                  <a:lnTo>
                    <a:pt x="461877" y="30057"/>
                  </a:lnTo>
                  <a:lnTo>
                    <a:pt x="435017" y="6383"/>
                  </a:lnTo>
                  <a:lnTo>
                    <a:pt x="418586" y="0"/>
                  </a:lnTo>
                  <a:close/>
                </a:path>
                <a:path w="491489" h="276225">
                  <a:moveTo>
                    <a:pt x="72638" y="0"/>
                  </a:moveTo>
                  <a:lnTo>
                    <a:pt x="29347" y="30057"/>
                  </a:lnTo>
                  <a:lnTo>
                    <a:pt x="10656" y="67396"/>
                  </a:lnTo>
                  <a:lnTo>
                    <a:pt x="1183" y="112720"/>
                  </a:lnTo>
                  <a:lnTo>
                    <a:pt x="0" y="138125"/>
                  </a:lnTo>
                  <a:lnTo>
                    <a:pt x="1137" y="162333"/>
                  </a:lnTo>
                  <a:lnTo>
                    <a:pt x="1183" y="163306"/>
                  </a:lnTo>
                  <a:lnTo>
                    <a:pt x="10656" y="208626"/>
                  </a:lnTo>
                  <a:lnTo>
                    <a:pt x="29347" y="245974"/>
                  </a:lnTo>
                  <a:lnTo>
                    <a:pt x="72638" y="276085"/>
                  </a:lnTo>
                  <a:lnTo>
                    <a:pt x="75432" y="266941"/>
                  </a:lnTo>
                  <a:lnTo>
                    <a:pt x="62738" y="260366"/>
                  </a:lnTo>
                  <a:lnTo>
                    <a:pt x="51699" y="250798"/>
                  </a:lnTo>
                  <a:lnTo>
                    <a:pt x="28444" y="204610"/>
                  </a:lnTo>
                  <a:lnTo>
                    <a:pt x="21563" y="163306"/>
                  </a:lnTo>
                  <a:lnTo>
                    <a:pt x="20568" y="138125"/>
                  </a:lnTo>
                  <a:lnTo>
                    <a:pt x="21447" y="113863"/>
                  </a:lnTo>
                  <a:lnTo>
                    <a:pt x="28444" y="71541"/>
                  </a:lnTo>
                  <a:lnTo>
                    <a:pt x="51699" y="25257"/>
                  </a:lnTo>
                  <a:lnTo>
                    <a:pt x="75432" y="9143"/>
                  </a:lnTo>
                  <a:lnTo>
                    <a:pt x="7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4956429" y="3763518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29" h="55245">
                  <a:moveTo>
                    <a:pt x="84709" y="0"/>
                  </a:moveTo>
                  <a:lnTo>
                    <a:pt x="78867" y="6730"/>
                  </a:lnTo>
                  <a:lnTo>
                    <a:pt x="96647" y="22224"/>
                  </a:lnTo>
                  <a:lnTo>
                    <a:pt x="0" y="22224"/>
                  </a:lnTo>
                  <a:lnTo>
                    <a:pt x="0" y="32765"/>
                  </a:lnTo>
                  <a:lnTo>
                    <a:pt x="96647" y="32765"/>
                  </a:lnTo>
                  <a:lnTo>
                    <a:pt x="78867" y="48259"/>
                  </a:lnTo>
                  <a:lnTo>
                    <a:pt x="84709" y="54990"/>
                  </a:lnTo>
                  <a:lnTo>
                    <a:pt x="112775" y="30733"/>
                  </a:lnTo>
                  <a:lnTo>
                    <a:pt x="112775" y="24256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095367" y="3736721"/>
              <a:ext cx="174371" cy="158851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4932934" y="3623055"/>
            <a:ext cx="31813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0061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061" sz="2700" spc="21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84524" y="2366517"/>
            <a:ext cx="1558290" cy="276225"/>
            <a:chOff x="184524" y="2366517"/>
            <a:chExt cx="1558290" cy="276225"/>
          </a:xfrm>
        </p:grpSpPr>
        <p:sp>
          <p:nvSpPr>
            <p:cNvPr id="39" name="object 39"/>
            <p:cNvSpPr/>
            <p:nvPr/>
          </p:nvSpPr>
          <p:spPr>
            <a:xfrm>
              <a:off x="184524" y="2366517"/>
              <a:ext cx="1558290" cy="276225"/>
            </a:xfrm>
            <a:custGeom>
              <a:avLst/>
              <a:gdLst/>
              <a:ahLst/>
              <a:cxnLst/>
              <a:rect l="l" t="t" r="r" b="b"/>
              <a:pathLst>
                <a:path w="1558289" h="276225">
                  <a:moveTo>
                    <a:pt x="1485398" y="0"/>
                  </a:moveTo>
                  <a:lnTo>
                    <a:pt x="1482604" y="9143"/>
                  </a:lnTo>
                  <a:lnTo>
                    <a:pt x="1495298" y="15694"/>
                  </a:lnTo>
                  <a:lnTo>
                    <a:pt x="1506337" y="25257"/>
                  </a:lnTo>
                  <a:lnTo>
                    <a:pt x="1529572" y="71542"/>
                  </a:lnTo>
                  <a:lnTo>
                    <a:pt x="1536482" y="113885"/>
                  </a:lnTo>
                  <a:lnTo>
                    <a:pt x="1537341" y="138175"/>
                  </a:lnTo>
                  <a:lnTo>
                    <a:pt x="1536482" y="162373"/>
                  </a:lnTo>
                  <a:lnTo>
                    <a:pt x="1529572" y="204577"/>
                  </a:lnTo>
                  <a:lnTo>
                    <a:pt x="1506337" y="250793"/>
                  </a:lnTo>
                  <a:lnTo>
                    <a:pt x="1482604" y="266954"/>
                  </a:lnTo>
                  <a:lnTo>
                    <a:pt x="1485398" y="276098"/>
                  </a:lnTo>
                  <a:lnTo>
                    <a:pt x="1528689" y="245987"/>
                  </a:lnTo>
                  <a:lnTo>
                    <a:pt x="1547360" y="208700"/>
                  </a:lnTo>
                  <a:lnTo>
                    <a:pt x="1556746" y="163361"/>
                  </a:lnTo>
                  <a:lnTo>
                    <a:pt x="1557909" y="138175"/>
                  </a:lnTo>
                  <a:lnTo>
                    <a:pt x="1556800" y="113885"/>
                  </a:lnTo>
                  <a:lnTo>
                    <a:pt x="1547360" y="67397"/>
                  </a:lnTo>
                  <a:lnTo>
                    <a:pt x="1528689" y="30057"/>
                  </a:lnTo>
                  <a:lnTo>
                    <a:pt x="1501829" y="6383"/>
                  </a:lnTo>
                  <a:lnTo>
                    <a:pt x="1485398" y="0"/>
                  </a:lnTo>
                  <a:close/>
                </a:path>
                <a:path w="1558289" h="276225">
                  <a:moveTo>
                    <a:pt x="72549" y="0"/>
                  </a:moveTo>
                  <a:lnTo>
                    <a:pt x="29288" y="30057"/>
                  </a:lnTo>
                  <a:lnTo>
                    <a:pt x="10602" y="67397"/>
                  </a:lnTo>
                  <a:lnTo>
                    <a:pt x="1172" y="112736"/>
                  </a:lnTo>
                  <a:lnTo>
                    <a:pt x="0" y="138175"/>
                  </a:lnTo>
                  <a:lnTo>
                    <a:pt x="1126" y="162373"/>
                  </a:lnTo>
                  <a:lnTo>
                    <a:pt x="1172" y="163361"/>
                  </a:lnTo>
                  <a:lnTo>
                    <a:pt x="10602" y="208700"/>
                  </a:lnTo>
                  <a:lnTo>
                    <a:pt x="29288" y="245987"/>
                  </a:lnTo>
                  <a:lnTo>
                    <a:pt x="72549" y="276098"/>
                  </a:lnTo>
                  <a:lnTo>
                    <a:pt x="75343" y="266954"/>
                  </a:lnTo>
                  <a:lnTo>
                    <a:pt x="62655" y="260385"/>
                  </a:lnTo>
                  <a:lnTo>
                    <a:pt x="51606" y="250793"/>
                  </a:lnTo>
                  <a:lnTo>
                    <a:pt x="28347" y="204577"/>
                  </a:lnTo>
                  <a:lnTo>
                    <a:pt x="21515" y="163361"/>
                  </a:lnTo>
                  <a:lnTo>
                    <a:pt x="21398" y="162373"/>
                  </a:lnTo>
                  <a:lnTo>
                    <a:pt x="20529" y="138175"/>
                  </a:lnTo>
                  <a:lnTo>
                    <a:pt x="21398" y="113885"/>
                  </a:lnTo>
                  <a:lnTo>
                    <a:pt x="24005" y="91678"/>
                  </a:lnTo>
                  <a:lnTo>
                    <a:pt x="34423" y="53467"/>
                  </a:lnTo>
                  <a:lnTo>
                    <a:pt x="62655" y="15694"/>
                  </a:lnTo>
                  <a:lnTo>
                    <a:pt x="75343" y="9143"/>
                  </a:lnTo>
                  <a:lnTo>
                    <a:pt x="72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393026" y="2472943"/>
              <a:ext cx="149225" cy="41275"/>
            </a:xfrm>
            <a:custGeom>
              <a:avLst/>
              <a:gdLst/>
              <a:ahLst/>
              <a:cxnLst/>
              <a:rect l="l" t="t" r="r" b="b"/>
              <a:pathLst>
                <a:path w="149225" h="41275">
                  <a:moveTo>
                    <a:pt x="127838" y="0"/>
                  </a:moveTo>
                  <a:lnTo>
                    <a:pt x="123393" y="5080"/>
                  </a:lnTo>
                  <a:lnTo>
                    <a:pt x="136791" y="16763"/>
                  </a:lnTo>
                  <a:lnTo>
                    <a:pt x="0" y="16763"/>
                  </a:lnTo>
                  <a:lnTo>
                    <a:pt x="0" y="24637"/>
                  </a:lnTo>
                  <a:lnTo>
                    <a:pt x="136791" y="24637"/>
                  </a:lnTo>
                  <a:lnTo>
                    <a:pt x="123393" y="36194"/>
                  </a:lnTo>
                  <a:lnTo>
                    <a:pt x="127838" y="41275"/>
                  </a:lnTo>
                  <a:lnTo>
                    <a:pt x="148844" y="23113"/>
                  </a:lnTo>
                  <a:lnTo>
                    <a:pt x="148844" y="18161"/>
                  </a:lnTo>
                  <a:lnTo>
                    <a:pt x="12783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-6985" y="2380678"/>
            <a:ext cx="7226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2345" sz="2700">
                <a:solidFill>
                  <a:srgbClr val="0096FF"/>
                </a:solidFill>
                <a:latin typeface="Cambria Math"/>
                <a:cs typeface="Cambria Math"/>
              </a:rPr>
              <a:t>𝐿</a:t>
            </a:r>
            <a:r>
              <a:rPr dirty="0" baseline="12345" sz="2700" spc="82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baseline="12345" sz="27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35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-20">
                <a:latin typeface="Cambria Math"/>
                <a:cs typeface="Cambria Math"/>
              </a:rPr>
              <a:t>,</a:t>
            </a:r>
            <a:r>
              <a:rPr dirty="0" sz="135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08399" y="2363089"/>
            <a:ext cx="501015" cy="280035"/>
            <a:chOff x="708399" y="2363089"/>
            <a:chExt cx="501015" cy="280035"/>
          </a:xfrm>
        </p:grpSpPr>
        <p:sp>
          <p:nvSpPr>
            <p:cNvPr id="43" name="object 43"/>
            <p:cNvSpPr/>
            <p:nvPr/>
          </p:nvSpPr>
          <p:spPr>
            <a:xfrm>
              <a:off x="708399" y="2366518"/>
              <a:ext cx="501015" cy="276225"/>
            </a:xfrm>
            <a:custGeom>
              <a:avLst/>
              <a:gdLst/>
              <a:ahLst/>
              <a:cxnLst/>
              <a:rect l="l" t="t" r="r" b="b"/>
              <a:pathLst>
                <a:path w="501015" h="276225">
                  <a:moveTo>
                    <a:pt x="428098" y="0"/>
                  </a:moveTo>
                  <a:lnTo>
                    <a:pt x="425304" y="9143"/>
                  </a:lnTo>
                  <a:lnTo>
                    <a:pt x="437991" y="15694"/>
                  </a:lnTo>
                  <a:lnTo>
                    <a:pt x="449039" y="25257"/>
                  </a:lnTo>
                  <a:lnTo>
                    <a:pt x="472295" y="71542"/>
                  </a:lnTo>
                  <a:lnTo>
                    <a:pt x="479248" y="113885"/>
                  </a:lnTo>
                  <a:lnTo>
                    <a:pt x="480117" y="138175"/>
                  </a:lnTo>
                  <a:lnTo>
                    <a:pt x="479248" y="162373"/>
                  </a:lnTo>
                  <a:lnTo>
                    <a:pt x="472295" y="204577"/>
                  </a:lnTo>
                  <a:lnTo>
                    <a:pt x="449039" y="250793"/>
                  </a:lnTo>
                  <a:lnTo>
                    <a:pt x="425304" y="266954"/>
                  </a:lnTo>
                  <a:lnTo>
                    <a:pt x="428098" y="276098"/>
                  </a:lnTo>
                  <a:lnTo>
                    <a:pt x="471359" y="245987"/>
                  </a:lnTo>
                  <a:lnTo>
                    <a:pt x="490045" y="208700"/>
                  </a:lnTo>
                  <a:lnTo>
                    <a:pt x="499474" y="163361"/>
                  </a:lnTo>
                  <a:lnTo>
                    <a:pt x="500647" y="138175"/>
                  </a:lnTo>
                  <a:lnTo>
                    <a:pt x="499528" y="113885"/>
                  </a:lnTo>
                  <a:lnTo>
                    <a:pt x="490045" y="67397"/>
                  </a:lnTo>
                  <a:lnTo>
                    <a:pt x="471359" y="30057"/>
                  </a:lnTo>
                  <a:lnTo>
                    <a:pt x="444512" y="6383"/>
                  </a:lnTo>
                  <a:lnTo>
                    <a:pt x="428098" y="0"/>
                  </a:lnTo>
                  <a:close/>
                </a:path>
                <a:path w="501015" h="276225">
                  <a:moveTo>
                    <a:pt x="72549" y="0"/>
                  </a:moveTo>
                  <a:lnTo>
                    <a:pt x="29288" y="30057"/>
                  </a:lnTo>
                  <a:lnTo>
                    <a:pt x="10602" y="67397"/>
                  </a:lnTo>
                  <a:lnTo>
                    <a:pt x="1172" y="112736"/>
                  </a:lnTo>
                  <a:lnTo>
                    <a:pt x="0" y="138175"/>
                  </a:lnTo>
                  <a:lnTo>
                    <a:pt x="1126" y="162373"/>
                  </a:lnTo>
                  <a:lnTo>
                    <a:pt x="1172" y="163361"/>
                  </a:lnTo>
                  <a:lnTo>
                    <a:pt x="10602" y="208700"/>
                  </a:lnTo>
                  <a:lnTo>
                    <a:pt x="29288" y="245987"/>
                  </a:lnTo>
                  <a:lnTo>
                    <a:pt x="72549" y="276098"/>
                  </a:lnTo>
                  <a:lnTo>
                    <a:pt x="75343" y="266954"/>
                  </a:lnTo>
                  <a:lnTo>
                    <a:pt x="62655" y="260385"/>
                  </a:lnTo>
                  <a:lnTo>
                    <a:pt x="51606" y="250793"/>
                  </a:lnTo>
                  <a:lnTo>
                    <a:pt x="28347" y="204577"/>
                  </a:lnTo>
                  <a:lnTo>
                    <a:pt x="21515" y="163361"/>
                  </a:lnTo>
                  <a:lnTo>
                    <a:pt x="21398" y="162373"/>
                  </a:lnTo>
                  <a:lnTo>
                    <a:pt x="20529" y="138175"/>
                  </a:lnTo>
                  <a:lnTo>
                    <a:pt x="21398" y="113885"/>
                  </a:lnTo>
                  <a:lnTo>
                    <a:pt x="24005" y="91678"/>
                  </a:lnTo>
                  <a:lnTo>
                    <a:pt x="34423" y="53467"/>
                  </a:lnTo>
                  <a:lnTo>
                    <a:pt x="62655" y="15694"/>
                  </a:lnTo>
                  <a:lnTo>
                    <a:pt x="75343" y="9143"/>
                  </a:lnTo>
                  <a:lnTo>
                    <a:pt x="72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793076" y="2389886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30" h="55244">
                  <a:moveTo>
                    <a:pt x="84721" y="0"/>
                  </a:moveTo>
                  <a:lnTo>
                    <a:pt x="78803" y="6731"/>
                  </a:lnTo>
                  <a:lnTo>
                    <a:pt x="96659" y="22225"/>
                  </a:lnTo>
                  <a:lnTo>
                    <a:pt x="0" y="22225"/>
                  </a:lnTo>
                  <a:lnTo>
                    <a:pt x="0" y="32765"/>
                  </a:lnTo>
                  <a:lnTo>
                    <a:pt x="96659" y="32765"/>
                  </a:lnTo>
                  <a:lnTo>
                    <a:pt x="78803" y="48259"/>
                  </a:lnTo>
                  <a:lnTo>
                    <a:pt x="84721" y="54990"/>
                  </a:lnTo>
                  <a:lnTo>
                    <a:pt x="112737" y="30733"/>
                  </a:lnTo>
                  <a:lnTo>
                    <a:pt x="112737" y="24256"/>
                  </a:lnTo>
                  <a:lnTo>
                    <a:pt x="847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31976" y="2363089"/>
              <a:ext cx="174371" cy="158877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755650" y="2247201"/>
            <a:ext cx="3276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1604" sz="27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55800" y="2363089"/>
            <a:ext cx="174371" cy="158877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1194435" y="2332926"/>
            <a:ext cx="41338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mbria Math"/>
                <a:cs typeface="Cambria Math"/>
              </a:rPr>
              <a:t>,</a:t>
            </a:r>
            <a:r>
              <a:rPr dirty="0" sz="1800" spc="-17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16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 spc="-75">
                <a:latin typeface="Cambria Math"/>
                <a:cs typeface="Cambria Math"/>
              </a:rPr>
              <a:t>𝑖</a:t>
            </a:r>
            <a:endParaRPr baseline="26748" sz="2025">
              <a:latin typeface="Cambria Math"/>
              <a:cs typeface="Cambria Math"/>
            </a:endParaRPr>
          </a:p>
        </p:txBody>
      </p:sp>
      <p:pic>
        <p:nvPicPr>
          <p:cNvPr id="49" name="object 4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14697" y="1840357"/>
            <a:ext cx="3520821" cy="1643126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8321802" y="1947798"/>
            <a:ext cx="224281" cy="167639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8072755" y="1894776"/>
            <a:ext cx="43053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7030A0"/>
                </a:solidFill>
                <a:latin typeface="Cambria Math"/>
                <a:cs typeface="Cambria Math"/>
              </a:rPr>
              <a:t>log</a:t>
            </a:r>
            <a:r>
              <a:rPr dirty="0" sz="1400" spc="270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dirty="0" sz="1400" spc="-5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862826" y="2516441"/>
            <a:ext cx="1250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53" name="object 5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8434705" y="2914014"/>
            <a:ext cx="224281" cy="167640"/>
          </a:xfrm>
          <a:prstGeom prst="rect">
            <a:avLst/>
          </a:prstGeom>
        </p:spPr>
      </p:pic>
      <p:sp>
        <p:nvSpPr>
          <p:cNvPr id="54" name="object 54"/>
          <p:cNvSpPr txBox="1"/>
          <p:nvPr/>
        </p:nvSpPr>
        <p:spPr>
          <a:xfrm>
            <a:off x="8052434" y="2862897"/>
            <a:ext cx="5638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>
                <a:solidFill>
                  <a:srgbClr val="0096FF"/>
                </a:solidFill>
                <a:latin typeface="Cambria Math"/>
                <a:cs typeface="Cambria Math"/>
              </a:rPr>
              <a:t>−log</a:t>
            </a:r>
            <a:r>
              <a:rPr dirty="0" sz="1400" spc="27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400" spc="-5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5827776" y="3394392"/>
            <a:ext cx="255079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Verdana"/>
                <a:cs typeface="Verdana"/>
              </a:rPr>
              <a:t>Loss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is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lowest</a:t>
            </a:r>
            <a:r>
              <a:rPr dirty="0" sz="2000" spc="-2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when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5977128" y="3879202"/>
            <a:ext cx="165735" cy="46355"/>
          </a:xfrm>
          <a:custGeom>
            <a:avLst/>
            <a:gdLst/>
            <a:ahLst/>
            <a:cxnLst/>
            <a:rect l="l" t="t" r="r" b="b"/>
            <a:pathLst>
              <a:path w="165735" h="46354">
                <a:moveTo>
                  <a:pt x="142112" y="0"/>
                </a:moveTo>
                <a:lnTo>
                  <a:pt x="137160" y="5575"/>
                </a:lnTo>
                <a:lnTo>
                  <a:pt x="152019" y="18503"/>
                </a:lnTo>
                <a:lnTo>
                  <a:pt x="0" y="18503"/>
                </a:lnTo>
                <a:lnTo>
                  <a:pt x="0" y="27254"/>
                </a:lnTo>
                <a:lnTo>
                  <a:pt x="152019" y="27254"/>
                </a:lnTo>
                <a:lnTo>
                  <a:pt x="137160" y="40182"/>
                </a:lnTo>
                <a:lnTo>
                  <a:pt x="142112" y="45758"/>
                </a:lnTo>
                <a:lnTo>
                  <a:pt x="165481" y="25577"/>
                </a:lnTo>
                <a:lnTo>
                  <a:pt x="165481" y="20180"/>
                </a:lnTo>
                <a:lnTo>
                  <a:pt x="142112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5802376" y="3776027"/>
            <a:ext cx="53403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333114" y="3742309"/>
            <a:ext cx="546735" cy="321310"/>
            <a:chOff x="6333114" y="3742309"/>
            <a:chExt cx="546735" cy="321310"/>
          </a:xfrm>
        </p:grpSpPr>
        <p:sp>
          <p:nvSpPr>
            <p:cNvPr id="59" name="object 59"/>
            <p:cNvSpPr/>
            <p:nvPr/>
          </p:nvSpPr>
          <p:spPr>
            <a:xfrm>
              <a:off x="6333114" y="3752723"/>
              <a:ext cx="546735" cy="311150"/>
            </a:xfrm>
            <a:custGeom>
              <a:avLst/>
              <a:gdLst/>
              <a:ahLst/>
              <a:cxnLst/>
              <a:rect l="l" t="t" r="r" b="b"/>
              <a:pathLst>
                <a:path w="546734" h="311150">
                  <a:moveTo>
                    <a:pt x="464941" y="0"/>
                  </a:moveTo>
                  <a:lnTo>
                    <a:pt x="461893" y="10286"/>
                  </a:lnTo>
                  <a:lnTo>
                    <a:pt x="476130" y="17692"/>
                  </a:lnTo>
                  <a:lnTo>
                    <a:pt x="488547" y="28479"/>
                  </a:lnTo>
                  <a:lnTo>
                    <a:pt x="514701" y="80528"/>
                  </a:lnTo>
                  <a:lnTo>
                    <a:pt x="522511" y="128193"/>
                  </a:lnTo>
                  <a:lnTo>
                    <a:pt x="523488" y="155460"/>
                  </a:lnTo>
                  <a:lnTo>
                    <a:pt x="522511" y="182693"/>
                  </a:lnTo>
                  <a:lnTo>
                    <a:pt x="514701" y="230252"/>
                  </a:lnTo>
                  <a:lnTo>
                    <a:pt x="499129" y="268083"/>
                  </a:lnTo>
                  <a:lnTo>
                    <a:pt x="461893" y="300380"/>
                  </a:lnTo>
                  <a:lnTo>
                    <a:pt x="464941" y="310667"/>
                  </a:lnTo>
                  <a:lnTo>
                    <a:pt x="499643" y="292180"/>
                  </a:lnTo>
                  <a:lnTo>
                    <a:pt x="525393" y="257301"/>
                  </a:lnTo>
                  <a:lnTo>
                    <a:pt x="541283" y="210275"/>
                  </a:lnTo>
                  <a:lnTo>
                    <a:pt x="546596" y="155460"/>
                  </a:lnTo>
                  <a:lnTo>
                    <a:pt x="545332" y="128193"/>
                  </a:lnTo>
                  <a:lnTo>
                    <a:pt x="534654" y="75864"/>
                  </a:lnTo>
                  <a:lnTo>
                    <a:pt x="513625" y="33861"/>
                  </a:lnTo>
                  <a:lnTo>
                    <a:pt x="483423" y="7191"/>
                  </a:lnTo>
                  <a:lnTo>
                    <a:pt x="464941" y="0"/>
                  </a:lnTo>
                  <a:close/>
                </a:path>
                <a:path w="546734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9"/>
                  </a:lnTo>
                  <a:lnTo>
                    <a:pt x="0" y="155460"/>
                  </a:lnTo>
                  <a:lnTo>
                    <a:pt x="1274" y="182693"/>
                  </a:lnTo>
                  <a:lnTo>
                    <a:pt x="11941" y="234777"/>
                  </a:lnTo>
                  <a:lnTo>
                    <a:pt x="32970" y="276789"/>
                  </a:lnTo>
                  <a:lnTo>
                    <a:pt x="63172" y="303473"/>
                  </a:lnTo>
                  <a:lnTo>
                    <a:pt x="81655" y="310667"/>
                  </a:lnTo>
                  <a:lnTo>
                    <a:pt x="84830" y="300380"/>
                  </a:lnTo>
                  <a:lnTo>
                    <a:pt x="70518" y="292981"/>
                  </a:lnTo>
                  <a:lnTo>
                    <a:pt x="58064" y="282216"/>
                  </a:lnTo>
                  <a:lnTo>
                    <a:pt x="31894" y="230252"/>
                  </a:lnTo>
                  <a:lnTo>
                    <a:pt x="24084" y="182693"/>
                  </a:lnTo>
                  <a:lnTo>
                    <a:pt x="23108" y="155460"/>
                  </a:lnTo>
                  <a:lnTo>
                    <a:pt x="24084" y="128193"/>
                  </a:lnTo>
                  <a:lnTo>
                    <a:pt x="31894" y="80528"/>
                  </a:lnTo>
                  <a:lnTo>
                    <a:pt x="47468" y="42648"/>
                  </a:lnTo>
                  <a:lnTo>
                    <a:pt x="84830" y="10286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6424803" y="3779139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29">
                  <a:moveTo>
                    <a:pt x="91821" y="0"/>
                  </a:moveTo>
                  <a:lnTo>
                    <a:pt x="85090" y="7493"/>
                  </a:lnTo>
                  <a:lnTo>
                    <a:pt x="105155" y="24892"/>
                  </a:lnTo>
                  <a:lnTo>
                    <a:pt x="0" y="24892"/>
                  </a:lnTo>
                  <a:lnTo>
                    <a:pt x="0" y="36703"/>
                  </a:lnTo>
                  <a:lnTo>
                    <a:pt x="105155" y="36703"/>
                  </a:lnTo>
                  <a:lnTo>
                    <a:pt x="85090" y="54229"/>
                  </a:lnTo>
                  <a:lnTo>
                    <a:pt x="91821" y="61722"/>
                  </a:lnTo>
                  <a:lnTo>
                    <a:pt x="123317" y="34544"/>
                  </a:lnTo>
                  <a:lnTo>
                    <a:pt x="123317" y="27178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6574917" y="3742309"/>
              <a:ext cx="188467" cy="176479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6393434" y="3623309"/>
            <a:ext cx="35306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981443" y="3718877"/>
            <a:ext cx="105410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">
                <a:latin typeface="Verdana"/>
                <a:cs typeface="Verdana"/>
              </a:rPr>
              <a:t>predicts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4" name="object 6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337042" y="4094759"/>
            <a:ext cx="197992" cy="176453"/>
          </a:xfrm>
          <a:prstGeom prst="rect">
            <a:avLst/>
          </a:prstGeom>
        </p:spPr>
      </p:pic>
      <p:sp>
        <p:nvSpPr>
          <p:cNvPr id="65" name="object 65"/>
          <p:cNvSpPr txBox="1"/>
          <p:nvPr/>
        </p:nvSpPr>
        <p:spPr>
          <a:xfrm>
            <a:off x="5802376" y="4071937"/>
            <a:ext cx="289687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Verdana"/>
                <a:cs typeface="Verdana"/>
              </a:rPr>
              <a:t>close</a:t>
            </a:r>
            <a:r>
              <a:rPr dirty="0" sz="2000" spc="-1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to</a:t>
            </a:r>
            <a:r>
              <a:rPr dirty="0" sz="2000" spc="-3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true</a:t>
            </a:r>
            <a:r>
              <a:rPr dirty="0" sz="2000" spc="-8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label</a:t>
            </a:r>
            <a:r>
              <a:rPr dirty="0" sz="2000" spc="-245"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>
                <a:latin typeface="Cambria Math"/>
                <a:cs typeface="Cambria Math"/>
              </a:rPr>
              <a:t>𝑖</a:t>
            </a:r>
            <a:r>
              <a:rPr dirty="0" baseline="27777" sz="2250" spc="667">
                <a:latin typeface="Cambria Math"/>
                <a:cs typeface="Cambria Math"/>
              </a:rPr>
              <a:t> </a:t>
            </a:r>
            <a:r>
              <a:rPr dirty="0" sz="2000" spc="-50">
                <a:latin typeface="Verdana"/>
                <a:cs typeface="Verdana"/>
              </a:rPr>
              <a:t>.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407669" y="3795077"/>
            <a:ext cx="48514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Arial"/>
                <a:cs typeface="Arial"/>
              </a:rPr>
              <a:t>As</a:t>
            </a:r>
            <a:r>
              <a:rPr dirty="0" sz="1800" spc="15"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77125" y="3932745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38" y="0"/>
                </a:moveTo>
                <a:lnTo>
                  <a:pt x="123405" y="5016"/>
                </a:lnTo>
                <a:lnTo>
                  <a:pt x="136791" y="16649"/>
                </a:lnTo>
                <a:lnTo>
                  <a:pt x="0" y="16649"/>
                </a:lnTo>
                <a:lnTo>
                  <a:pt x="0" y="24523"/>
                </a:lnTo>
                <a:lnTo>
                  <a:pt x="136791" y="24523"/>
                </a:lnTo>
                <a:lnTo>
                  <a:pt x="123405" y="36156"/>
                </a:lnTo>
                <a:lnTo>
                  <a:pt x="127838" y="41186"/>
                </a:lnTo>
                <a:lnTo>
                  <a:pt x="148844" y="23012"/>
                </a:lnTo>
                <a:lnTo>
                  <a:pt x="148844" y="18160"/>
                </a:lnTo>
                <a:lnTo>
                  <a:pt x="12783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865187" y="3900170"/>
            <a:ext cx="3194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55">
                <a:latin typeface="Cambria Math"/>
                <a:cs typeface="Cambria Math"/>
              </a:rPr>
              <a:t>,</a:t>
            </a:r>
            <a:r>
              <a:rPr dirty="0" sz="1350" spc="5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1202022" y="3822953"/>
            <a:ext cx="491490" cy="280035"/>
            <a:chOff x="1202022" y="3822953"/>
            <a:chExt cx="491490" cy="280035"/>
          </a:xfrm>
        </p:grpSpPr>
        <p:sp>
          <p:nvSpPr>
            <p:cNvPr id="70" name="object 70"/>
            <p:cNvSpPr/>
            <p:nvPr/>
          </p:nvSpPr>
          <p:spPr>
            <a:xfrm>
              <a:off x="1202022" y="3826255"/>
              <a:ext cx="491490" cy="276225"/>
            </a:xfrm>
            <a:custGeom>
              <a:avLst/>
              <a:gdLst/>
              <a:ahLst/>
              <a:cxnLst/>
              <a:rect l="l" t="t" r="r" b="b"/>
              <a:pathLst>
                <a:path w="491489" h="276225">
                  <a:moveTo>
                    <a:pt x="418624" y="0"/>
                  </a:moveTo>
                  <a:lnTo>
                    <a:pt x="415830" y="9144"/>
                  </a:lnTo>
                  <a:lnTo>
                    <a:pt x="428471" y="15693"/>
                  </a:lnTo>
                  <a:lnTo>
                    <a:pt x="439516" y="25252"/>
                  </a:lnTo>
                  <a:lnTo>
                    <a:pt x="462798" y="71533"/>
                  </a:lnTo>
                  <a:lnTo>
                    <a:pt x="469708" y="113895"/>
                  </a:lnTo>
                  <a:lnTo>
                    <a:pt x="470567" y="138150"/>
                  </a:lnTo>
                  <a:lnTo>
                    <a:pt x="469708" y="162351"/>
                  </a:lnTo>
                  <a:lnTo>
                    <a:pt x="462798" y="204628"/>
                  </a:lnTo>
                  <a:lnTo>
                    <a:pt x="439516" y="250817"/>
                  </a:lnTo>
                  <a:lnTo>
                    <a:pt x="415830" y="266954"/>
                  </a:lnTo>
                  <a:lnTo>
                    <a:pt x="418624" y="276110"/>
                  </a:lnTo>
                  <a:lnTo>
                    <a:pt x="461790" y="245994"/>
                  </a:lnTo>
                  <a:lnTo>
                    <a:pt x="480479" y="208652"/>
                  </a:lnTo>
                  <a:lnTo>
                    <a:pt x="489953" y="163332"/>
                  </a:lnTo>
                  <a:lnTo>
                    <a:pt x="491136" y="138150"/>
                  </a:lnTo>
                  <a:lnTo>
                    <a:pt x="490007" y="113895"/>
                  </a:lnTo>
                  <a:lnTo>
                    <a:pt x="480479" y="67420"/>
                  </a:lnTo>
                  <a:lnTo>
                    <a:pt x="461790" y="30068"/>
                  </a:lnTo>
                  <a:lnTo>
                    <a:pt x="434981" y="6384"/>
                  </a:lnTo>
                  <a:lnTo>
                    <a:pt x="418624" y="0"/>
                  </a:lnTo>
                  <a:close/>
                </a:path>
                <a:path w="491489" h="276225">
                  <a:moveTo>
                    <a:pt x="72549" y="0"/>
                  </a:moveTo>
                  <a:lnTo>
                    <a:pt x="29294" y="30068"/>
                  </a:lnTo>
                  <a:lnTo>
                    <a:pt x="10608" y="67420"/>
                  </a:lnTo>
                  <a:lnTo>
                    <a:pt x="1173" y="112740"/>
                  </a:lnTo>
                  <a:lnTo>
                    <a:pt x="0" y="138150"/>
                  </a:lnTo>
                  <a:lnTo>
                    <a:pt x="1127" y="162351"/>
                  </a:lnTo>
                  <a:lnTo>
                    <a:pt x="10608" y="208652"/>
                  </a:lnTo>
                  <a:lnTo>
                    <a:pt x="29294" y="245994"/>
                  </a:lnTo>
                  <a:lnTo>
                    <a:pt x="72549" y="276110"/>
                  </a:lnTo>
                  <a:lnTo>
                    <a:pt x="75343" y="266954"/>
                  </a:lnTo>
                  <a:lnTo>
                    <a:pt x="62656" y="260381"/>
                  </a:lnTo>
                  <a:lnTo>
                    <a:pt x="51609" y="250817"/>
                  </a:lnTo>
                  <a:lnTo>
                    <a:pt x="28352" y="204628"/>
                  </a:lnTo>
                  <a:lnTo>
                    <a:pt x="21515" y="163332"/>
                  </a:lnTo>
                  <a:lnTo>
                    <a:pt x="20530" y="138150"/>
                  </a:lnTo>
                  <a:lnTo>
                    <a:pt x="21399" y="113895"/>
                  </a:lnTo>
                  <a:lnTo>
                    <a:pt x="28352" y="71533"/>
                  </a:lnTo>
                  <a:lnTo>
                    <a:pt x="51609" y="25252"/>
                  </a:lnTo>
                  <a:lnTo>
                    <a:pt x="75343" y="9144"/>
                  </a:lnTo>
                  <a:lnTo>
                    <a:pt x="72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277239" y="3849623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30" h="55245">
                  <a:moveTo>
                    <a:pt x="84709" y="0"/>
                  </a:moveTo>
                  <a:lnTo>
                    <a:pt x="78740" y="6731"/>
                  </a:lnTo>
                  <a:lnTo>
                    <a:pt x="96647" y="22225"/>
                  </a:lnTo>
                  <a:lnTo>
                    <a:pt x="0" y="22225"/>
                  </a:lnTo>
                  <a:lnTo>
                    <a:pt x="0" y="32740"/>
                  </a:lnTo>
                  <a:lnTo>
                    <a:pt x="96647" y="32740"/>
                  </a:lnTo>
                  <a:lnTo>
                    <a:pt x="78740" y="48259"/>
                  </a:lnTo>
                  <a:lnTo>
                    <a:pt x="84709" y="54952"/>
                  </a:lnTo>
                  <a:lnTo>
                    <a:pt x="112649" y="30734"/>
                  </a:lnTo>
                  <a:lnTo>
                    <a:pt x="112649" y="24256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1416050" y="3822953"/>
              <a:ext cx="174371" cy="158750"/>
            </a:xfrm>
            <a:prstGeom prst="rect">
              <a:avLst/>
            </a:prstGeom>
          </p:spPr>
        </p:pic>
      </p:grpSp>
      <p:pic>
        <p:nvPicPr>
          <p:cNvPr id="73" name="object 73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3714121" y="3847338"/>
            <a:ext cx="165474" cy="257937"/>
          </a:xfrm>
          <a:prstGeom prst="rect">
            <a:avLst/>
          </a:prstGeom>
        </p:spPr>
      </p:pic>
      <p:pic>
        <p:nvPicPr>
          <p:cNvPr id="74" name="object 74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00050" y="3971925"/>
            <a:ext cx="180975" cy="180975"/>
          </a:xfrm>
          <a:prstGeom prst="rect">
            <a:avLst/>
          </a:prstGeom>
        </p:spPr>
      </p:pic>
      <p:pic>
        <p:nvPicPr>
          <p:cNvPr id="75" name="object 7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638425" y="3952875"/>
            <a:ext cx="180975" cy="180975"/>
          </a:xfrm>
          <a:prstGeom prst="rect">
            <a:avLst/>
          </a:prstGeom>
        </p:spPr>
      </p:pic>
      <p:grpSp>
        <p:nvGrpSpPr>
          <p:cNvPr id="76" name="object 76"/>
          <p:cNvGrpSpPr/>
          <p:nvPr/>
        </p:nvGrpSpPr>
        <p:grpSpPr>
          <a:xfrm>
            <a:off x="523875" y="981075"/>
            <a:ext cx="5924550" cy="2595245"/>
            <a:chOff x="523875" y="981075"/>
            <a:chExt cx="5924550" cy="2595245"/>
          </a:xfrm>
        </p:grpSpPr>
        <p:sp>
          <p:nvSpPr>
            <p:cNvPr id="77" name="object 77"/>
            <p:cNvSpPr/>
            <p:nvPr/>
          </p:nvSpPr>
          <p:spPr>
            <a:xfrm>
              <a:off x="1912492" y="1676526"/>
              <a:ext cx="2313940" cy="1765300"/>
            </a:xfrm>
            <a:custGeom>
              <a:avLst/>
              <a:gdLst/>
              <a:ahLst/>
              <a:cxnLst/>
              <a:rect l="l" t="t" r="r" b="b"/>
              <a:pathLst>
                <a:path w="2313940" h="1765300">
                  <a:moveTo>
                    <a:pt x="2313812" y="1752600"/>
                  </a:moveTo>
                  <a:lnTo>
                    <a:pt x="2266442" y="1752600"/>
                  </a:lnTo>
                  <a:lnTo>
                    <a:pt x="2267839" y="1765300"/>
                  </a:lnTo>
                  <a:lnTo>
                    <a:pt x="2313305" y="1765300"/>
                  </a:lnTo>
                  <a:lnTo>
                    <a:pt x="2313812" y="1752600"/>
                  </a:lnTo>
                  <a:close/>
                </a:path>
                <a:path w="2313940" h="1765300">
                  <a:moveTo>
                    <a:pt x="2294890" y="1739900"/>
                  </a:moveTo>
                  <a:lnTo>
                    <a:pt x="2229611" y="1739900"/>
                  </a:lnTo>
                  <a:lnTo>
                    <a:pt x="2232279" y="1752600"/>
                  </a:lnTo>
                  <a:lnTo>
                    <a:pt x="2297684" y="1752600"/>
                  </a:lnTo>
                  <a:lnTo>
                    <a:pt x="2294890" y="1739900"/>
                  </a:lnTo>
                  <a:close/>
                </a:path>
                <a:path w="2313940" h="1765300">
                  <a:moveTo>
                    <a:pt x="2199512" y="1727200"/>
                  </a:moveTo>
                  <a:lnTo>
                    <a:pt x="2197735" y="1727200"/>
                  </a:lnTo>
                  <a:lnTo>
                    <a:pt x="2199385" y="1739900"/>
                  </a:lnTo>
                  <a:lnTo>
                    <a:pt x="2200783" y="1739900"/>
                  </a:lnTo>
                  <a:lnTo>
                    <a:pt x="2199512" y="1727200"/>
                  </a:lnTo>
                  <a:close/>
                </a:path>
                <a:path w="2313940" h="1765300">
                  <a:moveTo>
                    <a:pt x="2261616" y="1727200"/>
                  </a:moveTo>
                  <a:lnTo>
                    <a:pt x="2199512" y="1727200"/>
                  </a:lnTo>
                  <a:lnTo>
                    <a:pt x="2201672" y="1739900"/>
                  </a:lnTo>
                  <a:lnTo>
                    <a:pt x="2263394" y="1739900"/>
                  </a:lnTo>
                  <a:lnTo>
                    <a:pt x="2263055" y="1735666"/>
                  </a:lnTo>
                  <a:lnTo>
                    <a:pt x="2261616" y="1727200"/>
                  </a:lnTo>
                  <a:close/>
                </a:path>
                <a:path w="2313940" h="1765300">
                  <a:moveTo>
                    <a:pt x="2262378" y="1727200"/>
                  </a:moveTo>
                  <a:lnTo>
                    <a:pt x="2263055" y="1735666"/>
                  </a:lnTo>
                  <a:lnTo>
                    <a:pt x="2263774" y="1739900"/>
                  </a:lnTo>
                  <a:lnTo>
                    <a:pt x="2262378" y="1727200"/>
                  </a:lnTo>
                  <a:close/>
                </a:path>
                <a:path w="2313940" h="1765300">
                  <a:moveTo>
                    <a:pt x="2120265" y="1714500"/>
                  </a:moveTo>
                  <a:lnTo>
                    <a:pt x="2117724" y="1714500"/>
                  </a:lnTo>
                  <a:lnTo>
                    <a:pt x="2121281" y="1727200"/>
                  </a:lnTo>
                  <a:lnTo>
                    <a:pt x="2120265" y="1714500"/>
                  </a:lnTo>
                  <a:close/>
                </a:path>
                <a:path w="2313940" h="1765300">
                  <a:moveTo>
                    <a:pt x="2223008" y="1714500"/>
                  </a:moveTo>
                  <a:lnTo>
                    <a:pt x="2120265" y="1714500"/>
                  </a:lnTo>
                  <a:lnTo>
                    <a:pt x="2124836" y="1727200"/>
                  </a:lnTo>
                  <a:lnTo>
                    <a:pt x="2225674" y="1727200"/>
                  </a:lnTo>
                  <a:lnTo>
                    <a:pt x="2225336" y="1723813"/>
                  </a:lnTo>
                  <a:lnTo>
                    <a:pt x="2225284" y="1723292"/>
                  </a:lnTo>
                  <a:lnTo>
                    <a:pt x="2223008" y="1714500"/>
                  </a:lnTo>
                  <a:close/>
                </a:path>
                <a:path w="2313940" h="1765300">
                  <a:moveTo>
                    <a:pt x="2223261" y="1714500"/>
                  </a:moveTo>
                  <a:lnTo>
                    <a:pt x="2223008" y="1714500"/>
                  </a:lnTo>
                  <a:lnTo>
                    <a:pt x="2225206" y="1723292"/>
                  </a:lnTo>
                  <a:lnTo>
                    <a:pt x="2223261" y="1714500"/>
                  </a:lnTo>
                  <a:close/>
                </a:path>
                <a:path w="2313940" h="1765300">
                  <a:moveTo>
                    <a:pt x="2224405" y="1714500"/>
                  </a:moveTo>
                  <a:lnTo>
                    <a:pt x="2223261" y="1714500"/>
                  </a:lnTo>
                  <a:lnTo>
                    <a:pt x="2225284" y="1723292"/>
                  </a:lnTo>
                  <a:lnTo>
                    <a:pt x="2224405" y="1714500"/>
                  </a:lnTo>
                  <a:close/>
                </a:path>
                <a:path w="2313940" h="1765300">
                  <a:moveTo>
                    <a:pt x="2081212" y="1704975"/>
                  </a:moveTo>
                  <a:lnTo>
                    <a:pt x="2082545" y="1714500"/>
                  </a:lnTo>
                  <a:lnTo>
                    <a:pt x="2083689" y="1714500"/>
                  </a:lnTo>
                  <a:lnTo>
                    <a:pt x="2081212" y="1704975"/>
                  </a:lnTo>
                  <a:close/>
                </a:path>
                <a:path w="2313940" h="1765300">
                  <a:moveTo>
                    <a:pt x="2080768" y="1701800"/>
                  </a:moveTo>
                  <a:lnTo>
                    <a:pt x="2081212" y="1704975"/>
                  </a:lnTo>
                  <a:lnTo>
                    <a:pt x="2083689" y="1714500"/>
                  </a:lnTo>
                  <a:lnTo>
                    <a:pt x="2080768" y="1701800"/>
                  </a:lnTo>
                  <a:close/>
                </a:path>
                <a:path w="2313940" h="1765300">
                  <a:moveTo>
                    <a:pt x="2174112" y="1701800"/>
                  </a:moveTo>
                  <a:lnTo>
                    <a:pt x="2080768" y="1701800"/>
                  </a:lnTo>
                  <a:lnTo>
                    <a:pt x="2083689" y="1714500"/>
                  </a:lnTo>
                  <a:lnTo>
                    <a:pt x="2177034" y="1714500"/>
                  </a:lnTo>
                  <a:lnTo>
                    <a:pt x="2174112" y="1701800"/>
                  </a:lnTo>
                  <a:close/>
                </a:path>
                <a:path w="2313940" h="1765300">
                  <a:moveTo>
                    <a:pt x="2080768" y="1701800"/>
                  </a:moveTo>
                  <a:lnTo>
                    <a:pt x="2080386" y="1701800"/>
                  </a:lnTo>
                  <a:lnTo>
                    <a:pt x="2081212" y="1704975"/>
                  </a:lnTo>
                  <a:lnTo>
                    <a:pt x="2080768" y="1701800"/>
                  </a:lnTo>
                  <a:close/>
                </a:path>
                <a:path w="2313940" h="1765300">
                  <a:moveTo>
                    <a:pt x="2044572" y="1689100"/>
                  </a:moveTo>
                  <a:lnTo>
                    <a:pt x="2042541" y="1689100"/>
                  </a:lnTo>
                  <a:lnTo>
                    <a:pt x="2045843" y="1701800"/>
                  </a:lnTo>
                  <a:lnTo>
                    <a:pt x="2044572" y="1689100"/>
                  </a:lnTo>
                  <a:close/>
                </a:path>
                <a:path w="2313940" h="1765300">
                  <a:moveTo>
                    <a:pt x="2114804" y="1689100"/>
                  </a:moveTo>
                  <a:lnTo>
                    <a:pt x="2044572" y="1689100"/>
                  </a:lnTo>
                  <a:lnTo>
                    <a:pt x="2046351" y="1701800"/>
                  </a:lnTo>
                  <a:lnTo>
                    <a:pt x="2119503" y="1701800"/>
                  </a:lnTo>
                  <a:lnTo>
                    <a:pt x="2114804" y="1689100"/>
                  </a:lnTo>
                  <a:close/>
                </a:path>
                <a:path w="2313940" h="1765300">
                  <a:moveTo>
                    <a:pt x="2068321" y="1676400"/>
                  </a:moveTo>
                  <a:lnTo>
                    <a:pt x="1997329" y="1676400"/>
                  </a:lnTo>
                  <a:lnTo>
                    <a:pt x="2002282" y="1689100"/>
                  </a:lnTo>
                  <a:lnTo>
                    <a:pt x="2071116" y="1689100"/>
                  </a:lnTo>
                  <a:lnTo>
                    <a:pt x="2068321" y="1676400"/>
                  </a:lnTo>
                  <a:close/>
                </a:path>
                <a:path w="2313940" h="1765300">
                  <a:moveTo>
                    <a:pt x="2039111" y="1663700"/>
                  </a:moveTo>
                  <a:lnTo>
                    <a:pt x="1969516" y="1663700"/>
                  </a:lnTo>
                  <a:lnTo>
                    <a:pt x="1975611" y="1676400"/>
                  </a:lnTo>
                  <a:lnTo>
                    <a:pt x="2044192" y="1676400"/>
                  </a:lnTo>
                  <a:lnTo>
                    <a:pt x="2039111" y="1663700"/>
                  </a:lnTo>
                  <a:close/>
                </a:path>
                <a:path w="2313940" h="1765300">
                  <a:moveTo>
                    <a:pt x="1998091" y="1651000"/>
                  </a:moveTo>
                  <a:lnTo>
                    <a:pt x="1951990" y="1651000"/>
                  </a:lnTo>
                  <a:lnTo>
                    <a:pt x="1954530" y="1663700"/>
                  </a:lnTo>
                  <a:lnTo>
                    <a:pt x="2000249" y="1663700"/>
                  </a:lnTo>
                  <a:lnTo>
                    <a:pt x="1998091" y="1651000"/>
                  </a:lnTo>
                  <a:close/>
                </a:path>
                <a:path w="2313940" h="1765300">
                  <a:moveTo>
                    <a:pt x="1933538" y="1649982"/>
                  </a:moveTo>
                  <a:lnTo>
                    <a:pt x="1933702" y="1651000"/>
                  </a:lnTo>
                  <a:lnTo>
                    <a:pt x="1934464" y="1651000"/>
                  </a:lnTo>
                  <a:lnTo>
                    <a:pt x="1933538" y="1649982"/>
                  </a:lnTo>
                  <a:close/>
                </a:path>
                <a:path w="2313940" h="1765300">
                  <a:moveTo>
                    <a:pt x="1931930" y="1639984"/>
                  </a:moveTo>
                  <a:lnTo>
                    <a:pt x="1933538" y="1649982"/>
                  </a:lnTo>
                  <a:lnTo>
                    <a:pt x="1934464" y="1651000"/>
                  </a:lnTo>
                  <a:lnTo>
                    <a:pt x="1931930" y="1639984"/>
                  </a:lnTo>
                  <a:close/>
                </a:path>
                <a:path w="2313940" h="1765300">
                  <a:moveTo>
                    <a:pt x="1931670" y="1638327"/>
                  </a:moveTo>
                  <a:lnTo>
                    <a:pt x="1931930" y="1639984"/>
                  </a:lnTo>
                  <a:lnTo>
                    <a:pt x="1934464" y="1651000"/>
                  </a:lnTo>
                  <a:lnTo>
                    <a:pt x="1935098" y="1651000"/>
                  </a:lnTo>
                  <a:lnTo>
                    <a:pt x="1933675" y="1643508"/>
                  </a:lnTo>
                  <a:lnTo>
                    <a:pt x="1931670" y="1638327"/>
                  </a:lnTo>
                  <a:close/>
                </a:path>
                <a:path w="2313940" h="1765300">
                  <a:moveTo>
                    <a:pt x="1933675" y="1643508"/>
                  </a:moveTo>
                  <a:lnTo>
                    <a:pt x="1935098" y="1651000"/>
                  </a:lnTo>
                  <a:lnTo>
                    <a:pt x="1936749" y="1651000"/>
                  </a:lnTo>
                  <a:lnTo>
                    <a:pt x="1933675" y="1643508"/>
                  </a:lnTo>
                  <a:close/>
                </a:path>
                <a:path w="2313940" h="1765300">
                  <a:moveTo>
                    <a:pt x="1938542" y="1638327"/>
                  </a:moveTo>
                  <a:lnTo>
                    <a:pt x="1932691" y="1638327"/>
                  </a:lnTo>
                  <a:lnTo>
                    <a:pt x="1933605" y="1643138"/>
                  </a:lnTo>
                  <a:lnTo>
                    <a:pt x="1933675" y="1643508"/>
                  </a:lnTo>
                  <a:lnTo>
                    <a:pt x="1936749" y="1651000"/>
                  </a:lnTo>
                  <a:lnTo>
                    <a:pt x="1939417" y="1651000"/>
                  </a:lnTo>
                  <a:lnTo>
                    <a:pt x="1939117" y="1643508"/>
                  </a:lnTo>
                  <a:lnTo>
                    <a:pt x="1939102" y="1643138"/>
                  </a:lnTo>
                  <a:lnTo>
                    <a:pt x="1938976" y="1639984"/>
                  </a:lnTo>
                  <a:lnTo>
                    <a:pt x="1938939" y="1639061"/>
                  </a:lnTo>
                  <a:lnTo>
                    <a:pt x="1938542" y="1638327"/>
                  </a:lnTo>
                  <a:close/>
                </a:path>
                <a:path w="2313940" h="1765300">
                  <a:moveTo>
                    <a:pt x="1938939" y="1639061"/>
                  </a:moveTo>
                  <a:lnTo>
                    <a:pt x="1939376" y="1649982"/>
                  </a:lnTo>
                  <a:lnTo>
                    <a:pt x="1939417" y="1651000"/>
                  </a:lnTo>
                  <a:lnTo>
                    <a:pt x="1945385" y="1651000"/>
                  </a:lnTo>
                  <a:lnTo>
                    <a:pt x="1938939" y="1639061"/>
                  </a:lnTo>
                  <a:close/>
                </a:path>
                <a:path w="2313940" h="1765300">
                  <a:moveTo>
                    <a:pt x="1951728" y="1638327"/>
                  </a:moveTo>
                  <a:lnTo>
                    <a:pt x="1938910" y="1638327"/>
                  </a:lnTo>
                  <a:lnTo>
                    <a:pt x="1938939" y="1639061"/>
                  </a:lnTo>
                  <a:lnTo>
                    <a:pt x="1945385" y="1651000"/>
                  </a:lnTo>
                  <a:lnTo>
                    <a:pt x="1948433" y="1651000"/>
                  </a:lnTo>
                  <a:lnTo>
                    <a:pt x="1951728" y="1638327"/>
                  </a:lnTo>
                  <a:close/>
                </a:path>
                <a:path w="2313940" h="1765300">
                  <a:moveTo>
                    <a:pt x="1953127" y="1638327"/>
                  </a:moveTo>
                  <a:lnTo>
                    <a:pt x="1951728" y="1638327"/>
                  </a:lnTo>
                  <a:lnTo>
                    <a:pt x="1948433" y="1651000"/>
                  </a:lnTo>
                  <a:lnTo>
                    <a:pt x="1950466" y="1651000"/>
                  </a:lnTo>
                  <a:lnTo>
                    <a:pt x="1953127" y="1638327"/>
                  </a:lnTo>
                  <a:close/>
                </a:path>
                <a:path w="2313940" h="1765300">
                  <a:moveTo>
                    <a:pt x="1973843" y="1638327"/>
                  </a:moveTo>
                  <a:lnTo>
                    <a:pt x="1953127" y="1638327"/>
                  </a:lnTo>
                  <a:lnTo>
                    <a:pt x="1950466" y="1651000"/>
                  </a:lnTo>
                  <a:lnTo>
                    <a:pt x="1978406" y="1651000"/>
                  </a:lnTo>
                  <a:lnTo>
                    <a:pt x="1973843" y="1638327"/>
                  </a:lnTo>
                  <a:close/>
                </a:path>
                <a:path w="2313940" h="1765300">
                  <a:moveTo>
                    <a:pt x="1931371" y="1637552"/>
                  </a:moveTo>
                  <a:lnTo>
                    <a:pt x="1931157" y="1638327"/>
                  </a:lnTo>
                  <a:lnTo>
                    <a:pt x="1922932" y="1638327"/>
                  </a:lnTo>
                  <a:lnTo>
                    <a:pt x="1933538" y="1649982"/>
                  </a:lnTo>
                  <a:lnTo>
                    <a:pt x="1931930" y="1639984"/>
                  </a:lnTo>
                  <a:lnTo>
                    <a:pt x="1931371" y="1637552"/>
                  </a:lnTo>
                  <a:close/>
                </a:path>
                <a:path w="2313940" h="1765300">
                  <a:moveTo>
                    <a:pt x="1934845" y="1625600"/>
                  </a:moveTo>
                  <a:lnTo>
                    <a:pt x="1933067" y="1625600"/>
                  </a:lnTo>
                  <a:lnTo>
                    <a:pt x="1931815" y="1633945"/>
                  </a:lnTo>
                  <a:lnTo>
                    <a:pt x="1931371" y="1637552"/>
                  </a:lnTo>
                  <a:lnTo>
                    <a:pt x="1933532" y="1643138"/>
                  </a:lnTo>
                  <a:lnTo>
                    <a:pt x="1933006" y="1639984"/>
                  </a:lnTo>
                  <a:lnTo>
                    <a:pt x="1932691" y="1638327"/>
                  </a:lnTo>
                  <a:lnTo>
                    <a:pt x="1932299" y="1638327"/>
                  </a:lnTo>
                  <a:lnTo>
                    <a:pt x="1934845" y="1625600"/>
                  </a:lnTo>
                  <a:close/>
                </a:path>
                <a:path w="2313940" h="1765300">
                  <a:moveTo>
                    <a:pt x="1938910" y="1638327"/>
                  </a:moveTo>
                  <a:lnTo>
                    <a:pt x="1938542" y="1638327"/>
                  </a:lnTo>
                  <a:lnTo>
                    <a:pt x="1938939" y="1639061"/>
                  </a:lnTo>
                  <a:lnTo>
                    <a:pt x="1938910" y="1638327"/>
                  </a:lnTo>
                  <a:close/>
                </a:path>
                <a:path w="2313940" h="1765300">
                  <a:moveTo>
                    <a:pt x="1911349" y="1625600"/>
                  </a:moveTo>
                  <a:lnTo>
                    <a:pt x="1900808" y="1625600"/>
                  </a:lnTo>
                  <a:lnTo>
                    <a:pt x="1900808" y="1638327"/>
                  </a:lnTo>
                  <a:lnTo>
                    <a:pt x="1911477" y="1638327"/>
                  </a:lnTo>
                  <a:lnTo>
                    <a:pt x="1911395" y="1630186"/>
                  </a:lnTo>
                  <a:lnTo>
                    <a:pt x="1911349" y="1625600"/>
                  </a:lnTo>
                  <a:close/>
                </a:path>
                <a:path w="2313940" h="1765300">
                  <a:moveTo>
                    <a:pt x="1912111" y="1625600"/>
                  </a:moveTo>
                  <a:lnTo>
                    <a:pt x="1911349" y="1625600"/>
                  </a:lnTo>
                  <a:lnTo>
                    <a:pt x="1911395" y="1630186"/>
                  </a:lnTo>
                  <a:lnTo>
                    <a:pt x="1911477" y="1638327"/>
                  </a:lnTo>
                  <a:lnTo>
                    <a:pt x="1912239" y="1638327"/>
                  </a:lnTo>
                  <a:lnTo>
                    <a:pt x="1912157" y="1630186"/>
                  </a:lnTo>
                  <a:lnTo>
                    <a:pt x="1912111" y="1625600"/>
                  </a:lnTo>
                  <a:close/>
                </a:path>
                <a:path w="2313940" h="1765300">
                  <a:moveTo>
                    <a:pt x="1917065" y="1625600"/>
                  </a:moveTo>
                  <a:lnTo>
                    <a:pt x="1912111" y="1625600"/>
                  </a:lnTo>
                  <a:lnTo>
                    <a:pt x="1912157" y="1630186"/>
                  </a:lnTo>
                  <a:lnTo>
                    <a:pt x="1912239" y="1638327"/>
                  </a:lnTo>
                  <a:lnTo>
                    <a:pt x="1916679" y="1638327"/>
                  </a:lnTo>
                  <a:lnTo>
                    <a:pt x="1917982" y="1630186"/>
                  </a:lnTo>
                  <a:lnTo>
                    <a:pt x="1917065" y="1625600"/>
                  </a:lnTo>
                  <a:close/>
                </a:path>
                <a:path w="2313940" h="1765300">
                  <a:moveTo>
                    <a:pt x="1917982" y="1630186"/>
                  </a:moveTo>
                  <a:lnTo>
                    <a:pt x="1916803" y="1637552"/>
                  </a:lnTo>
                  <a:lnTo>
                    <a:pt x="1916679" y="1638327"/>
                  </a:lnTo>
                  <a:lnTo>
                    <a:pt x="1919610" y="1638327"/>
                  </a:lnTo>
                  <a:lnTo>
                    <a:pt x="1917982" y="1630186"/>
                  </a:lnTo>
                  <a:close/>
                </a:path>
                <a:path w="2313940" h="1765300">
                  <a:moveTo>
                    <a:pt x="1933067" y="1625600"/>
                  </a:moveTo>
                  <a:lnTo>
                    <a:pt x="1918716" y="1625600"/>
                  </a:lnTo>
                  <a:lnTo>
                    <a:pt x="1917982" y="1630186"/>
                  </a:lnTo>
                  <a:lnTo>
                    <a:pt x="1919610" y="1638327"/>
                  </a:lnTo>
                  <a:lnTo>
                    <a:pt x="1931157" y="1638327"/>
                  </a:lnTo>
                  <a:lnTo>
                    <a:pt x="1933067" y="1625600"/>
                  </a:lnTo>
                  <a:close/>
                </a:path>
                <a:path w="2313940" h="1765300">
                  <a:moveTo>
                    <a:pt x="1935987" y="1625600"/>
                  </a:moveTo>
                  <a:lnTo>
                    <a:pt x="1934845" y="1625600"/>
                  </a:lnTo>
                  <a:lnTo>
                    <a:pt x="1932299" y="1638327"/>
                  </a:lnTo>
                  <a:lnTo>
                    <a:pt x="1935860" y="1638327"/>
                  </a:lnTo>
                  <a:lnTo>
                    <a:pt x="1935942" y="1630186"/>
                  </a:lnTo>
                  <a:lnTo>
                    <a:pt x="1935987" y="1625600"/>
                  </a:lnTo>
                  <a:close/>
                </a:path>
                <a:path w="2313940" h="1765300">
                  <a:moveTo>
                    <a:pt x="1936622" y="1625600"/>
                  </a:moveTo>
                  <a:lnTo>
                    <a:pt x="1935987" y="1625600"/>
                  </a:lnTo>
                  <a:lnTo>
                    <a:pt x="1935942" y="1630186"/>
                  </a:lnTo>
                  <a:lnTo>
                    <a:pt x="1935860" y="1638327"/>
                  </a:lnTo>
                  <a:lnTo>
                    <a:pt x="1936495" y="1638327"/>
                  </a:lnTo>
                  <a:lnTo>
                    <a:pt x="1936577" y="1630186"/>
                  </a:lnTo>
                  <a:lnTo>
                    <a:pt x="1936622" y="1625600"/>
                  </a:lnTo>
                  <a:close/>
                </a:path>
                <a:path w="2313940" h="1765300">
                  <a:moveTo>
                    <a:pt x="1938782" y="1625600"/>
                  </a:moveTo>
                  <a:lnTo>
                    <a:pt x="1936622" y="1625600"/>
                  </a:lnTo>
                  <a:lnTo>
                    <a:pt x="1936577" y="1630186"/>
                  </a:lnTo>
                  <a:lnTo>
                    <a:pt x="1936495" y="1638327"/>
                  </a:lnTo>
                  <a:lnTo>
                    <a:pt x="1939793" y="1638327"/>
                  </a:lnTo>
                  <a:lnTo>
                    <a:pt x="1940451" y="1633945"/>
                  </a:lnTo>
                  <a:lnTo>
                    <a:pt x="1938782" y="1625600"/>
                  </a:lnTo>
                  <a:close/>
                </a:path>
                <a:path w="2313940" h="1765300">
                  <a:moveTo>
                    <a:pt x="1940451" y="1633945"/>
                  </a:moveTo>
                  <a:lnTo>
                    <a:pt x="1939910" y="1637552"/>
                  </a:lnTo>
                  <a:lnTo>
                    <a:pt x="1939793" y="1638327"/>
                  </a:lnTo>
                  <a:lnTo>
                    <a:pt x="1941327" y="1638327"/>
                  </a:lnTo>
                  <a:lnTo>
                    <a:pt x="1940451" y="1633945"/>
                  </a:lnTo>
                  <a:close/>
                </a:path>
                <a:path w="2313940" h="1765300">
                  <a:moveTo>
                    <a:pt x="1952752" y="1625600"/>
                  </a:moveTo>
                  <a:lnTo>
                    <a:pt x="1941703" y="1625600"/>
                  </a:lnTo>
                  <a:lnTo>
                    <a:pt x="1940451" y="1633945"/>
                  </a:lnTo>
                  <a:lnTo>
                    <a:pt x="1941327" y="1638327"/>
                  </a:lnTo>
                  <a:lnTo>
                    <a:pt x="1954788" y="1638327"/>
                  </a:lnTo>
                  <a:lnTo>
                    <a:pt x="1952752" y="1625600"/>
                  </a:lnTo>
                  <a:close/>
                </a:path>
                <a:path w="2313940" h="1765300">
                  <a:moveTo>
                    <a:pt x="1953768" y="1625600"/>
                  </a:moveTo>
                  <a:lnTo>
                    <a:pt x="1952752" y="1625600"/>
                  </a:lnTo>
                  <a:lnTo>
                    <a:pt x="1954664" y="1637552"/>
                  </a:lnTo>
                  <a:lnTo>
                    <a:pt x="1954788" y="1638327"/>
                  </a:lnTo>
                  <a:lnTo>
                    <a:pt x="1955677" y="1638327"/>
                  </a:lnTo>
                  <a:lnTo>
                    <a:pt x="1953768" y="1625600"/>
                  </a:lnTo>
                  <a:close/>
                </a:path>
                <a:path w="2313940" h="1765300">
                  <a:moveTo>
                    <a:pt x="1957323" y="1625600"/>
                  </a:moveTo>
                  <a:lnTo>
                    <a:pt x="1953768" y="1625600"/>
                  </a:lnTo>
                  <a:lnTo>
                    <a:pt x="1955560" y="1637552"/>
                  </a:lnTo>
                  <a:lnTo>
                    <a:pt x="1955677" y="1638327"/>
                  </a:lnTo>
                  <a:lnTo>
                    <a:pt x="1959996" y="1638327"/>
                  </a:lnTo>
                  <a:lnTo>
                    <a:pt x="1957323" y="1625600"/>
                  </a:lnTo>
                  <a:close/>
                </a:path>
                <a:path w="2313940" h="1765300">
                  <a:moveTo>
                    <a:pt x="1941703" y="1625600"/>
                  </a:moveTo>
                  <a:lnTo>
                    <a:pt x="1938782" y="1625600"/>
                  </a:lnTo>
                  <a:lnTo>
                    <a:pt x="1940451" y="1633945"/>
                  </a:lnTo>
                  <a:lnTo>
                    <a:pt x="1941703" y="1625600"/>
                  </a:lnTo>
                  <a:close/>
                </a:path>
                <a:path w="2313940" h="1765300">
                  <a:moveTo>
                    <a:pt x="1918716" y="1625600"/>
                  </a:moveTo>
                  <a:lnTo>
                    <a:pt x="1917065" y="1625600"/>
                  </a:lnTo>
                  <a:lnTo>
                    <a:pt x="1917982" y="1630186"/>
                  </a:lnTo>
                  <a:lnTo>
                    <a:pt x="1918716" y="1625600"/>
                  </a:lnTo>
                  <a:close/>
                </a:path>
                <a:path w="2313940" h="1765300">
                  <a:moveTo>
                    <a:pt x="1920728" y="1612953"/>
                  </a:moveTo>
                  <a:lnTo>
                    <a:pt x="1881534" y="1612953"/>
                  </a:lnTo>
                  <a:lnTo>
                    <a:pt x="1888490" y="1625600"/>
                  </a:lnTo>
                  <a:lnTo>
                    <a:pt x="1916176" y="1625600"/>
                  </a:lnTo>
                  <a:lnTo>
                    <a:pt x="1920728" y="1612953"/>
                  </a:lnTo>
                  <a:close/>
                </a:path>
                <a:path w="2313940" h="1765300">
                  <a:moveTo>
                    <a:pt x="1920766" y="1612953"/>
                  </a:moveTo>
                  <a:lnTo>
                    <a:pt x="1920549" y="1613452"/>
                  </a:lnTo>
                  <a:lnTo>
                    <a:pt x="1916176" y="1625600"/>
                  </a:lnTo>
                  <a:lnTo>
                    <a:pt x="1920494" y="1625600"/>
                  </a:lnTo>
                  <a:lnTo>
                    <a:pt x="1923187" y="1619869"/>
                  </a:lnTo>
                  <a:lnTo>
                    <a:pt x="1920766" y="1612953"/>
                  </a:lnTo>
                  <a:close/>
                </a:path>
                <a:path w="2313940" h="1765300">
                  <a:moveTo>
                    <a:pt x="1923187" y="1619869"/>
                  </a:moveTo>
                  <a:lnTo>
                    <a:pt x="1920494" y="1625600"/>
                  </a:lnTo>
                  <a:lnTo>
                    <a:pt x="1925193" y="1625600"/>
                  </a:lnTo>
                  <a:lnTo>
                    <a:pt x="1923187" y="1619869"/>
                  </a:lnTo>
                  <a:close/>
                </a:path>
                <a:path w="2313940" h="1765300">
                  <a:moveTo>
                    <a:pt x="1924779" y="1616482"/>
                  </a:moveTo>
                  <a:lnTo>
                    <a:pt x="1923187" y="1619869"/>
                  </a:lnTo>
                  <a:lnTo>
                    <a:pt x="1925193" y="1625600"/>
                  </a:lnTo>
                  <a:lnTo>
                    <a:pt x="1927606" y="1625600"/>
                  </a:lnTo>
                  <a:lnTo>
                    <a:pt x="1924779" y="1616482"/>
                  </a:lnTo>
                  <a:close/>
                </a:path>
                <a:path w="2313940" h="1765300">
                  <a:moveTo>
                    <a:pt x="1926483" y="1612953"/>
                  </a:moveTo>
                  <a:lnTo>
                    <a:pt x="1926203" y="1613452"/>
                  </a:lnTo>
                  <a:lnTo>
                    <a:pt x="1924779" y="1616482"/>
                  </a:lnTo>
                  <a:lnTo>
                    <a:pt x="1927606" y="1625600"/>
                  </a:lnTo>
                  <a:lnTo>
                    <a:pt x="1931289" y="1625600"/>
                  </a:lnTo>
                  <a:lnTo>
                    <a:pt x="1926483" y="1612953"/>
                  </a:lnTo>
                  <a:close/>
                </a:path>
                <a:path w="2313940" h="1765300">
                  <a:moveTo>
                    <a:pt x="1923685" y="1612953"/>
                  </a:moveTo>
                  <a:lnTo>
                    <a:pt x="1920766" y="1612953"/>
                  </a:lnTo>
                  <a:lnTo>
                    <a:pt x="1923187" y="1619869"/>
                  </a:lnTo>
                  <a:lnTo>
                    <a:pt x="1924779" y="1616482"/>
                  </a:lnTo>
                  <a:lnTo>
                    <a:pt x="1923685" y="1612953"/>
                  </a:lnTo>
                  <a:close/>
                </a:path>
                <a:path w="2313940" h="1765300">
                  <a:moveTo>
                    <a:pt x="1868932" y="1600200"/>
                  </a:moveTo>
                  <a:lnTo>
                    <a:pt x="1865883" y="1600200"/>
                  </a:lnTo>
                  <a:lnTo>
                    <a:pt x="1872770" y="1612953"/>
                  </a:lnTo>
                  <a:lnTo>
                    <a:pt x="1868932" y="1600200"/>
                  </a:lnTo>
                  <a:close/>
                </a:path>
                <a:path w="2313940" h="1765300">
                  <a:moveTo>
                    <a:pt x="1896491" y="1600200"/>
                  </a:moveTo>
                  <a:lnTo>
                    <a:pt x="1868932" y="1600200"/>
                  </a:lnTo>
                  <a:lnTo>
                    <a:pt x="1872885" y="1612953"/>
                  </a:lnTo>
                  <a:lnTo>
                    <a:pt x="1902740" y="1612953"/>
                  </a:lnTo>
                  <a:lnTo>
                    <a:pt x="1896491" y="1600200"/>
                  </a:lnTo>
                  <a:close/>
                </a:path>
                <a:path w="2313940" h="1765300">
                  <a:moveTo>
                    <a:pt x="1902079" y="1600200"/>
                  </a:moveTo>
                  <a:lnTo>
                    <a:pt x="1902716" y="1612953"/>
                  </a:lnTo>
                  <a:lnTo>
                    <a:pt x="1904629" y="1612953"/>
                  </a:lnTo>
                  <a:lnTo>
                    <a:pt x="1902079" y="1600200"/>
                  </a:lnTo>
                  <a:close/>
                </a:path>
                <a:path w="2313940" h="1765300">
                  <a:moveTo>
                    <a:pt x="1887601" y="1587500"/>
                  </a:moveTo>
                  <a:lnTo>
                    <a:pt x="1844547" y="1587500"/>
                  </a:lnTo>
                  <a:lnTo>
                    <a:pt x="1847849" y="1600200"/>
                  </a:lnTo>
                  <a:lnTo>
                    <a:pt x="1890521" y="1600200"/>
                  </a:lnTo>
                  <a:lnTo>
                    <a:pt x="1887601" y="1587500"/>
                  </a:lnTo>
                  <a:close/>
                </a:path>
                <a:path w="2313940" h="1765300">
                  <a:moveTo>
                    <a:pt x="1868423" y="1574800"/>
                  </a:moveTo>
                  <a:lnTo>
                    <a:pt x="1814195" y="1574800"/>
                  </a:lnTo>
                  <a:lnTo>
                    <a:pt x="1823593" y="1587500"/>
                  </a:lnTo>
                  <a:lnTo>
                    <a:pt x="1872360" y="1587500"/>
                  </a:lnTo>
                  <a:lnTo>
                    <a:pt x="1871638" y="1581943"/>
                  </a:lnTo>
                  <a:lnTo>
                    <a:pt x="1868423" y="1574800"/>
                  </a:lnTo>
                  <a:close/>
                </a:path>
                <a:path w="2313940" h="1765300">
                  <a:moveTo>
                    <a:pt x="1871535" y="1581150"/>
                  </a:moveTo>
                  <a:lnTo>
                    <a:pt x="1871638" y="1581943"/>
                  </a:lnTo>
                  <a:lnTo>
                    <a:pt x="1874139" y="1587500"/>
                  </a:lnTo>
                  <a:lnTo>
                    <a:pt x="1874646" y="1587500"/>
                  </a:lnTo>
                  <a:lnTo>
                    <a:pt x="1871535" y="1581150"/>
                  </a:lnTo>
                  <a:close/>
                </a:path>
                <a:path w="2313940" h="1765300">
                  <a:moveTo>
                    <a:pt x="1870709" y="1574800"/>
                  </a:moveTo>
                  <a:lnTo>
                    <a:pt x="1868423" y="1574800"/>
                  </a:lnTo>
                  <a:lnTo>
                    <a:pt x="1871535" y="1581150"/>
                  </a:lnTo>
                  <a:lnTo>
                    <a:pt x="1870709" y="1574800"/>
                  </a:lnTo>
                  <a:close/>
                </a:path>
                <a:path w="2313940" h="1765300">
                  <a:moveTo>
                    <a:pt x="1843785" y="1562100"/>
                  </a:moveTo>
                  <a:lnTo>
                    <a:pt x="1781174" y="1562100"/>
                  </a:lnTo>
                  <a:lnTo>
                    <a:pt x="1787652" y="1574800"/>
                  </a:lnTo>
                  <a:lnTo>
                    <a:pt x="1846326" y="1574800"/>
                  </a:lnTo>
                  <a:lnTo>
                    <a:pt x="1843785" y="1562100"/>
                  </a:lnTo>
                  <a:close/>
                </a:path>
                <a:path w="2313940" h="1765300">
                  <a:moveTo>
                    <a:pt x="1809242" y="1549400"/>
                  </a:moveTo>
                  <a:lnTo>
                    <a:pt x="1753234" y="1549400"/>
                  </a:lnTo>
                  <a:lnTo>
                    <a:pt x="1759077" y="1562100"/>
                  </a:lnTo>
                  <a:lnTo>
                    <a:pt x="1814576" y="1562100"/>
                  </a:lnTo>
                  <a:lnTo>
                    <a:pt x="1809242" y="1549400"/>
                  </a:lnTo>
                  <a:close/>
                </a:path>
                <a:path w="2313940" h="1765300">
                  <a:moveTo>
                    <a:pt x="1772666" y="1536700"/>
                  </a:moveTo>
                  <a:lnTo>
                    <a:pt x="1734184" y="1536700"/>
                  </a:lnTo>
                  <a:lnTo>
                    <a:pt x="1740661" y="1549400"/>
                  </a:lnTo>
                  <a:lnTo>
                    <a:pt x="1778761" y="1549400"/>
                  </a:lnTo>
                  <a:lnTo>
                    <a:pt x="1772666" y="1536700"/>
                  </a:lnTo>
                  <a:close/>
                </a:path>
                <a:path w="2313940" h="1765300">
                  <a:moveTo>
                    <a:pt x="1777492" y="1536700"/>
                  </a:moveTo>
                  <a:lnTo>
                    <a:pt x="1778761" y="1549400"/>
                  </a:lnTo>
                  <a:lnTo>
                    <a:pt x="1780285" y="1549400"/>
                  </a:lnTo>
                  <a:lnTo>
                    <a:pt x="1777492" y="1536700"/>
                  </a:lnTo>
                  <a:close/>
                </a:path>
                <a:path w="2313940" h="1765300">
                  <a:moveTo>
                    <a:pt x="1755520" y="1524000"/>
                  </a:moveTo>
                  <a:lnTo>
                    <a:pt x="1712086" y="1524000"/>
                  </a:lnTo>
                  <a:lnTo>
                    <a:pt x="1715516" y="1536700"/>
                  </a:lnTo>
                  <a:lnTo>
                    <a:pt x="1761997" y="1536700"/>
                  </a:lnTo>
                  <a:lnTo>
                    <a:pt x="1755520" y="1524000"/>
                  </a:lnTo>
                  <a:close/>
                </a:path>
                <a:path w="2313940" h="1765300">
                  <a:moveTo>
                    <a:pt x="1733931" y="1511300"/>
                  </a:moveTo>
                  <a:lnTo>
                    <a:pt x="1680718" y="1511300"/>
                  </a:lnTo>
                  <a:lnTo>
                    <a:pt x="1687703" y="1524000"/>
                  </a:lnTo>
                  <a:lnTo>
                    <a:pt x="1737233" y="1524000"/>
                  </a:lnTo>
                  <a:lnTo>
                    <a:pt x="1733931" y="1511300"/>
                  </a:lnTo>
                  <a:close/>
                </a:path>
                <a:path w="2313940" h="1765300">
                  <a:moveTo>
                    <a:pt x="1712976" y="1498600"/>
                  </a:moveTo>
                  <a:lnTo>
                    <a:pt x="1646935" y="1498600"/>
                  </a:lnTo>
                  <a:lnTo>
                    <a:pt x="1654556" y="1511300"/>
                  </a:lnTo>
                  <a:lnTo>
                    <a:pt x="1715896" y="1511300"/>
                  </a:lnTo>
                  <a:lnTo>
                    <a:pt x="1712976" y="1498600"/>
                  </a:lnTo>
                  <a:close/>
                </a:path>
                <a:path w="2313940" h="1765300">
                  <a:moveTo>
                    <a:pt x="1676908" y="1485900"/>
                  </a:moveTo>
                  <a:lnTo>
                    <a:pt x="1608835" y="1485900"/>
                  </a:lnTo>
                  <a:lnTo>
                    <a:pt x="1613916" y="1498600"/>
                  </a:lnTo>
                  <a:lnTo>
                    <a:pt x="1687576" y="1498600"/>
                  </a:lnTo>
                  <a:lnTo>
                    <a:pt x="1676908" y="1485900"/>
                  </a:lnTo>
                  <a:close/>
                </a:path>
                <a:path w="2313940" h="1765300">
                  <a:moveTo>
                    <a:pt x="1636395" y="1473200"/>
                  </a:moveTo>
                  <a:lnTo>
                    <a:pt x="1582420" y="1473200"/>
                  </a:lnTo>
                  <a:lnTo>
                    <a:pt x="1587754" y="1485900"/>
                  </a:lnTo>
                  <a:lnTo>
                    <a:pt x="1642236" y="1485900"/>
                  </a:lnTo>
                  <a:lnTo>
                    <a:pt x="1636395" y="1473200"/>
                  </a:lnTo>
                  <a:close/>
                </a:path>
                <a:path w="2313940" h="1765300">
                  <a:moveTo>
                    <a:pt x="1606169" y="1460500"/>
                  </a:moveTo>
                  <a:lnTo>
                    <a:pt x="1560068" y="1460500"/>
                  </a:lnTo>
                  <a:lnTo>
                    <a:pt x="1564767" y="1473200"/>
                  </a:lnTo>
                  <a:lnTo>
                    <a:pt x="1608708" y="1473200"/>
                  </a:lnTo>
                  <a:lnTo>
                    <a:pt x="1606169" y="1460500"/>
                  </a:lnTo>
                  <a:close/>
                </a:path>
                <a:path w="2313940" h="1765300">
                  <a:moveTo>
                    <a:pt x="1584833" y="1447800"/>
                  </a:moveTo>
                  <a:lnTo>
                    <a:pt x="1533779" y="1447800"/>
                  </a:lnTo>
                  <a:lnTo>
                    <a:pt x="1539874" y="1460500"/>
                  </a:lnTo>
                  <a:lnTo>
                    <a:pt x="1590929" y="1460500"/>
                  </a:lnTo>
                  <a:lnTo>
                    <a:pt x="1584833" y="1447800"/>
                  </a:lnTo>
                  <a:close/>
                </a:path>
                <a:path w="2313940" h="1765300">
                  <a:moveTo>
                    <a:pt x="1559941" y="1435100"/>
                  </a:moveTo>
                  <a:lnTo>
                    <a:pt x="1513205" y="1435100"/>
                  </a:lnTo>
                  <a:lnTo>
                    <a:pt x="1516507" y="1447800"/>
                  </a:lnTo>
                  <a:lnTo>
                    <a:pt x="1562099" y="1447800"/>
                  </a:lnTo>
                  <a:lnTo>
                    <a:pt x="1559941" y="1435100"/>
                  </a:lnTo>
                  <a:close/>
                </a:path>
                <a:path w="2313940" h="1765300">
                  <a:moveTo>
                    <a:pt x="1537334" y="1422400"/>
                  </a:moveTo>
                  <a:lnTo>
                    <a:pt x="1491107" y="1422400"/>
                  </a:lnTo>
                  <a:lnTo>
                    <a:pt x="1494028" y="1435100"/>
                  </a:lnTo>
                  <a:lnTo>
                    <a:pt x="1543431" y="1435100"/>
                  </a:lnTo>
                  <a:lnTo>
                    <a:pt x="1537334" y="1422400"/>
                  </a:lnTo>
                  <a:close/>
                </a:path>
                <a:path w="2313940" h="1765300">
                  <a:moveTo>
                    <a:pt x="1473454" y="1409700"/>
                  </a:moveTo>
                  <a:lnTo>
                    <a:pt x="1471168" y="1409700"/>
                  </a:lnTo>
                  <a:lnTo>
                    <a:pt x="1474723" y="1422400"/>
                  </a:lnTo>
                  <a:lnTo>
                    <a:pt x="1473454" y="1409700"/>
                  </a:lnTo>
                  <a:close/>
                </a:path>
                <a:path w="2313940" h="1765300">
                  <a:moveTo>
                    <a:pt x="1512951" y="1409700"/>
                  </a:moveTo>
                  <a:lnTo>
                    <a:pt x="1473454" y="1409700"/>
                  </a:lnTo>
                  <a:lnTo>
                    <a:pt x="1480311" y="1422400"/>
                  </a:lnTo>
                  <a:lnTo>
                    <a:pt x="1516126" y="1422400"/>
                  </a:lnTo>
                  <a:lnTo>
                    <a:pt x="1512951" y="1409700"/>
                  </a:lnTo>
                  <a:close/>
                </a:path>
                <a:path w="2313940" h="1765300">
                  <a:moveTo>
                    <a:pt x="1515745" y="1409700"/>
                  </a:moveTo>
                  <a:lnTo>
                    <a:pt x="1516126" y="1422400"/>
                  </a:lnTo>
                  <a:lnTo>
                    <a:pt x="1524127" y="1422400"/>
                  </a:lnTo>
                  <a:lnTo>
                    <a:pt x="1515745" y="1409700"/>
                  </a:lnTo>
                  <a:close/>
                </a:path>
                <a:path w="2313940" h="1765300">
                  <a:moveTo>
                    <a:pt x="1486027" y="1397000"/>
                  </a:moveTo>
                  <a:lnTo>
                    <a:pt x="1443735" y="1397000"/>
                  </a:lnTo>
                  <a:lnTo>
                    <a:pt x="1450974" y="1409700"/>
                  </a:lnTo>
                  <a:lnTo>
                    <a:pt x="1495933" y="1409700"/>
                  </a:lnTo>
                  <a:lnTo>
                    <a:pt x="1486027" y="1397000"/>
                  </a:lnTo>
                  <a:close/>
                </a:path>
                <a:path w="2313940" h="1765300">
                  <a:moveTo>
                    <a:pt x="1474216" y="1384300"/>
                  </a:moveTo>
                  <a:lnTo>
                    <a:pt x="1423416" y="1384300"/>
                  </a:lnTo>
                  <a:lnTo>
                    <a:pt x="1430273" y="1397000"/>
                  </a:lnTo>
                  <a:lnTo>
                    <a:pt x="1475867" y="1397000"/>
                  </a:lnTo>
                  <a:lnTo>
                    <a:pt x="1474216" y="1384300"/>
                  </a:lnTo>
                  <a:close/>
                </a:path>
                <a:path w="2313940" h="1765300">
                  <a:moveTo>
                    <a:pt x="1444370" y="1371600"/>
                  </a:moveTo>
                  <a:lnTo>
                    <a:pt x="1403222" y="1371600"/>
                  </a:lnTo>
                  <a:lnTo>
                    <a:pt x="1405762" y="1384300"/>
                  </a:lnTo>
                  <a:lnTo>
                    <a:pt x="1451102" y="1384300"/>
                  </a:lnTo>
                  <a:lnTo>
                    <a:pt x="1444370" y="1371600"/>
                  </a:lnTo>
                  <a:close/>
                </a:path>
                <a:path w="2313940" h="1765300">
                  <a:moveTo>
                    <a:pt x="1425320" y="1358900"/>
                  </a:moveTo>
                  <a:lnTo>
                    <a:pt x="1387347" y="1358900"/>
                  </a:lnTo>
                  <a:lnTo>
                    <a:pt x="1387856" y="1371600"/>
                  </a:lnTo>
                  <a:lnTo>
                    <a:pt x="1431417" y="1371600"/>
                  </a:lnTo>
                  <a:lnTo>
                    <a:pt x="1425320" y="1358900"/>
                  </a:lnTo>
                  <a:close/>
                </a:path>
                <a:path w="2313940" h="1765300">
                  <a:moveTo>
                    <a:pt x="1403477" y="1346200"/>
                  </a:moveTo>
                  <a:lnTo>
                    <a:pt x="1371599" y="1346200"/>
                  </a:lnTo>
                  <a:lnTo>
                    <a:pt x="1374394" y="1358900"/>
                  </a:lnTo>
                  <a:lnTo>
                    <a:pt x="1409319" y="1358900"/>
                  </a:lnTo>
                  <a:lnTo>
                    <a:pt x="1403477" y="1346200"/>
                  </a:lnTo>
                  <a:close/>
                </a:path>
                <a:path w="2313940" h="1765300">
                  <a:moveTo>
                    <a:pt x="1387729" y="1333500"/>
                  </a:moveTo>
                  <a:lnTo>
                    <a:pt x="1351787" y="1333500"/>
                  </a:lnTo>
                  <a:lnTo>
                    <a:pt x="1354708" y="1346200"/>
                  </a:lnTo>
                  <a:lnTo>
                    <a:pt x="1393444" y="1346200"/>
                  </a:lnTo>
                  <a:lnTo>
                    <a:pt x="1387729" y="1333500"/>
                  </a:lnTo>
                  <a:close/>
                </a:path>
                <a:path w="2313940" h="1765300">
                  <a:moveTo>
                    <a:pt x="1373632" y="1320800"/>
                  </a:moveTo>
                  <a:lnTo>
                    <a:pt x="1329817" y="1320800"/>
                  </a:lnTo>
                  <a:lnTo>
                    <a:pt x="1335913" y="1333500"/>
                  </a:lnTo>
                  <a:lnTo>
                    <a:pt x="1376807" y="1333500"/>
                  </a:lnTo>
                  <a:lnTo>
                    <a:pt x="1373632" y="1320800"/>
                  </a:lnTo>
                  <a:close/>
                </a:path>
                <a:path w="2313940" h="1765300">
                  <a:moveTo>
                    <a:pt x="1353946" y="1308100"/>
                  </a:moveTo>
                  <a:lnTo>
                    <a:pt x="1310639" y="1308100"/>
                  </a:lnTo>
                  <a:lnTo>
                    <a:pt x="1317244" y="1320800"/>
                  </a:lnTo>
                  <a:lnTo>
                    <a:pt x="1356359" y="1320800"/>
                  </a:lnTo>
                  <a:lnTo>
                    <a:pt x="1353946" y="1308100"/>
                  </a:lnTo>
                  <a:close/>
                </a:path>
                <a:path w="2313940" h="1765300">
                  <a:moveTo>
                    <a:pt x="1331340" y="1295400"/>
                  </a:moveTo>
                  <a:lnTo>
                    <a:pt x="1288542" y="1295400"/>
                  </a:lnTo>
                  <a:lnTo>
                    <a:pt x="1289812" y="1308100"/>
                  </a:lnTo>
                  <a:lnTo>
                    <a:pt x="1338071" y="1308100"/>
                  </a:lnTo>
                  <a:lnTo>
                    <a:pt x="1331340" y="1295400"/>
                  </a:lnTo>
                  <a:close/>
                </a:path>
                <a:path w="2313940" h="1765300">
                  <a:moveTo>
                    <a:pt x="1314069" y="1282700"/>
                  </a:moveTo>
                  <a:lnTo>
                    <a:pt x="1257300" y="1282700"/>
                  </a:lnTo>
                  <a:lnTo>
                    <a:pt x="1261618" y="1295400"/>
                  </a:lnTo>
                  <a:lnTo>
                    <a:pt x="1316227" y="1295400"/>
                  </a:lnTo>
                  <a:lnTo>
                    <a:pt x="1314069" y="1282700"/>
                  </a:lnTo>
                  <a:close/>
                </a:path>
                <a:path w="2313940" h="1765300">
                  <a:moveTo>
                    <a:pt x="1281811" y="1270000"/>
                  </a:moveTo>
                  <a:lnTo>
                    <a:pt x="1237995" y="1270000"/>
                  </a:lnTo>
                  <a:lnTo>
                    <a:pt x="1238631" y="1282700"/>
                  </a:lnTo>
                  <a:lnTo>
                    <a:pt x="1287907" y="1282700"/>
                  </a:lnTo>
                  <a:lnTo>
                    <a:pt x="1281811" y="1270000"/>
                  </a:lnTo>
                  <a:close/>
                </a:path>
                <a:path w="2313940" h="1765300">
                  <a:moveTo>
                    <a:pt x="1260094" y="1257300"/>
                  </a:moveTo>
                  <a:lnTo>
                    <a:pt x="1218819" y="1257300"/>
                  </a:lnTo>
                  <a:lnTo>
                    <a:pt x="1223899" y="1270000"/>
                  </a:lnTo>
                  <a:lnTo>
                    <a:pt x="1261999" y="1270000"/>
                  </a:lnTo>
                  <a:lnTo>
                    <a:pt x="1260094" y="1257300"/>
                  </a:lnTo>
                  <a:close/>
                </a:path>
                <a:path w="2313940" h="1765300">
                  <a:moveTo>
                    <a:pt x="1238504" y="1244600"/>
                  </a:moveTo>
                  <a:lnTo>
                    <a:pt x="1199769" y="1244600"/>
                  </a:lnTo>
                  <a:lnTo>
                    <a:pt x="1202182" y="1257300"/>
                  </a:lnTo>
                  <a:lnTo>
                    <a:pt x="1243583" y="1257300"/>
                  </a:lnTo>
                  <a:lnTo>
                    <a:pt x="1238504" y="1244600"/>
                  </a:lnTo>
                  <a:close/>
                </a:path>
                <a:path w="2313940" h="1765300">
                  <a:moveTo>
                    <a:pt x="1221232" y="1231900"/>
                  </a:moveTo>
                  <a:lnTo>
                    <a:pt x="1177163" y="1231900"/>
                  </a:lnTo>
                  <a:lnTo>
                    <a:pt x="1184020" y="1244600"/>
                  </a:lnTo>
                  <a:lnTo>
                    <a:pt x="1228852" y="1244600"/>
                  </a:lnTo>
                  <a:lnTo>
                    <a:pt x="1221232" y="1231900"/>
                  </a:lnTo>
                  <a:close/>
                </a:path>
                <a:path w="2313940" h="1765300">
                  <a:moveTo>
                    <a:pt x="1203959" y="1219200"/>
                  </a:moveTo>
                  <a:lnTo>
                    <a:pt x="1158113" y="1219200"/>
                  </a:lnTo>
                  <a:lnTo>
                    <a:pt x="1164589" y="1231900"/>
                  </a:lnTo>
                  <a:lnTo>
                    <a:pt x="1206500" y="1231900"/>
                  </a:lnTo>
                  <a:lnTo>
                    <a:pt x="1203959" y="1219200"/>
                  </a:lnTo>
                  <a:close/>
                </a:path>
                <a:path w="2313940" h="1765300">
                  <a:moveTo>
                    <a:pt x="1178433" y="1206500"/>
                  </a:moveTo>
                  <a:lnTo>
                    <a:pt x="1138427" y="1206500"/>
                  </a:lnTo>
                  <a:lnTo>
                    <a:pt x="1145920" y="1219200"/>
                  </a:lnTo>
                  <a:lnTo>
                    <a:pt x="1184909" y="1219200"/>
                  </a:lnTo>
                  <a:lnTo>
                    <a:pt x="1178433" y="1206500"/>
                  </a:lnTo>
                  <a:close/>
                </a:path>
                <a:path w="2313940" h="1765300">
                  <a:moveTo>
                    <a:pt x="1160907" y="1193800"/>
                  </a:moveTo>
                  <a:lnTo>
                    <a:pt x="1117219" y="1193800"/>
                  </a:lnTo>
                  <a:lnTo>
                    <a:pt x="1123695" y="1206500"/>
                  </a:lnTo>
                  <a:lnTo>
                    <a:pt x="1167764" y="1206500"/>
                  </a:lnTo>
                  <a:lnTo>
                    <a:pt x="1160907" y="1193800"/>
                  </a:lnTo>
                  <a:close/>
                </a:path>
                <a:path w="2313940" h="1765300">
                  <a:moveTo>
                    <a:pt x="1139189" y="1181100"/>
                  </a:moveTo>
                  <a:lnTo>
                    <a:pt x="1096771" y="1181100"/>
                  </a:lnTo>
                  <a:lnTo>
                    <a:pt x="1105154" y="1193800"/>
                  </a:lnTo>
                  <a:lnTo>
                    <a:pt x="1146809" y="1193800"/>
                  </a:lnTo>
                  <a:lnTo>
                    <a:pt x="1139189" y="1181100"/>
                  </a:lnTo>
                  <a:close/>
                </a:path>
                <a:path w="2313940" h="1765300">
                  <a:moveTo>
                    <a:pt x="1082548" y="1168400"/>
                  </a:moveTo>
                  <a:lnTo>
                    <a:pt x="1077976" y="1168400"/>
                  </a:lnTo>
                  <a:lnTo>
                    <a:pt x="1083056" y="1181100"/>
                  </a:lnTo>
                  <a:lnTo>
                    <a:pt x="1082548" y="1168400"/>
                  </a:lnTo>
                  <a:close/>
                </a:path>
                <a:path w="2313940" h="1765300">
                  <a:moveTo>
                    <a:pt x="1117854" y="1168400"/>
                  </a:moveTo>
                  <a:lnTo>
                    <a:pt x="1082548" y="1168400"/>
                  </a:lnTo>
                  <a:lnTo>
                    <a:pt x="1084452" y="1181100"/>
                  </a:lnTo>
                  <a:lnTo>
                    <a:pt x="1127506" y="1181100"/>
                  </a:lnTo>
                  <a:lnTo>
                    <a:pt x="1117854" y="1168400"/>
                  </a:lnTo>
                  <a:close/>
                </a:path>
                <a:path w="2313940" h="1765300">
                  <a:moveTo>
                    <a:pt x="1102740" y="1155700"/>
                  </a:moveTo>
                  <a:lnTo>
                    <a:pt x="1062101" y="1155700"/>
                  </a:lnTo>
                  <a:lnTo>
                    <a:pt x="1067181" y="1168400"/>
                  </a:lnTo>
                  <a:lnTo>
                    <a:pt x="1108456" y="1168400"/>
                  </a:lnTo>
                  <a:lnTo>
                    <a:pt x="1102740" y="1155700"/>
                  </a:lnTo>
                  <a:close/>
                </a:path>
                <a:path w="2313940" h="1765300">
                  <a:moveTo>
                    <a:pt x="1082929" y="1143000"/>
                  </a:moveTo>
                  <a:lnTo>
                    <a:pt x="1045337" y="1143000"/>
                  </a:lnTo>
                  <a:lnTo>
                    <a:pt x="1052195" y="1155700"/>
                  </a:lnTo>
                  <a:lnTo>
                    <a:pt x="1089025" y="1155700"/>
                  </a:lnTo>
                  <a:lnTo>
                    <a:pt x="1082929" y="1143000"/>
                  </a:lnTo>
                  <a:close/>
                </a:path>
                <a:path w="2313940" h="1765300">
                  <a:moveTo>
                    <a:pt x="1068577" y="1130300"/>
                  </a:moveTo>
                  <a:lnTo>
                    <a:pt x="1033652" y="1130300"/>
                  </a:lnTo>
                  <a:lnTo>
                    <a:pt x="1037208" y="1143000"/>
                  </a:lnTo>
                  <a:lnTo>
                    <a:pt x="1073658" y="1143000"/>
                  </a:lnTo>
                  <a:lnTo>
                    <a:pt x="1068577" y="1130300"/>
                  </a:lnTo>
                  <a:close/>
                </a:path>
                <a:path w="2313940" h="1765300">
                  <a:moveTo>
                    <a:pt x="1050417" y="1117600"/>
                  </a:moveTo>
                  <a:lnTo>
                    <a:pt x="1012189" y="1117600"/>
                  </a:lnTo>
                  <a:lnTo>
                    <a:pt x="1024255" y="1130300"/>
                  </a:lnTo>
                  <a:lnTo>
                    <a:pt x="1056894" y="1130300"/>
                  </a:lnTo>
                  <a:lnTo>
                    <a:pt x="1050417" y="1117600"/>
                  </a:lnTo>
                  <a:close/>
                </a:path>
                <a:path w="2313940" h="1765300">
                  <a:moveTo>
                    <a:pt x="1035812" y="1104900"/>
                  </a:moveTo>
                  <a:lnTo>
                    <a:pt x="992505" y="1104900"/>
                  </a:lnTo>
                  <a:lnTo>
                    <a:pt x="1001140" y="1117600"/>
                  </a:lnTo>
                  <a:lnTo>
                    <a:pt x="1039368" y="1117600"/>
                  </a:lnTo>
                  <a:lnTo>
                    <a:pt x="1035812" y="1104900"/>
                  </a:lnTo>
                  <a:close/>
                </a:path>
                <a:path w="2313940" h="1765300">
                  <a:moveTo>
                    <a:pt x="1012444" y="1092200"/>
                  </a:moveTo>
                  <a:lnTo>
                    <a:pt x="966343" y="1092200"/>
                  </a:lnTo>
                  <a:lnTo>
                    <a:pt x="974217" y="1104900"/>
                  </a:lnTo>
                  <a:lnTo>
                    <a:pt x="1015745" y="1104900"/>
                  </a:lnTo>
                  <a:lnTo>
                    <a:pt x="1012444" y="1092200"/>
                  </a:lnTo>
                  <a:close/>
                </a:path>
                <a:path w="2313940" h="1765300">
                  <a:moveTo>
                    <a:pt x="989711" y="1079500"/>
                  </a:moveTo>
                  <a:lnTo>
                    <a:pt x="953643" y="1079500"/>
                  </a:lnTo>
                  <a:lnTo>
                    <a:pt x="956563" y="1092200"/>
                  </a:lnTo>
                  <a:lnTo>
                    <a:pt x="999870" y="1092200"/>
                  </a:lnTo>
                  <a:lnTo>
                    <a:pt x="989711" y="1079500"/>
                  </a:lnTo>
                  <a:close/>
                </a:path>
                <a:path w="2313940" h="1765300">
                  <a:moveTo>
                    <a:pt x="969771" y="1066800"/>
                  </a:moveTo>
                  <a:lnTo>
                    <a:pt x="931163" y="1066800"/>
                  </a:lnTo>
                  <a:lnTo>
                    <a:pt x="934719" y="1079500"/>
                  </a:lnTo>
                  <a:lnTo>
                    <a:pt x="975613" y="1079500"/>
                  </a:lnTo>
                  <a:lnTo>
                    <a:pt x="969771" y="1066800"/>
                  </a:lnTo>
                  <a:close/>
                </a:path>
                <a:path w="2313940" h="1765300">
                  <a:moveTo>
                    <a:pt x="974598" y="1066800"/>
                  </a:moveTo>
                  <a:lnTo>
                    <a:pt x="975613" y="1079500"/>
                  </a:lnTo>
                  <a:lnTo>
                    <a:pt x="978788" y="1079500"/>
                  </a:lnTo>
                  <a:lnTo>
                    <a:pt x="974598" y="1066800"/>
                  </a:lnTo>
                  <a:close/>
                </a:path>
                <a:path w="2313940" h="1765300">
                  <a:moveTo>
                    <a:pt x="954786" y="1054100"/>
                  </a:moveTo>
                  <a:lnTo>
                    <a:pt x="911098" y="1054100"/>
                  </a:lnTo>
                  <a:lnTo>
                    <a:pt x="915034" y="1066800"/>
                  </a:lnTo>
                  <a:lnTo>
                    <a:pt x="958595" y="1066800"/>
                  </a:lnTo>
                  <a:lnTo>
                    <a:pt x="954786" y="1054100"/>
                  </a:lnTo>
                  <a:close/>
                </a:path>
                <a:path w="2313940" h="1765300">
                  <a:moveTo>
                    <a:pt x="933704" y="1041400"/>
                  </a:moveTo>
                  <a:lnTo>
                    <a:pt x="890269" y="1041400"/>
                  </a:lnTo>
                  <a:lnTo>
                    <a:pt x="898144" y="1054100"/>
                  </a:lnTo>
                  <a:lnTo>
                    <a:pt x="934465" y="1054100"/>
                  </a:lnTo>
                  <a:lnTo>
                    <a:pt x="933704" y="1041400"/>
                  </a:lnTo>
                  <a:close/>
                </a:path>
                <a:path w="2313940" h="1765300">
                  <a:moveTo>
                    <a:pt x="913257" y="1028700"/>
                  </a:moveTo>
                  <a:lnTo>
                    <a:pt x="867537" y="1028700"/>
                  </a:lnTo>
                  <a:lnTo>
                    <a:pt x="875792" y="1041400"/>
                  </a:lnTo>
                  <a:lnTo>
                    <a:pt x="922274" y="1041400"/>
                  </a:lnTo>
                  <a:lnTo>
                    <a:pt x="913257" y="1028700"/>
                  </a:lnTo>
                  <a:close/>
                </a:path>
                <a:path w="2313940" h="1765300">
                  <a:moveTo>
                    <a:pt x="891539" y="1016000"/>
                  </a:moveTo>
                  <a:lnTo>
                    <a:pt x="855471" y="1016000"/>
                  </a:lnTo>
                  <a:lnTo>
                    <a:pt x="864107" y="1028700"/>
                  </a:lnTo>
                  <a:lnTo>
                    <a:pt x="899794" y="1028700"/>
                  </a:lnTo>
                  <a:lnTo>
                    <a:pt x="891539" y="1016000"/>
                  </a:lnTo>
                  <a:close/>
                </a:path>
                <a:path w="2313940" h="1765300">
                  <a:moveTo>
                    <a:pt x="876554" y="1003300"/>
                  </a:moveTo>
                  <a:lnTo>
                    <a:pt x="832357" y="1003300"/>
                  </a:lnTo>
                  <a:lnTo>
                    <a:pt x="839215" y="1016000"/>
                  </a:lnTo>
                  <a:lnTo>
                    <a:pt x="888492" y="1016000"/>
                  </a:lnTo>
                  <a:lnTo>
                    <a:pt x="876554" y="1003300"/>
                  </a:lnTo>
                  <a:close/>
                </a:path>
                <a:path w="2313940" h="1765300">
                  <a:moveTo>
                    <a:pt x="855726" y="990600"/>
                  </a:moveTo>
                  <a:lnTo>
                    <a:pt x="816737" y="990600"/>
                  </a:lnTo>
                  <a:lnTo>
                    <a:pt x="821182" y="1003300"/>
                  </a:lnTo>
                  <a:lnTo>
                    <a:pt x="864107" y="1003300"/>
                  </a:lnTo>
                  <a:lnTo>
                    <a:pt x="855726" y="990600"/>
                  </a:lnTo>
                  <a:close/>
                </a:path>
                <a:path w="2313940" h="1765300">
                  <a:moveTo>
                    <a:pt x="832993" y="977900"/>
                  </a:moveTo>
                  <a:lnTo>
                    <a:pt x="797051" y="977900"/>
                  </a:lnTo>
                  <a:lnTo>
                    <a:pt x="805307" y="990600"/>
                  </a:lnTo>
                  <a:lnTo>
                    <a:pt x="850900" y="990600"/>
                  </a:lnTo>
                  <a:lnTo>
                    <a:pt x="832993" y="977900"/>
                  </a:lnTo>
                  <a:close/>
                </a:path>
                <a:path w="2313940" h="1765300">
                  <a:moveTo>
                    <a:pt x="784479" y="965200"/>
                  </a:moveTo>
                  <a:lnTo>
                    <a:pt x="779526" y="965200"/>
                  </a:lnTo>
                  <a:lnTo>
                    <a:pt x="785240" y="977900"/>
                  </a:lnTo>
                  <a:lnTo>
                    <a:pt x="784479" y="965200"/>
                  </a:lnTo>
                  <a:close/>
                </a:path>
                <a:path w="2313940" h="1765300">
                  <a:moveTo>
                    <a:pt x="818388" y="965200"/>
                  </a:moveTo>
                  <a:lnTo>
                    <a:pt x="784479" y="965200"/>
                  </a:lnTo>
                  <a:lnTo>
                    <a:pt x="787400" y="977900"/>
                  </a:lnTo>
                  <a:lnTo>
                    <a:pt x="821689" y="977900"/>
                  </a:lnTo>
                  <a:lnTo>
                    <a:pt x="818388" y="965200"/>
                  </a:lnTo>
                  <a:close/>
                </a:path>
                <a:path w="2313940" h="1765300">
                  <a:moveTo>
                    <a:pt x="800607" y="952500"/>
                  </a:moveTo>
                  <a:lnTo>
                    <a:pt x="764920" y="952500"/>
                  </a:lnTo>
                  <a:lnTo>
                    <a:pt x="768731" y="965200"/>
                  </a:lnTo>
                  <a:lnTo>
                    <a:pt x="807593" y="965200"/>
                  </a:lnTo>
                  <a:lnTo>
                    <a:pt x="800607" y="952500"/>
                  </a:lnTo>
                  <a:close/>
                </a:path>
                <a:path w="2313940" h="1765300">
                  <a:moveTo>
                    <a:pt x="780923" y="939800"/>
                  </a:moveTo>
                  <a:lnTo>
                    <a:pt x="746506" y="939800"/>
                  </a:lnTo>
                  <a:lnTo>
                    <a:pt x="748283" y="952500"/>
                  </a:lnTo>
                  <a:lnTo>
                    <a:pt x="788543" y="952500"/>
                  </a:lnTo>
                  <a:lnTo>
                    <a:pt x="780923" y="939800"/>
                  </a:lnTo>
                  <a:close/>
                </a:path>
                <a:path w="2313940" h="1765300">
                  <a:moveTo>
                    <a:pt x="763269" y="927100"/>
                  </a:moveTo>
                  <a:lnTo>
                    <a:pt x="729488" y="927100"/>
                  </a:lnTo>
                  <a:lnTo>
                    <a:pt x="736854" y="939800"/>
                  </a:lnTo>
                  <a:lnTo>
                    <a:pt x="768350" y="939800"/>
                  </a:lnTo>
                  <a:lnTo>
                    <a:pt x="763269" y="927100"/>
                  </a:lnTo>
                  <a:close/>
                </a:path>
                <a:path w="2313940" h="1765300">
                  <a:moveTo>
                    <a:pt x="749554" y="914400"/>
                  </a:moveTo>
                  <a:lnTo>
                    <a:pt x="706501" y="914400"/>
                  </a:lnTo>
                  <a:lnTo>
                    <a:pt x="718946" y="927100"/>
                  </a:lnTo>
                  <a:lnTo>
                    <a:pt x="753109" y="927100"/>
                  </a:lnTo>
                  <a:lnTo>
                    <a:pt x="749554" y="914400"/>
                  </a:lnTo>
                  <a:close/>
                </a:path>
                <a:path w="2313940" h="1765300">
                  <a:moveTo>
                    <a:pt x="732917" y="901700"/>
                  </a:moveTo>
                  <a:lnTo>
                    <a:pt x="696468" y="901700"/>
                  </a:lnTo>
                  <a:lnTo>
                    <a:pt x="704088" y="914400"/>
                  </a:lnTo>
                  <a:lnTo>
                    <a:pt x="740156" y="914400"/>
                  </a:lnTo>
                  <a:lnTo>
                    <a:pt x="732917" y="901700"/>
                  </a:lnTo>
                  <a:close/>
                </a:path>
                <a:path w="2313940" h="1765300">
                  <a:moveTo>
                    <a:pt x="720089" y="889000"/>
                  </a:moveTo>
                  <a:lnTo>
                    <a:pt x="686054" y="889000"/>
                  </a:lnTo>
                  <a:lnTo>
                    <a:pt x="693293" y="901700"/>
                  </a:lnTo>
                  <a:lnTo>
                    <a:pt x="723011" y="901700"/>
                  </a:lnTo>
                  <a:lnTo>
                    <a:pt x="720089" y="889000"/>
                  </a:lnTo>
                  <a:close/>
                </a:path>
                <a:path w="2313940" h="1765300">
                  <a:moveTo>
                    <a:pt x="702182" y="876300"/>
                  </a:moveTo>
                  <a:lnTo>
                    <a:pt x="676020" y="876300"/>
                  </a:lnTo>
                  <a:lnTo>
                    <a:pt x="683259" y="889000"/>
                  </a:lnTo>
                  <a:lnTo>
                    <a:pt x="709421" y="889000"/>
                  </a:lnTo>
                  <a:lnTo>
                    <a:pt x="702182" y="876300"/>
                  </a:lnTo>
                  <a:close/>
                </a:path>
                <a:path w="2313940" h="1765300">
                  <a:moveTo>
                    <a:pt x="680974" y="850900"/>
                  </a:moveTo>
                  <a:lnTo>
                    <a:pt x="648843" y="850900"/>
                  </a:lnTo>
                  <a:lnTo>
                    <a:pt x="655065" y="863600"/>
                  </a:lnTo>
                  <a:lnTo>
                    <a:pt x="662813" y="863600"/>
                  </a:lnTo>
                  <a:lnTo>
                    <a:pt x="665988" y="876300"/>
                  </a:lnTo>
                  <a:lnTo>
                    <a:pt x="699134" y="876300"/>
                  </a:lnTo>
                  <a:lnTo>
                    <a:pt x="688086" y="863600"/>
                  </a:lnTo>
                  <a:lnTo>
                    <a:pt x="680974" y="850900"/>
                  </a:lnTo>
                  <a:close/>
                </a:path>
                <a:path w="2313940" h="1765300">
                  <a:moveTo>
                    <a:pt x="663320" y="838200"/>
                  </a:moveTo>
                  <a:lnTo>
                    <a:pt x="635507" y="838200"/>
                  </a:lnTo>
                  <a:lnTo>
                    <a:pt x="636269" y="850900"/>
                  </a:lnTo>
                  <a:lnTo>
                    <a:pt x="669417" y="850900"/>
                  </a:lnTo>
                  <a:lnTo>
                    <a:pt x="663320" y="838200"/>
                  </a:lnTo>
                  <a:close/>
                </a:path>
                <a:path w="2313940" h="1765300">
                  <a:moveTo>
                    <a:pt x="669289" y="838200"/>
                  </a:moveTo>
                  <a:lnTo>
                    <a:pt x="669417" y="850900"/>
                  </a:lnTo>
                  <a:lnTo>
                    <a:pt x="671830" y="850900"/>
                  </a:lnTo>
                  <a:lnTo>
                    <a:pt x="669289" y="838200"/>
                  </a:lnTo>
                  <a:close/>
                </a:path>
                <a:path w="2313940" h="1765300">
                  <a:moveTo>
                    <a:pt x="653288" y="825500"/>
                  </a:moveTo>
                  <a:lnTo>
                    <a:pt x="622045" y="825500"/>
                  </a:lnTo>
                  <a:lnTo>
                    <a:pt x="627761" y="838200"/>
                  </a:lnTo>
                  <a:lnTo>
                    <a:pt x="660526" y="838200"/>
                  </a:lnTo>
                  <a:lnTo>
                    <a:pt x="653288" y="825500"/>
                  </a:lnTo>
                  <a:close/>
                </a:path>
                <a:path w="2313940" h="1765300">
                  <a:moveTo>
                    <a:pt x="610743" y="812800"/>
                  </a:moveTo>
                  <a:lnTo>
                    <a:pt x="604646" y="812800"/>
                  </a:lnTo>
                  <a:lnTo>
                    <a:pt x="611251" y="825500"/>
                  </a:lnTo>
                  <a:lnTo>
                    <a:pt x="610743" y="812800"/>
                  </a:lnTo>
                  <a:close/>
                </a:path>
                <a:path w="2313940" h="1765300">
                  <a:moveTo>
                    <a:pt x="637539" y="812800"/>
                  </a:moveTo>
                  <a:lnTo>
                    <a:pt x="610743" y="812800"/>
                  </a:lnTo>
                  <a:lnTo>
                    <a:pt x="613282" y="825500"/>
                  </a:lnTo>
                  <a:lnTo>
                    <a:pt x="643382" y="825500"/>
                  </a:lnTo>
                  <a:lnTo>
                    <a:pt x="637539" y="812800"/>
                  </a:lnTo>
                  <a:close/>
                </a:path>
                <a:path w="2313940" h="1765300">
                  <a:moveTo>
                    <a:pt x="627252" y="800100"/>
                  </a:moveTo>
                  <a:lnTo>
                    <a:pt x="595883" y="800100"/>
                  </a:lnTo>
                  <a:lnTo>
                    <a:pt x="602614" y="812800"/>
                  </a:lnTo>
                  <a:lnTo>
                    <a:pt x="629793" y="812800"/>
                  </a:lnTo>
                  <a:lnTo>
                    <a:pt x="627252" y="800100"/>
                  </a:lnTo>
                  <a:close/>
                </a:path>
                <a:path w="2313940" h="1765300">
                  <a:moveTo>
                    <a:pt x="610488" y="787400"/>
                  </a:moveTo>
                  <a:lnTo>
                    <a:pt x="584073" y="787400"/>
                  </a:lnTo>
                  <a:lnTo>
                    <a:pt x="592708" y="800100"/>
                  </a:lnTo>
                  <a:lnTo>
                    <a:pt x="617346" y="800100"/>
                  </a:lnTo>
                  <a:lnTo>
                    <a:pt x="610488" y="787400"/>
                  </a:lnTo>
                  <a:close/>
                </a:path>
                <a:path w="2313940" h="1765300">
                  <a:moveTo>
                    <a:pt x="599186" y="774700"/>
                  </a:moveTo>
                  <a:lnTo>
                    <a:pt x="571626" y="774700"/>
                  </a:lnTo>
                  <a:lnTo>
                    <a:pt x="578484" y="787400"/>
                  </a:lnTo>
                  <a:lnTo>
                    <a:pt x="607821" y="787400"/>
                  </a:lnTo>
                  <a:lnTo>
                    <a:pt x="599186" y="774700"/>
                  </a:lnTo>
                  <a:close/>
                </a:path>
                <a:path w="2313940" h="1765300">
                  <a:moveTo>
                    <a:pt x="587120" y="762000"/>
                  </a:moveTo>
                  <a:lnTo>
                    <a:pt x="558292" y="762000"/>
                  </a:lnTo>
                  <a:lnTo>
                    <a:pt x="562356" y="774700"/>
                  </a:lnTo>
                  <a:lnTo>
                    <a:pt x="594487" y="774700"/>
                  </a:lnTo>
                  <a:lnTo>
                    <a:pt x="587120" y="762000"/>
                  </a:lnTo>
                  <a:close/>
                </a:path>
                <a:path w="2313940" h="1765300">
                  <a:moveTo>
                    <a:pt x="578484" y="749300"/>
                  </a:moveTo>
                  <a:lnTo>
                    <a:pt x="545338" y="749300"/>
                  </a:lnTo>
                  <a:lnTo>
                    <a:pt x="549275" y="762000"/>
                  </a:lnTo>
                  <a:lnTo>
                    <a:pt x="581025" y="762000"/>
                  </a:lnTo>
                  <a:lnTo>
                    <a:pt x="578484" y="749300"/>
                  </a:lnTo>
                  <a:close/>
                </a:path>
                <a:path w="2313940" h="1765300">
                  <a:moveTo>
                    <a:pt x="564133" y="736600"/>
                  </a:moveTo>
                  <a:lnTo>
                    <a:pt x="532002" y="736600"/>
                  </a:lnTo>
                  <a:lnTo>
                    <a:pt x="540893" y="749300"/>
                  </a:lnTo>
                  <a:lnTo>
                    <a:pt x="569213" y="749300"/>
                  </a:lnTo>
                  <a:lnTo>
                    <a:pt x="564133" y="736600"/>
                  </a:lnTo>
                  <a:close/>
                </a:path>
                <a:path w="2313940" h="1765300">
                  <a:moveTo>
                    <a:pt x="547877" y="723900"/>
                  </a:moveTo>
                  <a:lnTo>
                    <a:pt x="514857" y="723900"/>
                  </a:lnTo>
                  <a:lnTo>
                    <a:pt x="523113" y="736600"/>
                  </a:lnTo>
                  <a:lnTo>
                    <a:pt x="555498" y="736600"/>
                  </a:lnTo>
                  <a:lnTo>
                    <a:pt x="547877" y="723900"/>
                  </a:lnTo>
                  <a:close/>
                </a:path>
                <a:path w="2313940" h="1765300">
                  <a:moveTo>
                    <a:pt x="537844" y="711200"/>
                  </a:moveTo>
                  <a:lnTo>
                    <a:pt x="504317" y="711200"/>
                  </a:lnTo>
                  <a:lnTo>
                    <a:pt x="506475" y="723900"/>
                  </a:lnTo>
                  <a:lnTo>
                    <a:pt x="542163" y="723900"/>
                  </a:lnTo>
                  <a:lnTo>
                    <a:pt x="537844" y="711200"/>
                  </a:lnTo>
                  <a:close/>
                </a:path>
                <a:path w="2313940" h="1765300">
                  <a:moveTo>
                    <a:pt x="520445" y="698500"/>
                  </a:moveTo>
                  <a:lnTo>
                    <a:pt x="487552" y="698500"/>
                  </a:lnTo>
                  <a:lnTo>
                    <a:pt x="490474" y="711200"/>
                  </a:lnTo>
                  <a:lnTo>
                    <a:pt x="526161" y="711200"/>
                  </a:lnTo>
                  <a:lnTo>
                    <a:pt x="520445" y="698500"/>
                  </a:lnTo>
                  <a:close/>
                </a:path>
                <a:path w="2313940" h="1765300">
                  <a:moveTo>
                    <a:pt x="503427" y="685800"/>
                  </a:moveTo>
                  <a:lnTo>
                    <a:pt x="467740" y="685800"/>
                  </a:lnTo>
                  <a:lnTo>
                    <a:pt x="476376" y="698500"/>
                  </a:lnTo>
                  <a:lnTo>
                    <a:pt x="509777" y="698500"/>
                  </a:lnTo>
                  <a:lnTo>
                    <a:pt x="503427" y="685800"/>
                  </a:lnTo>
                  <a:close/>
                </a:path>
                <a:path w="2313940" h="1765300">
                  <a:moveTo>
                    <a:pt x="489076" y="673100"/>
                  </a:moveTo>
                  <a:lnTo>
                    <a:pt x="454025" y="673100"/>
                  </a:lnTo>
                  <a:lnTo>
                    <a:pt x="462788" y="685800"/>
                  </a:lnTo>
                  <a:lnTo>
                    <a:pt x="492759" y="685800"/>
                  </a:lnTo>
                  <a:lnTo>
                    <a:pt x="489076" y="673100"/>
                  </a:lnTo>
                  <a:close/>
                </a:path>
                <a:path w="2313940" h="1765300">
                  <a:moveTo>
                    <a:pt x="427863" y="622300"/>
                  </a:moveTo>
                  <a:lnTo>
                    <a:pt x="401827" y="622300"/>
                  </a:lnTo>
                  <a:lnTo>
                    <a:pt x="409829" y="635000"/>
                  </a:lnTo>
                  <a:lnTo>
                    <a:pt x="413004" y="635000"/>
                  </a:lnTo>
                  <a:lnTo>
                    <a:pt x="420496" y="647700"/>
                  </a:lnTo>
                  <a:lnTo>
                    <a:pt x="424433" y="647700"/>
                  </a:lnTo>
                  <a:lnTo>
                    <a:pt x="439546" y="660400"/>
                  </a:lnTo>
                  <a:lnTo>
                    <a:pt x="449961" y="673100"/>
                  </a:lnTo>
                  <a:lnTo>
                    <a:pt x="477774" y="673100"/>
                  </a:lnTo>
                  <a:lnTo>
                    <a:pt x="469138" y="660400"/>
                  </a:lnTo>
                  <a:lnTo>
                    <a:pt x="465581" y="660400"/>
                  </a:lnTo>
                  <a:lnTo>
                    <a:pt x="455040" y="647700"/>
                  </a:lnTo>
                  <a:lnTo>
                    <a:pt x="427863" y="622300"/>
                  </a:lnTo>
                  <a:close/>
                </a:path>
                <a:path w="2313940" h="1765300">
                  <a:moveTo>
                    <a:pt x="417068" y="609600"/>
                  </a:moveTo>
                  <a:lnTo>
                    <a:pt x="388493" y="609600"/>
                  </a:lnTo>
                  <a:lnTo>
                    <a:pt x="397509" y="622300"/>
                  </a:lnTo>
                  <a:lnTo>
                    <a:pt x="424688" y="622300"/>
                  </a:lnTo>
                  <a:lnTo>
                    <a:pt x="417068" y="609600"/>
                  </a:lnTo>
                  <a:close/>
                </a:path>
                <a:path w="2313940" h="1765300">
                  <a:moveTo>
                    <a:pt x="404621" y="596900"/>
                  </a:moveTo>
                  <a:lnTo>
                    <a:pt x="374904" y="596900"/>
                  </a:lnTo>
                  <a:lnTo>
                    <a:pt x="384301" y="609600"/>
                  </a:lnTo>
                  <a:lnTo>
                    <a:pt x="413512" y="609600"/>
                  </a:lnTo>
                  <a:lnTo>
                    <a:pt x="404621" y="596900"/>
                  </a:lnTo>
                  <a:close/>
                </a:path>
                <a:path w="2313940" h="1765300">
                  <a:moveTo>
                    <a:pt x="391413" y="584200"/>
                  </a:moveTo>
                  <a:lnTo>
                    <a:pt x="368045" y="584200"/>
                  </a:lnTo>
                  <a:lnTo>
                    <a:pt x="375157" y="596900"/>
                  </a:lnTo>
                  <a:lnTo>
                    <a:pt x="400812" y="596900"/>
                  </a:lnTo>
                  <a:lnTo>
                    <a:pt x="391413" y="584200"/>
                  </a:lnTo>
                  <a:close/>
                </a:path>
                <a:path w="2313940" h="1765300">
                  <a:moveTo>
                    <a:pt x="383920" y="571500"/>
                  </a:moveTo>
                  <a:lnTo>
                    <a:pt x="352425" y="571500"/>
                  </a:lnTo>
                  <a:lnTo>
                    <a:pt x="360680" y="584200"/>
                  </a:lnTo>
                  <a:lnTo>
                    <a:pt x="391159" y="584200"/>
                  </a:lnTo>
                  <a:lnTo>
                    <a:pt x="383920" y="571500"/>
                  </a:lnTo>
                  <a:close/>
                </a:path>
                <a:path w="2313940" h="1765300">
                  <a:moveTo>
                    <a:pt x="376936" y="558800"/>
                  </a:moveTo>
                  <a:lnTo>
                    <a:pt x="342645" y="558800"/>
                  </a:lnTo>
                  <a:lnTo>
                    <a:pt x="350138" y="571500"/>
                  </a:lnTo>
                  <a:lnTo>
                    <a:pt x="384175" y="571500"/>
                  </a:lnTo>
                  <a:lnTo>
                    <a:pt x="376936" y="558800"/>
                  </a:lnTo>
                  <a:close/>
                </a:path>
                <a:path w="2313940" h="1765300">
                  <a:moveTo>
                    <a:pt x="365632" y="546100"/>
                  </a:moveTo>
                  <a:lnTo>
                    <a:pt x="331850" y="546100"/>
                  </a:lnTo>
                  <a:lnTo>
                    <a:pt x="339851" y="558800"/>
                  </a:lnTo>
                  <a:lnTo>
                    <a:pt x="368554" y="558800"/>
                  </a:lnTo>
                  <a:lnTo>
                    <a:pt x="365632" y="546100"/>
                  </a:lnTo>
                  <a:close/>
                </a:path>
                <a:path w="2313940" h="1765300">
                  <a:moveTo>
                    <a:pt x="345948" y="533400"/>
                  </a:moveTo>
                  <a:lnTo>
                    <a:pt x="315849" y="533400"/>
                  </a:lnTo>
                  <a:lnTo>
                    <a:pt x="320420" y="546100"/>
                  </a:lnTo>
                  <a:lnTo>
                    <a:pt x="353821" y="546100"/>
                  </a:lnTo>
                  <a:lnTo>
                    <a:pt x="345948" y="533400"/>
                  </a:lnTo>
                  <a:close/>
                </a:path>
                <a:path w="2313940" h="1765300">
                  <a:moveTo>
                    <a:pt x="333629" y="520700"/>
                  </a:moveTo>
                  <a:lnTo>
                    <a:pt x="300481" y="520700"/>
                  </a:lnTo>
                  <a:lnTo>
                    <a:pt x="302640" y="533400"/>
                  </a:lnTo>
                  <a:lnTo>
                    <a:pt x="336550" y="533400"/>
                  </a:lnTo>
                  <a:lnTo>
                    <a:pt x="333629" y="520700"/>
                  </a:lnTo>
                  <a:close/>
                </a:path>
                <a:path w="2313940" h="1765300">
                  <a:moveTo>
                    <a:pt x="336042" y="520700"/>
                  </a:moveTo>
                  <a:lnTo>
                    <a:pt x="336550" y="533400"/>
                  </a:lnTo>
                  <a:lnTo>
                    <a:pt x="342264" y="533400"/>
                  </a:lnTo>
                  <a:lnTo>
                    <a:pt x="336042" y="520700"/>
                  </a:lnTo>
                  <a:close/>
                </a:path>
                <a:path w="2313940" h="1765300">
                  <a:moveTo>
                    <a:pt x="316992" y="508000"/>
                  </a:moveTo>
                  <a:lnTo>
                    <a:pt x="286004" y="508000"/>
                  </a:lnTo>
                  <a:lnTo>
                    <a:pt x="290321" y="520700"/>
                  </a:lnTo>
                  <a:lnTo>
                    <a:pt x="321690" y="520700"/>
                  </a:lnTo>
                  <a:lnTo>
                    <a:pt x="316992" y="508000"/>
                  </a:lnTo>
                  <a:close/>
                </a:path>
                <a:path w="2313940" h="1765300">
                  <a:moveTo>
                    <a:pt x="305054" y="495300"/>
                  </a:moveTo>
                  <a:lnTo>
                    <a:pt x="268350" y="495300"/>
                  </a:lnTo>
                  <a:lnTo>
                    <a:pt x="276479" y="508000"/>
                  </a:lnTo>
                  <a:lnTo>
                    <a:pt x="307975" y="508000"/>
                  </a:lnTo>
                  <a:lnTo>
                    <a:pt x="305054" y="495300"/>
                  </a:lnTo>
                  <a:close/>
                </a:path>
                <a:path w="2313940" h="1765300">
                  <a:moveTo>
                    <a:pt x="291845" y="482600"/>
                  </a:moveTo>
                  <a:lnTo>
                    <a:pt x="256158" y="482600"/>
                  </a:lnTo>
                  <a:lnTo>
                    <a:pt x="265175" y="495300"/>
                  </a:lnTo>
                  <a:lnTo>
                    <a:pt x="296418" y="495300"/>
                  </a:lnTo>
                  <a:lnTo>
                    <a:pt x="291845" y="482600"/>
                  </a:lnTo>
                  <a:close/>
                </a:path>
                <a:path w="2313940" h="1765300">
                  <a:moveTo>
                    <a:pt x="256412" y="444500"/>
                  </a:moveTo>
                  <a:lnTo>
                    <a:pt x="256539" y="457200"/>
                  </a:lnTo>
                  <a:lnTo>
                    <a:pt x="233299" y="457200"/>
                  </a:lnTo>
                  <a:lnTo>
                    <a:pt x="241426" y="469900"/>
                  </a:lnTo>
                  <a:lnTo>
                    <a:pt x="252856" y="482600"/>
                  </a:lnTo>
                  <a:lnTo>
                    <a:pt x="284099" y="482600"/>
                  </a:lnTo>
                  <a:lnTo>
                    <a:pt x="280543" y="469900"/>
                  </a:lnTo>
                  <a:lnTo>
                    <a:pt x="271525" y="469900"/>
                  </a:lnTo>
                  <a:lnTo>
                    <a:pt x="268350" y="457200"/>
                  </a:lnTo>
                  <a:lnTo>
                    <a:pt x="256412" y="444500"/>
                  </a:lnTo>
                  <a:close/>
                </a:path>
                <a:path w="2313940" h="1765300">
                  <a:moveTo>
                    <a:pt x="248665" y="444500"/>
                  </a:moveTo>
                  <a:lnTo>
                    <a:pt x="222376" y="444500"/>
                  </a:lnTo>
                  <a:lnTo>
                    <a:pt x="229869" y="457200"/>
                  </a:lnTo>
                  <a:lnTo>
                    <a:pt x="256539" y="457200"/>
                  </a:lnTo>
                  <a:lnTo>
                    <a:pt x="248665" y="444500"/>
                  </a:lnTo>
                  <a:close/>
                </a:path>
                <a:path w="2313940" h="1765300">
                  <a:moveTo>
                    <a:pt x="237998" y="431800"/>
                  </a:moveTo>
                  <a:lnTo>
                    <a:pt x="211581" y="431800"/>
                  </a:lnTo>
                  <a:lnTo>
                    <a:pt x="219837" y="444500"/>
                  </a:lnTo>
                  <a:lnTo>
                    <a:pt x="245618" y="444500"/>
                  </a:lnTo>
                  <a:lnTo>
                    <a:pt x="237998" y="431800"/>
                  </a:lnTo>
                  <a:close/>
                </a:path>
                <a:path w="2313940" h="1765300">
                  <a:moveTo>
                    <a:pt x="225806" y="419100"/>
                  </a:moveTo>
                  <a:lnTo>
                    <a:pt x="199644" y="419100"/>
                  </a:lnTo>
                  <a:lnTo>
                    <a:pt x="207899" y="431800"/>
                  </a:lnTo>
                  <a:lnTo>
                    <a:pt x="234061" y="431800"/>
                  </a:lnTo>
                  <a:lnTo>
                    <a:pt x="225806" y="419100"/>
                  </a:lnTo>
                  <a:close/>
                </a:path>
                <a:path w="2313940" h="1765300">
                  <a:moveTo>
                    <a:pt x="213994" y="406400"/>
                  </a:moveTo>
                  <a:lnTo>
                    <a:pt x="187579" y="406400"/>
                  </a:lnTo>
                  <a:lnTo>
                    <a:pt x="188340" y="419100"/>
                  </a:lnTo>
                  <a:lnTo>
                    <a:pt x="222250" y="419100"/>
                  </a:lnTo>
                  <a:lnTo>
                    <a:pt x="213994" y="406400"/>
                  </a:lnTo>
                  <a:close/>
                </a:path>
                <a:path w="2313940" h="1765300">
                  <a:moveTo>
                    <a:pt x="203707" y="393700"/>
                  </a:moveTo>
                  <a:lnTo>
                    <a:pt x="177800" y="393700"/>
                  </a:lnTo>
                  <a:lnTo>
                    <a:pt x="179958" y="406400"/>
                  </a:lnTo>
                  <a:lnTo>
                    <a:pt x="210819" y="406400"/>
                  </a:lnTo>
                  <a:lnTo>
                    <a:pt x="203707" y="393700"/>
                  </a:lnTo>
                  <a:close/>
                </a:path>
                <a:path w="2313940" h="1765300">
                  <a:moveTo>
                    <a:pt x="192024" y="381000"/>
                  </a:moveTo>
                  <a:lnTo>
                    <a:pt x="168275" y="381000"/>
                  </a:lnTo>
                  <a:lnTo>
                    <a:pt x="172338" y="393700"/>
                  </a:lnTo>
                  <a:lnTo>
                    <a:pt x="195580" y="393700"/>
                  </a:lnTo>
                  <a:lnTo>
                    <a:pt x="192024" y="381000"/>
                  </a:lnTo>
                  <a:close/>
                </a:path>
                <a:path w="2313940" h="1765300">
                  <a:moveTo>
                    <a:pt x="195452" y="381000"/>
                  </a:moveTo>
                  <a:lnTo>
                    <a:pt x="195580" y="393700"/>
                  </a:lnTo>
                  <a:lnTo>
                    <a:pt x="197612" y="393700"/>
                  </a:lnTo>
                  <a:lnTo>
                    <a:pt x="195452" y="381000"/>
                  </a:lnTo>
                  <a:close/>
                </a:path>
                <a:path w="2313940" h="1765300">
                  <a:moveTo>
                    <a:pt x="161925" y="368300"/>
                  </a:moveTo>
                  <a:lnTo>
                    <a:pt x="158876" y="368300"/>
                  </a:lnTo>
                  <a:lnTo>
                    <a:pt x="162559" y="381000"/>
                  </a:lnTo>
                  <a:lnTo>
                    <a:pt x="161925" y="368300"/>
                  </a:lnTo>
                  <a:close/>
                </a:path>
                <a:path w="2313940" h="1765300">
                  <a:moveTo>
                    <a:pt x="186944" y="368300"/>
                  </a:moveTo>
                  <a:lnTo>
                    <a:pt x="161925" y="368300"/>
                  </a:lnTo>
                  <a:lnTo>
                    <a:pt x="163321" y="381000"/>
                  </a:lnTo>
                  <a:lnTo>
                    <a:pt x="190245" y="381000"/>
                  </a:lnTo>
                  <a:lnTo>
                    <a:pt x="186944" y="368300"/>
                  </a:lnTo>
                  <a:close/>
                </a:path>
                <a:path w="2313940" h="1765300">
                  <a:moveTo>
                    <a:pt x="178943" y="355600"/>
                  </a:moveTo>
                  <a:lnTo>
                    <a:pt x="151511" y="355600"/>
                  </a:lnTo>
                  <a:lnTo>
                    <a:pt x="154305" y="368300"/>
                  </a:lnTo>
                  <a:lnTo>
                    <a:pt x="179450" y="368300"/>
                  </a:lnTo>
                  <a:lnTo>
                    <a:pt x="178943" y="355600"/>
                  </a:lnTo>
                  <a:close/>
                </a:path>
                <a:path w="2313940" h="1765300">
                  <a:moveTo>
                    <a:pt x="167767" y="342900"/>
                  </a:moveTo>
                  <a:lnTo>
                    <a:pt x="139319" y="342900"/>
                  </a:lnTo>
                  <a:lnTo>
                    <a:pt x="144271" y="355600"/>
                  </a:lnTo>
                  <a:lnTo>
                    <a:pt x="170687" y="355600"/>
                  </a:lnTo>
                  <a:lnTo>
                    <a:pt x="167767" y="342900"/>
                  </a:lnTo>
                  <a:close/>
                </a:path>
                <a:path w="2313940" h="1765300">
                  <a:moveTo>
                    <a:pt x="157099" y="330200"/>
                  </a:moveTo>
                  <a:lnTo>
                    <a:pt x="133095" y="330200"/>
                  </a:lnTo>
                  <a:lnTo>
                    <a:pt x="137413" y="342900"/>
                  </a:lnTo>
                  <a:lnTo>
                    <a:pt x="161417" y="342900"/>
                  </a:lnTo>
                  <a:lnTo>
                    <a:pt x="157099" y="330200"/>
                  </a:lnTo>
                  <a:close/>
                </a:path>
                <a:path w="2313940" h="1765300">
                  <a:moveTo>
                    <a:pt x="146050" y="304800"/>
                  </a:moveTo>
                  <a:lnTo>
                    <a:pt x="123951" y="304800"/>
                  </a:lnTo>
                  <a:lnTo>
                    <a:pt x="128524" y="317500"/>
                  </a:lnTo>
                  <a:lnTo>
                    <a:pt x="131699" y="330200"/>
                  </a:lnTo>
                  <a:lnTo>
                    <a:pt x="152273" y="330200"/>
                  </a:lnTo>
                  <a:lnTo>
                    <a:pt x="150875" y="317500"/>
                  </a:lnTo>
                  <a:lnTo>
                    <a:pt x="146050" y="304800"/>
                  </a:lnTo>
                  <a:close/>
                </a:path>
                <a:path w="2313940" h="1765300">
                  <a:moveTo>
                    <a:pt x="123951" y="304800"/>
                  </a:moveTo>
                  <a:lnTo>
                    <a:pt x="122681" y="304800"/>
                  </a:lnTo>
                  <a:lnTo>
                    <a:pt x="124079" y="317500"/>
                  </a:lnTo>
                  <a:lnTo>
                    <a:pt x="123951" y="304800"/>
                  </a:lnTo>
                  <a:close/>
                </a:path>
                <a:path w="2313940" h="1765300">
                  <a:moveTo>
                    <a:pt x="137159" y="292100"/>
                  </a:moveTo>
                  <a:lnTo>
                    <a:pt x="117475" y="292100"/>
                  </a:lnTo>
                  <a:lnTo>
                    <a:pt x="119380" y="304800"/>
                  </a:lnTo>
                  <a:lnTo>
                    <a:pt x="140969" y="304800"/>
                  </a:lnTo>
                  <a:lnTo>
                    <a:pt x="137159" y="292100"/>
                  </a:lnTo>
                  <a:close/>
                </a:path>
                <a:path w="2313940" h="1765300">
                  <a:moveTo>
                    <a:pt x="131571" y="279400"/>
                  </a:moveTo>
                  <a:lnTo>
                    <a:pt x="106933" y="279400"/>
                  </a:lnTo>
                  <a:lnTo>
                    <a:pt x="111632" y="292100"/>
                  </a:lnTo>
                  <a:lnTo>
                    <a:pt x="135508" y="292100"/>
                  </a:lnTo>
                  <a:lnTo>
                    <a:pt x="131571" y="279400"/>
                  </a:lnTo>
                  <a:close/>
                </a:path>
                <a:path w="2313940" h="1765300">
                  <a:moveTo>
                    <a:pt x="124587" y="266700"/>
                  </a:moveTo>
                  <a:lnTo>
                    <a:pt x="100837" y="266700"/>
                  </a:lnTo>
                  <a:lnTo>
                    <a:pt x="104775" y="279400"/>
                  </a:lnTo>
                  <a:lnTo>
                    <a:pt x="129286" y="279400"/>
                  </a:lnTo>
                  <a:lnTo>
                    <a:pt x="124587" y="266700"/>
                  </a:lnTo>
                  <a:close/>
                </a:path>
                <a:path w="2313940" h="1765300">
                  <a:moveTo>
                    <a:pt x="118363" y="254000"/>
                  </a:moveTo>
                  <a:lnTo>
                    <a:pt x="94233" y="254000"/>
                  </a:lnTo>
                  <a:lnTo>
                    <a:pt x="96012" y="266700"/>
                  </a:lnTo>
                  <a:lnTo>
                    <a:pt x="122300" y="266700"/>
                  </a:lnTo>
                  <a:lnTo>
                    <a:pt x="118363" y="254000"/>
                  </a:lnTo>
                  <a:close/>
                </a:path>
                <a:path w="2313940" h="1765300">
                  <a:moveTo>
                    <a:pt x="105409" y="241300"/>
                  </a:moveTo>
                  <a:lnTo>
                    <a:pt x="86487" y="241300"/>
                  </a:lnTo>
                  <a:lnTo>
                    <a:pt x="88645" y="254000"/>
                  </a:lnTo>
                  <a:lnTo>
                    <a:pt x="110870" y="254000"/>
                  </a:lnTo>
                  <a:lnTo>
                    <a:pt x="105409" y="241300"/>
                  </a:lnTo>
                  <a:close/>
                </a:path>
                <a:path w="2313940" h="1765300">
                  <a:moveTo>
                    <a:pt x="110617" y="241300"/>
                  </a:moveTo>
                  <a:lnTo>
                    <a:pt x="110870" y="254000"/>
                  </a:lnTo>
                  <a:lnTo>
                    <a:pt x="112394" y="254000"/>
                  </a:lnTo>
                  <a:lnTo>
                    <a:pt x="110617" y="241300"/>
                  </a:lnTo>
                  <a:close/>
                </a:path>
                <a:path w="2313940" h="1765300">
                  <a:moveTo>
                    <a:pt x="98170" y="228600"/>
                  </a:moveTo>
                  <a:lnTo>
                    <a:pt x="74930" y="228600"/>
                  </a:lnTo>
                  <a:lnTo>
                    <a:pt x="78867" y="241300"/>
                  </a:lnTo>
                  <a:lnTo>
                    <a:pt x="103124" y="241300"/>
                  </a:lnTo>
                  <a:lnTo>
                    <a:pt x="98170" y="228600"/>
                  </a:lnTo>
                  <a:close/>
                </a:path>
                <a:path w="2313940" h="1765300">
                  <a:moveTo>
                    <a:pt x="93090" y="215900"/>
                  </a:moveTo>
                  <a:lnTo>
                    <a:pt x="69087" y="215900"/>
                  </a:lnTo>
                  <a:lnTo>
                    <a:pt x="73025" y="228600"/>
                  </a:lnTo>
                  <a:lnTo>
                    <a:pt x="97155" y="228600"/>
                  </a:lnTo>
                  <a:lnTo>
                    <a:pt x="93090" y="215900"/>
                  </a:lnTo>
                  <a:close/>
                </a:path>
                <a:path w="2313940" h="1765300">
                  <a:moveTo>
                    <a:pt x="87375" y="203200"/>
                  </a:moveTo>
                  <a:lnTo>
                    <a:pt x="64896" y="203200"/>
                  </a:lnTo>
                  <a:lnTo>
                    <a:pt x="67690" y="215900"/>
                  </a:lnTo>
                  <a:lnTo>
                    <a:pt x="91058" y="215900"/>
                  </a:lnTo>
                  <a:lnTo>
                    <a:pt x="87375" y="203200"/>
                  </a:lnTo>
                  <a:close/>
                </a:path>
                <a:path w="2313940" h="1765300">
                  <a:moveTo>
                    <a:pt x="83057" y="190500"/>
                  </a:moveTo>
                  <a:lnTo>
                    <a:pt x="59562" y="190500"/>
                  </a:lnTo>
                  <a:lnTo>
                    <a:pt x="63118" y="203200"/>
                  </a:lnTo>
                  <a:lnTo>
                    <a:pt x="85979" y="203200"/>
                  </a:lnTo>
                  <a:lnTo>
                    <a:pt x="83057" y="190500"/>
                  </a:lnTo>
                  <a:close/>
                </a:path>
                <a:path w="2313940" h="1765300">
                  <a:moveTo>
                    <a:pt x="76073" y="177800"/>
                  </a:moveTo>
                  <a:lnTo>
                    <a:pt x="54737" y="177800"/>
                  </a:lnTo>
                  <a:lnTo>
                    <a:pt x="58038" y="190500"/>
                  </a:lnTo>
                  <a:lnTo>
                    <a:pt x="77596" y="190500"/>
                  </a:lnTo>
                  <a:lnTo>
                    <a:pt x="76073" y="177800"/>
                  </a:lnTo>
                  <a:close/>
                </a:path>
                <a:path w="2313940" h="1765300">
                  <a:moveTo>
                    <a:pt x="70231" y="165100"/>
                  </a:moveTo>
                  <a:lnTo>
                    <a:pt x="50673" y="165100"/>
                  </a:lnTo>
                  <a:lnTo>
                    <a:pt x="51688" y="177800"/>
                  </a:lnTo>
                  <a:lnTo>
                    <a:pt x="72517" y="177800"/>
                  </a:lnTo>
                  <a:lnTo>
                    <a:pt x="70231" y="165100"/>
                  </a:lnTo>
                  <a:close/>
                </a:path>
                <a:path w="2313940" h="1765300">
                  <a:moveTo>
                    <a:pt x="66929" y="152400"/>
                  </a:moveTo>
                  <a:lnTo>
                    <a:pt x="44831" y="152400"/>
                  </a:lnTo>
                  <a:lnTo>
                    <a:pt x="47751" y="165100"/>
                  </a:lnTo>
                  <a:lnTo>
                    <a:pt x="69087" y="165100"/>
                  </a:lnTo>
                  <a:lnTo>
                    <a:pt x="66929" y="152400"/>
                  </a:lnTo>
                  <a:close/>
                </a:path>
                <a:path w="2313940" h="1765300">
                  <a:moveTo>
                    <a:pt x="61721" y="139700"/>
                  </a:moveTo>
                  <a:lnTo>
                    <a:pt x="41148" y="139700"/>
                  </a:lnTo>
                  <a:lnTo>
                    <a:pt x="43561" y="152400"/>
                  </a:lnTo>
                  <a:lnTo>
                    <a:pt x="62864" y="152400"/>
                  </a:lnTo>
                  <a:lnTo>
                    <a:pt x="61721" y="139700"/>
                  </a:lnTo>
                  <a:close/>
                </a:path>
                <a:path w="2313940" h="1765300">
                  <a:moveTo>
                    <a:pt x="54863" y="127000"/>
                  </a:moveTo>
                  <a:lnTo>
                    <a:pt x="35813" y="127000"/>
                  </a:lnTo>
                  <a:lnTo>
                    <a:pt x="36956" y="139700"/>
                  </a:lnTo>
                  <a:lnTo>
                    <a:pt x="57657" y="139700"/>
                  </a:lnTo>
                  <a:lnTo>
                    <a:pt x="54863" y="127000"/>
                  </a:lnTo>
                  <a:close/>
                </a:path>
                <a:path w="2313940" h="1765300">
                  <a:moveTo>
                    <a:pt x="50673" y="114300"/>
                  </a:moveTo>
                  <a:lnTo>
                    <a:pt x="29463" y="114300"/>
                  </a:lnTo>
                  <a:lnTo>
                    <a:pt x="32004" y="127000"/>
                  </a:lnTo>
                  <a:lnTo>
                    <a:pt x="53593" y="127000"/>
                  </a:lnTo>
                  <a:lnTo>
                    <a:pt x="50673" y="114300"/>
                  </a:lnTo>
                  <a:close/>
                </a:path>
                <a:path w="2313940" h="1765300">
                  <a:moveTo>
                    <a:pt x="46481" y="101600"/>
                  </a:moveTo>
                  <a:lnTo>
                    <a:pt x="26669" y="101600"/>
                  </a:lnTo>
                  <a:lnTo>
                    <a:pt x="28701" y="114300"/>
                  </a:lnTo>
                  <a:lnTo>
                    <a:pt x="47625" y="114300"/>
                  </a:lnTo>
                  <a:lnTo>
                    <a:pt x="46481" y="101600"/>
                  </a:lnTo>
                  <a:close/>
                </a:path>
                <a:path w="2313940" h="1765300">
                  <a:moveTo>
                    <a:pt x="41020" y="88900"/>
                  </a:moveTo>
                  <a:lnTo>
                    <a:pt x="20700" y="88900"/>
                  </a:lnTo>
                  <a:lnTo>
                    <a:pt x="22479" y="101600"/>
                  </a:lnTo>
                  <a:lnTo>
                    <a:pt x="43180" y="101600"/>
                  </a:lnTo>
                  <a:lnTo>
                    <a:pt x="41020" y="88900"/>
                  </a:lnTo>
                  <a:close/>
                </a:path>
                <a:path w="2313940" h="1765300">
                  <a:moveTo>
                    <a:pt x="37592" y="76200"/>
                  </a:moveTo>
                  <a:lnTo>
                    <a:pt x="17018" y="76200"/>
                  </a:lnTo>
                  <a:lnTo>
                    <a:pt x="17780" y="88900"/>
                  </a:lnTo>
                  <a:lnTo>
                    <a:pt x="37973" y="88900"/>
                  </a:lnTo>
                  <a:lnTo>
                    <a:pt x="37592" y="76200"/>
                  </a:lnTo>
                  <a:close/>
                </a:path>
                <a:path w="2313940" h="1765300">
                  <a:moveTo>
                    <a:pt x="32765" y="63500"/>
                  </a:moveTo>
                  <a:lnTo>
                    <a:pt x="11811" y="63500"/>
                  </a:lnTo>
                  <a:lnTo>
                    <a:pt x="14096" y="76200"/>
                  </a:lnTo>
                  <a:lnTo>
                    <a:pt x="34925" y="76200"/>
                  </a:lnTo>
                  <a:lnTo>
                    <a:pt x="32765" y="63500"/>
                  </a:lnTo>
                  <a:close/>
                </a:path>
                <a:path w="2313940" h="1765300">
                  <a:moveTo>
                    <a:pt x="8636" y="50800"/>
                  </a:moveTo>
                  <a:lnTo>
                    <a:pt x="7619" y="50800"/>
                  </a:lnTo>
                  <a:lnTo>
                    <a:pt x="8762" y="63500"/>
                  </a:lnTo>
                  <a:lnTo>
                    <a:pt x="8636" y="50800"/>
                  </a:lnTo>
                  <a:close/>
                </a:path>
                <a:path w="2313940" h="1765300">
                  <a:moveTo>
                    <a:pt x="26288" y="50800"/>
                  </a:moveTo>
                  <a:lnTo>
                    <a:pt x="8636" y="50800"/>
                  </a:lnTo>
                  <a:lnTo>
                    <a:pt x="10921" y="63500"/>
                  </a:lnTo>
                  <a:lnTo>
                    <a:pt x="28448" y="63500"/>
                  </a:lnTo>
                  <a:lnTo>
                    <a:pt x="26288" y="50800"/>
                  </a:lnTo>
                  <a:close/>
                </a:path>
                <a:path w="2313940" h="1765300">
                  <a:moveTo>
                    <a:pt x="22732" y="38100"/>
                  </a:moveTo>
                  <a:lnTo>
                    <a:pt x="4190" y="38100"/>
                  </a:lnTo>
                  <a:lnTo>
                    <a:pt x="4571" y="50800"/>
                  </a:lnTo>
                  <a:lnTo>
                    <a:pt x="25145" y="50800"/>
                  </a:lnTo>
                  <a:lnTo>
                    <a:pt x="22732" y="38100"/>
                  </a:lnTo>
                  <a:close/>
                </a:path>
                <a:path w="2313940" h="1765300">
                  <a:moveTo>
                    <a:pt x="20193" y="25400"/>
                  </a:moveTo>
                  <a:lnTo>
                    <a:pt x="2031" y="25400"/>
                  </a:lnTo>
                  <a:lnTo>
                    <a:pt x="2412" y="38100"/>
                  </a:lnTo>
                  <a:lnTo>
                    <a:pt x="20574" y="38100"/>
                  </a:lnTo>
                  <a:lnTo>
                    <a:pt x="20193" y="25400"/>
                  </a:lnTo>
                  <a:close/>
                </a:path>
                <a:path w="2313940" h="1765300">
                  <a:moveTo>
                    <a:pt x="3175" y="12700"/>
                  </a:moveTo>
                  <a:lnTo>
                    <a:pt x="2920" y="12700"/>
                  </a:lnTo>
                  <a:lnTo>
                    <a:pt x="2793" y="25400"/>
                  </a:lnTo>
                  <a:lnTo>
                    <a:pt x="3175" y="25400"/>
                  </a:lnTo>
                  <a:lnTo>
                    <a:pt x="3175" y="12700"/>
                  </a:lnTo>
                  <a:close/>
                </a:path>
                <a:path w="2313940" h="1765300">
                  <a:moveTo>
                    <a:pt x="3175" y="16933"/>
                  </a:moveTo>
                  <a:lnTo>
                    <a:pt x="3175" y="25400"/>
                  </a:lnTo>
                  <a:lnTo>
                    <a:pt x="3429" y="25400"/>
                  </a:lnTo>
                  <a:lnTo>
                    <a:pt x="3175" y="16933"/>
                  </a:lnTo>
                  <a:close/>
                </a:path>
                <a:path w="2313940" h="1765300">
                  <a:moveTo>
                    <a:pt x="19050" y="12700"/>
                  </a:moveTo>
                  <a:lnTo>
                    <a:pt x="3048" y="12700"/>
                  </a:lnTo>
                  <a:lnTo>
                    <a:pt x="3429" y="25400"/>
                  </a:lnTo>
                  <a:lnTo>
                    <a:pt x="19176" y="25400"/>
                  </a:lnTo>
                  <a:lnTo>
                    <a:pt x="19050" y="12700"/>
                  </a:lnTo>
                  <a:close/>
                </a:path>
                <a:path w="2313940" h="1765300">
                  <a:moveTo>
                    <a:pt x="12064" y="0"/>
                  </a:moveTo>
                  <a:lnTo>
                    <a:pt x="1650" y="0"/>
                  </a:lnTo>
                  <a:lnTo>
                    <a:pt x="0" y="12700"/>
                  </a:lnTo>
                  <a:lnTo>
                    <a:pt x="13462" y="12700"/>
                  </a:lnTo>
                  <a:lnTo>
                    <a:pt x="1206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064761" y="3360547"/>
              <a:ext cx="221996" cy="205739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352550" y="1343025"/>
              <a:ext cx="180975" cy="18097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72125" y="1000125"/>
              <a:ext cx="180975" cy="18097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486150" y="981075"/>
              <a:ext cx="180975" cy="18097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553075" y="1504950"/>
              <a:ext cx="180975" cy="18097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181350" y="1524000"/>
              <a:ext cx="171450" cy="180975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267450" y="2600325"/>
              <a:ext cx="180975" cy="18097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523875" y="3152775"/>
              <a:ext cx="180975" cy="171450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2028825" y="3305175"/>
              <a:ext cx="971550" cy="252095"/>
            </a:xfrm>
            <a:custGeom>
              <a:avLst/>
              <a:gdLst/>
              <a:ahLst/>
              <a:cxnLst/>
              <a:rect l="l" t="t" r="r" b="b"/>
              <a:pathLst>
                <a:path w="971550" h="252095">
                  <a:moveTo>
                    <a:pt x="971550" y="0"/>
                  </a:moveTo>
                  <a:lnTo>
                    <a:pt x="971550" y="242062"/>
                  </a:lnTo>
                </a:path>
                <a:path w="971550" h="252095">
                  <a:moveTo>
                    <a:pt x="0" y="9525"/>
                  </a:moveTo>
                  <a:lnTo>
                    <a:pt x="0" y="251587"/>
                  </a:lnTo>
                </a:path>
              </a:pathLst>
            </a:custGeom>
            <a:ln w="38100">
              <a:solidFill>
                <a:srgbClr val="FFAB4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7" name="object 87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967733" y="1906142"/>
              <a:ext cx="126115" cy="117348"/>
            </a:xfrm>
            <a:prstGeom prst="rect">
              <a:avLst/>
            </a:prstGeom>
          </p:spPr>
        </p:pic>
      </p:grpSp>
      <p:sp>
        <p:nvSpPr>
          <p:cNvPr id="88" name="object 88"/>
          <p:cNvSpPr txBox="1"/>
          <p:nvPr/>
        </p:nvSpPr>
        <p:spPr>
          <a:xfrm>
            <a:off x="2886710" y="3557904"/>
            <a:ext cx="268605" cy="2438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25">
                <a:latin typeface="Cambria Math"/>
                <a:cs typeface="Cambria Math"/>
              </a:rPr>
              <a:t>0.5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89" name="object 89"/>
          <p:cNvGrpSpPr/>
          <p:nvPr/>
        </p:nvGrpSpPr>
        <p:grpSpPr>
          <a:xfrm>
            <a:off x="2886075" y="1019175"/>
            <a:ext cx="3752850" cy="1856739"/>
            <a:chOff x="2886075" y="1019175"/>
            <a:chExt cx="3752850" cy="1856739"/>
          </a:xfrm>
        </p:grpSpPr>
        <p:pic>
          <p:nvPicPr>
            <p:cNvPr id="90" name="object 90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886075" y="2524125"/>
              <a:ext cx="180975" cy="351281"/>
            </a:xfrm>
            <a:prstGeom prst="rect">
              <a:avLst/>
            </a:prstGeom>
          </p:spPr>
        </p:pic>
        <p:pic>
          <p:nvPicPr>
            <p:cNvPr id="91" name="object 91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6457950" y="1019175"/>
              <a:ext cx="180975" cy="180975"/>
            </a:xfrm>
            <a:prstGeom prst="rect">
              <a:avLst/>
            </a:prstGeom>
          </p:spPr>
        </p:pic>
      </p:grpSp>
      <p:sp>
        <p:nvSpPr>
          <p:cNvPr id="92" name="object 92"/>
          <p:cNvSpPr txBox="1"/>
          <p:nvPr/>
        </p:nvSpPr>
        <p:spPr>
          <a:xfrm>
            <a:off x="1718310" y="3573843"/>
            <a:ext cx="513080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9841" sz="2100">
                <a:latin typeface="Cambria Math"/>
                <a:cs typeface="Cambria Math"/>
              </a:rPr>
              <a:t>0</a:t>
            </a:r>
            <a:r>
              <a:rPr dirty="0" baseline="19841" sz="2100" spc="644">
                <a:latin typeface="Cambria Math"/>
                <a:cs typeface="Cambria Math"/>
              </a:rPr>
              <a:t> </a:t>
            </a:r>
            <a:r>
              <a:rPr dirty="0" sz="1400" spc="-25">
                <a:latin typeface="Cambria Math"/>
                <a:cs typeface="Cambria Math"/>
              </a:rPr>
              <a:t>0.1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761489" y="3672479"/>
            <a:ext cx="1985645" cy="820419"/>
          </a:xfrm>
          <a:prstGeom prst="rect">
            <a:avLst/>
          </a:prstGeom>
        </p:spPr>
        <p:txBody>
          <a:bodyPr wrap="square" lIns="0" tIns="1358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dirty="0" sz="1800">
                <a:latin typeface="Cambria Math"/>
                <a:cs typeface="Cambria Math"/>
              </a:rPr>
              <a:t>→</a:t>
            </a:r>
            <a:r>
              <a:rPr dirty="0" sz="1800" spc="9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r>
              <a:rPr dirty="0" sz="1800" spc="15">
                <a:solidFill>
                  <a:srgbClr val="9452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then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loss</a:t>
            </a:r>
            <a:r>
              <a:rPr dirty="0" sz="1800" spc="1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→</a:t>
            </a:r>
            <a:r>
              <a:rPr dirty="0" sz="1800" spc="10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  <a:p>
            <a:pPr marL="32384">
              <a:lnSpc>
                <a:spcPct val="100000"/>
              </a:lnSpc>
              <a:spcBef>
                <a:spcPts val="965"/>
              </a:spcBef>
            </a:pPr>
            <a:r>
              <a:rPr dirty="0" sz="1800">
                <a:latin typeface="Cambria Math"/>
                <a:cs typeface="Cambria Math"/>
              </a:rPr>
              <a:t>→</a:t>
            </a:r>
            <a:r>
              <a:rPr dirty="0" sz="1800" spc="9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945200"/>
                </a:solidFill>
                <a:latin typeface="Cambria Math"/>
                <a:cs typeface="Cambria Math"/>
              </a:rPr>
              <a:t>0</a:t>
            </a:r>
            <a:r>
              <a:rPr dirty="0" sz="1800" spc="15">
                <a:solidFill>
                  <a:srgbClr val="9452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then</a:t>
            </a:r>
            <a:r>
              <a:rPr dirty="0" sz="1800" spc="135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loss</a:t>
            </a:r>
            <a:r>
              <a:rPr dirty="0" sz="1800" spc="1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→</a:t>
            </a:r>
            <a:r>
              <a:rPr dirty="0" sz="1800" spc="10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∞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456247" y="4192587"/>
            <a:ext cx="45656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40">
                <a:latin typeface="Arial"/>
                <a:cs typeface="Arial"/>
              </a:rPr>
              <a:t>As</a:t>
            </a:r>
            <a:r>
              <a:rPr dirty="0" sz="1800" spc="-125">
                <a:latin typeface="Arial"/>
                <a:cs typeface="Arial"/>
              </a:rPr>
              <a:t> </a:t>
            </a:r>
            <a:r>
              <a:rPr dirty="0" sz="1800" spc="-5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906513" y="4328985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25" y="0"/>
                </a:moveTo>
                <a:lnTo>
                  <a:pt x="123393" y="5016"/>
                </a:lnTo>
                <a:lnTo>
                  <a:pt x="136791" y="16649"/>
                </a:lnTo>
                <a:lnTo>
                  <a:pt x="0" y="16649"/>
                </a:lnTo>
                <a:lnTo>
                  <a:pt x="0" y="24523"/>
                </a:lnTo>
                <a:lnTo>
                  <a:pt x="136791" y="24523"/>
                </a:lnTo>
                <a:lnTo>
                  <a:pt x="123393" y="36156"/>
                </a:lnTo>
                <a:lnTo>
                  <a:pt x="127825" y="41186"/>
                </a:lnTo>
                <a:lnTo>
                  <a:pt x="148844" y="23012"/>
                </a:lnTo>
                <a:lnTo>
                  <a:pt x="148844" y="18160"/>
                </a:lnTo>
                <a:lnTo>
                  <a:pt x="127825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 txBox="1"/>
          <p:nvPr/>
        </p:nvSpPr>
        <p:spPr>
          <a:xfrm>
            <a:off x="894714" y="4297362"/>
            <a:ext cx="30988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30">
                <a:latin typeface="Cambria Math"/>
                <a:cs typeface="Cambria Math"/>
              </a:rPr>
              <a:t>,</a:t>
            </a:r>
            <a:r>
              <a:rPr dirty="0" sz="1350" spc="3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1221885" y="4219130"/>
            <a:ext cx="501015" cy="280035"/>
            <a:chOff x="1221885" y="4219130"/>
            <a:chExt cx="501015" cy="280035"/>
          </a:xfrm>
        </p:grpSpPr>
        <p:sp>
          <p:nvSpPr>
            <p:cNvPr id="98" name="object 98"/>
            <p:cNvSpPr/>
            <p:nvPr/>
          </p:nvSpPr>
          <p:spPr>
            <a:xfrm>
              <a:off x="1221885" y="4222457"/>
              <a:ext cx="501015" cy="276225"/>
            </a:xfrm>
            <a:custGeom>
              <a:avLst/>
              <a:gdLst/>
              <a:ahLst/>
              <a:cxnLst/>
              <a:rect l="l" t="t" r="r" b="b"/>
              <a:pathLst>
                <a:path w="501014" h="276225">
                  <a:moveTo>
                    <a:pt x="428098" y="0"/>
                  </a:moveTo>
                  <a:lnTo>
                    <a:pt x="425304" y="9156"/>
                  </a:lnTo>
                  <a:lnTo>
                    <a:pt x="437999" y="15733"/>
                  </a:lnTo>
                  <a:lnTo>
                    <a:pt x="449038" y="25311"/>
                  </a:lnTo>
                  <a:lnTo>
                    <a:pt x="472292" y="71571"/>
                  </a:lnTo>
                  <a:lnTo>
                    <a:pt x="479289" y="113933"/>
                  </a:lnTo>
                  <a:lnTo>
                    <a:pt x="480168" y="138188"/>
                  </a:lnTo>
                  <a:lnTo>
                    <a:pt x="479289" y="162389"/>
                  </a:lnTo>
                  <a:lnTo>
                    <a:pt x="472292" y="204666"/>
                  </a:lnTo>
                  <a:lnTo>
                    <a:pt x="449038" y="250855"/>
                  </a:lnTo>
                  <a:lnTo>
                    <a:pt x="425304" y="266992"/>
                  </a:lnTo>
                  <a:lnTo>
                    <a:pt x="428098" y="276148"/>
                  </a:lnTo>
                  <a:lnTo>
                    <a:pt x="471390" y="246037"/>
                  </a:lnTo>
                  <a:lnTo>
                    <a:pt x="490061" y="208690"/>
                  </a:lnTo>
                  <a:lnTo>
                    <a:pt x="499447" y="163370"/>
                  </a:lnTo>
                  <a:lnTo>
                    <a:pt x="500610" y="138188"/>
                  </a:lnTo>
                  <a:lnTo>
                    <a:pt x="499500" y="113933"/>
                  </a:lnTo>
                  <a:lnTo>
                    <a:pt x="490061" y="67458"/>
                  </a:lnTo>
                  <a:lnTo>
                    <a:pt x="471390" y="30116"/>
                  </a:lnTo>
                  <a:lnTo>
                    <a:pt x="444529" y="6395"/>
                  </a:lnTo>
                  <a:lnTo>
                    <a:pt x="428098" y="0"/>
                  </a:lnTo>
                  <a:close/>
                </a:path>
                <a:path w="501014" h="276225">
                  <a:moveTo>
                    <a:pt x="72498" y="0"/>
                  </a:moveTo>
                  <a:lnTo>
                    <a:pt x="29290" y="30116"/>
                  </a:lnTo>
                  <a:lnTo>
                    <a:pt x="10603" y="67458"/>
                  </a:lnTo>
                  <a:lnTo>
                    <a:pt x="1173" y="112778"/>
                  </a:lnTo>
                  <a:lnTo>
                    <a:pt x="0" y="138188"/>
                  </a:lnTo>
                  <a:lnTo>
                    <a:pt x="1127" y="162389"/>
                  </a:lnTo>
                  <a:lnTo>
                    <a:pt x="10603" y="208690"/>
                  </a:lnTo>
                  <a:lnTo>
                    <a:pt x="29290" y="246037"/>
                  </a:lnTo>
                  <a:lnTo>
                    <a:pt x="72498" y="276148"/>
                  </a:lnTo>
                  <a:lnTo>
                    <a:pt x="75292" y="266992"/>
                  </a:lnTo>
                  <a:lnTo>
                    <a:pt x="62656" y="260419"/>
                  </a:lnTo>
                  <a:lnTo>
                    <a:pt x="51620" y="250855"/>
                  </a:lnTo>
                  <a:lnTo>
                    <a:pt x="28347" y="204666"/>
                  </a:lnTo>
                  <a:lnTo>
                    <a:pt x="21514" y="163370"/>
                  </a:lnTo>
                  <a:lnTo>
                    <a:pt x="21399" y="162389"/>
                  </a:lnTo>
                  <a:lnTo>
                    <a:pt x="20530" y="138188"/>
                  </a:lnTo>
                  <a:lnTo>
                    <a:pt x="21399" y="113933"/>
                  </a:lnTo>
                  <a:lnTo>
                    <a:pt x="24005" y="91727"/>
                  </a:lnTo>
                  <a:lnTo>
                    <a:pt x="34424" y="53467"/>
                  </a:lnTo>
                  <a:lnTo>
                    <a:pt x="62656" y="15733"/>
                  </a:lnTo>
                  <a:lnTo>
                    <a:pt x="75292" y="9156"/>
                  </a:lnTo>
                  <a:lnTo>
                    <a:pt x="7249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9" name="object 99"/>
            <p:cNvSpPr/>
            <p:nvPr/>
          </p:nvSpPr>
          <p:spPr>
            <a:xfrm>
              <a:off x="1306575" y="4245902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30" h="55245">
                  <a:moveTo>
                    <a:pt x="84709" y="0"/>
                  </a:moveTo>
                  <a:lnTo>
                    <a:pt x="78740" y="6692"/>
                  </a:lnTo>
                  <a:lnTo>
                    <a:pt x="96647" y="22212"/>
                  </a:lnTo>
                  <a:lnTo>
                    <a:pt x="0" y="22212"/>
                  </a:lnTo>
                  <a:lnTo>
                    <a:pt x="0" y="32702"/>
                  </a:lnTo>
                  <a:lnTo>
                    <a:pt x="96647" y="32702"/>
                  </a:lnTo>
                  <a:lnTo>
                    <a:pt x="78740" y="48221"/>
                  </a:lnTo>
                  <a:lnTo>
                    <a:pt x="84709" y="54914"/>
                  </a:lnTo>
                  <a:lnTo>
                    <a:pt x="112776" y="30695"/>
                  </a:lnTo>
                  <a:lnTo>
                    <a:pt x="112776" y="24218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00" name="object 100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445513" y="4219130"/>
              <a:ext cx="174371" cy="158813"/>
            </a:xfrm>
            <a:prstGeom prst="rect">
              <a:avLst/>
            </a:prstGeom>
          </p:spPr>
        </p:pic>
      </p:grpSp>
      <p:sp>
        <p:nvSpPr>
          <p:cNvPr id="101" name="object 101"/>
          <p:cNvSpPr txBox="1"/>
          <p:nvPr/>
        </p:nvSpPr>
        <p:spPr>
          <a:xfrm>
            <a:off x="1240536" y="3587072"/>
            <a:ext cx="356870" cy="819785"/>
          </a:xfrm>
          <a:prstGeom prst="rect">
            <a:avLst/>
          </a:prstGeom>
        </p:spPr>
        <p:txBody>
          <a:bodyPr wrap="square" lIns="0" tIns="13525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65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1604" sz="2700" spc="33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  <a:p>
            <a:pPr marL="66675">
              <a:lnSpc>
                <a:spcPct val="100000"/>
              </a:lnSpc>
              <a:spcBef>
                <a:spcPts val="965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1604" sz="27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102" name="object 10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865556" y="4220883"/>
            <a:ext cx="141928" cy="254190"/>
          </a:xfrm>
          <a:prstGeom prst="rect">
            <a:avLst/>
          </a:prstGeom>
        </p:spPr>
      </p:pic>
      <p:sp>
        <p:nvSpPr>
          <p:cNvPr id="103" name="object 10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598169"/>
            <a:ext cx="9144000" cy="4545330"/>
            <a:chOff x="0" y="598169"/>
            <a:chExt cx="9144000" cy="4545330"/>
          </a:xfrm>
        </p:grpSpPr>
        <p:sp>
          <p:nvSpPr>
            <p:cNvPr id="3" name="object 3"/>
            <p:cNvSpPr/>
            <p:nvPr/>
          </p:nvSpPr>
          <p:spPr>
            <a:xfrm>
              <a:off x="5505450" y="2400379"/>
              <a:ext cx="2612390" cy="228600"/>
            </a:xfrm>
            <a:custGeom>
              <a:avLst/>
              <a:gdLst/>
              <a:ahLst/>
              <a:cxnLst/>
              <a:rect l="l" t="t" r="r" b="b"/>
              <a:pathLst>
                <a:path w="2612390" h="228600">
                  <a:moveTo>
                    <a:pt x="2552827" y="114220"/>
                  </a:moveTo>
                  <a:lnTo>
                    <a:pt x="2456053" y="194865"/>
                  </a:lnTo>
                  <a:lnTo>
                    <a:pt x="2451354" y="200749"/>
                  </a:lnTo>
                  <a:lnTo>
                    <a:pt x="2449322" y="207740"/>
                  </a:lnTo>
                  <a:lnTo>
                    <a:pt x="2450052" y="214993"/>
                  </a:lnTo>
                  <a:lnTo>
                    <a:pt x="2453640" y="221662"/>
                  </a:lnTo>
                  <a:lnTo>
                    <a:pt x="2459543" y="226415"/>
                  </a:lnTo>
                  <a:lnTo>
                    <a:pt x="2466578" y="228441"/>
                  </a:lnTo>
                  <a:lnTo>
                    <a:pt x="2473874" y="227681"/>
                  </a:lnTo>
                  <a:lnTo>
                    <a:pt x="2480564" y="224075"/>
                  </a:lnTo>
                  <a:lnTo>
                    <a:pt x="2589530" y="133270"/>
                  </a:lnTo>
                  <a:lnTo>
                    <a:pt x="2582672" y="133270"/>
                  </a:lnTo>
                  <a:lnTo>
                    <a:pt x="2582672" y="128825"/>
                  </a:lnTo>
                  <a:lnTo>
                    <a:pt x="2570353" y="128825"/>
                  </a:lnTo>
                  <a:lnTo>
                    <a:pt x="2552827" y="114220"/>
                  </a:lnTo>
                  <a:close/>
                </a:path>
                <a:path w="2612390" h="228600">
                  <a:moveTo>
                    <a:pt x="2529966" y="95170"/>
                  </a:moveTo>
                  <a:lnTo>
                    <a:pt x="0" y="95170"/>
                  </a:lnTo>
                  <a:lnTo>
                    <a:pt x="0" y="133270"/>
                  </a:lnTo>
                  <a:lnTo>
                    <a:pt x="2529967" y="133270"/>
                  </a:lnTo>
                  <a:lnTo>
                    <a:pt x="2552827" y="114220"/>
                  </a:lnTo>
                  <a:lnTo>
                    <a:pt x="2529966" y="95170"/>
                  </a:lnTo>
                  <a:close/>
                </a:path>
                <a:path w="2612390" h="228600">
                  <a:moveTo>
                    <a:pt x="2589530" y="95170"/>
                  </a:moveTo>
                  <a:lnTo>
                    <a:pt x="2582672" y="95170"/>
                  </a:lnTo>
                  <a:lnTo>
                    <a:pt x="2582672" y="133270"/>
                  </a:lnTo>
                  <a:lnTo>
                    <a:pt x="2589530" y="133270"/>
                  </a:lnTo>
                  <a:lnTo>
                    <a:pt x="2612390" y="114220"/>
                  </a:lnTo>
                  <a:lnTo>
                    <a:pt x="2589530" y="95170"/>
                  </a:lnTo>
                  <a:close/>
                </a:path>
                <a:path w="2612390" h="228600">
                  <a:moveTo>
                    <a:pt x="2570353" y="99615"/>
                  </a:moveTo>
                  <a:lnTo>
                    <a:pt x="2552827" y="114220"/>
                  </a:lnTo>
                  <a:lnTo>
                    <a:pt x="2570353" y="128825"/>
                  </a:lnTo>
                  <a:lnTo>
                    <a:pt x="2570353" y="99615"/>
                  </a:lnTo>
                  <a:close/>
                </a:path>
                <a:path w="2612390" h="228600">
                  <a:moveTo>
                    <a:pt x="2582672" y="99615"/>
                  </a:moveTo>
                  <a:lnTo>
                    <a:pt x="2570353" y="99615"/>
                  </a:lnTo>
                  <a:lnTo>
                    <a:pt x="2570353" y="128825"/>
                  </a:lnTo>
                  <a:lnTo>
                    <a:pt x="2582672" y="128825"/>
                  </a:lnTo>
                  <a:lnTo>
                    <a:pt x="2582672" y="99615"/>
                  </a:lnTo>
                  <a:close/>
                </a:path>
                <a:path w="2612390" h="228600">
                  <a:moveTo>
                    <a:pt x="2466578" y="0"/>
                  </a:moveTo>
                  <a:lnTo>
                    <a:pt x="2459543" y="2026"/>
                  </a:lnTo>
                  <a:lnTo>
                    <a:pt x="2453640" y="6778"/>
                  </a:lnTo>
                  <a:lnTo>
                    <a:pt x="2450052" y="13448"/>
                  </a:lnTo>
                  <a:lnTo>
                    <a:pt x="2449322" y="20700"/>
                  </a:lnTo>
                  <a:lnTo>
                    <a:pt x="2451354" y="27691"/>
                  </a:lnTo>
                  <a:lnTo>
                    <a:pt x="2456053" y="33575"/>
                  </a:lnTo>
                  <a:lnTo>
                    <a:pt x="2552827" y="114220"/>
                  </a:lnTo>
                  <a:lnTo>
                    <a:pt x="2570353" y="99615"/>
                  </a:lnTo>
                  <a:lnTo>
                    <a:pt x="2582672" y="99615"/>
                  </a:lnTo>
                  <a:lnTo>
                    <a:pt x="2582672" y="95170"/>
                  </a:lnTo>
                  <a:lnTo>
                    <a:pt x="2589530" y="95170"/>
                  </a:lnTo>
                  <a:lnTo>
                    <a:pt x="2480564" y="4365"/>
                  </a:lnTo>
                  <a:lnTo>
                    <a:pt x="2473874" y="760"/>
                  </a:lnTo>
                  <a:lnTo>
                    <a:pt x="246657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753100" y="1685925"/>
              <a:ext cx="0" cy="1260475"/>
            </a:xfrm>
            <a:custGeom>
              <a:avLst/>
              <a:gdLst/>
              <a:ahLst/>
              <a:cxnLst/>
              <a:rect l="l" t="t" r="r" b="b"/>
              <a:pathLst>
                <a:path w="0" h="1260475">
                  <a:moveTo>
                    <a:pt x="0" y="1259967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2877058" y="598169"/>
              <a:ext cx="143510" cy="1105535"/>
            </a:xfrm>
            <a:custGeom>
              <a:avLst/>
              <a:gdLst/>
              <a:ahLst/>
              <a:cxnLst/>
              <a:rect l="l" t="t" r="r" b="b"/>
              <a:pathLst>
                <a:path w="143510" h="1105535">
                  <a:moveTo>
                    <a:pt x="143383" y="0"/>
                  </a:moveTo>
                  <a:lnTo>
                    <a:pt x="103647" y="19907"/>
                  </a:lnTo>
                  <a:lnTo>
                    <a:pt x="68961" y="65531"/>
                  </a:lnTo>
                  <a:lnTo>
                    <a:pt x="44894" y="134683"/>
                  </a:lnTo>
                  <a:lnTo>
                    <a:pt x="38850" y="177260"/>
                  </a:lnTo>
                  <a:lnTo>
                    <a:pt x="36830" y="225170"/>
                  </a:lnTo>
                  <a:lnTo>
                    <a:pt x="37425" y="245673"/>
                  </a:lnTo>
                  <a:lnTo>
                    <a:pt x="39211" y="270414"/>
                  </a:lnTo>
                  <a:lnTo>
                    <a:pt x="42187" y="299394"/>
                  </a:lnTo>
                  <a:lnTo>
                    <a:pt x="50522" y="365452"/>
                  </a:lnTo>
                  <a:lnTo>
                    <a:pt x="53498" y="393303"/>
                  </a:lnTo>
                  <a:lnTo>
                    <a:pt x="55284" y="416177"/>
                  </a:lnTo>
                  <a:lnTo>
                    <a:pt x="55880" y="434085"/>
                  </a:lnTo>
                  <a:lnTo>
                    <a:pt x="54953" y="460043"/>
                  </a:lnTo>
                  <a:lnTo>
                    <a:pt x="47575" y="501433"/>
                  </a:lnTo>
                  <a:lnTo>
                    <a:pt x="23431" y="537733"/>
                  </a:lnTo>
                  <a:lnTo>
                    <a:pt x="0" y="545338"/>
                  </a:lnTo>
                  <a:lnTo>
                    <a:pt x="0" y="559688"/>
                  </a:lnTo>
                  <a:lnTo>
                    <a:pt x="41148" y="588137"/>
                  </a:lnTo>
                  <a:lnTo>
                    <a:pt x="54953" y="644983"/>
                  </a:lnTo>
                  <a:lnTo>
                    <a:pt x="55880" y="670940"/>
                  </a:lnTo>
                  <a:lnTo>
                    <a:pt x="55284" y="688867"/>
                  </a:lnTo>
                  <a:lnTo>
                    <a:pt x="53498" y="711771"/>
                  </a:lnTo>
                  <a:lnTo>
                    <a:pt x="50522" y="739628"/>
                  </a:lnTo>
                  <a:lnTo>
                    <a:pt x="42187" y="805632"/>
                  </a:lnTo>
                  <a:lnTo>
                    <a:pt x="39211" y="834612"/>
                  </a:lnTo>
                  <a:lnTo>
                    <a:pt x="37425" y="859353"/>
                  </a:lnTo>
                  <a:lnTo>
                    <a:pt x="36830" y="879855"/>
                  </a:lnTo>
                  <a:lnTo>
                    <a:pt x="38850" y="927766"/>
                  </a:lnTo>
                  <a:lnTo>
                    <a:pt x="44894" y="970343"/>
                  </a:lnTo>
                  <a:lnTo>
                    <a:pt x="54939" y="1007586"/>
                  </a:lnTo>
                  <a:lnTo>
                    <a:pt x="85679" y="1065522"/>
                  </a:lnTo>
                  <a:lnTo>
                    <a:pt x="122878" y="1098288"/>
                  </a:lnTo>
                  <a:lnTo>
                    <a:pt x="143383" y="1105027"/>
                  </a:lnTo>
                  <a:lnTo>
                    <a:pt x="143383" y="1091818"/>
                  </a:lnTo>
                  <a:lnTo>
                    <a:pt x="126474" y="1084081"/>
                  </a:lnTo>
                  <a:lnTo>
                    <a:pt x="111363" y="1071165"/>
                  </a:lnTo>
                  <a:lnTo>
                    <a:pt x="86487" y="1029842"/>
                  </a:lnTo>
                  <a:lnTo>
                    <a:pt x="70373" y="969803"/>
                  </a:lnTo>
                  <a:lnTo>
                    <a:pt x="65024" y="893190"/>
                  </a:lnTo>
                  <a:lnTo>
                    <a:pt x="65569" y="870118"/>
                  </a:lnTo>
                  <a:lnTo>
                    <a:pt x="67198" y="843962"/>
                  </a:lnTo>
                  <a:lnTo>
                    <a:pt x="69899" y="814734"/>
                  </a:lnTo>
                  <a:lnTo>
                    <a:pt x="77473" y="751395"/>
                  </a:lnTo>
                  <a:lnTo>
                    <a:pt x="80168" y="725868"/>
                  </a:lnTo>
                  <a:lnTo>
                    <a:pt x="81768" y="705865"/>
                  </a:lnTo>
                  <a:lnTo>
                    <a:pt x="82296" y="691388"/>
                  </a:lnTo>
                  <a:lnTo>
                    <a:pt x="81387" y="666938"/>
                  </a:lnTo>
                  <a:lnTo>
                    <a:pt x="74044" y="622897"/>
                  </a:lnTo>
                  <a:lnTo>
                    <a:pt x="59543" y="586303"/>
                  </a:lnTo>
                  <a:lnTo>
                    <a:pt x="27431" y="554227"/>
                  </a:lnTo>
                  <a:lnTo>
                    <a:pt x="27431" y="550799"/>
                  </a:lnTo>
                  <a:lnTo>
                    <a:pt x="59543" y="518777"/>
                  </a:lnTo>
                  <a:lnTo>
                    <a:pt x="74044" y="482147"/>
                  </a:lnTo>
                  <a:lnTo>
                    <a:pt x="81387" y="438142"/>
                  </a:lnTo>
                  <a:lnTo>
                    <a:pt x="82296" y="413638"/>
                  </a:lnTo>
                  <a:lnTo>
                    <a:pt x="81768" y="399160"/>
                  </a:lnTo>
                  <a:lnTo>
                    <a:pt x="80168" y="379158"/>
                  </a:lnTo>
                  <a:lnTo>
                    <a:pt x="77473" y="353631"/>
                  </a:lnTo>
                  <a:lnTo>
                    <a:pt x="69899" y="290292"/>
                  </a:lnTo>
                  <a:lnTo>
                    <a:pt x="67198" y="261064"/>
                  </a:lnTo>
                  <a:lnTo>
                    <a:pt x="65569" y="234908"/>
                  </a:lnTo>
                  <a:lnTo>
                    <a:pt x="65024" y="211835"/>
                  </a:lnTo>
                  <a:lnTo>
                    <a:pt x="66359" y="171446"/>
                  </a:lnTo>
                  <a:lnTo>
                    <a:pt x="77079" y="103143"/>
                  </a:lnTo>
                  <a:lnTo>
                    <a:pt x="98038" y="51944"/>
                  </a:lnTo>
                  <a:lnTo>
                    <a:pt x="126474" y="20945"/>
                  </a:lnTo>
                  <a:lnTo>
                    <a:pt x="143383" y="13207"/>
                  </a:lnTo>
                  <a:lnTo>
                    <a:pt x="14338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053334" y="1292097"/>
              <a:ext cx="497205" cy="236220"/>
            </a:xfrm>
            <a:custGeom>
              <a:avLst/>
              <a:gdLst/>
              <a:ahLst/>
              <a:cxnLst/>
              <a:rect l="l" t="t" r="r" b="b"/>
              <a:pathLst>
                <a:path w="497204" h="236219">
                  <a:moveTo>
                    <a:pt x="154698" y="97853"/>
                  </a:moveTo>
                  <a:lnTo>
                    <a:pt x="0" y="97853"/>
                  </a:lnTo>
                  <a:lnTo>
                    <a:pt x="0" y="114554"/>
                  </a:lnTo>
                  <a:lnTo>
                    <a:pt x="154698" y="114554"/>
                  </a:lnTo>
                  <a:lnTo>
                    <a:pt x="154698" y="97853"/>
                  </a:lnTo>
                  <a:close/>
                </a:path>
                <a:path w="497204" h="236219">
                  <a:moveTo>
                    <a:pt x="231648" y="173609"/>
                  </a:moveTo>
                  <a:lnTo>
                    <a:pt x="227330" y="172466"/>
                  </a:lnTo>
                  <a:lnTo>
                    <a:pt x="224574" y="171323"/>
                  </a:lnTo>
                  <a:lnTo>
                    <a:pt x="224434" y="171323"/>
                  </a:lnTo>
                  <a:lnTo>
                    <a:pt x="222377" y="169672"/>
                  </a:lnTo>
                  <a:lnTo>
                    <a:pt x="220459" y="168275"/>
                  </a:lnTo>
                  <a:lnTo>
                    <a:pt x="219202" y="166116"/>
                  </a:lnTo>
                  <a:lnTo>
                    <a:pt x="217919" y="160528"/>
                  </a:lnTo>
                  <a:lnTo>
                    <a:pt x="217614" y="156464"/>
                  </a:lnTo>
                  <a:lnTo>
                    <a:pt x="217551" y="0"/>
                  </a:lnTo>
                  <a:lnTo>
                    <a:pt x="210045" y="0"/>
                  </a:lnTo>
                  <a:lnTo>
                    <a:pt x="179705" y="1270"/>
                  </a:lnTo>
                  <a:lnTo>
                    <a:pt x="179705" y="7747"/>
                  </a:lnTo>
                  <a:lnTo>
                    <a:pt x="184023" y="8509"/>
                  </a:lnTo>
                  <a:lnTo>
                    <a:pt x="186944" y="9271"/>
                  </a:lnTo>
                  <a:lnTo>
                    <a:pt x="194691" y="18288"/>
                  </a:lnTo>
                  <a:lnTo>
                    <a:pt x="195326" y="20447"/>
                  </a:lnTo>
                  <a:lnTo>
                    <a:pt x="195580" y="23241"/>
                  </a:lnTo>
                  <a:lnTo>
                    <a:pt x="195707" y="26416"/>
                  </a:lnTo>
                  <a:lnTo>
                    <a:pt x="195834" y="156464"/>
                  </a:lnTo>
                  <a:lnTo>
                    <a:pt x="195453" y="159258"/>
                  </a:lnTo>
                  <a:lnTo>
                    <a:pt x="195199" y="162052"/>
                  </a:lnTo>
                  <a:lnTo>
                    <a:pt x="181737" y="173609"/>
                  </a:lnTo>
                  <a:lnTo>
                    <a:pt x="181737" y="179705"/>
                  </a:lnTo>
                  <a:lnTo>
                    <a:pt x="231648" y="179705"/>
                  </a:lnTo>
                  <a:lnTo>
                    <a:pt x="231648" y="173609"/>
                  </a:lnTo>
                  <a:close/>
                </a:path>
                <a:path w="497204" h="236219">
                  <a:moveTo>
                    <a:pt x="361810" y="118237"/>
                  </a:moveTo>
                  <a:lnTo>
                    <a:pt x="361111" y="106743"/>
                  </a:lnTo>
                  <a:lnTo>
                    <a:pt x="360984" y="104800"/>
                  </a:lnTo>
                  <a:lnTo>
                    <a:pt x="360959" y="104305"/>
                  </a:lnTo>
                  <a:lnTo>
                    <a:pt x="341541" y="67437"/>
                  </a:lnTo>
                  <a:lnTo>
                    <a:pt x="338074" y="65176"/>
                  </a:lnTo>
                  <a:lnTo>
                    <a:pt x="338074" y="128270"/>
                  </a:lnTo>
                  <a:lnTo>
                    <a:pt x="337566" y="134620"/>
                  </a:lnTo>
                  <a:lnTo>
                    <a:pt x="336423" y="140716"/>
                  </a:lnTo>
                  <a:lnTo>
                    <a:pt x="335407" y="146812"/>
                  </a:lnTo>
                  <a:lnTo>
                    <a:pt x="333629" y="152146"/>
                  </a:lnTo>
                  <a:lnTo>
                    <a:pt x="331089" y="156718"/>
                  </a:lnTo>
                  <a:lnTo>
                    <a:pt x="328676" y="161290"/>
                  </a:lnTo>
                  <a:lnTo>
                    <a:pt x="325501" y="164973"/>
                  </a:lnTo>
                  <a:lnTo>
                    <a:pt x="321564" y="167767"/>
                  </a:lnTo>
                  <a:lnTo>
                    <a:pt x="317627" y="170434"/>
                  </a:lnTo>
                  <a:lnTo>
                    <a:pt x="312801" y="171831"/>
                  </a:lnTo>
                  <a:lnTo>
                    <a:pt x="307213" y="171831"/>
                  </a:lnTo>
                  <a:lnTo>
                    <a:pt x="277469" y="141058"/>
                  </a:lnTo>
                  <a:lnTo>
                    <a:pt x="275602" y="121666"/>
                  </a:lnTo>
                  <a:lnTo>
                    <a:pt x="275564" y="120777"/>
                  </a:lnTo>
                  <a:lnTo>
                    <a:pt x="283464" y="80645"/>
                  </a:lnTo>
                  <a:lnTo>
                    <a:pt x="306832" y="67437"/>
                  </a:lnTo>
                  <a:lnTo>
                    <a:pt x="312801" y="67437"/>
                  </a:lnTo>
                  <a:lnTo>
                    <a:pt x="318262" y="69342"/>
                  </a:lnTo>
                  <a:lnTo>
                    <a:pt x="322961" y="73266"/>
                  </a:lnTo>
                  <a:lnTo>
                    <a:pt x="327533" y="76962"/>
                  </a:lnTo>
                  <a:lnTo>
                    <a:pt x="331343" y="82931"/>
                  </a:lnTo>
                  <a:lnTo>
                    <a:pt x="334010" y="91059"/>
                  </a:lnTo>
                  <a:lnTo>
                    <a:pt x="335762" y="97548"/>
                  </a:lnTo>
                  <a:lnTo>
                    <a:pt x="336943" y="104305"/>
                  </a:lnTo>
                  <a:lnTo>
                    <a:pt x="337032" y="104800"/>
                  </a:lnTo>
                  <a:lnTo>
                    <a:pt x="337807" y="112839"/>
                  </a:lnTo>
                  <a:lnTo>
                    <a:pt x="337972" y="118237"/>
                  </a:lnTo>
                  <a:lnTo>
                    <a:pt x="338074" y="128270"/>
                  </a:lnTo>
                  <a:lnTo>
                    <a:pt x="338074" y="65176"/>
                  </a:lnTo>
                  <a:lnTo>
                    <a:pt x="330949" y="61442"/>
                  </a:lnTo>
                  <a:lnTo>
                    <a:pt x="319951" y="58508"/>
                  </a:lnTo>
                  <a:lnTo>
                    <a:pt x="307340" y="57531"/>
                  </a:lnTo>
                  <a:lnTo>
                    <a:pt x="299478" y="57962"/>
                  </a:lnTo>
                  <a:lnTo>
                    <a:pt x="262877" y="79044"/>
                  </a:lnTo>
                  <a:lnTo>
                    <a:pt x="251828" y="118237"/>
                  </a:lnTo>
                  <a:lnTo>
                    <a:pt x="251764" y="121666"/>
                  </a:lnTo>
                  <a:lnTo>
                    <a:pt x="252552" y="134620"/>
                  </a:lnTo>
                  <a:lnTo>
                    <a:pt x="252564" y="134924"/>
                  </a:lnTo>
                  <a:lnTo>
                    <a:pt x="273062" y="173062"/>
                  </a:lnTo>
                  <a:lnTo>
                    <a:pt x="305308" y="181737"/>
                  </a:lnTo>
                  <a:lnTo>
                    <a:pt x="313677" y="181292"/>
                  </a:lnTo>
                  <a:lnTo>
                    <a:pt x="351091" y="159931"/>
                  </a:lnTo>
                  <a:lnTo>
                    <a:pt x="361365" y="128270"/>
                  </a:lnTo>
                  <a:lnTo>
                    <a:pt x="361391" y="128092"/>
                  </a:lnTo>
                  <a:lnTo>
                    <a:pt x="361657" y="121666"/>
                  </a:lnTo>
                  <a:lnTo>
                    <a:pt x="361696" y="120777"/>
                  </a:lnTo>
                  <a:lnTo>
                    <a:pt x="361810" y="118237"/>
                  </a:lnTo>
                  <a:close/>
                </a:path>
                <a:path w="497204" h="236219">
                  <a:moveTo>
                    <a:pt x="496697" y="59690"/>
                  </a:moveTo>
                  <a:lnTo>
                    <a:pt x="458089" y="59690"/>
                  </a:lnTo>
                  <a:lnTo>
                    <a:pt x="458089" y="92583"/>
                  </a:lnTo>
                  <a:lnTo>
                    <a:pt x="458089" y="103886"/>
                  </a:lnTo>
                  <a:lnTo>
                    <a:pt x="457720" y="107619"/>
                  </a:lnTo>
                  <a:lnTo>
                    <a:pt x="457708" y="107823"/>
                  </a:lnTo>
                  <a:lnTo>
                    <a:pt x="456819" y="111633"/>
                  </a:lnTo>
                  <a:lnTo>
                    <a:pt x="455930" y="115316"/>
                  </a:lnTo>
                  <a:lnTo>
                    <a:pt x="454533" y="118618"/>
                  </a:lnTo>
                  <a:lnTo>
                    <a:pt x="452628" y="121412"/>
                  </a:lnTo>
                  <a:lnTo>
                    <a:pt x="450723" y="124333"/>
                  </a:lnTo>
                  <a:lnTo>
                    <a:pt x="448310" y="126492"/>
                  </a:lnTo>
                  <a:lnTo>
                    <a:pt x="445262" y="128143"/>
                  </a:lnTo>
                  <a:lnTo>
                    <a:pt x="442341" y="129794"/>
                  </a:lnTo>
                  <a:lnTo>
                    <a:pt x="438658" y="130556"/>
                  </a:lnTo>
                  <a:lnTo>
                    <a:pt x="426339" y="130556"/>
                  </a:lnTo>
                  <a:lnTo>
                    <a:pt x="420243" y="127762"/>
                  </a:lnTo>
                  <a:lnTo>
                    <a:pt x="411607" y="116332"/>
                  </a:lnTo>
                  <a:lnTo>
                    <a:pt x="409575" y="108331"/>
                  </a:lnTo>
                  <a:lnTo>
                    <a:pt x="409575" y="87884"/>
                  </a:lnTo>
                  <a:lnTo>
                    <a:pt x="411607" y="80264"/>
                  </a:lnTo>
                  <a:lnTo>
                    <a:pt x="415798" y="74930"/>
                  </a:lnTo>
                  <a:lnTo>
                    <a:pt x="419989" y="69723"/>
                  </a:lnTo>
                  <a:lnTo>
                    <a:pt x="426085" y="67056"/>
                  </a:lnTo>
                  <a:lnTo>
                    <a:pt x="438658" y="67056"/>
                  </a:lnTo>
                  <a:lnTo>
                    <a:pt x="442849" y="68199"/>
                  </a:lnTo>
                  <a:lnTo>
                    <a:pt x="446405" y="70485"/>
                  </a:lnTo>
                  <a:lnTo>
                    <a:pt x="449465" y="72390"/>
                  </a:lnTo>
                  <a:lnTo>
                    <a:pt x="458089" y="92583"/>
                  </a:lnTo>
                  <a:lnTo>
                    <a:pt x="458089" y="59690"/>
                  </a:lnTo>
                  <a:lnTo>
                    <a:pt x="452247" y="59690"/>
                  </a:lnTo>
                  <a:lnTo>
                    <a:pt x="446811" y="58420"/>
                  </a:lnTo>
                  <a:lnTo>
                    <a:pt x="447268" y="58420"/>
                  </a:lnTo>
                  <a:lnTo>
                    <a:pt x="440309" y="57531"/>
                  </a:lnTo>
                  <a:lnTo>
                    <a:pt x="427609" y="57531"/>
                  </a:lnTo>
                  <a:lnTo>
                    <a:pt x="421386" y="58420"/>
                  </a:lnTo>
                  <a:lnTo>
                    <a:pt x="415544" y="60071"/>
                  </a:lnTo>
                  <a:lnTo>
                    <a:pt x="409829" y="61849"/>
                  </a:lnTo>
                  <a:lnTo>
                    <a:pt x="404749" y="64389"/>
                  </a:lnTo>
                  <a:lnTo>
                    <a:pt x="400558" y="67945"/>
                  </a:lnTo>
                  <a:lnTo>
                    <a:pt x="397446" y="70485"/>
                  </a:lnTo>
                  <a:lnTo>
                    <a:pt x="396265" y="71501"/>
                  </a:lnTo>
                  <a:lnTo>
                    <a:pt x="393065" y="75692"/>
                  </a:lnTo>
                  <a:lnTo>
                    <a:pt x="388239" y="86360"/>
                  </a:lnTo>
                  <a:lnTo>
                    <a:pt x="387096" y="92583"/>
                  </a:lnTo>
                  <a:lnTo>
                    <a:pt x="387146" y="107823"/>
                  </a:lnTo>
                  <a:lnTo>
                    <a:pt x="388620" y="114427"/>
                  </a:lnTo>
                  <a:lnTo>
                    <a:pt x="391795" y="120396"/>
                  </a:lnTo>
                  <a:lnTo>
                    <a:pt x="394843" y="126492"/>
                  </a:lnTo>
                  <a:lnTo>
                    <a:pt x="399542" y="131191"/>
                  </a:lnTo>
                  <a:lnTo>
                    <a:pt x="405511" y="134747"/>
                  </a:lnTo>
                  <a:lnTo>
                    <a:pt x="398703" y="139903"/>
                  </a:lnTo>
                  <a:lnTo>
                    <a:pt x="393954" y="144399"/>
                  </a:lnTo>
                  <a:lnTo>
                    <a:pt x="391287" y="148336"/>
                  </a:lnTo>
                  <a:lnTo>
                    <a:pt x="388620" y="152400"/>
                  </a:lnTo>
                  <a:lnTo>
                    <a:pt x="387350" y="156718"/>
                  </a:lnTo>
                  <a:lnTo>
                    <a:pt x="387350" y="165735"/>
                  </a:lnTo>
                  <a:lnTo>
                    <a:pt x="399923" y="179451"/>
                  </a:lnTo>
                  <a:lnTo>
                    <a:pt x="393573" y="182753"/>
                  </a:lnTo>
                  <a:lnTo>
                    <a:pt x="388620" y="186563"/>
                  </a:lnTo>
                  <a:lnTo>
                    <a:pt x="385064" y="190881"/>
                  </a:lnTo>
                  <a:lnTo>
                    <a:pt x="381508" y="195072"/>
                  </a:lnTo>
                  <a:lnTo>
                    <a:pt x="379907" y="199390"/>
                  </a:lnTo>
                  <a:lnTo>
                    <a:pt x="379831" y="211455"/>
                  </a:lnTo>
                  <a:lnTo>
                    <a:pt x="381127" y="215900"/>
                  </a:lnTo>
                  <a:lnTo>
                    <a:pt x="420370" y="235331"/>
                  </a:lnTo>
                  <a:lnTo>
                    <a:pt x="428117" y="235839"/>
                  </a:lnTo>
                  <a:lnTo>
                    <a:pt x="436499" y="235839"/>
                  </a:lnTo>
                  <a:lnTo>
                    <a:pt x="474980" y="227203"/>
                  </a:lnTo>
                  <a:lnTo>
                    <a:pt x="476719" y="225933"/>
                  </a:lnTo>
                  <a:lnTo>
                    <a:pt x="481457" y="222504"/>
                  </a:lnTo>
                  <a:lnTo>
                    <a:pt x="486029" y="216281"/>
                  </a:lnTo>
                  <a:lnTo>
                    <a:pt x="490474" y="210185"/>
                  </a:lnTo>
                  <a:lnTo>
                    <a:pt x="492760" y="203200"/>
                  </a:lnTo>
                  <a:lnTo>
                    <a:pt x="492760" y="189103"/>
                  </a:lnTo>
                  <a:lnTo>
                    <a:pt x="491617" y="183642"/>
                  </a:lnTo>
                  <a:lnTo>
                    <a:pt x="490601" y="181737"/>
                  </a:lnTo>
                  <a:lnTo>
                    <a:pt x="489204" y="179070"/>
                  </a:lnTo>
                  <a:lnTo>
                    <a:pt x="486791" y="174371"/>
                  </a:lnTo>
                  <a:lnTo>
                    <a:pt x="482854" y="170688"/>
                  </a:lnTo>
                  <a:lnTo>
                    <a:pt x="477266" y="167894"/>
                  </a:lnTo>
                  <a:lnTo>
                    <a:pt x="472313" y="165481"/>
                  </a:lnTo>
                  <a:lnTo>
                    <a:pt x="472313" y="198755"/>
                  </a:lnTo>
                  <a:lnTo>
                    <a:pt x="472313" y="206121"/>
                  </a:lnTo>
                  <a:lnTo>
                    <a:pt x="470992" y="210185"/>
                  </a:lnTo>
                  <a:lnTo>
                    <a:pt x="470916" y="210439"/>
                  </a:lnTo>
                  <a:lnTo>
                    <a:pt x="467995" y="214249"/>
                  </a:lnTo>
                  <a:lnTo>
                    <a:pt x="465201" y="218059"/>
                  </a:lnTo>
                  <a:lnTo>
                    <a:pt x="461137" y="220853"/>
                  </a:lnTo>
                  <a:lnTo>
                    <a:pt x="450215" y="224917"/>
                  </a:lnTo>
                  <a:lnTo>
                    <a:pt x="443865" y="225933"/>
                  </a:lnTo>
                  <a:lnTo>
                    <a:pt x="436245" y="225933"/>
                  </a:lnTo>
                  <a:lnTo>
                    <a:pt x="399796" y="211455"/>
                  </a:lnTo>
                  <a:lnTo>
                    <a:pt x="399796" y="199390"/>
                  </a:lnTo>
                  <a:lnTo>
                    <a:pt x="412623" y="181737"/>
                  </a:lnTo>
                  <a:lnTo>
                    <a:pt x="417830" y="182245"/>
                  </a:lnTo>
                  <a:lnTo>
                    <a:pt x="423799" y="182499"/>
                  </a:lnTo>
                  <a:lnTo>
                    <a:pt x="454152" y="182499"/>
                  </a:lnTo>
                  <a:lnTo>
                    <a:pt x="458089" y="183007"/>
                  </a:lnTo>
                  <a:lnTo>
                    <a:pt x="472313" y="198755"/>
                  </a:lnTo>
                  <a:lnTo>
                    <a:pt x="472313" y="165481"/>
                  </a:lnTo>
                  <a:lnTo>
                    <a:pt x="471551" y="165100"/>
                  </a:lnTo>
                  <a:lnTo>
                    <a:pt x="464312" y="163703"/>
                  </a:lnTo>
                  <a:lnTo>
                    <a:pt x="419608" y="163703"/>
                  </a:lnTo>
                  <a:lnTo>
                    <a:pt x="415417" y="163449"/>
                  </a:lnTo>
                  <a:lnTo>
                    <a:pt x="404749" y="155448"/>
                  </a:lnTo>
                  <a:lnTo>
                    <a:pt x="404749" y="147701"/>
                  </a:lnTo>
                  <a:lnTo>
                    <a:pt x="407924" y="142875"/>
                  </a:lnTo>
                  <a:lnTo>
                    <a:pt x="414274" y="138049"/>
                  </a:lnTo>
                  <a:lnTo>
                    <a:pt x="419557" y="139903"/>
                  </a:lnTo>
                  <a:lnTo>
                    <a:pt x="419912" y="139903"/>
                  </a:lnTo>
                  <a:lnTo>
                    <a:pt x="425323" y="140589"/>
                  </a:lnTo>
                  <a:lnTo>
                    <a:pt x="432308" y="140589"/>
                  </a:lnTo>
                  <a:lnTo>
                    <a:pt x="443255" y="139903"/>
                  </a:lnTo>
                  <a:lnTo>
                    <a:pt x="451840" y="138049"/>
                  </a:lnTo>
                  <a:lnTo>
                    <a:pt x="452882" y="137833"/>
                  </a:lnTo>
                  <a:lnTo>
                    <a:pt x="461162" y="134378"/>
                  </a:lnTo>
                  <a:lnTo>
                    <a:pt x="466648" y="130556"/>
                  </a:lnTo>
                  <a:lnTo>
                    <a:pt x="468122" y="129540"/>
                  </a:lnTo>
                  <a:lnTo>
                    <a:pt x="473621" y="123431"/>
                  </a:lnTo>
                  <a:lnTo>
                    <a:pt x="477431" y="116332"/>
                  </a:lnTo>
                  <a:lnTo>
                    <a:pt x="477545" y="116116"/>
                  </a:lnTo>
                  <a:lnTo>
                    <a:pt x="479844" y="107823"/>
                  </a:lnTo>
                  <a:lnTo>
                    <a:pt x="479907" y="107619"/>
                  </a:lnTo>
                  <a:lnTo>
                    <a:pt x="480695" y="97917"/>
                  </a:lnTo>
                  <a:lnTo>
                    <a:pt x="480669" y="92583"/>
                  </a:lnTo>
                  <a:lnTo>
                    <a:pt x="479933" y="87884"/>
                  </a:lnTo>
                  <a:lnTo>
                    <a:pt x="478409" y="83439"/>
                  </a:lnTo>
                  <a:lnTo>
                    <a:pt x="477012" y="78994"/>
                  </a:lnTo>
                  <a:lnTo>
                    <a:pt x="474853" y="75438"/>
                  </a:lnTo>
                  <a:lnTo>
                    <a:pt x="472313" y="72898"/>
                  </a:lnTo>
                  <a:lnTo>
                    <a:pt x="473456" y="71501"/>
                  </a:lnTo>
                  <a:lnTo>
                    <a:pt x="496697" y="72390"/>
                  </a:lnTo>
                  <a:lnTo>
                    <a:pt x="496697" y="71501"/>
                  </a:lnTo>
                  <a:lnTo>
                    <a:pt x="496697" y="67056"/>
                  </a:lnTo>
                  <a:lnTo>
                    <a:pt x="496697" y="5969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8738" y="1186179"/>
              <a:ext cx="1720214" cy="42418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0653" y="1291462"/>
              <a:ext cx="159131" cy="18033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40678" y="1349755"/>
              <a:ext cx="139192" cy="1767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8953" y="1232661"/>
              <a:ext cx="188468" cy="176402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176775" y="3814825"/>
              <a:ext cx="0" cy="208279"/>
            </a:xfrm>
            <a:custGeom>
              <a:avLst/>
              <a:gdLst/>
              <a:ahLst/>
              <a:cxnLst/>
              <a:rect l="l" t="t" r="r" b="b"/>
              <a:pathLst>
                <a:path w="0" h="208279">
                  <a:moveTo>
                    <a:pt x="0" y="0"/>
                  </a:moveTo>
                  <a:lnTo>
                    <a:pt x="0" y="208229"/>
                  </a:lnTo>
                </a:path>
              </a:pathLst>
            </a:custGeom>
            <a:ln w="31750">
              <a:solidFill>
                <a:srgbClr val="0D0D0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600200" y="2143124"/>
              <a:ext cx="2916555" cy="1876425"/>
            </a:xfrm>
            <a:custGeom>
              <a:avLst/>
              <a:gdLst/>
              <a:ahLst/>
              <a:cxnLst/>
              <a:rect l="l" t="t" r="r" b="b"/>
              <a:pathLst>
                <a:path w="2916554" h="1876425">
                  <a:moveTo>
                    <a:pt x="2916047" y="1762125"/>
                  </a:moveTo>
                  <a:lnTo>
                    <a:pt x="2893187" y="1743075"/>
                  </a:lnTo>
                  <a:lnTo>
                    <a:pt x="2784221" y="1652270"/>
                  </a:lnTo>
                  <a:lnTo>
                    <a:pt x="2777528" y="1648675"/>
                  </a:lnTo>
                  <a:lnTo>
                    <a:pt x="2752991" y="1668614"/>
                  </a:lnTo>
                  <a:lnTo>
                    <a:pt x="2755061" y="1675599"/>
                  </a:lnTo>
                  <a:lnTo>
                    <a:pt x="2759837" y="1681480"/>
                  </a:lnTo>
                  <a:lnTo>
                    <a:pt x="2833713" y="1743075"/>
                  </a:lnTo>
                  <a:lnTo>
                    <a:pt x="230276" y="1743075"/>
                  </a:lnTo>
                  <a:lnTo>
                    <a:pt x="228727" y="163068"/>
                  </a:lnTo>
                  <a:lnTo>
                    <a:pt x="228650" y="82270"/>
                  </a:lnTo>
                  <a:lnTo>
                    <a:pt x="290322" y="156083"/>
                  </a:lnTo>
                  <a:lnTo>
                    <a:pt x="296214" y="160858"/>
                  </a:lnTo>
                  <a:lnTo>
                    <a:pt x="303237" y="162915"/>
                  </a:lnTo>
                  <a:lnTo>
                    <a:pt x="310502" y="162166"/>
                  </a:lnTo>
                  <a:lnTo>
                    <a:pt x="317119" y="158496"/>
                  </a:lnTo>
                  <a:lnTo>
                    <a:pt x="321868" y="152615"/>
                  </a:lnTo>
                  <a:lnTo>
                    <a:pt x="323811" y="145884"/>
                  </a:lnTo>
                  <a:lnTo>
                    <a:pt x="323888" y="145630"/>
                  </a:lnTo>
                  <a:lnTo>
                    <a:pt x="323164" y="138633"/>
                  </a:lnTo>
                  <a:lnTo>
                    <a:pt x="323126" y="138379"/>
                  </a:lnTo>
                  <a:lnTo>
                    <a:pt x="319532" y="131699"/>
                  </a:lnTo>
                  <a:lnTo>
                    <a:pt x="234365" y="29718"/>
                  </a:lnTo>
                  <a:lnTo>
                    <a:pt x="209550" y="0"/>
                  </a:lnTo>
                  <a:lnTo>
                    <a:pt x="99822" y="131953"/>
                  </a:lnTo>
                  <a:lnTo>
                    <a:pt x="96215" y="138633"/>
                  </a:lnTo>
                  <a:lnTo>
                    <a:pt x="95478" y="145630"/>
                  </a:lnTo>
                  <a:lnTo>
                    <a:pt x="95453" y="145884"/>
                  </a:lnTo>
                  <a:lnTo>
                    <a:pt x="97396" y="152615"/>
                  </a:lnTo>
                  <a:lnTo>
                    <a:pt x="97472" y="152869"/>
                  </a:lnTo>
                  <a:lnTo>
                    <a:pt x="102235" y="158750"/>
                  </a:lnTo>
                  <a:lnTo>
                    <a:pt x="108902" y="162344"/>
                  </a:lnTo>
                  <a:lnTo>
                    <a:pt x="116154" y="163068"/>
                  </a:lnTo>
                  <a:lnTo>
                    <a:pt x="123139" y="161036"/>
                  </a:lnTo>
                  <a:lnTo>
                    <a:pt x="129032" y="156337"/>
                  </a:lnTo>
                  <a:lnTo>
                    <a:pt x="190550" y="82435"/>
                  </a:lnTo>
                  <a:lnTo>
                    <a:pt x="190690" y="82270"/>
                  </a:lnTo>
                  <a:lnTo>
                    <a:pt x="190627" y="163068"/>
                  </a:lnTo>
                  <a:lnTo>
                    <a:pt x="192176" y="1743075"/>
                  </a:lnTo>
                  <a:lnTo>
                    <a:pt x="0" y="1743075"/>
                  </a:lnTo>
                  <a:lnTo>
                    <a:pt x="0" y="1781175"/>
                  </a:lnTo>
                  <a:lnTo>
                    <a:pt x="192201" y="1781175"/>
                  </a:lnTo>
                  <a:lnTo>
                    <a:pt x="192278" y="1845957"/>
                  </a:lnTo>
                  <a:lnTo>
                    <a:pt x="230378" y="1845957"/>
                  </a:lnTo>
                  <a:lnTo>
                    <a:pt x="230301" y="1781175"/>
                  </a:lnTo>
                  <a:lnTo>
                    <a:pt x="2833713" y="1781175"/>
                  </a:lnTo>
                  <a:lnTo>
                    <a:pt x="2759837" y="1842744"/>
                  </a:lnTo>
                  <a:lnTo>
                    <a:pt x="2755061" y="1848650"/>
                  </a:lnTo>
                  <a:lnTo>
                    <a:pt x="2752991" y="1855660"/>
                  </a:lnTo>
                  <a:lnTo>
                    <a:pt x="2753703" y="1862924"/>
                  </a:lnTo>
                  <a:lnTo>
                    <a:pt x="2757297" y="1869567"/>
                  </a:lnTo>
                  <a:lnTo>
                    <a:pt x="2763189" y="1874316"/>
                  </a:lnTo>
                  <a:lnTo>
                    <a:pt x="2770225" y="1876348"/>
                  </a:lnTo>
                  <a:lnTo>
                    <a:pt x="2777528" y="1875612"/>
                  </a:lnTo>
                  <a:lnTo>
                    <a:pt x="2784221" y="1872005"/>
                  </a:lnTo>
                  <a:lnTo>
                    <a:pt x="2893187" y="1781175"/>
                  </a:lnTo>
                  <a:lnTo>
                    <a:pt x="2916047" y="17621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3" name="object 13"/>
          <p:cNvGrpSpPr/>
          <p:nvPr/>
        </p:nvGrpSpPr>
        <p:grpSpPr>
          <a:xfrm>
            <a:off x="555802" y="985011"/>
            <a:ext cx="1962785" cy="321945"/>
            <a:chOff x="555802" y="985011"/>
            <a:chExt cx="1962785" cy="32194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5802" y="1052702"/>
              <a:ext cx="118910" cy="1714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14126" y="985011"/>
              <a:ext cx="1803896" cy="321945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2624709" y="1116329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5">
                <a:moveTo>
                  <a:pt x="154686" y="52070"/>
                </a:moveTo>
                <a:lnTo>
                  <a:pt x="0" y="52070"/>
                </a:lnTo>
                <a:lnTo>
                  <a:pt x="0" y="68707"/>
                </a:lnTo>
                <a:lnTo>
                  <a:pt x="154686" y="68707"/>
                </a:lnTo>
                <a:lnTo>
                  <a:pt x="154686" y="52070"/>
                </a:lnTo>
                <a:close/>
              </a:path>
              <a:path w="154939" h="69215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01009" y="796797"/>
            <a:ext cx="497205" cy="236220"/>
          </a:xfrm>
          <a:custGeom>
            <a:avLst/>
            <a:gdLst/>
            <a:ahLst/>
            <a:cxnLst/>
            <a:rect l="l" t="t" r="r" b="b"/>
            <a:pathLst>
              <a:path w="497204" h="236219">
                <a:moveTo>
                  <a:pt x="154711" y="97853"/>
                </a:moveTo>
                <a:lnTo>
                  <a:pt x="0" y="97853"/>
                </a:lnTo>
                <a:lnTo>
                  <a:pt x="0" y="114554"/>
                </a:lnTo>
                <a:lnTo>
                  <a:pt x="154711" y="114554"/>
                </a:lnTo>
                <a:lnTo>
                  <a:pt x="154711" y="97853"/>
                </a:lnTo>
                <a:close/>
              </a:path>
              <a:path w="497204" h="236219">
                <a:moveTo>
                  <a:pt x="231648" y="173609"/>
                </a:moveTo>
                <a:lnTo>
                  <a:pt x="227330" y="172466"/>
                </a:lnTo>
                <a:lnTo>
                  <a:pt x="224586" y="171323"/>
                </a:lnTo>
                <a:lnTo>
                  <a:pt x="224434" y="171323"/>
                </a:lnTo>
                <a:lnTo>
                  <a:pt x="222377" y="169672"/>
                </a:lnTo>
                <a:lnTo>
                  <a:pt x="220472" y="168275"/>
                </a:lnTo>
                <a:lnTo>
                  <a:pt x="219202" y="166116"/>
                </a:lnTo>
                <a:lnTo>
                  <a:pt x="217932" y="160528"/>
                </a:lnTo>
                <a:lnTo>
                  <a:pt x="217627" y="156464"/>
                </a:lnTo>
                <a:lnTo>
                  <a:pt x="217551" y="0"/>
                </a:lnTo>
                <a:lnTo>
                  <a:pt x="210058" y="0"/>
                </a:lnTo>
                <a:lnTo>
                  <a:pt x="179705" y="1270"/>
                </a:lnTo>
                <a:lnTo>
                  <a:pt x="179705" y="7747"/>
                </a:lnTo>
                <a:lnTo>
                  <a:pt x="184023" y="8509"/>
                </a:lnTo>
                <a:lnTo>
                  <a:pt x="186944" y="9271"/>
                </a:lnTo>
                <a:lnTo>
                  <a:pt x="194691" y="18288"/>
                </a:lnTo>
                <a:lnTo>
                  <a:pt x="195326" y="20447"/>
                </a:lnTo>
                <a:lnTo>
                  <a:pt x="195580" y="23241"/>
                </a:lnTo>
                <a:lnTo>
                  <a:pt x="195707" y="26416"/>
                </a:lnTo>
                <a:lnTo>
                  <a:pt x="195834" y="156464"/>
                </a:lnTo>
                <a:lnTo>
                  <a:pt x="195453" y="159258"/>
                </a:lnTo>
                <a:lnTo>
                  <a:pt x="195199" y="162052"/>
                </a:lnTo>
                <a:lnTo>
                  <a:pt x="181737" y="173609"/>
                </a:lnTo>
                <a:lnTo>
                  <a:pt x="181737" y="179705"/>
                </a:lnTo>
                <a:lnTo>
                  <a:pt x="231648" y="179705"/>
                </a:lnTo>
                <a:lnTo>
                  <a:pt x="231648" y="173609"/>
                </a:lnTo>
                <a:close/>
              </a:path>
              <a:path w="497204" h="236219">
                <a:moveTo>
                  <a:pt x="361810" y="118237"/>
                </a:moveTo>
                <a:lnTo>
                  <a:pt x="361111" y="106743"/>
                </a:lnTo>
                <a:lnTo>
                  <a:pt x="360984" y="104800"/>
                </a:lnTo>
                <a:lnTo>
                  <a:pt x="360959" y="104305"/>
                </a:lnTo>
                <a:lnTo>
                  <a:pt x="341541" y="67437"/>
                </a:lnTo>
                <a:lnTo>
                  <a:pt x="338074" y="65176"/>
                </a:lnTo>
                <a:lnTo>
                  <a:pt x="338074" y="128270"/>
                </a:lnTo>
                <a:lnTo>
                  <a:pt x="337566" y="134620"/>
                </a:lnTo>
                <a:lnTo>
                  <a:pt x="336423" y="140716"/>
                </a:lnTo>
                <a:lnTo>
                  <a:pt x="335407" y="146812"/>
                </a:lnTo>
                <a:lnTo>
                  <a:pt x="333629" y="152146"/>
                </a:lnTo>
                <a:lnTo>
                  <a:pt x="331089" y="156718"/>
                </a:lnTo>
                <a:lnTo>
                  <a:pt x="328676" y="161290"/>
                </a:lnTo>
                <a:lnTo>
                  <a:pt x="325501" y="164973"/>
                </a:lnTo>
                <a:lnTo>
                  <a:pt x="321564" y="167767"/>
                </a:lnTo>
                <a:lnTo>
                  <a:pt x="317627" y="170434"/>
                </a:lnTo>
                <a:lnTo>
                  <a:pt x="312801" y="171831"/>
                </a:lnTo>
                <a:lnTo>
                  <a:pt x="307213" y="171831"/>
                </a:lnTo>
                <a:lnTo>
                  <a:pt x="277469" y="141058"/>
                </a:lnTo>
                <a:lnTo>
                  <a:pt x="275602" y="121666"/>
                </a:lnTo>
                <a:lnTo>
                  <a:pt x="275564" y="120777"/>
                </a:lnTo>
                <a:lnTo>
                  <a:pt x="283464" y="80645"/>
                </a:lnTo>
                <a:lnTo>
                  <a:pt x="306832" y="67437"/>
                </a:lnTo>
                <a:lnTo>
                  <a:pt x="312801" y="67437"/>
                </a:lnTo>
                <a:lnTo>
                  <a:pt x="318262" y="69342"/>
                </a:lnTo>
                <a:lnTo>
                  <a:pt x="322961" y="73266"/>
                </a:lnTo>
                <a:lnTo>
                  <a:pt x="327533" y="76962"/>
                </a:lnTo>
                <a:lnTo>
                  <a:pt x="331343" y="82931"/>
                </a:lnTo>
                <a:lnTo>
                  <a:pt x="334010" y="91059"/>
                </a:lnTo>
                <a:lnTo>
                  <a:pt x="335762" y="97548"/>
                </a:lnTo>
                <a:lnTo>
                  <a:pt x="336943" y="104305"/>
                </a:lnTo>
                <a:lnTo>
                  <a:pt x="337032" y="104800"/>
                </a:lnTo>
                <a:lnTo>
                  <a:pt x="337807" y="112839"/>
                </a:lnTo>
                <a:lnTo>
                  <a:pt x="337972" y="118237"/>
                </a:lnTo>
                <a:lnTo>
                  <a:pt x="338074" y="128270"/>
                </a:lnTo>
                <a:lnTo>
                  <a:pt x="338074" y="65176"/>
                </a:lnTo>
                <a:lnTo>
                  <a:pt x="330949" y="61442"/>
                </a:lnTo>
                <a:lnTo>
                  <a:pt x="319951" y="58508"/>
                </a:lnTo>
                <a:lnTo>
                  <a:pt x="307340" y="57531"/>
                </a:lnTo>
                <a:lnTo>
                  <a:pt x="299478" y="57962"/>
                </a:lnTo>
                <a:lnTo>
                  <a:pt x="262877" y="79044"/>
                </a:lnTo>
                <a:lnTo>
                  <a:pt x="251828" y="118237"/>
                </a:lnTo>
                <a:lnTo>
                  <a:pt x="251764" y="121666"/>
                </a:lnTo>
                <a:lnTo>
                  <a:pt x="252552" y="134620"/>
                </a:lnTo>
                <a:lnTo>
                  <a:pt x="252564" y="134924"/>
                </a:lnTo>
                <a:lnTo>
                  <a:pt x="273062" y="173062"/>
                </a:lnTo>
                <a:lnTo>
                  <a:pt x="305308" y="181737"/>
                </a:lnTo>
                <a:lnTo>
                  <a:pt x="313677" y="181292"/>
                </a:lnTo>
                <a:lnTo>
                  <a:pt x="351091" y="159931"/>
                </a:lnTo>
                <a:lnTo>
                  <a:pt x="361365" y="128270"/>
                </a:lnTo>
                <a:lnTo>
                  <a:pt x="361391" y="128092"/>
                </a:lnTo>
                <a:lnTo>
                  <a:pt x="361657" y="121666"/>
                </a:lnTo>
                <a:lnTo>
                  <a:pt x="361696" y="120777"/>
                </a:lnTo>
                <a:lnTo>
                  <a:pt x="361810" y="118237"/>
                </a:lnTo>
                <a:close/>
              </a:path>
              <a:path w="497204" h="236219">
                <a:moveTo>
                  <a:pt x="496697" y="59690"/>
                </a:moveTo>
                <a:lnTo>
                  <a:pt x="458089" y="59690"/>
                </a:lnTo>
                <a:lnTo>
                  <a:pt x="458089" y="92583"/>
                </a:lnTo>
                <a:lnTo>
                  <a:pt x="458089" y="103886"/>
                </a:lnTo>
                <a:lnTo>
                  <a:pt x="457720" y="107619"/>
                </a:lnTo>
                <a:lnTo>
                  <a:pt x="457708" y="107823"/>
                </a:lnTo>
                <a:lnTo>
                  <a:pt x="456819" y="111633"/>
                </a:lnTo>
                <a:lnTo>
                  <a:pt x="455930" y="115316"/>
                </a:lnTo>
                <a:lnTo>
                  <a:pt x="454533" y="118618"/>
                </a:lnTo>
                <a:lnTo>
                  <a:pt x="452628" y="121412"/>
                </a:lnTo>
                <a:lnTo>
                  <a:pt x="450723" y="124333"/>
                </a:lnTo>
                <a:lnTo>
                  <a:pt x="448310" y="126492"/>
                </a:lnTo>
                <a:lnTo>
                  <a:pt x="445262" y="128143"/>
                </a:lnTo>
                <a:lnTo>
                  <a:pt x="442341" y="129794"/>
                </a:lnTo>
                <a:lnTo>
                  <a:pt x="438658" y="130556"/>
                </a:lnTo>
                <a:lnTo>
                  <a:pt x="426339" y="130556"/>
                </a:lnTo>
                <a:lnTo>
                  <a:pt x="420243" y="127762"/>
                </a:lnTo>
                <a:lnTo>
                  <a:pt x="411607" y="116332"/>
                </a:lnTo>
                <a:lnTo>
                  <a:pt x="409575" y="108331"/>
                </a:lnTo>
                <a:lnTo>
                  <a:pt x="409575" y="87884"/>
                </a:lnTo>
                <a:lnTo>
                  <a:pt x="411607" y="80264"/>
                </a:lnTo>
                <a:lnTo>
                  <a:pt x="415798" y="74930"/>
                </a:lnTo>
                <a:lnTo>
                  <a:pt x="419989" y="69723"/>
                </a:lnTo>
                <a:lnTo>
                  <a:pt x="426085" y="67056"/>
                </a:lnTo>
                <a:lnTo>
                  <a:pt x="438658" y="67056"/>
                </a:lnTo>
                <a:lnTo>
                  <a:pt x="442849" y="68199"/>
                </a:lnTo>
                <a:lnTo>
                  <a:pt x="446405" y="70485"/>
                </a:lnTo>
                <a:lnTo>
                  <a:pt x="449465" y="72390"/>
                </a:lnTo>
                <a:lnTo>
                  <a:pt x="458089" y="92583"/>
                </a:lnTo>
                <a:lnTo>
                  <a:pt x="458089" y="59690"/>
                </a:lnTo>
                <a:lnTo>
                  <a:pt x="452247" y="59690"/>
                </a:lnTo>
                <a:lnTo>
                  <a:pt x="446811" y="58420"/>
                </a:lnTo>
                <a:lnTo>
                  <a:pt x="447268" y="58420"/>
                </a:lnTo>
                <a:lnTo>
                  <a:pt x="440309" y="57531"/>
                </a:lnTo>
                <a:lnTo>
                  <a:pt x="427609" y="57531"/>
                </a:lnTo>
                <a:lnTo>
                  <a:pt x="421386" y="58420"/>
                </a:lnTo>
                <a:lnTo>
                  <a:pt x="388239" y="86360"/>
                </a:lnTo>
                <a:lnTo>
                  <a:pt x="387096" y="92583"/>
                </a:lnTo>
                <a:lnTo>
                  <a:pt x="387146" y="107823"/>
                </a:lnTo>
                <a:lnTo>
                  <a:pt x="388620" y="114427"/>
                </a:lnTo>
                <a:lnTo>
                  <a:pt x="391795" y="120396"/>
                </a:lnTo>
                <a:lnTo>
                  <a:pt x="394843" y="126492"/>
                </a:lnTo>
                <a:lnTo>
                  <a:pt x="399542" y="131191"/>
                </a:lnTo>
                <a:lnTo>
                  <a:pt x="405511" y="134747"/>
                </a:lnTo>
                <a:lnTo>
                  <a:pt x="398703" y="139903"/>
                </a:lnTo>
                <a:lnTo>
                  <a:pt x="393954" y="144399"/>
                </a:lnTo>
                <a:lnTo>
                  <a:pt x="391287" y="148336"/>
                </a:lnTo>
                <a:lnTo>
                  <a:pt x="388620" y="152400"/>
                </a:lnTo>
                <a:lnTo>
                  <a:pt x="387350" y="156718"/>
                </a:lnTo>
                <a:lnTo>
                  <a:pt x="387350" y="165735"/>
                </a:lnTo>
                <a:lnTo>
                  <a:pt x="399923" y="179451"/>
                </a:lnTo>
                <a:lnTo>
                  <a:pt x="393573" y="182753"/>
                </a:lnTo>
                <a:lnTo>
                  <a:pt x="388620" y="186563"/>
                </a:lnTo>
                <a:lnTo>
                  <a:pt x="385064" y="190881"/>
                </a:lnTo>
                <a:lnTo>
                  <a:pt x="381508" y="195072"/>
                </a:lnTo>
                <a:lnTo>
                  <a:pt x="379907" y="199390"/>
                </a:lnTo>
                <a:lnTo>
                  <a:pt x="379831" y="211455"/>
                </a:lnTo>
                <a:lnTo>
                  <a:pt x="381127" y="215900"/>
                </a:lnTo>
                <a:lnTo>
                  <a:pt x="420370" y="235331"/>
                </a:lnTo>
                <a:lnTo>
                  <a:pt x="428117" y="235839"/>
                </a:lnTo>
                <a:lnTo>
                  <a:pt x="436499" y="235839"/>
                </a:lnTo>
                <a:lnTo>
                  <a:pt x="474980" y="227203"/>
                </a:lnTo>
                <a:lnTo>
                  <a:pt x="476719" y="225933"/>
                </a:lnTo>
                <a:lnTo>
                  <a:pt x="481457" y="222504"/>
                </a:lnTo>
                <a:lnTo>
                  <a:pt x="486029" y="216281"/>
                </a:lnTo>
                <a:lnTo>
                  <a:pt x="490474" y="210185"/>
                </a:lnTo>
                <a:lnTo>
                  <a:pt x="492760" y="203200"/>
                </a:lnTo>
                <a:lnTo>
                  <a:pt x="492760" y="189103"/>
                </a:lnTo>
                <a:lnTo>
                  <a:pt x="491617" y="183642"/>
                </a:lnTo>
                <a:lnTo>
                  <a:pt x="490601" y="181737"/>
                </a:lnTo>
                <a:lnTo>
                  <a:pt x="489204" y="179070"/>
                </a:lnTo>
                <a:lnTo>
                  <a:pt x="486791" y="174371"/>
                </a:lnTo>
                <a:lnTo>
                  <a:pt x="482854" y="170688"/>
                </a:lnTo>
                <a:lnTo>
                  <a:pt x="477266" y="167894"/>
                </a:lnTo>
                <a:lnTo>
                  <a:pt x="472313" y="165481"/>
                </a:lnTo>
                <a:lnTo>
                  <a:pt x="472313" y="198755"/>
                </a:lnTo>
                <a:lnTo>
                  <a:pt x="472313" y="206121"/>
                </a:lnTo>
                <a:lnTo>
                  <a:pt x="470992" y="210185"/>
                </a:lnTo>
                <a:lnTo>
                  <a:pt x="470916" y="210439"/>
                </a:lnTo>
                <a:lnTo>
                  <a:pt x="467995" y="214249"/>
                </a:lnTo>
                <a:lnTo>
                  <a:pt x="465201" y="218059"/>
                </a:lnTo>
                <a:lnTo>
                  <a:pt x="461137" y="220853"/>
                </a:lnTo>
                <a:lnTo>
                  <a:pt x="450215" y="224917"/>
                </a:lnTo>
                <a:lnTo>
                  <a:pt x="443865" y="225933"/>
                </a:lnTo>
                <a:lnTo>
                  <a:pt x="436245" y="225933"/>
                </a:lnTo>
                <a:lnTo>
                  <a:pt x="399796" y="211455"/>
                </a:lnTo>
                <a:lnTo>
                  <a:pt x="399796" y="199390"/>
                </a:lnTo>
                <a:lnTo>
                  <a:pt x="412623" y="181737"/>
                </a:lnTo>
                <a:lnTo>
                  <a:pt x="417830" y="182245"/>
                </a:lnTo>
                <a:lnTo>
                  <a:pt x="423799" y="182499"/>
                </a:lnTo>
                <a:lnTo>
                  <a:pt x="454152" y="182499"/>
                </a:lnTo>
                <a:lnTo>
                  <a:pt x="458089" y="183007"/>
                </a:lnTo>
                <a:lnTo>
                  <a:pt x="472313" y="198755"/>
                </a:lnTo>
                <a:lnTo>
                  <a:pt x="472313" y="165481"/>
                </a:lnTo>
                <a:lnTo>
                  <a:pt x="471551" y="165100"/>
                </a:lnTo>
                <a:lnTo>
                  <a:pt x="464312" y="163703"/>
                </a:lnTo>
                <a:lnTo>
                  <a:pt x="419608" y="163703"/>
                </a:lnTo>
                <a:lnTo>
                  <a:pt x="415417" y="163449"/>
                </a:lnTo>
                <a:lnTo>
                  <a:pt x="404749" y="155448"/>
                </a:lnTo>
                <a:lnTo>
                  <a:pt x="404749" y="147701"/>
                </a:lnTo>
                <a:lnTo>
                  <a:pt x="407924" y="142875"/>
                </a:lnTo>
                <a:lnTo>
                  <a:pt x="414274" y="138049"/>
                </a:lnTo>
                <a:lnTo>
                  <a:pt x="419557" y="139903"/>
                </a:lnTo>
                <a:lnTo>
                  <a:pt x="419912" y="139903"/>
                </a:lnTo>
                <a:lnTo>
                  <a:pt x="425323" y="140589"/>
                </a:lnTo>
                <a:lnTo>
                  <a:pt x="432308" y="140589"/>
                </a:lnTo>
                <a:lnTo>
                  <a:pt x="443255" y="139903"/>
                </a:lnTo>
                <a:lnTo>
                  <a:pt x="451840" y="138049"/>
                </a:lnTo>
                <a:lnTo>
                  <a:pt x="452882" y="137833"/>
                </a:lnTo>
                <a:lnTo>
                  <a:pt x="461162" y="134378"/>
                </a:lnTo>
                <a:lnTo>
                  <a:pt x="466648" y="130556"/>
                </a:lnTo>
                <a:lnTo>
                  <a:pt x="468122" y="129540"/>
                </a:lnTo>
                <a:lnTo>
                  <a:pt x="473621" y="123431"/>
                </a:lnTo>
                <a:lnTo>
                  <a:pt x="477431" y="116332"/>
                </a:lnTo>
                <a:lnTo>
                  <a:pt x="477545" y="116116"/>
                </a:lnTo>
                <a:lnTo>
                  <a:pt x="479844" y="107823"/>
                </a:lnTo>
                <a:lnTo>
                  <a:pt x="479907" y="107619"/>
                </a:lnTo>
                <a:lnTo>
                  <a:pt x="480695" y="97917"/>
                </a:lnTo>
                <a:lnTo>
                  <a:pt x="480669" y="92583"/>
                </a:lnTo>
                <a:lnTo>
                  <a:pt x="479933" y="87884"/>
                </a:lnTo>
                <a:lnTo>
                  <a:pt x="478409" y="83439"/>
                </a:lnTo>
                <a:lnTo>
                  <a:pt x="477012" y="78994"/>
                </a:lnTo>
                <a:lnTo>
                  <a:pt x="474853" y="75438"/>
                </a:lnTo>
                <a:lnTo>
                  <a:pt x="472313" y="72898"/>
                </a:lnTo>
                <a:lnTo>
                  <a:pt x="473456" y="71501"/>
                </a:lnTo>
                <a:lnTo>
                  <a:pt x="496697" y="72390"/>
                </a:lnTo>
                <a:lnTo>
                  <a:pt x="496697" y="71501"/>
                </a:lnTo>
                <a:lnTo>
                  <a:pt x="496697" y="67056"/>
                </a:lnTo>
                <a:lnTo>
                  <a:pt x="496697" y="596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056888" y="690880"/>
            <a:ext cx="1282064" cy="42418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5740653" y="737362"/>
            <a:ext cx="556895" cy="294005"/>
            <a:chOff x="5740653" y="737362"/>
            <a:chExt cx="556895" cy="29400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40653" y="796163"/>
              <a:ext cx="159131" cy="18033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940678" y="854456"/>
              <a:ext cx="139192" cy="17678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08953" y="737362"/>
              <a:ext cx="188468" cy="176402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6406134" y="868679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5">
                <a:moveTo>
                  <a:pt x="154686" y="52070"/>
                </a:moveTo>
                <a:lnTo>
                  <a:pt x="0" y="52070"/>
                </a:lnTo>
                <a:lnTo>
                  <a:pt x="0" y="68707"/>
                </a:lnTo>
                <a:lnTo>
                  <a:pt x="154686" y="68707"/>
                </a:lnTo>
                <a:lnTo>
                  <a:pt x="154686" y="52070"/>
                </a:lnTo>
                <a:close/>
              </a:path>
              <a:path w="154940" h="69215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6666992" y="803148"/>
            <a:ext cx="99949" cy="173354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6406134" y="1363979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5">
                <a:moveTo>
                  <a:pt x="154686" y="52070"/>
                </a:moveTo>
                <a:lnTo>
                  <a:pt x="0" y="52070"/>
                </a:lnTo>
                <a:lnTo>
                  <a:pt x="0" y="68707"/>
                </a:lnTo>
                <a:lnTo>
                  <a:pt x="154686" y="68707"/>
                </a:lnTo>
                <a:lnTo>
                  <a:pt x="154686" y="52070"/>
                </a:lnTo>
                <a:close/>
              </a:path>
              <a:path w="154940" h="69215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660956" y="1298447"/>
            <a:ext cx="109915" cy="175387"/>
          </a:xfrm>
          <a:prstGeom prst="rect">
            <a:avLst/>
          </a:prstGeom>
        </p:spPr>
      </p:pic>
      <p:sp>
        <p:nvSpPr>
          <p:cNvPr id="27" name="object 27"/>
          <p:cNvSpPr txBox="1"/>
          <p:nvPr/>
        </p:nvSpPr>
        <p:spPr>
          <a:xfrm>
            <a:off x="4123944" y="4001770"/>
            <a:ext cx="126364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latin typeface="Cambria Math"/>
                <a:cs typeface="Cambria Math"/>
              </a:rPr>
              <a:t>1</a:t>
            </a:r>
            <a:endParaRPr sz="1400">
              <a:latin typeface="Cambria Math"/>
              <a:cs typeface="Cambria Math"/>
            </a:endParaRPr>
          </a:p>
        </p:txBody>
      </p:sp>
      <p:pic>
        <p:nvPicPr>
          <p:cNvPr id="28" name="object 28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61771" y="3237992"/>
            <a:ext cx="174370" cy="15875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285115" y="3209035"/>
            <a:ext cx="1033144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38175" algn="l"/>
              </a:tabLst>
            </a:pPr>
            <a:r>
              <a:rPr dirty="0" sz="1800">
                <a:latin typeface="Cambria Math"/>
                <a:cs typeface="Cambria Math"/>
              </a:rPr>
              <a:t>if</a:t>
            </a:r>
            <a:r>
              <a:rPr dirty="0" sz="1800" spc="-5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4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 spc="-75">
                <a:latin typeface="Cambria Math"/>
                <a:cs typeface="Cambria Math"/>
              </a:rPr>
              <a:t>𝑖</a:t>
            </a:r>
            <a:r>
              <a:rPr dirty="0" baseline="26748" sz="2025">
                <a:latin typeface="Cambria Math"/>
                <a:cs typeface="Cambria Math"/>
              </a:rPr>
              <a:t>	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725927" y="4082034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9" y="0"/>
                </a:moveTo>
                <a:lnTo>
                  <a:pt x="123444" y="5016"/>
                </a:lnTo>
                <a:lnTo>
                  <a:pt x="136779" y="16649"/>
                </a:lnTo>
                <a:lnTo>
                  <a:pt x="0" y="16649"/>
                </a:lnTo>
                <a:lnTo>
                  <a:pt x="0" y="24523"/>
                </a:lnTo>
                <a:lnTo>
                  <a:pt x="136779" y="24523"/>
                </a:lnTo>
                <a:lnTo>
                  <a:pt x="123444" y="36156"/>
                </a:lnTo>
                <a:lnTo>
                  <a:pt x="127889" y="41186"/>
                </a:lnTo>
                <a:lnTo>
                  <a:pt x="148844" y="23012"/>
                </a:lnTo>
                <a:lnTo>
                  <a:pt x="148844" y="18160"/>
                </a:lnTo>
                <a:lnTo>
                  <a:pt x="127889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566670" y="3992562"/>
            <a:ext cx="49403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12345" sz="2700" spc="52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350" spc="35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35">
                <a:latin typeface="Cambria Math"/>
                <a:cs typeface="Cambria Math"/>
              </a:rPr>
              <a:t>,</a:t>
            </a:r>
            <a:r>
              <a:rPr dirty="0" sz="1350" spc="3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50799" y="3972191"/>
            <a:ext cx="491490" cy="280035"/>
            <a:chOff x="3050799" y="3972191"/>
            <a:chExt cx="491490" cy="280035"/>
          </a:xfrm>
        </p:grpSpPr>
        <p:sp>
          <p:nvSpPr>
            <p:cNvPr id="33" name="object 33"/>
            <p:cNvSpPr/>
            <p:nvPr/>
          </p:nvSpPr>
          <p:spPr>
            <a:xfrm>
              <a:off x="3050799" y="3975506"/>
              <a:ext cx="491490" cy="276225"/>
            </a:xfrm>
            <a:custGeom>
              <a:avLst/>
              <a:gdLst/>
              <a:ahLst/>
              <a:cxnLst/>
              <a:rect l="l" t="t" r="r" b="b"/>
              <a:pathLst>
                <a:path w="491489" h="276225">
                  <a:moveTo>
                    <a:pt x="418586" y="0"/>
                  </a:moveTo>
                  <a:lnTo>
                    <a:pt x="415792" y="9156"/>
                  </a:lnTo>
                  <a:lnTo>
                    <a:pt x="428506" y="15733"/>
                  </a:lnTo>
                  <a:lnTo>
                    <a:pt x="439589" y="25311"/>
                  </a:lnTo>
                  <a:lnTo>
                    <a:pt x="462834" y="71571"/>
                  </a:lnTo>
                  <a:lnTo>
                    <a:pt x="469779" y="113933"/>
                  </a:lnTo>
                  <a:lnTo>
                    <a:pt x="470656" y="138188"/>
                  </a:lnTo>
                  <a:lnTo>
                    <a:pt x="469779" y="162391"/>
                  </a:lnTo>
                  <a:lnTo>
                    <a:pt x="462834" y="204672"/>
                  </a:lnTo>
                  <a:lnTo>
                    <a:pt x="439589" y="250855"/>
                  </a:lnTo>
                  <a:lnTo>
                    <a:pt x="415792" y="266992"/>
                  </a:lnTo>
                  <a:lnTo>
                    <a:pt x="418586" y="276148"/>
                  </a:lnTo>
                  <a:lnTo>
                    <a:pt x="461877" y="246037"/>
                  </a:lnTo>
                  <a:lnTo>
                    <a:pt x="480568" y="208690"/>
                  </a:lnTo>
                  <a:lnTo>
                    <a:pt x="490041" y="163370"/>
                  </a:lnTo>
                  <a:lnTo>
                    <a:pt x="491225" y="138188"/>
                  </a:lnTo>
                  <a:lnTo>
                    <a:pt x="490096" y="113933"/>
                  </a:lnTo>
                  <a:lnTo>
                    <a:pt x="480568" y="67458"/>
                  </a:lnTo>
                  <a:lnTo>
                    <a:pt x="461877" y="30116"/>
                  </a:lnTo>
                  <a:lnTo>
                    <a:pt x="435017" y="6395"/>
                  </a:lnTo>
                  <a:lnTo>
                    <a:pt x="418586" y="0"/>
                  </a:lnTo>
                  <a:close/>
                </a:path>
                <a:path w="491489" h="276225">
                  <a:moveTo>
                    <a:pt x="72638" y="0"/>
                  </a:moveTo>
                  <a:lnTo>
                    <a:pt x="29347" y="30116"/>
                  </a:lnTo>
                  <a:lnTo>
                    <a:pt x="10656" y="67458"/>
                  </a:lnTo>
                  <a:lnTo>
                    <a:pt x="1183" y="112778"/>
                  </a:lnTo>
                  <a:lnTo>
                    <a:pt x="0" y="138188"/>
                  </a:lnTo>
                  <a:lnTo>
                    <a:pt x="1137" y="162391"/>
                  </a:lnTo>
                  <a:lnTo>
                    <a:pt x="1183" y="163370"/>
                  </a:lnTo>
                  <a:lnTo>
                    <a:pt x="10656" y="208690"/>
                  </a:lnTo>
                  <a:lnTo>
                    <a:pt x="29347" y="246037"/>
                  </a:lnTo>
                  <a:lnTo>
                    <a:pt x="72638" y="276148"/>
                  </a:lnTo>
                  <a:lnTo>
                    <a:pt x="75432" y="266992"/>
                  </a:lnTo>
                  <a:lnTo>
                    <a:pt x="62738" y="260419"/>
                  </a:lnTo>
                  <a:lnTo>
                    <a:pt x="51699" y="250855"/>
                  </a:lnTo>
                  <a:lnTo>
                    <a:pt x="28444" y="204672"/>
                  </a:lnTo>
                  <a:lnTo>
                    <a:pt x="21563" y="163370"/>
                  </a:lnTo>
                  <a:lnTo>
                    <a:pt x="20568" y="138188"/>
                  </a:lnTo>
                  <a:lnTo>
                    <a:pt x="21447" y="113933"/>
                  </a:lnTo>
                  <a:lnTo>
                    <a:pt x="28444" y="71571"/>
                  </a:lnTo>
                  <a:lnTo>
                    <a:pt x="51699" y="25311"/>
                  </a:lnTo>
                  <a:lnTo>
                    <a:pt x="75432" y="9156"/>
                  </a:lnTo>
                  <a:lnTo>
                    <a:pt x="7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3125978" y="3998950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30" h="55245">
                  <a:moveTo>
                    <a:pt x="84709" y="0"/>
                  </a:moveTo>
                  <a:lnTo>
                    <a:pt x="78867" y="6692"/>
                  </a:lnTo>
                  <a:lnTo>
                    <a:pt x="96647" y="22212"/>
                  </a:lnTo>
                  <a:lnTo>
                    <a:pt x="0" y="22212"/>
                  </a:lnTo>
                  <a:lnTo>
                    <a:pt x="0" y="32702"/>
                  </a:lnTo>
                  <a:lnTo>
                    <a:pt x="96647" y="32702"/>
                  </a:lnTo>
                  <a:lnTo>
                    <a:pt x="78867" y="48221"/>
                  </a:lnTo>
                  <a:lnTo>
                    <a:pt x="84709" y="54914"/>
                  </a:lnTo>
                  <a:lnTo>
                    <a:pt x="112776" y="30695"/>
                  </a:lnTo>
                  <a:lnTo>
                    <a:pt x="112776" y="24218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3264916" y="3972191"/>
              <a:ext cx="174371" cy="158800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3100704" y="3858895"/>
            <a:ext cx="31813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1604" sz="2700" spc="21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213238" y="2823717"/>
            <a:ext cx="1558290" cy="276225"/>
            <a:chOff x="213238" y="2823717"/>
            <a:chExt cx="1558290" cy="276225"/>
          </a:xfrm>
        </p:grpSpPr>
        <p:sp>
          <p:nvSpPr>
            <p:cNvPr id="38" name="object 38"/>
            <p:cNvSpPr/>
            <p:nvPr/>
          </p:nvSpPr>
          <p:spPr>
            <a:xfrm>
              <a:off x="213238" y="2823717"/>
              <a:ext cx="1558290" cy="276225"/>
            </a:xfrm>
            <a:custGeom>
              <a:avLst/>
              <a:gdLst/>
              <a:ahLst/>
              <a:cxnLst/>
              <a:rect l="l" t="t" r="r" b="b"/>
              <a:pathLst>
                <a:path w="1558289" h="276225">
                  <a:moveTo>
                    <a:pt x="1485386" y="0"/>
                  </a:moveTo>
                  <a:lnTo>
                    <a:pt x="1482592" y="9143"/>
                  </a:lnTo>
                  <a:lnTo>
                    <a:pt x="1495286" y="15694"/>
                  </a:lnTo>
                  <a:lnTo>
                    <a:pt x="1506325" y="25257"/>
                  </a:lnTo>
                  <a:lnTo>
                    <a:pt x="1529560" y="71542"/>
                  </a:lnTo>
                  <a:lnTo>
                    <a:pt x="1536469" y="113885"/>
                  </a:lnTo>
                  <a:lnTo>
                    <a:pt x="1537329" y="138175"/>
                  </a:lnTo>
                  <a:lnTo>
                    <a:pt x="1536469" y="162373"/>
                  </a:lnTo>
                  <a:lnTo>
                    <a:pt x="1529560" y="204577"/>
                  </a:lnTo>
                  <a:lnTo>
                    <a:pt x="1506325" y="250793"/>
                  </a:lnTo>
                  <a:lnTo>
                    <a:pt x="1482592" y="266954"/>
                  </a:lnTo>
                  <a:lnTo>
                    <a:pt x="1485386" y="276098"/>
                  </a:lnTo>
                  <a:lnTo>
                    <a:pt x="1528677" y="245987"/>
                  </a:lnTo>
                  <a:lnTo>
                    <a:pt x="1547348" y="208700"/>
                  </a:lnTo>
                  <a:lnTo>
                    <a:pt x="1556734" y="163361"/>
                  </a:lnTo>
                  <a:lnTo>
                    <a:pt x="1557897" y="138175"/>
                  </a:lnTo>
                  <a:lnTo>
                    <a:pt x="1556787" y="113885"/>
                  </a:lnTo>
                  <a:lnTo>
                    <a:pt x="1547348" y="67397"/>
                  </a:lnTo>
                  <a:lnTo>
                    <a:pt x="1528677" y="30057"/>
                  </a:lnTo>
                  <a:lnTo>
                    <a:pt x="1501816" y="6383"/>
                  </a:lnTo>
                  <a:lnTo>
                    <a:pt x="1485386" y="0"/>
                  </a:lnTo>
                  <a:close/>
                </a:path>
                <a:path w="1558289" h="276225">
                  <a:moveTo>
                    <a:pt x="72549" y="0"/>
                  </a:moveTo>
                  <a:lnTo>
                    <a:pt x="29288" y="30057"/>
                  </a:lnTo>
                  <a:lnTo>
                    <a:pt x="10602" y="67397"/>
                  </a:lnTo>
                  <a:lnTo>
                    <a:pt x="1172" y="112736"/>
                  </a:lnTo>
                  <a:lnTo>
                    <a:pt x="0" y="138175"/>
                  </a:lnTo>
                  <a:lnTo>
                    <a:pt x="1126" y="162373"/>
                  </a:lnTo>
                  <a:lnTo>
                    <a:pt x="1172" y="163361"/>
                  </a:lnTo>
                  <a:lnTo>
                    <a:pt x="10602" y="208700"/>
                  </a:lnTo>
                  <a:lnTo>
                    <a:pt x="29288" y="245987"/>
                  </a:lnTo>
                  <a:lnTo>
                    <a:pt x="72549" y="276098"/>
                  </a:lnTo>
                  <a:lnTo>
                    <a:pt x="75343" y="266954"/>
                  </a:lnTo>
                  <a:lnTo>
                    <a:pt x="62655" y="260385"/>
                  </a:lnTo>
                  <a:lnTo>
                    <a:pt x="51606" y="250793"/>
                  </a:lnTo>
                  <a:lnTo>
                    <a:pt x="28347" y="204577"/>
                  </a:lnTo>
                  <a:lnTo>
                    <a:pt x="21515" y="163361"/>
                  </a:lnTo>
                  <a:lnTo>
                    <a:pt x="21398" y="162373"/>
                  </a:lnTo>
                  <a:lnTo>
                    <a:pt x="20529" y="138175"/>
                  </a:lnTo>
                  <a:lnTo>
                    <a:pt x="21398" y="113885"/>
                  </a:lnTo>
                  <a:lnTo>
                    <a:pt x="24005" y="91678"/>
                  </a:lnTo>
                  <a:lnTo>
                    <a:pt x="34423" y="53467"/>
                  </a:lnTo>
                  <a:lnTo>
                    <a:pt x="62655" y="15694"/>
                  </a:lnTo>
                  <a:lnTo>
                    <a:pt x="75343" y="9143"/>
                  </a:lnTo>
                  <a:lnTo>
                    <a:pt x="72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421741" y="2930143"/>
              <a:ext cx="149225" cy="41275"/>
            </a:xfrm>
            <a:custGeom>
              <a:avLst/>
              <a:gdLst/>
              <a:ahLst/>
              <a:cxnLst/>
              <a:rect l="l" t="t" r="r" b="b"/>
              <a:pathLst>
                <a:path w="149225" h="41275">
                  <a:moveTo>
                    <a:pt x="127838" y="0"/>
                  </a:moveTo>
                  <a:lnTo>
                    <a:pt x="123393" y="5080"/>
                  </a:lnTo>
                  <a:lnTo>
                    <a:pt x="136791" y="16763"/>
                  </a:lnTo>
                  <a:lnTo>
                    <a:pt x="0" y="16763"/>
                  </a:lnTo>
                  <a:lnTo>
                    <a:pt x="0" y="24637"/>
                  </a:lnTo>
                  <a:lnTo>
                    <a:pt x="136791" y="24637"/>
                  </a:lnTo>
                  <a:lnTo>
                    <a:pt x="123393" y="36194"/>
                  </a:lnTo>
                  <a:lnTo>
                    <a:pt x="127838" y="41275"/>
                  </a:lnTo>
                  <a:lnTo>
                    <a:pt x="148844" y="23113"/>
                  </a:lnTo>
                  <a:lnTo>
                    <a:pt x="148844" y="18161"/>
                  </a:lnTo>
                  <a:lnTo>
                    <a:pt x="12783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0" name="object 40"/>
          <p:cNvSpPr txBox="1"/>
          <p:nvPr/>
        </p:nvSpPr>
        <p:spPr>
          <a:xfrm>
            <a:off x="21907" y="2838767"/>
            <a:ext cx="7226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>
                <a:solidFill>
                  <a:srgbClr val="0096FF"/>
                </a:solidFill>
                <a:latin typeface="Cambria Math"/>
                <a:cs typeface="Cambria Math"/>
              </a:rPr>
              <a:t>𝐿</a:t>
            </a:r>
            <a:r>
              <a:rPr dirty="0" baseline="10802" sz="2700" spc="82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baseline="10802" sz="27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35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-20">
                <a:latin typeface="Cambria Math"/>
                <a:cs typeface="Cambria Math"/>
              </a:rPr>
              <a:t>,</a:t>
            </a:r>
            <a:r>
              <a:rPr dirty="0" sz="135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737113" y="2820289"/>
            <a:ext cx="501015" cy="280035"/>
            <a:chOff x="737113" y="2820289"/>
            <a:chExt cx="501015" cy="280035"/>
          </a:xfrm>
        </p:grpSpPr>
        <p:sp>
          <p:nvSpPr>
            <p:cNvPr id="42" name="object 42"/>
            <p:cNvSpPr/>
            <p:nvPr/>
          </p:nvSpPr>
          <p:spPr>
            <a:xfrm>
              <a:off x="737113" y="2823718"/>
              <a:ext cx="501015" cy="276225"/>
            </a:xfrm>
            <a:custGeom>
              <a:avLst/>
              <a:gdLst/>
              <a:ahLst/>
              <a:cxnLst/>
              <a:rect l="l" t="t" r="r" b="b"/>
              <a:pathLst>
                <a:path w="501015" h="276225">
                  <a:moveTo>
                    <a:pt x="428098" y="0"/>
                  </a:moveTo>
                  <a:lnTo>
                    <a:pt x="425304" y="9143"/>
                  </a:lnTo>
                  <a:lnTo>
                    <a:pt x="437991" y="15694"/>
                  </a:lnTo>
                  <a:lnTo>
                    <a:pt x="449040" y="25257"/>
                  </a:lnTo>
                  <a:lnTo>
                    <a:pt x="472300" y="71542"/>
                  </a:lnTo>
                  <a:lnTo>
                    <a:pt x="479248" y="113885"/>
                  </a:lnTo>
                  <a:lnTo>
                    <a:pt x="480117" y="138175"/>
                  </a:lnTo>
                  <a:lnTo>
                    <a:pt x="479248" y="162373"/>
                  </a:lnTo>
                  <a:lnTo>
                    <a:pt x="472300" y="204577"/>
                  </a:lnTo>
                  <a:lnTo>
                    <a:pt x="449040" y="250793"/>
                  </a:lnTo>
                  <a:lnTo>
                    <a:pt x="425304" y="266954"/>
                  </a:lnTo>
                  <a:lnTo>
                    <a:pt x="428098" y="276098"/>
                  </a:lnTo>
                  <a:lnTo>
                    <a:pt x="471359" y="245987"/>
                  </a:lnTo>
                  <a:lnTo>
                    <a:pt x="490045" y="208700"/>
                  </a:lnTo>
                  <a:lnTo>
                    <a:pt x="499474" y="163361"/>
                  </a:lnTo>
                  <a:lnTo>
                    <a:pt x="500647" y="138175"/>
                  </a:lnTo>
                  <a:lnTo>
                    <a:pt x="499528" y="113885"/>
                  </a:lnTo>
                  <a:lnTo>
                    <a:pt x="490045" y="67397"/>
                  </a:lnTo>
                  <a:lnTo>
                    <a:pt x="471359" y="30057"/>
                  </a:lnTo>
                  <a:lnTo>
                    <a:pt x="444512" y="6383"/>
                  </a:lnTo>
                  <a:lnTo>
                    <a:pt x="428098" y="0"/>
                  </a:lnTo>
                  <a:close/>
                </a:path>
                <a:path w="501015" h="276225">
                  <a:moveTo>
                    <a:pt x="72549" y="0"/>
                  </a:moveTo>
                  <a:lnTo>
                    <a:pt x="29288" y="30057"/>
                  </a:lnTo>
                  <a:lnTo>
                    <a:pt x="10602" y="67397"/>
                  </a:lnTo>
                  <a:lnTo>
                    <a:pt x="1172" y="112736"/>
                  </a:lnTo>
                  <a:lnTo>
                    <a:pt x="0" y="138175"/>
                  </a:lnTo>
                  <a:lnTo>
                    <a:pt x="1126" y="162373"/>
                  </a:lnTo>
                  <a:lnTo>
                    <a:pt x="1172" y="163361"/>
                  </a:lnTo>
                  <a:lnTo>
                    <a:pt x="10602" y="208700"/>
                  </a:lnTo>
                  <a:lnTo>
                    <a:pt x="29288" y="245987"/>
                  </a:lnTo>
                  <a:lnTo>
                    <a:pt x="72549" y="276098"/>
                  </a:lnTo>
                  <a:lnTo>
                    <a:pt x="75343" y="266954"/>
                  </a:lnTo>
                  <a:lnTo>
                    <a:pt x="62655" y="260385"/>
                  </a:lnTo>
                  <a:lnTo>
                    <a:pt x="51606" y="250793"/>
                  </a:lnTo>
                  <a:lnTo>
                    <a:pt x="28347" y="204577"/>
                  </a:lnTo>
                  <a:lnTo>
                    <a:pt x="21515" y="163361"/>
                  </a:lnTo>
                  <a:lnTo>
                    <a:pt x="21398" y="162373"/>
                  </a:lnTo>
                  <a:lnTo>
                    <a:pt x="20529" y="138175"/>
                  </a:lnTo>
                  <a:lnTo>
                    <a:pt x="21398" y="113885"/>
                  </a:lnTo>
                  <a:lnTo>
                    <a:pt x="24005" y="91678"/>
                  </a:lnTo>
                  <a:lnTo>
                    <a:pt x="34423" y="53467"/>
                  </a:lnTo>
                  <a:lnTo>
                    <a:pt x="62655" y="15694"/>
                  </a:lnTo>
                  <a:lnTo>
                    <a:pt x="75343" y="9143"/>
                  </a:lnTo>
                  <a:lnTo>
                    <a:pt x="72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3" name="object 43"/>
            <p:cNvSpPr/>
            <p:nvPr/>
          </p:nvSpPr>
          <p:spPr>
            <a:xfrm>
              <a:off x="821791" y="2847086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30" h="55244">
                  <a:moveTo>
                    <a:pt x="84721" y="0"/>
                  </a:moveTo>
                  <a:lnTo>
                    <a:pt x="78803" y="6731"/>
                  </a:lnTo>
                  <a:lnTo>
                    <a:pt x="96659" y="22225"/>
                  </a:lnTo>
                  <a:lnTo>
                    <a:pt x="0" y="22225"/>
                  </a:lnTo>
                  <a:lnTo>
                    <a:pt x="0" y="32765"/>
                  </a:lnTo>
                  <a:lnTo>
                    <a:pt x="96659" y="32765"/>
                  </a:lnTo>
                  <a:lnTo>
                    <a:pt x="78803" y="48259"/>
                  </a:lnTo>
                  <a:lnTo>
                    <a:pt x="84721" y="54990"/>
                  </a:lnTo>
                  <a:lnTo>
                    <a:pt x="112737" y="30733"/>
                  </a:lnTo>
                  <a:lnTo>
                    <a:pt x="112737" y="24256"/>
                  </a:lnTo>
                  <a:lnTo>
                    <a:pt x="847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60691" y="2820289"/>
              <a:ext cx="174371" cy="158877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784542" y="2705036"/>
            <a:ext cx="3276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1604" sz="27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46" name="object 4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484502" y="2820289"/>
            <a:ext cx="174371" cy="158877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1223010" y="2791142"/>
            <a:ext cx="41338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mbria Math"/>
                <a:cs typeface="Cambria Math"/>
              </a:rPr>
              <a:t>,</a:t>
            </a:r>
            <a:r>
              <a:rPr dirty="0" sz="1800" spc="-16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16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 spc="-75">
                <a:latin typeface="Cambria Math"/>
                <a:cs typeface="Cambria Math"/>
              </a:rPr>
              <a:t>𝑖</a:t>
            </a:r>
            <a:endParaRPr baseline="28806" sz="2025">
              <a:latin typeface="Cambria Math"/>
              <a:cs typeface="Cambria Math"/>
            </a:endParaRPr>
          </a:p>
        </p:txBody>
      </p:sp>
      <p:grpSp>
        <p:nvGrpSpPr>
          <p:cNvPr id="48" name="object 48"/>
          <p:cNvGrpSpPr/>
          <p:nvPr/>
        </p:nvGrpSpPr>
        <p:grpSpPr>
          <a:xfrm>
            <a:off x="6357746" y="2343150"/>
            <a:ext cx="135255" cy="461645"/>
            <a:chOff x="6357746" y="2343150"/>
            <a:chExt cx="135255" cy="461645"/>
          </a:xfrm>
        </p:grpSpPr>
        <p:sp>
          <p:nvSpPr>
            <p:cNvPr id="49" name="object 49"/>
            <p:cNvSpPr/>
            <p:nvPr/>
          </p:nvSpPr>
          <p:spPr>
            <a:xfrm>
              <a:off x="6391274" y="2362200"/>
              <a:ext cx="0" cy="242570"/>
            </a:xfrm>
            <a:custGeom>
              <a:avLst/>
              <a:gdLst/>
              <a:ahLst/>
              <a:cxnLst/>
              <a:rect l="l" t="t" r="r" b="b"/>
              <a:pathLst>
                <a:path w="0" h="242569">
                  <a:moveTo>
                    <a:pt x="0" y="0"/>
                  </a:moveTo>
                  <a:lnTo>
                    <a:pt x="0" y="242062"/>
                  </a:lnTo>
                </a:path>
              </a:pathLst>
            </a:custGeom>
            <a:ln w="38100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357746" y="2657347"/>
              <a:ext cx="134874" cy="147319"/>
            </a:xfrm>
            <a:prstGeom prst="rect">
              <a:avLst/>
            </a:prstGeom>
          </p:spPr>
        </p:pic>
      </p:grpSp>
      <p:sp>
        <p:nvSpPr>
          <p:cNvPr id="51" name="object 51"/>
          <p:cNvSpPr txBox="1"/>
          <p:nvPr/>
        </p:nvSpPr>
        <p:spPr>
          <a:xfrm>
            <a:off x="8072755" y="2546413"/>
            <a:ext cx="125095" cy="243204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400" spc="-5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400">
              <a:latin typeface="Cambria Math"/>
              <a:cs typeface="Cambria Math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1947926" y="4378452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3" y="5016"/>
                </a:lnTo>
                <a:lnTo>
                  <a:pt x="136779" y="16649"/>
                </a:lnTo>
                <a:lnTo>
                  <a:pt x="0" y="16649"/>
                </a:lnTo>
                <a:lnTo>
                  <a:pt x="0" y="24523"/>
                </a:lnTo>
                <a:lnTo>
                  <a:pt x="136779" y="24523"/>
                </a:lnTo>
                <a:lnTo>
                  <a:pt x="123443" y="36156"/>
                </a:lnTo>
                <a:lnTo>
                  <a:pt x="127888" y="41186"/>
                </a:lnTo>
                <a:lnTo>
                  <a:pt x="148844" y="23012"/>
                </a:lnTo>
                <a:lnTo>
                  <a:pt x="148844" y="18161"/>
                </a:lnTo>
                <a:lnTo>
                  <a:pt x="12788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1454150" y="3925114"/>
            <a:ext cx="827405" cy="617220"/>
          </a:xfrm>
          <a:prstGeom prst="rect">
            <a:avLst/>
          </a:prstGeom>
        </p:spPr>
        <p:txBody>
          <a:bodyPr wrap="square" lIns="0" tIns="59690" rIns="0" bIns="0" rtlCol="0" vert="horz">
            <a:spAutoFit/>
          </a:bodyPr>
          <a:lstStyle/>
          <a:p>
            <a:pPr algn="ctr" marR="60325">
              <a:lnSpc>
                <a:spcPct val="100000"/>
              </a:lnSpc>
              <a:spcBef>
                <a:spcPts val="470"/>
              </a:spcBef>
            </a:pPr>
            <a:r>
              <a:rPr dirty="0" sz="1400" spc="-50">
                <a:latin typeface="Cambria Math"/>
                <a:cs typeface="Cambria Math"/>
              </a:rPr>
              <a:t>0</a:t>
            </a:r>
            <a:endParaRPr sz="14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445"/>
              </a:spcBef>
            </a:pPr>
            <a:r>
              <a:rPr dirty="0" sz="1800">
                <a:latin typeface="Arial"/>
                <a:cs typeface="Arial"/>
              </a:rPr>
              <a:t>As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baseline="-16460" sz="2025" spc="52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-16460" sz="2025" spc="52">
                <a:latin typeface="Cambria Math"/>
                <a:cs typeface="Cambria Math"/>
              </a:rPr>
              <a:t>,</a:t>
            </a:r>
            <a:r>
              <a:rPr dirty="0" baseline="-16460" sz="2025" spc="52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baseline="-16460" sz="2025">
              <a:latin typeface="Cambria Math"/>
              <a:cs typeface="Cambria Math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2272797" y="4268596"/>
            <a:ext cx="491490" cy="280035"/>
            <a:chOff x="2272797" y="4268596"/>
            <a:chExt cx="491490" cy="280035"/>
          </a:xfrm>
        </p:grpSpPr>
        <p:sp>
          <p:nvSpPr>
            <p:cNvPr id="55" name="object 55"/>
            <p:cNvSpPr/>
            <p:nvPr/>
          </p:nvSpPr>
          <p:spPr>
            <a:xfrm>
              <a:off x="2272797" y="4271924"/>
              <a:ext cx="491490" cy="276225"/>
            </a:xfrm>
            <a:custGeom>
              <a:avLst/>
              <a:gdLst/>
              <a:ahLst/>
              <a:cxnLst/>
              <a:rect l="l" t="t" r="r" b="b"/>
              <a:pathLst>
                <a:path w="491489" h="276225">
                  <a:moveTo>
                    <a:pt x="418586" y="0"/>
                  </a:moveTo>
                  <a:lnTo>
                    <a:pt x="415792" y="9156"/>
                  </a:lnTo>
                  <a:lnTo>
                    <a:pt x="428486" y="15733"/>
                  </a:lnTo>
                  <a:lnTo>
                    <a:pt x="439525" y="25311"/>
                  </a:lnTo>
                  <a:lnTo>
                    <a:pt x="462780" y="71569"/>
                  </a:lnTo>
                  <a:lnTo>
                    <a:pt x="469777" y="113928"/>
                  </a:lnTo>
                  <a:lnTo>
                    <a:pt x="470656" y="138188"/>
                  </a:lnTo>
                  <a:lnTo>
                    <a:pt x="469777" y="162389"/>
                  </a:lnTo>
                  <a:lnTo>
                    <a:pt x="462780" y="204661"/>
                  </a:lnTo>
                  <a:lnTo>
                    <a:pt x="439525" y="250853"/>
                  </a:lnTo>
                  <a:lnTo>
                    <a:pt x="415792" y="266992"/>
                  </a:lnTo>
                  <a:lnTo>
                    <a:pt x="418586" y="276148"/>
                  </a:lnTo>
                  <a:lnTo>
                    <a:pt x="461877" y="246032"/>
                  </a:lnTo>
                  <a:lnTo>
                    <a:pt x="480548" y="208690"/>
                  </a:lnTo>
                  <a:lnTo>
                    <a:pt x="489934" y="163370"/>
                  </a:lnTo>
                  <a:lnTo>
                    <a:pt x="491098" y="138188"/>
                  </a:lnTo>
                  <a:lnTo>
                    <a:pt x="489987" y="113928"/>
                  </a:lnTo>
                  <a:lnTo>
                    <a:pt x="480548" y="67458"/>
                  </a:lnTo>
                  <a:lnTo>
                    <a:pt x="461877" y="30110"/>
                  </a:lnTo>
                  <a:lnTo>
                    <a:pt x="435017" y="6393"/>
                  </a:lnTo>
                  <a:lnTo>
                    <a:pt x="418586" y="0"/>
                  </a:lnTo>
                  <a:close/>
                </a:path>
                <a:path w="491489" h="276225">
                  <a:moveTo>
                    <a:pt x="72511" y="0"/>
                  </a:moveTo>
                  <a:lnTo>
                    <a:pt x="29345" y="30110"/>
                  </a:lnTo>
                  <a:lnTo>
                    <a:pt x="10656" y="67458"/>
                  </a:lnTo>
                  <a:lnTo>
                    <a:pt x="1183" y="112778"/>
                  </a:lnTo>
                  <a:lnTo>
                    <a:pt x="0" y="138188"/>
                  </a:lnTo>
                  <a:lnTo>
                    <a:pt x="1137" y="162389"/>
                  </a:lnTo>
                  <a:lnTo>
                    <a:pt x="1183" y="163370"/>
                  </a:lnTo>
                  <a:lnTo>
                    <a:pt x="10656" y="208690"/>
                  </a:lnTo>
                  <a:lnTo>
                    <a:pt x="29345" y="246032"/>
                  </a:lnTo>
                  <a:lnTo>
                    <a:pt x="72511" y="276148"/>
                  </a:lnTo>
                  <a:lnTo>
                    <a:pt x="75305" y="266992"/>
                  </a:lnTo>
                  <a:lnTo>
                    <a:pt x="62665" y="260419"/>
                  </a:lnTo>
                  <a:lnTo>
                    <a:pt x="51620" y="250853"/>
                  </a:lnTo>
                  <a:lnTo>
                    <a:pt x="28337" y="204661"/>
                  </a:lnTo>
                  <a:lnTo>
                    <a:pt x="21542" y="163370"/>
                  </a:lnTo>
                  <a:lnTo>
                    <a:pt x="21427" y="162389"/>
                  </a:lnTo>
                  <a:lnTo>
                    <a:pt x="21427" y="113928"/>
                  </a:lnTo>
                  <a:lnTo>
                    <a:pt x="28337" y="71569"/>
                  </a:lnTo>
                  <a:lnTo>
                    <a:pt x="51620" y="25311"/>
                  </a:lnTo>
                  <a:lnTo>
                    <a:pt x="75305" y="9156"/>
                  </a:lnTo>
                  <a:lnTo>
                    <a:pt x="725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2347975" y="4295368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30" h="55245">
                  <a:moveTo>
                    <a:pt x="84709" y="0"/>
                  </a:moveTo>
                  <a:lnTo>
                    <a:pt x="78740" y="6692"/>
                  </a:lnTo>
                  <a:lnTo>
                    <a:pt x="96647" y="22212"/>
                  </a:lnTo>
                  <a:lnTo>
                    <a:pt x="0" y="22212"/>
                  </a:lnTo>
                  <a:lnTo>
                    <a:pt x="0" y="32702"/>
                  </a:lnTo>
                  <a:lnTo>
                    <a:pt x="96647" y="32702"/>
                  </a:lnTo>
                  <a:lnTo>
                    <a:pt x="78740" y="48209"/>
                  </a:lnTo>
                  <a:lnTo>
                    <a:pt x="84709" y="54914"/>
                  </a:lnTo>
                  <a:lnTo>
                    <a:pt x="112775" y="30695"/>
                  </a:lnTo>
                  <a:lnTo>
                    <a:pt x="112775" y="24218"/>
                  </a:lnTo>
                  <a:lnTo>
                    <a:pt x="84709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86913" y="4268596"/>
              <a:ext cx="174371" cy="158813"/>
            </a:xfrm>
            <a:prstGeom prst="rect">
              <a:avLst/>
            </a:prstGeom>
          </p:spPr>
        </p:pic>
      </p:grpSp>
      <p:sp>
        <p:nvSpPr>
          <p:cNvPr id="58" name="object 58"/>
          <p:cNvSpPr txBox="1"/>
          <p:nvPr/>
        </p:nvSpPr>
        <p:spPr>
          <a:xfrm>
            <a:off x="2312416" y="4156075"/>
            <a:ext cx="3270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1604" sz="27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2833370" y="4242117"/>
            <a:ext cx="19462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→</a:t>
            </a:r>
            <a:r>
              <a:rPr dirty="0" sz="1800" spc="9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r>
              <a:rPr dirty="0" sz="1800" spc="10">
                <a:solidFill>
                  <a:srgbClr val="94520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then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loss</a:t>
            </a:r>
            <a:r>
              <a:rPr dirty="0" sz="1800" spc="1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→</a:t>
            </a:r>
            <a:r>
              <a:rPr dirty="0" sz="1800" spc="9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∞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721652" y="1923414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38" y="0"/>
                </a:moveTo>
                <a:lnTo>
                  <a:pt x="123405" y="4953"/>
                </a:lnTo>
                <a:lnTo>
                  <a:pt x="136791" y="16637"/>
                </a:lnTo>
                <a:lnTo>
                  <a:pt x="0" y="16637"/>
                </a:lnTo>
                <a:lnTo>
                  <a:pt x="0" y="24511"/>
                </a:lnTo>
                <a:lnTo>
                  <a:pt x="136791" y="24511"/>
                </a:lnTo>
                <a:lnTo>
                  <a:pt x="123405" y="36068"/>
                </a:lnTo>
                <a:lnTo>
                  <a:pt x="127838" y="41148"/>
                </a:lnTo>
                <a:lnTo>
                  <a:pt x="148856" y="22987"/>
                </a:lnTo>
                <a:lnTo>
                  <a:pt x="148856" y="18161"/>
                </a:lnTo>
                <a:lnTo>
                  <a:pt x="12783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 txBox="1"/>
          <p:nvPr/>
        </p:nvSpPr>
        <p:spPr>
          <a:xfrm>
            <a:off x="226695" y="1782381"/>
            <a:ext cx="8274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As</a:t>
            </a:r>
            <a:r>
              <a:rPr dirty="0" sz="1800" spc="20">
                <a:latin typeface="Arial"/>
                <a:cs typeface="Arial"/>
              </a:rPr>
              <a:t> </a:t>
            </a:r>
            <a:r>
              <a:rPr dirty="0" sz="1800" spc="35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baseline="-16460" sz="2025" spc="52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-16460" sz="2025" spc="52">
                <a:latin typeface="Cambria Math"/>
                <a:cs typeface="Cambria Math"/>
              </a:rPr>
              <a:t>,</a:t>
            </a:r>
            <a:r>
              <a:rPr dirty="0" baseline="-16460" sz="2025" spc="52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baseline="-16460" sz="2025">
              <a:latin typeface="Cambria Math"/>
              <a:cs typeface="Cambria Math"/>
            </a:endParaRPr>
          </a:p>
        </p:txBody>
      </p:sp>
      <p:grpSp>
        <p:nvGrpSpPr>
          <p:cNvPr id="62" name="object 62"/>
          <p:cNvGrpSpPr/>
          <p:nvPr/>
        </p:nvGrpSpPr>
        <p:grpSpPr>
          <a:xfrm>
            <a:off x="1046549" y="1813560"/>
            <a:ext cx="491490" cy="279400"/>
            <a:chOff x="1046549" y="1813560"/>
            <a:chExt cx="491490" cy="279400"/>
          </a:xfrm>
        </p:grpSpPr>
        <p:sp>
          <p:nvSpPr>
            <p:cNvPr id="63" name="object 63"/>
            <p:cNvSpPr/>
            <p:nvPr/>
          </p:nvSpPr>
          <p:spPr>
            <a:xfrm>
              <a:off x="1046549" y="1816862"/>
              <a:ext cx="491490" cy="276225"/>
            </a:xfrm>
            <a:custGeom>
              <a:avLst/>
              <a:gdLst/>
              <a:ahLst/>
              <a:cxnLst/>
              <a:rect l="l" t="t" r="r" b="b"/>
              <a:pathLst>
                <a:path w="491490" h="276225">
                  <a:moveTo>
                    <a:pt x="418522" y="0"/>
                  </a:moveTo>
                  <a:lnTo>
                    <a:pt x="415728" y="9143"/>
                  </a:lnTo>
                  <a:lnTo>
                    <a:pt x="428442" y="15712"/>
                  </a:lnTo>
                  <a:lnTo>
                    <a:pt x="439525" y="25304"/>
                  </a:lnTo>
                  <a:lnTo>
                    <a:pt x="462823" y="71542"/>
                  </a:lnTo>
                  <a:lnTo>
                    <a:pt x="469733" y="113885"/>
                  </a:lnTo>
                  <a:lnTo>
                    <a:pt x="470592" y="138175"/>
                  </a:lnTo>
                  <a:lnTo>
                    <a:pt x="469733" y="162393"/>
                  </a:lnTo>
                  <a:lnTo>
                    <a:pt x="462823" y="204684"/>
                  </a:lnTo>
                  <a:lnTo>
                    <a:pt x="439525" y="250856"/>
                  </a:lnTo>
                  <a:lnTo>
                    <a:pt x="415728" y="266954"/>
                  </a:lnTo>
                  <a:lnTo>
                    <a:pt x="418522" y="276098"/>
                  </a:lnTo>
                  <a:lnTo>
                    <a:pt x="461813" y="246040"/>
                  </a:lnTo>
                  <a:lnTo>
                    <a:pt x="480504" y="208700"/>
                  </a:lnTo>
                  <a:lnTo>
                    <a:pt x="489977" y="163361"/>
                  </a:lnTo>
                  <a:lnTo>
                    <a:pt x="491160" y="138175"/>
                  </a:lnTo>
                  <a:lnTo>
                    <a:pt x="490031" y="113885"/>
                  </a:lnTo>
                  <a:lnTo>
                    <a:pt x="480504" y="67397"/>
                  </a:lnTo>
                  <a:lnTo>
                    <a:pt x="461813" y="30057"/>
                  </a:lnTo>
                  <a:lnTo>
                    <a:pt x="434953" y="6383"/>
                  </a:lnTo>
                  <a:lnTo>
                    <a:pt x="418522" y="0"/>
                  </a:lnTo>
                  <a:close/>
                </a:path>
                <a:path w="491490" h="276225">
                  <a:moveTo>
                    <a:pt x="72549" y="0"/>
                  </a:moveTo>
                  <a:lnTo>
                    <a:pt x="29293" y="30057"/>
                  </a:lnTo>
                  <a:lnTo>
                    <a:pt x="10613" y="67397"/>
                  </a:lnTo>
                  <a:lnTo>
                    <a:pt x="1174" y="112736"/>
                  </a:lnTo>
                  <a:lnTo>
                    <a:pt x="0" y="138175"/>
                  </a:lnTo>
                  <a:lnTo>
                    <a:pt x="1129" y="162393"/>
                  </a:lnTo>
                  <a:lnTo>
                    <a:pt x="10613" y="208700"/>
                  </a:lnTo>
                  <a:lnTo>
                    <a:pt x="29293" y="246040"/>
                  </a:lnTo>
                  <a:lnTo>
                    <a:pt x="72549" y="276098"/>
                  </a:lnTo>
                  <a:lnTo>
                    <a:pt x="75343" y="266954"/>
                  </a:lnTo>
                  <a:lnTo>
                    <a:pt x="62656" y="260405"/>
                  </a:lnTo>
                  <a:lnTo>
                    <a:pt x="51608" y="250856"/>
                  </a:lnTo>
                  <a:lnTo>
                    <a:pt x="28354" y="204684"/>
                  </a:lnTo>
                  <a:lnTo>
                    <a:pt x="21523" y="163361"/>
                  </a:lnTo>
                  <a:lnTo>
                    <a:pt x="21409" y="162393"/>
                  </a:lnTo>
                  <a:lnTo>
                    <a:pt x="20542" y="138175"/>
                  </a:lnTo>
                  <a:lnTo>
                    <a:pt x="21409" y="113885"/>
                  </a:lnTo>
                  <a:lnTo>
                    <a:pt x="24012" y="91678"/>
                  </a:lnTo>
                  <a:lnTo>
                    <a:pt x="34436" y="53466"/>
                  </a:lnTo>
                  <a:lnTo>
                    <a:pt x="62656" y="15712"/>
                  </a:lnTo>
                  <a:lnTo>
                    <a:pt x="75343" y="9143"/>
                  </a:lnTo>
                  <a:lnTo>
                    <a:pt x="7254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1121702" y="1840230"/>
              <a:ext cx="113030" cy="55244"/>
            </a:xfrm>
            <a:custGeom>
              <a:avLst/>
              <a:gdLst/>
              <a:ahLst/>
              <a:cxnLst/>
              <a:rect l="l" t="t" r="r" b="b"/>
              <a:pathLst>
                <a:path w="113030" h="55244">
                  <a:moveTo>
                    <a:pt x="84721" y="0"/>
                  </a:moveTo>
                  <a:lnTo>
                    <a:pt x="78803" y="6731"/>
                  </a:lnTo>
                  <a:lnTo>
                    <a:pt x="96672" y="22225"/>
                  </a:lnTo>
                  <a:lnTo>
                    <a:pt x="0" y="22225"/>
                  </a:lnTo>
                  <a:lnTo>
                    <a:pt x="0" y="32766"/>
                  </a:lnTo>
                  <a:lnTo>
                    <a:pt x="96672" y="32766"/>
                  </a:lnTo>
                  <a:lnTo>
                    <a:pt x="78803" y="48260"/>
                  </a:lnTo>
                  <a:lnTo>
                    <a:pt x="84721" y="54991"/>
                  </a:lnTo>
                  <a:lnTo>
                    <a:pt x="112737" y="30734"/>
                  </a:lnTo>
                  <a:lnTo>
                    <a:pt x="112737" y="24257"/>
                  </a:lnTo>
                  <a:lnTo>
                    <a:pt x="847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260601" y="1813560"/>
              <a:ext cx="174370" cy="158750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1084897" y="1696402"/>
            <a:ext cx="3270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1604" sz="27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605914" y="1782381"/>
            <a:ext cx="19069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→</a:t>
            </a:r>
            <a:r>
              <a:rPr dirty="0" sz="1800" spc="9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1800" spc="155">
                <a:solidFill>
                  <a:srgbClr val="7A81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then</a:t>
            </a:r>
            <a:r>
              <a:rPr dirty="0" sz="1800" spc="75">
                <a:latin typeface="Verdana"/>
                <a:cs typeface="Verdana"/>
              </a:rPr>
              <a:t> 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loss</a:t>
            </a:r>
            <a:r>
              <a:rPr dirty="0" sz="1800" spc="8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→</a:t>
            </a:r>
            <a:r>
              <a:rPr dirty="0" sz="1800" spc="2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8" name="object 68"/>
          <p:cNvSpPr/>
          <p:nvPr/>
        </p:nvSpPr>
        <p:spPr>
          <a:xfrm>
            <a:off x="7532496" y="1616075"/>
            <a:ext cx="674370" cy="212090"/>
          </a:xfrm>
          <a:custGeom>
            <a:avLst/>
            <a:gdLst/>
            <a:ahLst/>
            <a:cxnLst/>
            <a:rect l="l" t="t" r="r" b="b"/>
            <a:pathLst>
              <a:path w="674370" h="212089">
                <a:moveTo>
                  <a:pt x="606298" y="0"/>
                </a:moveTo>
                <a:lnTo>
                  <a:pt x="603376" y="8509"/>
                </a:lnTo>
                <a:lnTo>
                  <a:pt x="615590" y="13892"/>
                </a:lnTo>
                <a:lnTo>
                  <a:pt x="626125" y="21288"/>
                </a:lnTo>
                <a:lnTo>
                  <a:pt x="647539" y="55429"/>
                </a:lnTo>
                <a:lnTo>
                  <a:pt x="653739" y="86483"/>
                </a:lnTo>
                <a:lnTo>
                  <a:pt x="653774" y="86723"/>
                </a:lnTo>
                <a:lnTo>
                  <a:pt x="651414" y="140398"/>
                </a:lnTo>
                <a:lnTo>
                  <a:pt x="634884" y="180784"/>
                </a:lnTo>
                <a:lnTo>
                  <a:pt x="603630" y="203073"/>
                </a:lnTo>
                <a:lnTo>
                  <a:pt x="606298" y="211709"/>
                </a:lnTo>
                <a:lnTo>
                  <a:pt x="646767" y="187705"/>
                </a:lnTo>
                <a:lnTo>
                  <a:pt x="669496" y="143335"/>
                </a:lnTo>
                <a:lnTo>
                  <a:pt x="673861" y="105917"/>
                </a:lnTo>
                <a:lnTo>
                  <a:pt x="672780" y="86723"/>
                </a:lnTo>
                <a:lnTo>
                  <a:pt x="672766" y="86483"/>
                </a:lnTo>
                <a:lnTo>
                  <a:pt x="656335" y="37084"/>
                </a:lnTo>
                <a:lnTo>
                  <a:pt x="621653" y="5526"/>
                </a:lnTo>
                <a:lnTo>
                  <a:pt x="606298" y="0"/>
                </a:lnTo>
                <a:close/>
              </a:path>
              <a:path w="674370" h="212089">
                <a:moveTo>
                  <a:pt x="67563" y="0"/>
                </a:moveTo>
                <a:lnTo>
                  <a:pt x="27219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7"/>
                </a:lnTo>
                <a:lnTo>
                  <a:pt x="9804" y="159799"/>
                </a:lnTo>
                <a:lnTo>
                  <a:pt x="38671" y="198183"/>
                </a:lnTo>
                <a:lnTo>
                  <a:pt x="67563" y="211709"/>
                </a:lnTo>
                <a:lnTo>
                  <a:pt x="70230" y="203073"/>
                </a:lnTo>
                <a:lnTo>
                  <a:pt x="58183" y="197739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7"/>
                </a:lnTo>
                <a:lnTo>
                  <a:pt x="19303" y="104775"/>
                </a:lnTo>
                <a:lnTo>
                  <a:pt x="20089" y="86723"/>
                </a:lnTo>
                <a:lnTo>
                  <a:pt x="31876" y="42163"/>
                </a:lnTo>
                <a:lnTo>
                  <a:pt x="58398" y="13892"/>
                </a:lnTo>
                <a:lnTo>
                  <a:pt x="70611" y="8509"/>
                </a:lnTo>
                <a:lnTo>
                  <a:pt x="67563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 txBox="1"/>
          <p:nvPr/>
        </p:nvSpPr>
        <p:spPr>
          <a:xfrm>
            <a:off x="7030719" y="1548130"/>
            <a:ext cx="111506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−log</a:t>
            </a:r>
            <a:r>
              <a:rPr dirty="0" sz="1800" spc="37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1</a:t>
            </a:r>
            <a:r>
              <a:rPr dirty="0" sz="1800" spc="-1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60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830832" y="1504950"/>
            <a:ext cx="4579620" cy="2970530"/>
            <a:chOff x="1830832" y="1504950"/>
            <a:chExt cx="4579620" cy="2970530"/>
          </a:xfrm>
        </p:grpSpPr>
        <p:pic>
          <p:nvPicPr>
            <p:cNvPr id="71" name="object 71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345478" y="1678051"/>
              <a:ext cx="944704" cy="1002030"/>
            </a:xfrm>
            <a:prstGeom prst="rect">
              <a:avLst/>
            </a:prstGeom>
          </p:spPr>
        </p:pic>
        <p:sp>
          <p:nvSpPr>
            <p:cNvPr id="72" name="object 72"/>
            <p:cNvSpPr/>
            <p:nvPr/>
          </p:nvSpPr>
          <p:spPr>
            <a:xfrm>
              <a:off x="1830832" y="2119883"/>
              <a:ext cx="2239010" cy="1752600"/>
            </a:xfrm>
            <a:custGeom>
              <a:avLst/>
              <a:gdLst/>
              <a:ahLst/>
              <a:cxnLst/>
              <a:rect l="l" t="t" r="r" b="b"/>
              <a:pathLst>
                <a:path w="2239010" h="1752600">
                  <a:moveTo>
                    <a:pt x="15112" y="1739900"/>
                  </a:moveTo>
                  <a:lnTo>
                    <a:pt x="254" y="1739900"/>
                  </a:lnTo>
                  <a:lnTo>
                    <a:pt x="0" y="1752600"/>
                  </a:lnTo>
                  <a:lnTo>
                    <a:pt x="18287" y="1752600"/>
                  </a:lnTo>
                  <a:lnTo>
                    <a:pt x="15112" y="1739900"/>
                  </a:lnTo>
                  <a:close/>
                </a:path>
                <a:path w="2239010" h="1752600">
                  <a:moveTo>
                    <a:pt x="18034" y="1739900"/>
                  </a:moveTo>
                  <a:lnTo>
                    <a:pt x="15112" y="1739900"/>
                  </a:lnTo>
                  <a:lnTo>
                    <a:pt x="18287" y="1752600"/>
                  </a:lnTo>
                  <a:lnTo>
                    <a:pt x="18034" y="1739900"/>
                  </a:lnTo>
                  <a:close/>
                </a:path>
                <a:path w="2239010" h="1752600">
                  <a:moveTo>
                    <a:pt x="116078" y="1739900"/>
                  </a:moveTo>
                  <a:lnTo>
                    <a:pt x="18034" y="1739900"/>
                  </a:lnTo>
                  <a:lnTo>
                    <a:pt x="18287" y="1752600"/>
                  </a:lnTo>
                  <a:lnTo>
                    <a:pt x="110743" y="1752600"/>
                  </a:lnTo>
                  <a:lnTo>
                    <a:pt x="116078" y="1739900"/>
                  </a:lnTo>
                  <a:close/>
                </a:path>
                <a:path w="2239010" h="1752600">
                  <a:moveTo>
                    <a:pt x="159512" y="1727200"/>
                  </a:moveTo>
                  <a:lnTo>
                    <a:pt x="90169" y="1727200"/>
                  </a:lnTo>
                  <a:lnTo>
                    <a:pt x="81915" y="1739900"/>
                  </a:lnTo>
                  <a:lnTo>
                    <a:pt x="150494" y="1739900"/>
                  </a:lnTo>
                  <a:lnTo>
                    <a:pt x="159512" y="1727200"/>
                  </a:lnTo>
                  <a:close/>
                </a:path>
                <a:path w="2239010" h="1752600">
                  <a:moveTo>
                    <a:pt x="197231" y="1714500"/>
                  </a:moveTo>
                  <a:lnTo>
                    <a:pt x="128524" y="1714500"/>
                  </a:lnTo>
                  <a:lnTo>
                    <a:pt x="123570" y="1727200"/>
                  </a:lnTo>
                  <a:lnTo>
                    <a:pt x="191262" y="1727200"/>
                  </a:lnTo>
                  <a:lnTo>
                    <a:pt x="197231" y="1714500"/>
                  </a:lnTo>
                  <a:close/>
                </a:path>
                <a:path w="2239010" h="1752600">
                  <a:moveTo>
                    <a:pt x="241935" y="1701800"/>
                  </a:moveTo>
                  <a:lnTo>
                    <a:pt x="169544" y="1701800"/>
                  </a:lnTo>
                  <a:lnTo>
                    <a:pt x="159385" y="1714500"/>
                  </a:lnTo>
                  <a:lnTo>
                    <a:pt x="226441" y="1714500"/>
                  </a:lnTo>
                  <a:lnTo>
                    <a:pt x="241935" y="1701800"/>
                  </a:lnTo>
                  <a:close/>
                </a:path>
                <a:path w="2239010" h="1752600">
                  <a:moveTo>
                    <a:pt x="205486" y="1689100"/>
                  </a:moveTo>
                  <a:lnTo>
                    <a:pt x="200787" y="1701800"/>
                  </a:lnTo>
                  <a:lnTo>
                    <a:pt x="205486" y="1701800"/>
                  </a:lnTo>
                  <a:lnTo>
                    <a:pt x="205486" y="1689100"/>
                  </a:lnTo>
                  <a:close/>
                </a:path>
                <a:path w="2239010" h="1752600">
                  <a:moveTo>
                    <a:pt x="282194" y="1689100"/>
                  </a:moveTo>
                  <a:lnTo>
                    <a:pt x="220344" y="1689100"/>
                  </a:lnTo>
                  <a:lnTo>
                    <a:pt x="205486" y="1701800"/>
                  </a:lnTo>
                  <a:lnTo>
                    <a:pt x="270637" y="1701800"/>
                  </a:lnTo>
                  <a:lnTo>
                    <a:pt x="282194" y="1689100"/>
                  </a:lnTo>
                  <a:close/>
                </a:path>
                <a:path w="2239010" h="1752600">
                  <a:moveTo>
                    <a:pt x="314070" y="1676400"/>
                  </a:moveTo>
                  <a:lnTo>
                    <a:pt x="249174" y="1676400"/>
                  </a:lnTo>
                  <a:lnTo>
                    <a:pt x="244856" y="1689100"/>
                  </a:lnTo>
                  <a:lnTo>
                    <a:pt x="303275" y="1689100"/>
                  </a:lnTo>
                  <a:lnTo>
                    <a:pt x="314070" y="1676400"/>
                  </a:lnTo>
                  <a:close/>
                </a:path>
                <a:path w="2239010" h="1752600">
                  <a:moveTo>
                    <a:pt x="344297" y="1663700"/>
                  </a:moveTo>
                  <a:lnTo>
                    <a:pt x="290956" y="1663700"/>
                  </a:lnTo>
                  <a:lnTo>
                    <a:pt x="280162" y="1676400"/>
                  </a:lnTo>
                  <a:lnTo>
                    <a:pt x="339217" y="1676400"/>
                  </a:lnTo>
                  <a:lnTo>
                    <a:pt x="344297" y="1663700"/>
                  </a:lnTo>
                  <a:close/>
                </a:path>
                <a:path w="2239010" h="1752600">
                  <a:moveTo>
                    <a:pt x="380111" y="1651000"/>
                  </a:moveTo>
                  <a:lnTo>
                    <a:pt x="318769" y="1651000"/>
                  </a:lnTo>
                  <a:lnTo>
                    <a:pt x="309753" y="1663700"/>
                  </a:lnTo>
                  <a:lnTo>
                    <a:pt x="368300" y="1663700"/>
                  </a:lnTo>
                  <a:lnTo>
                    <a:pt x="380111" y="1651000"/>
                  </a:lnTo>
                  <a:close/>
                </a:path>
                <a:path w="2239010" h="1752600">
                  <a:moveTo>
                    <a:pt x="435482" y="1638300"/>
                  </a:moveTo>
                  <a:lnTo>
                    <a:pt x="361569" y="1638300"/>
                  </a:lnTo>
                  <a:lnTo>
                    <a:pt x="347725" y="1651000"/>
                  </a:lnTo>
                  <a:lnTo>
                    <a:pt x="419988" y="1651000"/>
                  </a:lnTo>
                  <a:lnTo>
                    <a:pt x="435482" y="1638300"/>
                  </a:lnTo>
                  <a:close/>
                </a:path>
                <a:path w="2239010" h="1752600">
                  <a:moveTo>
                    <a:pt x="473837" y="1625599"/>
                  </a:moveTo>
                  <a:lnTo>
                    <a:pt x="394335" y="1625599"/>
                  </a:lnTo>
                  <a:lnTo>
                    <a:pt x="389255" y="1638300"/>
                  </a:lnTo>
                  <a:lnTo>
                    <a:pt x="461644" y="1638300"/>
                  </a:lnTo>
                  <a:lnTo>
                    <a:pt x="473837" y="1625599"/>
                  </a:lnTo>
                  <a:close/>
                </a:path>
                <a:path w="2239010" h="1752600">
                  <a:moveTo>
                    <a:pt x="529844" y="1612899"/>
                  </a:moveTo>
                  <a:lnTo>
                    <a:pt x="450088" y="1612899"/>
                  </a:lnTo>
                  <a:lnTo>
                    <a:pt x="435991" y="1625599"/>
                  </a:lnTo>
                  <a:lnTo>
                    <a:pt x="518413" y="1625599"/>
                  </a:lnTo>
                  <a:lnTo>
                    <a:pt x="529844" y="1612899"/>
                  </a:lnTo>
                  <a:close/>
                </a:path>
                <a:path w="2239010" h="1752600">
                  <a:moveTo>
                    <a:pt x="566928" y="1600199"/>
                  </a:moveTo>
                  <a:lnTo>
                    <a:pt x="487172" y="1600199"/>
                  </a:lnTo>
                  <a:lnTo>
                    <a:pt x="473582" y="1612899"/>
                  </a:lnTo>
                  <a:lnTo>
                    <a:pt x="561975" y="1612899"/>
                  </a:lnTo>
                  <a:lnTo>
                    <a:pt x="566928" y="1600199"/>
                  </a:lnTo>
                  <a:close/>
                </a:path>
                <a:path w="2239010" h="1752600">
                  <a:moveTo>
                    <a:pt x="618109" y="1587499"/>
                  </a:moveTo>
                  <a:lnTo>
                    <a:pt x="540893" y="1587499"/>
                  </a:lnTo>
                  <a:lnTo>
                    <a:pt x="529336" y="1600199"/>
                  </a:lnTo>
                  <a:lnTo>
                    <a:pt x="605917" y="1600199"/>
                  </a:lnTo>
                  <a:lnTo>
                    <a:pt x="618109" y="1587499"/>
                  </a:lnTo>
                  <a:close/>
                </a:path>
                <a:path w="2239010" h="1752600">
                  <a:moveTo>
                    <a:pt x="651510" y="1574799"/>
                  </a:moveTo>
                  <a:lnTo>
                    <a:pt x="579374" y="1574799"/>
                  </a:lnTo>
                  <a:lnTo>
                    <a:pt x="573659" y="1587499"/>
                  </a:lnTo>
                  <a:lnTo>
                    <a:pt x="640080" y="1587499"/>
                  </a:lnTo>
                  <a:lnTo>
                    <a:pt x="651510" y="1574799"/>
                  </a:lnTo>
                  <a:close/>
                </a:path>
                <a:path w="2239010" h="1752600">
                  <a:moveTo>
                    <a:pt x="705612" y="1562099"/>
                  </a:moveTo>
                  <a:lnTo>
                    <a:pt x="616966" y="1562099"/>
                  </a:lnTo>
                  <a:lnTo>
                    <a:pt x="611251" y="1574799"/>
                  </a:lnTo>
                  <a:lnTo>
                    <a:pt x="693038" y="1574799"/>
                  </a:lnTo>
                  <a:lnTo>
                    <a:pt x="705612" y="1562099"/>
                  </a:lnTo>
                  <a:close/>
                </a:path>
                <a:path w="2239010" h="1752600">
                  <a:moveTo>
                    <a:pt x="746632" y="1549399"/>
                  </a:moveTo>
                  <a:lnTo>
                    <a:pt x="662940" y="1549399"/>
                  </a:lnTo>
                  <a:lnTo>
                    <a:pt x="651129" y="1562099"/>
                  </a:lnTo>
                  <a:lnTo>
                    <a:pt x="740918" y="1562099"/>
                  </a:lnTo>
                  <a:lnTo>
                    <a:pt x="746632" y="1549399"/>
                  </a:lnTo>
                  <a:close/>
                </a:path>
                <a:path w="2239010" h="1752600">
                  <a:moveTo>
                    <a:pt x="792099" y="1536699"/>
                  </a:moveTo>
                  <a:lnTo>
                    <a:pt x="704595" y="1536699"/>
                  </a:lnTo>
                  <a:lnTo>
                    <a:pt x="699516" y="1549399"/>
                  </a:lnTo>
                  <a:lnTo>
                    <a:pt x="781304" y="1549399"/>
                  </a:lnTo>
                  <a:lnTo>
                    <a:pt x="792099" y="1536699"/>
                  </a:lnTo>
                  <a:close/>
                </a:path>
                <a:path w="2239010" h="1752600">
                  <a:moveTo>
                    <a:pt x="832231" y="1523999"/>
                  </a:moveTo>
                  <a:lnTo>
                    <a:pt x="753744" y="1523999"/>
                  </a:lnTo>
                  <a:lnTo>
                    <a:pt x="741172" y="1536699"/>
                  </a:lnTo>
                  <a:lnTo>
                    <a:pt x="817880" y="1536699"/>
                  </a:lnTo>
                  <a:lnTo>
                    <a:pt x="832231" y="1523999"/>
                  </a:lnTo>
                  <a:close/>
                </a:path>
                <a:path w="2239010" h="1752600">
                  <a:moveTo>
                    <a:pt x="867537" y="1511299"/>
                  </a:moveTo>
                  <a:lnTo>
                    <a:pt x="804672" y="1511299"/>
                  </a:lnTo>
                  <a:lnTo>
                    <a:pt x="790194" y="1523999"/>
                  </a:lnTo>
                  <a:lnTo>
                    <a:pt x="855726" y="1523999"/>
                  </a:lnTo>
                  <a:lnTo>
                    <a:pt x="867537" y="1511299"/>
                  </a:lnTo>
                  <a:close/>
                </a:path>
                <a:path w="2239010" h="1752600">
                  <a:moveTo>
                    <a:pt x="903097" y="1498599"/>
                  </a:moveTo>
                  <a:lnTo>
                    <a:pt x="829818" y="1498599"/>
                  </a:lnTo>
                  <a:lnTo>
                    <a:pt x="824484" y="1511299"/>
                  </a:lnTo>
                  <a:lnTo>
                    <a:pt x="890143" y="1511299"/>
                  </a:lnTo>
                  <a:lnTo>
                    <a:pt x="903097" y="1498599"/>
                  </a:lnTo>
                  <a:close/>
                </a:path>
                <a:path w="2239010" h="1752600">
                  <a:moveTo>
                    <a:pt x="938149" y="1485899"/>
                  </a:moveTo>
                  <a:lnTo>
                    <a:pt x="865378" y="1485899"/>
                  </a:lnTo>
                  <a:lnTo>
                    <a:pt x="859917" y="1498599"/>
                  </a:lnTo>
                  <a:lnTo>
                    <a:pt x="926338" y="1498599"/>
                  </a:lnTo>
                  <a:lnTo>
                    <a:pt x="938149" y="1485899"/>
                  </a:lnTo>
                  <a:close/>
                </a:path>
                <a:path w="2239010" h="1752600">
                  <a:moveTo>
                    <a:pt x="968501" y="1473199"/>
                  </a:moveTo>
                  <a:lnTo>
                    <a:pt x="913892" y="1473199"/>
                  </a:lnTo>
                  <a:lnTo>
                    <a:pt x="895604" y="1485899"/>
                  </a:lnTo>
                  <a:lnTo>
                    <a:pt x="957707" y="1485899"/>
                  </a:lnTo>
                  <a:lnTo>
                    <a:pt x="968501" y="1473199"/>
                  </a:lnTo>
                  <a:close/>
                </a:path>
                <a:path w="2239010" h="1752600">
                  <a:moveTo>
                    <a:pt x="986028" y="1460499"/>
                  </a:moveTo>
                  <a:lnTo>
                    <a:pt x="935101" y="1460499"/>
                  </a:lnTo>
                  <a:lnTo>
                    <a:pt x="930401" y="1473199"/>
                  </a:lnTo>
                  <a:lnTo>
                    <a:pt x="973455" y="1473199"/>
                  </a:lnTo>
                  <a:lnTo>
                    <a:pt x="986028" y="1460499"/>
                  </a:lnTo>
                  <a:close/>
                </a:path>
                <a:path w="2239010" h="1752600">
                  <a:moveTo>
                    <a:pt x="1012698" y="1447799"/>
                  </a:moveTo>
                  <a:lnTo>
                    <a:pt x="963676" y="1447799"/>
                  </a:lnTo>
                  <a:lnTo>
                    <a:pt x="958595" y="1460499"/>
                  </a:lnTo>
                  <a:lnTo>
                    <a:pt x="1006220" y="1460499"/>
                  </a:lnTo>
                  <a:lnTo>
                    <a:pt x="1012698" y="1447799"/>
                  </a:lnTo>
                  <a:close/>
                </a:path>
                <a:path w="2239010" h="1752600">
                  <a:moveTo>
                    <a:pt x="1021080" y="1447799"/>
                  </a:moveTo>
                  <a:lnTo>
                    <a:pt x="1012698" y="1447799"/>
                  </a:lnTo>
                  <a:lnTo>
                    <a:pt x="1012444" y="1460499"/>
                  </a:lnTo>
                  <a:lnTo>
                    <a:pt x="1021080" y="1447799"/>
                  </a:lnTo>
                  <a:close/>
                </a:path>
                <a:path w="2239010" h="1752600">
                  <a:moveTo>
                    <a:pt x="1042543" y="1435099"/>
                  </a:moveTo>
                  <a:lnTo>
                    <a:pt x="991616" y="1435099"/>
                  </a:lnTo>
                  <a:lnTo>
                    <a:pt x="981329" y="1447799"/>
                  </a:lnTo>
                  <a:lnTo>
                    <a:pt x="1041781" y="1447799"/>
                  </a:lnTo>
                  <a:lnTo>
                    <a:pt x="1042543" y="1435099"/>
                  </a:lnTo>
                  <a:close/>
                </a:path>
                <a:path w="2239010" h="1752600">
                  <a:moveTo>
                    <a:pt x="1077087" y="1422399"/>
                  </a:moveTo>
                  <a:lnTo>
                    <a:pt x="1018159" y="1422399"/>
                  </a:lnTo>
                  <a:lnTo>
                    <a:pt x="1012570" y="1435099"/>
                  </a:lnTo>
                  <a:lnTo>
                    <a:pt x="1063370" y="1435099"/>
                  </a:lnTo>
                  <a:lnTo>
                    <a:pt x="1077087" y="1422399"/>
                  </a:lnTo>
                  <a:close/>
                </a:path>
                <a:path w="2239010" h="1752600">
                  <a:moveTo>
                    <a:pt x="1097788" y="1409699"/>
                  </a:moveTo>
                  <a:lnTo>
                    <a:pt x="1053845" y="1409699"/>
                  </a:lnTo>
                  <a:lnTo>
                    <a:pt x="1042416" y="1422399"/>
                  </a:lnTo>
                  <a:lnTo>
                    <a:pt x="1081913" y="1422399"/>
                  </a:lnTo>
                  <a:lnTo>
                    <a:pt x="1097788" y="1409699"/>
                  </a:lnTo>
                  <a:close/>
                </a:path>
                <a:path w="2239010" h="1752600">
                  <a:moveTo>
                    <a:pt x="1123569" y="1397000"/>
                  </a:moveTo>
                  <a:lnTo>
                    <a:pt x="1071880" y="1397000"/>
                  </a:lnTo>
                  <a:lnTo>
                    <a:pt x="1066165" y="1409699"/>
                  </a:lnTo>
                  <a:lnTo>
                    <a:pt x="1118235" y="1409699"/>
                  </a:lnTo>
                  <a:lnTo>
                    <a:pt x="1123569" y="1397000"/>
                  </a:lnTo>
                  <a:close/>
                </a:path>
                <a:path w="2239010" h="1752600">
                  <a:moveTo>
                    <a:pt x="1154684" y="1384300"/>
                  </a:moveTo>
                  <a:lnTo>
                    <a:pt x="1109599" y="1384300"/>
                  </a:lnTo>
                  <a:lnTo>
                    <a:pt x="1095629" y="1397000"/>
                  </a:lnTo>
                  <a:lnTo>
                    <a:pt x="1142745" y="1397000"/>
                  </a:lnTo>
                  <a:lnTo>
                    <a:pt x="1154684" y="1384300"/>
                  </a:lnTo>
                  <a:close/>
                </a:path>
                <a:path w="2239010" h="1752600">
                  <a:moveTo>
                    <a:pt x="1179830" y="1371600"/>
                  </a:moveTo>
                  <a:lnTo>
                    <a:pt x="1127887" y="1371600"/>
                  </a:lnTo>
                  <a:lnTo>
                    <a:pt x="1114933" y="1384300"/>
                  </a:lnTo>
                  <a:lnTo>
                    <a:pt x="1170940" y="1384300"/>
                  </a:lnTo>
                  <a:lnTo>
                    <a:pt x="1179830" y="1371600"/>
                  </a:lnTo>
                  <a:close/>
                </a:path>
                <a:path w="2239010" h="1752600">
                  <a:moveTo>
                    <a:pt x="1196086" y="1358900"/>
                  </a:moveTo>
                  <a:lnTo>
                    <a:pt x="1156081" y="1358900"/>
                  </a:lnTo>
                  <a:lnTo>
                    <a:pt x="1148461" y="1371600"/>
                  </a:lnTo>
                  <a:lnTo>
                    <a:pt x="1192149" y="1371600"/>
                  </a:lnTo>
                  <a:lnTo>
                    <a:pt x="1196086" y="1358900"/>
                  </a:lnTo>
                  <a:close/>
                </a:path>
                <a:path w="2239010" h="1752600">
                  <a:moveTo>
                    <a:pt x="1216279" y="1346200"/>
                  </a:moveTo>
                  <a:lnTo>
                    <a:pt x="1181227" y="1346200"/>
                  </a:lnTo>
                  <a:lnTo>
                    <a:pt x="1172591" y="1358900"/>
                  </a:lnTo>
                  <a:lnTo>
                    <a:pt x="1208786" y="1358900"/>
                  </a:lnTo>
                  <a:lnTo>
                    <a:pt x="1216279" y="1346200"/>
                  </a:lnTo>
                  <a:close/>
                </a:path>
                <a:path w="2239010" h="1752600">
                  <a:moveTo>
                    <a:pt x="1218945" y="1346200"/>
                  </a:moveTo>
                  <a:lnTo>
                    <a:pt x="1216279" y="1346200"/>
                  </a:lnTo>
                  <a:lnTo>
                    <a:pt x="1216025" y="1358900"/>
                  </a:lnTo>
                  <a:lnTo>
                    <a:pt x="1218945" y="1346200"/>
                  </a:lnTo>
                  <a:close/>
                </a:path>
                <a:path w="2239010" h="1752600">
                  <a:moveTo>
                    <a:pt x="1238631" y="1333500"/>
                  </a:moveTo>
                  <a:lnTo>
                    <a:pt x="1196975" y="1333500"/>
                  </a:lnTo>
                  <a:lnTo>
                    <a:pt x="1193292" y="1346200"/>
                  </a:lnTo>
                  <a:lnTo>
                    <a:pt x="1236345" y="1346200"/>
                  </a:lnTo>
                  <a:lnTo>
                    <a:pt x="1238631" y="1333500"/>
                  </a:lnTo>
                  <a:close/>
                </a:path>
                <a:path w="2239010" h="1752600">
                  <a:moveTo>
                    <a:pt x="1256284" y="1320800"/>
                  </a:moveTo>
                  <a:lnTo>
                    <a:pt x="1215009" y="1320800"/>
                  </a:lnTo>
                  <a:lnTo>
                    <a:pt x="1207135" y="1333500"/>
                  </a:lnTo>
                  <a:lnTo>
                    <a:pt x="1251966" y="1333500"/>
                  </a:lnTo>
                  <a:lnTo>
                    <a:pt x="1256284" y="1320800"/>
                  </a:lnTo>
                  <a:close/>
                </a:path>
                <a:path w="2239010" h="1752600">
                  <a:moveTo>
                    <a:pt x="1278890" y="1308100"/>
                  </a:moveTo>
                  <a:lnTo>
                    <a:pt x="1237234" y="1308100"/>
                  </a:lnTo>
                  <a:lnTo>
                    <a:pt x="1232535" y="1320800"/>
                  </a:lnTo>
                  <a:lnTo>
                    <a:pt x="1275334" y="1320800"/>
                  </a:lnTo>
                  <a:lnTo>
                    <a:pt x="1278890" y="1308100"/>
                  </a:lnTo>
                  <a:close/>
                </a:path>
                <a:path w="2239010" h="1752600">
                  <a:moveTo>
                    <a:pt x="1300099" y="1295400"/>
                  </a:moveTo>
                  <a:lnTo>
                    <a:pt x="1255014" y="1295400"/>
                  </a:lnTo>
                  <a:lnTo>
                    <a:pt x="1252093" y="1308100"/>
                  </a:lnTo>
                  <a:lnTo>
                    <a:pt x="1290701" y="1308100"/>
                  </a:lnTo>
                  <a:lnTo>
                    <a:pt x="1300099" y="1295400"/>
                  </a:lnTo>
                  <a:close/>
                </a:path>
                <a:path w="2239010" h="1752600">
                  <a:moveTo>
                    <a:pt x="1327531" y="1282700"/>
                  </a:moveTo>
                  <a:lnTo>
                    <a:pt x="1276985" y="1282700"/>
                  </a:lnTo>
                  <a:lnTo>
                    <a:pt x="1267460" y="1295400"/>
                  </a:lnTo>
                  <a:lnTo>
                    <a:pt x="1318387" y="1295400"/>
                  </a:lnTo>
                  <a:lnTo>
                    <a:pt x="1327531" y="1282700"/>
                  </a:lnTo>
                  <a:close/>
                </a:path>
                <a:path w="2239010" h="1752600">
                  <a:moveTo>
                    <a:pt x="1345311" y="1270000"/>
                  </a:moveTo>
                  <a:lnTo>
                    <a:pt x="1303782" y="1270000"/>
                  </a:lnTo>
                  <a:lnTo>
                    <a:pt x="1293749" y="1282700"/>
                  </a:lnTo>
                  <a:lnTo>
                    <a:pt x="1339850" y="1282700"/>
                  </a:lnTo>
                  <a:lnTo>
                    <a:pt x="1345311" y="1270000"/>
                  </a:lnTo>
                  <a:close/>
                </a:path>
                <a:path w="2239010" h="1752600">
                  <a:moveTo>
                    <a:pt x="1359027" y="1257300"/>
                  </a:moveTo>
                  <a:lnTo>
                    <a:pt x="1324864" y="1257300"/>
                  </a:lnTo>
                  <a:lnTo>
                    <a:pt x="1319149" y="1270000"/>
                  </a:lnTo>
                  <a:lnTo>
                    <a:pt x="1355090" y="1270000"/>
                  </a:lnTo>
                  <a:lnTo>
                    <a:pt x="1359027" y="1257300"/>
                  </a:lnTo>
                  <a:close/>
                </a:path>
                <a:path w="2239010" h="1752600">
                  <a:moveTo>
                    <a:pt x="1339342" y="1244600"/>
                  </a:moveTo>
                  <a:lnTo>
                    <a:pt x="1334262" y="1257300"/>
                  </a:lnTo>
                  <a:lnTo>
                    <a:pt x="1339215" y="1257300"/>
                  </a:lnTo>
                  <a:lnTo>
                    <a:pt x="1339342" y="1244600"/>
                  </a:lnTo>
                  <a:close/>
                </a:path>
                <a:path w="2239010" h="1752600">
                  <a:moveTo>
                    <a:pt x="1376172" y="1244600"/>
                  </a:moveTo>
                  <a:lnTo>
                    <a:pt x="1340993" y="1244600"/>
                  </a:lnTo>
                  <a:lnTo>
                    <a:pt x="1339215" y="1257300"/>
                  </a:lnTo>
                  <a:lnTo>
                    <a:pt x="1373505" y="1257300"/>
                  </a:lnTo>
                  <a:lnTo>
                    <a:pt x="1376172" y="1244600"/>
                  </a:lnTo>
                  <a:close/>
                </a:path>
                <a:path w="2239010" h="1752600">
                  <a:moveTo>
                    <a:pt x="1394206" y="1231900"/>
                  </a:moveTo>
                  <a:lnTo>
                    <a:pt x="1359916" y="1231900"/>
                  </a:lnTo>
                  <a:lnTo>
                    <a:pt x="1353820" y="1244600"/>
                  </a:lnTo>
                  <a:lnTo>
                    <a:pt x="1385062" y="1244600"/>
                  </a:lnTo>
                  <a:lnTo>
                    <a:pt x="1394206" y="1231900"/>
                  </a:lnTo>
                  <a:close/>
                </a:path>
                <a:path w="2239010" h="1752600">
                  <a:moveTo>
                    <a:pt x="1419606" y="1219200"/>
                  </a:moveTo>
                  <a:lnTo>
                    <a:pt x="1372235" y="1219200"/>
                  </a:lnTo>
                  <a:lnTo>
                    <a:pt x="1369314" y="1231900"/>
                  </a:lnTo>
                  <a:lnTo>
                    <a:pt x="1411732" y="1231900"/>
                  </a:lnTo>
                  <a:lnTo>
                    <a:pt x="1419606" y="1219200"/>
                  </a:lnTo>
                  <a:close/>
                </a:path>
                <a:path w="2239010" h="1752600">
                  <a:moveTo>
                    <a:pt x="1436623" y="1206500"/>
                  </a:moveTo>
                  <a:lnTo>
                    <a:pt x="1396111" y="1206500"/>
                  </a:lnTo>
                  <a:lnTo>
                    <a:pt x="1386332" y="1219200"/>
                  </a:lnTo>
                  <a:lnTo>
                    <a:pt x="1432941" y="1219200"/>
                  </a:lnTo>
                  <a:lnTo>
                    <a:pt x="1436623" y="1206500"/>
                  </a:lnTo>
                  <a:close/>
                </a:path>
                <a:path w="2239010" h="1752600">
                  <a:moveTo>
                    <a:pt x="1413891" y="1193800"/>
                  </a:moveTo>
                  <a:lnTo>
                    <a:pt x="1409192" y="1206500"/>
                  </a:lnTo>
                  <a:lnTo>
                    <a:pt x="1412620" y="1206500"/>
                  </a:lnTo>
                  <a:lnTo>
                    <a:pt x="1413891" y="1193800"/>
                  </a:lnTo>
                  <a:close/>
                </a:path>
                <a:path w="2239010" h="1752600">
                  <a:moveTo>
                    <a:pt x="1454277" y="1193800"/>
                  </a:moveTo>
                  <a:lnTo>
                    <a:pt x="1421383" y="1193800"/>
                  </a:lnTo>
                  <a:lnTo>
                    <a:pt x="1412620" y="1206500"/>
                  </a:lnTo>
                  <a:lnTo>
                    <a:pt x="1449070" y="1206500"/>
                  </a:lnTo>
                  <a:lnTo>
                    <a:pt x="1454277" y="1193800"/>
                  </a:lnTo>
                  <a:close/>
                </a:path>
                <a:path w="2239010" h="1752600">
                  <a:moveTo>
                    <a:pt x="1469644" y="1181100"/>
                  </a:moveTo>
                  <a:lnTo>
                    <a:pt x="1434845" y="1181100"/>
                  </a:lnTo>
                  <a:lnTo>
                    <a:pt x="1431925" y="1193800"/>
                  </a:lnTo>
                  <a:lnTo>
                    <a:pt x="1463929" y="1193800"/>
                  </a:lnTo>
                  <a:lnTo>
                    <a:pt x="1469644" y="1181100"/>
                  </a:lnTo>
                  <a:close/>
                </a:path>
                <a:path w="2239010" h="1752600">
                  <a:moveTo>
                    <a:pt x="1482090" y="1168400"/>
                  </a:moveTo>
                  <a:lnTo>
                    <a:pt x="1448308" y="1168400"/>
                  </a:lnTo>
                  <a:lnTo>
                    <a:pt x="1446148" y="1181100"/>
                  </a:lnTo>
                  <a:lnTo>
                    <a:pt x="1477391" y="1181100"/>
                  </a:lnTo>
                  <a:lnTo>
                    <a:pt x="1482090" y="1168400"/>
                  </a:lnTo>
                  <a:close/>
                </a:path>
                <a:path w="2239010" h="1752600">
                  <a:moveTo>
                    <a:pt x="1484630" y="1168400"/>
                  </a:moveTo>
                  <a:lnTo>
                    <a:pt x="1482090" y="1168400"/>
                  </a:lnTo>
                  <a:lnTo>
                    <a:pt x="1480820" y="1181100"/>
                  </a:lnTo>
                  <a:lnTo>
                    <a:pt x="1484630" y="1168400"/>
                  </a:lnTo>
                  <a:close/>
                </a:path>
                <a:path w="2239010" h="1752600">
                  <a:moveTo>
                    <a:pt x="1502283" y="1155700"/>
                  </a:moveTo>
                  <a:lnTo>
                    <a:pt x="1463040" y="1155700"/>
                  </a:lnTo>
                  <a:lnTo>
                    <a:pt x="1460627" y="1168400"/>
                  </a:lnTo>
                  <a:lnTo>
                    <a:pt x="1494282" y="1168400"/>
                  </a:lnTo>
                  <a:lnTo>
                    <a:pt x="1502283" y="1155700"/>
                  </a:lnTo>
                  <a:close/>
                </a:path>
                <a:path w="2239010" h="1752600">
                  <a:moveTo>
                    <a:pt x="1514220" y="1143000"/>
                  </a:moveTo>
                  <a:lnTo>
                    <a:pt x="1488313" y="1143000"/>
                  </a:lnTo>
                  <a:lnTo>
                    <a:pt x="1477137" y="1155700"/>
                  </a:lnTo>
                  <a:lnTo>
                    <a:pt x="1505966" y="1155700"/>
                  </a:lnTo>
                  <a:lnTo>
                    <a:pt x="1514220" y="1143000"/>
                  </a:lnTo>
                  <a:close/>
                </a:path>
                <a:path w="2239010" h="1752600">
                  <a:moveTo>
                    <a:pt x="1530984" y="1130300"/>
                  </a:moveTo>
                  <a:lnTo>
                    <a:pt x="1500123" y="1130300"/>
                  </a:lnTo>
                  <a:lnTo>
                    <a:pt x="1491869" y="1143000"/>
                  </a:lnTo>
                  <a:lnTo>
                    <a:pt x="1526920" y="1143000"/>
                  </a:lnTo>
                  <a:lnTo>
                    <a:pt x="1530984" y="1130300"/>
                  </a:lnTo>
                  <a:close/>
                </a:path>
                <a:path w="2239010" h="1752600">
                  <a:moveTo>
                    <a:pt x="1544446" y="1117600"/>
                  </a:moveTo>
                  <a:lnTo>
                    <a:pt x="1512062" y="1117600"/>
                  </a:lnTo>
                  <a:lnTo>
                    <a:pt x="1502664" y="1130300"/>
                  </a:lnTo>
                  <a:lnTo>
                    <a:pt x="1540509" y="1130300"/>
                  </a:lnTo>
                  <a:lnTo>
                    <a:pt x="1544446" y="1117600"/>
                  </a:lnTo>
                  <a:close/>
                </a:path>
                <a:path w="2239010" h="1752600">
                  <a:moveTo>
                    <a:pt x="1562989" y="1104900"/>
                  </a:moveTo>
                  <a:lnTo>
                    <a:pt x="1526540" y="1104900"/>
                  </a:lnTo>
                  <a:lnTo>
                    <a:pt x="1516507" y="1117600"/>
                  </a:lnTo>
                  <a:lnTo>
                    <a:pt x="1555115" y="1117600"/>
                  </a:lnTo>
                  <a:lnTo>
                    <a:pt x="1562989" y="1104900"/>
                  </a:lnTo>
                  <a:close/>
                </a:path>
                <a:path w="2239010" h="1752600">
                  <a:moveTo>
                    <a:pt x="1576832" y="1092200"/>
                  </a:moveTo>
                  <a:lnTo>
                    <a:pt x="1542033" y="1092200"/>
                  </a:lnTo>
                  <a:lnTo>
                    <a:pt x="1538351" y="1104900"/>
                  </a:lnTo>
                  <a:lnTo>
                    <a:pt x="1573657" y="1104900"/>
                  </a:lnTo>
                  <a:lnTo>
                    <a:pt x="1576832" y="1092200"/>
                  </a:lnTo>
                  <a:close/>
                </a:path>
                <a:path w="2239010" h="1752600">
                  <a:moveTo>
                    <a:pt x="1595246" y="1079500"/>
                  </a:moveTo>
                  <a:lnTo>
                    <a:pt x="1558925" y="1079500"/>
                  </a:lnTo>
                  <a:lnTo>
                    <a:pt x="1551305" y="1092200"/>
                  </a:lnTo>
                  <a:lnTo>
                    <a:pt x="1586230" y="1092200"/>
                  </a:lnTo>
                  <a:lnTo>
                    <a:pt x="1595246" y="1079500"/>
                  </a:lnTo>
                  <a:close/>
                </a:path>
                <a:path w="2239010" h="1752600">
                  <a:moveTo>
                    <a:pt x="1603502" y="1066800"/>
                  </a:moveTo>
                  <a:lnTo>
                    <a:pt x="1570482" y="1066800"/>
                  </a:lnTo>
                  <a:lnTo>
                    <a:pt x="1567560" y="1079500"/>
                  </a:lnTo>
                  <a:lnTo>
                    <a:pt x="1594866" y="1079500"/>
                  </a:lnTo>
                  <a:lnTo>
                    <a:pt x="1603502" y="1066800"/>
                  </a:lnTo>
                  <a:close/>
                </a:path>
                <a:path w="2239010" h="1752600">
                  <a:moveTo>
                    <a:pt x="1618869" y="1054100"/>
                  </a:moveTo>
                  <a:lnTo>
                    <a:pt x="1587881" y="1054100"/>
                  </a:lnTo>
                  <a:lnTo>
                    <a:pt x="1579245" y="1066800"/>
                  </a:lnTo>
                  <a:lnTo>
                    <a:pt x="1615567" y="1066800"/>
                  </a:lnTo>
                  <a:lnTo>
                    <a:pt x="1618869" y="1054100"/>
                  </a:lnTo>
                  <a:close/>
                </a:path>
                <a:path w="2239010" h="1752600">
                  <a:moveTo>
                    <a:pt x="1635125" y="1041400"/>
                  </a:moveTo>
                  <a:lnTo>
                    <a:pt x="1600327" y="1041400"/>
                  </a:lnTo>
                  <a:lnTo>
                    <a:pt x="1592071" y="1054100"/>
                  </a:lnTo>
                  <a:lnTo>
                    <a:pt x="1629029" y="1054100"/>
                  </a:lnTo>
                  <a:lnTo>
                    <a:pt x="1635125" y="1041400"/>
                  </a:lnTo>
                  <a:close/>
                </a:path>
                <a:path w="2239010" h="1752600">
                  <a:moveTo>
                    <a:pt x="1656969" y="1028700"/>
                  </a:moveTo>
                  <a:lnTo>
                    <a:pt x="1610995" y="1028700"/>
                  </a:lnTo>
                  <a:lnTo>
                    <a:pt x="1603756" y="1041400"/>
                  </a:lnTo>
                  <a:lnTo>
                    <a:pt x="1647952" y="1041400"/>
                  </a:lnTo>
                  <a:lnTo>
                    <a:pt x="1656969" y="1028700"/>
                  </a:lnTo>
                  <a:close/>
                </a:path>
                <a:path w="2239010" h="1752600">
                  <a:moveTo>
                    <a:pt x="1670304" y="1016000"/>
                  </a:moveTo>
                  <a:lnTo>
                    <a:pt x="1630426" y="1016000"/>
                  </a:lnTo>
                  <a:lnTo>
                    <a:pt x="1623059" y="1028700"/>
                  </a:lnTo>
                  <a:lnTo>
                    <a:pt x="1661287" y="1028700"/>
                  </a:lnTo>
                  <a:lnTo>
                    <a:pt x="1670304" y="1016000"/>
                  </a:lnTo>
                  <a:close/>
                </a:path>
                <a:path w="2239010" h="1752600">
                  <a:moveTo>
                    <a:pt x="1682369" y="1003300"/>
                  </a:moveTo>
                  <a:lnTo>
                    <a:pt x="1646808" y="1003300"/>
                  </a:lnTo>
                  <a:lnTo>
                    <a:pt x="1642871" y="1016000"/>
                  </a:lnTo>
                  <a:lnTo>
                    <a:pt x="1674114" y="1016000"/>
                  </a:lnTo>
                  <a:lnTo>
                    <a:pt x="1682369" y="1003300"/>
                  </a:lnTo>
                  <a:close/>
                </a:path>
                <a:path w="2239010" h="1752600">
                  <a:moveTo>
                    <a:pt x="1659001" y="990600"/>
                  </a:moveTo>
                  <a:lnTo>
                    <a:pt x="1655445" y="1003300"/>
                  </a:lnTo>
                  <a:lnTo>
                    <a:pt x="1658493" y="1003300"/>
                  </a:lnTo>
                  <a:lnTo>
                    <a:pt x="1659001" y="990600"/>
                  </a:lnTo>
                  <a:close/>
                </a:path>
                <a:path w="2239010" h="1752600">
                  <a:moveTo>
                    <a:pt x="1709420" y="977900"/>
                  </a:moveTo>
                  <a:lnTo>
                    <a:pt x="1680083" y="977900"/>
                  </a:lnTo>
                  <a:lnTo>
                    <a:pt x="1670812" y="990600"/>
                  </a:lnTo>
                  <a:lnTo>
                    <a:pt x="1666747" y="990600"/>
                  </a:lnTo>
                  <a:lnTo>
                    <a:pt x="1658493" y="1003300"/>
                  </a:lnTo>
                  <a:lnTo>
                    <a:pt x="1686179" y="1003300"/>
                  </a:lnTo>
                  <a:lnTo>
                    <a:pt x="1695577" y="990600"/>
                  </a:lnTo>
                  <a:lnTo>
                    <a:pt x="1709420" y="977900"/>
                  </a:lnTo>
                  <a:close/>
                </a:path>
                <a:path w="2239010" h="1752600">
                  <a:moveTo>
                    <a:pt x="1722373" y="965200"/>
                  </a:moveTo>
                  <a:lnTo>
                    <a:pt x="1693671" y="965200"/>
                  </a:lnTo>
                  <a:lnTo>
                    <a:pt x="1684273" y="977900"/>
                  </a:lnTo>
                  <a:lnTo>
                    <a:pt x="1713103" y="977900"/>
                  </a:lnTo>
                  <a:lnTo>
                    <a:pt x="1722373" y="965200"/>
                  </a:lnTo>
                  <a:close/>
                </a:path>
                <a:path w="2239010" h="1752600">
                  <a:moveTo>
                    <a:pt x="1740281" y="952500"/>
                  </a:moveTo>
                  <a:lnTo>
                    <a:pt x="1707515" y="952500"/>
                  </a:lnTo>
                  <a:lnTo>
                    <a:pt x="1697990" y="965200"/>
                  </a:lnTo>
                  <a:lnTo>
                    <a:pt x="1736344" y="965200"/>
                  </a:lnTo>
                  <a:lnTo>
                    <a:pt x="1740281" y="952500"/>
                  </a:lnTo>
                  <a:close/>
                </a:path>
                <a:path w="2239010" h="1752600">
                  <a:moveTo>
                    <a:pt x="1752854" y="939800"/>
                  </a:moveTo>
                  <a:lnTo>
                    <a:pt x="1721104" y="939800"/>
                  </a:lnTo>
                  <a:lnTo>
                    <a:pt x="1711706" y="952500"/>
                  </a:lnTo>
                  <a:lnTo>
                    <a:pt x="1752345" y="952500"/>
                  </a:lnTo>
                  <a:lnTo>
                    <a:pt x="1752854" y="939800"/>
                  </a:lnTo>
                  <a:close/>
                </a:path>
                <a:path w="2239010" h="1752600">
                  <a:moveTo>
                    <a:pt x="1771777" y="927100"/>
                  </a:moveTo>
                  <a:lnTo>
                    <a:pt x="1734312" y="927100"/>
                  </a:lnTo>
                  <a:lnTo>
                    <a:pt x="1724659" y="939800"/>
                  </a:lnTo>
                  <a:lnTo>
                    <a:pt x="1764538" y="939800"/>
                  </a:lnTo>
                  <a:lnTo>
                    <a:pt x="1771777" y="927100"/>
                  </a:lnTo>
                  <a:close/>
                </a:path>
                <a:path w="2239010" h="1752600">
                  <a:moveTo>
                    <a:pt x="1788795" y="914400"/>
                  </a:moveTo>
                  <a:lnTo>
                    <a:pt x="1750568" y="914400"/>
                  </a:lnTo>
                  <a:lnTo>
                    <a:pt x="1746377" y="927100"/>
                  </a:lnTo>
                  <a:lnTo>
                    <a:pt x="1783333" y="927100"/>
                  </a:lnTo>
                  <a:lnTo>
                    <a:pt x="1788795" y="914400"/>
                  </a:lnTo>
                  <a:close/>
                </a:path>
                <a:path w="2239010" h="1752600">
                  <a:moveTo>
                    <a:pt x="1799717" y="901700"/>
                  </a:moveTo>
                  <a:lnTo>
                    <a:pt x="1766189" y="901700"/>
                  </a:lnTo>
                  <a:lnTo>
                    <a:pt x="1760093" y="914400"/>
                  </a:lnTo>
                  <a:lnTo>
                    <a:pt x="1799335" y="914400"/>
                  </a:lnTo>
                  <a:lnTo>
                    <a:pt x="1799717" y="901700"/>
                  </a:lnTo>
                  <a:close/>
                </a:path>
                <a:path w="2239010" h="1752600">
                  <a:moveTo>
                    <a:pt x="1816734" y="889000"/>
                  </a:moveTo>
                  <a:lnTo>
                    <a:pt x="1781809" y="889000"/>
                  </a:lnTo>
                  <a:lnTo>
                    <a:pt x="1776348" y="901700"/>
                  </a:lnTo>
                  <a:lnTo>
                    <a:pt x="1809495" y="901700"/>
                  </a:lnTo>
                  <a:lnTo>
                    <a:pt x="1816734" y="889000"/>
                  </a:lnTo>
                  <a:close/>
                </a:path>
                <a:path w="2239010" h="1752600">
                  <a:moveTo>
                    <a:pt x="1836166" y="876300"/>
                  </a:moveTo>
                  <a:lnTo>
                    <a:pt x="1795526" y="876300"/>
                  </a:lnTo>
                  <a:lnTo>
                    <a:pt x="1792351" y="889000"/>
                  </a:lnTo>
                  <a:lnTo>
                    <a:pt x="1819783" y="889000"/>
                  </a:lnTo>
                  <a:lnTo>
                    <a:pt x="1836166" y="876300"/>
                  </a:lnTo>
                  <a:close/>
                </a:path>
                <a:path w="2239010" h="1752600">
                  <a:moveTo>
                    <a:pt x="1845056" y="863600"/>
                  </a:moveTo>
                  <a:lnTo>
                    <a:pt x="1810384" y="863600"/>
                  </a:lnTo>
                  <a:lnTo>
                    <a:pt x="1803908" y="876300"/>
                  </a:lnTo>
                  <a:lnTo>
                    <a:pt x="1838706" y="876300"/>
                  </a:lnTo>
                  <a:lnTo>
                    <a:pt x="1845056" y="863600"/>
                  </a:lnTo>
                  <a:close/>
                </a:path>
                <a:path w="2239010" h="1752600">
                  <a:moveTo>
                    <a:pt x="1854581" y="850900"/>
                  </a:moveTo>
                  <a:lnTo>
                    <a:pt x="1822831" y="850900"/>
                  </a:lnTo>
                  <a:lnTo>
                    <a:pt x="1820291" y="863600"/>
                  </a:lnTo>
                  <a:lnTo>
                    <a:pt x="1851659" y="863600"/>
                  </a:lnTo>
                  <a:lnTo>
                    <a:pt x="1854581" y="850900"/>
                  </a:lnTo>
                  <a:close/>
                </a:path>
                <a:path w="2239010" h="1752600">
                  <a:moveTo>
                    <a:pt x="1867281" y="838200"/>
                  </a:moveTo>
                  <a:lnTo>
                    <a:pt x="1835150" y="838200"/>
                  </a:lnTo>
                  <a:lnTo>
                    <a:pt x="1830070" y="850900"/>
                  </a:lnTo>
                  <a:lnTo>
                    <a:pt x="1861946" y="850900"/>
                  </a:lnTo>
                  <a:lnTo>
                    <a:pt x="1867281" y="838200"/>
                  </a:lnTo>
                  <a:close/>
                </a:path>
                <a:path w="2239010" h="1752600">
                  <a:moveTo>
                    <a:pt x="1876044" y="825500"/>
                  </a:moveTo>
                  <a:lnTo>
                    <a:pt x="1848993" y="825500"/>
                  </a:lnTo>
                  <a:lnTo>
                    <a:pt x="1843658" y="838200"/>
                  </a:lnTo>
                  <a:lnTo>
                    <a:pt x="1874266" y="838200"/>
                  </a:lnTo>
                  <a:lnTo>
                    <a:pt x="1876044" y="825500"/>
                  </a:lnTo>
                  <a:close/>
                </a:path>
                <a:path w="2239010" h="1752600">
                  <a:moveTo>
                    <a:pt x="1891410" y="812800"/>
                  </a:moveTo>
                  <a:lnTo>
                    <a:pt x="1856867" y="812800"/>
                  </a:lnTo>
                  <a:lnTo>
                    <a:pt x="1851787" y="825500"/>
                  </a:lnTo>
                  <a:lnTo>
                    <a:pt x="1883537" y="825500"/>
                  </a:lnTo>
                  <a:lnTo>
                    <a:pt x="1891410" y="812800"/>
                  </a:lnTo>
                  <a:close/>
                </a:path>
                <a:path w="2239010" h="1752600">
                  <a:moveTo>
                    <a:pt x="1899920" y="800100"/>
                  </a:moveTo>
                  <a:lnTo>
                    <a:pt x="1871345" y="800100"/>
                  </a:lnTo>
                  <a:lnTo>
                    <a:pt x="1866010" y="812800"/>
                  </a:lnTo>
                  <a:lnTo>
                    <a:pt x="1897253" y="812800"/>
                  </a:lnTo>
                  <a:lnTo>
                    <a:pt x="1899920" y="800100"/>
                  </a:lnTo>
                  <a:close/>
                </a:path>
                <a:path w="2239010" h="1752600">
                  <a:moveTo>
                    <a:pt x="1910715" y="787400"/>
                  </a:moveTo>
                  <a:lnTo>
                    <a:pt x="1879472" y="787400"/>
                  </a:lnTo>
                  <a:lnTo>
                    <a:pt x="1873758" y="800100"/>
                  </a:lnTo>
                  <a:lnTo>
                    <a:pt x="1907158" y="800100"/>
                  </a:lnTo>
                  <a:lnTo>
                    <a:pt x="1910715" y="787400"/>
                  </a:lnTo>
                  <a:close/>
                </a:path>
                <a:path w="2239010" h="1752600">
                  <a:moveTo>
                    <a:pt x="1926335" y="774700"/>
                  </a:moveTo>
                  <a:lnTo>
                    <a:pt x="1890141" y="774700"/>
                  </a:lnTo>
                  <a:lnTo>
                    <a:pt x="1887728" y="787400"/>
                  </a:lnTo>
                  <a:lnTo>
                    <a:pt x="1919096" y="787400"/>
                  </a:lnTo>
                  <a:lnTo>
                    <a:pt x="1926335" y="774700"/>
                  </a:lnTo>
                  <a:close/>
                </a:path>
                <a:path w="2239010" h="1752600">
                  <a:moveTo>
                    <a:pt x="1933067" y="762000"/>
                  </a:moveTo>
                  <a:lnTo>
                    <a:pt x="1901697" y="762000"/>
                  </a:lnTo>
                  <a:lnTo>
                    <a:pt x="1898142" y="774700"/>
                  </a:lnTo>
                  <a:lnTo>
                    <a:pt x="1925828" y="774700"/>
                  </a:lnTo>
                  <a:lnTo>
                    <a:pt x="1933067" y="762000"/>
                  </a:lnTo>
                  <a:close/>
                </a:path>
                <a:path w="2239010" h="1752600">
                  <a:moveTo>
                    <a:pt x="1947545" y="749300"/>
                  </a:moveTo>
                  <a:lnTo>
                    <a:pt x="1915668" y="749300"/>
                  </a:lnTo>
                  <a:lnTo>
                    <a:pt x="1908556" y="762000"/>
                  </a:lnTo>
                  <a:lnTo>
                    <a:pt x="1939163" y="762000"/>
                  </a:lnTo>
                  <a:lnTo>
                    <a:pt x="1947545" y="749300"/>
                  </a:lnTo>
                  <a:close/>
                </a:path>
                <a:path w="2239010" h="1752600">
                  <a:moveTo>
                    <a:pt x="1956689" y="736600"/>
                  </a:moveTo>
                  <a:lnTo>
                    <a:pt x="1929510" y="736600"/>
                  </a:lnTo>
                  <a:lnTo>
                    <a:pt x="1921256" y="749300"/>
                  </a:lnTo>
                  <a:lnTo>
                    <a:pt x="1950212" y="749300"/>
                  </a:lnTo>
                  <a:lnTo>
                    <a:pt x="1956689" y="736600"/>
                  </a:lnTo>
                  <a:close/>
                </a:path>
                <a:path w="2239010" h="1752600">
                  <a:moveTo>
                    <a:pt x="1965833" y="723900"/>
                  </a:moveTo>
                  <a:lnTo>
                    <a:pt x="1932432" y="723900"/>
                  </a:lnTo>
                  <a:lnTo>
                    <a:pt x="1932051" y="736600"/>
                  </a:lnTo>
                  <a:lnTo>
                    <a:pt x="1960118" y="736600"/>
                  </a:lnTo>
                  <a:lnTo>
                    <a:pt x="1965833" y="723900"/>
                  </a:lnTo>
                  <a:close/>
                </a:path>
                <a:path w="2239010" h="1752600">
                  <a:moveTo>
                    <a:pt x="1973707" y="711200"/>
                  </a:moveTo>
                  <a:lnTo>
                    <a:pt x="1947037" y="711200"/>
                  </a:lnTo>
                  <a:lnTo>
                    <a:pt x="1941448" y="723900"/>
                  </a:lnTo>
                  <a:lnTo>
                    <a:pt x="1968372" y="723900"/>
                  </a:lnTo>
                  <a:lnTo>
                    <a:pt x="1973707" y="711200"/>
                  </a:lnTo>
                  <a:close/>
                </a:path>
                <a:path w="2239010" h="1752600">
                  <a:moveTo>
                    <a:pt x="1981581" y="698500"/>
                  </a:moveTo>
                  <a:lnTo>
                    <a:pt x="1954276" y="698500"/>
                  </a:lnTo>
                  <a:lnTo>
                    <a:pt x="1948942" y="711200"/>
                  </a:lnTo>
                  <a:lnTo>
                    <a:pt x="1976501" y="711200"/>
                  </a:lnTo>
                  <a:lnTo>
                    <a:pt x="1981581" y="698500"/>
                  </a:lnTo>
                  <a:close/>
                </a:path>
                <a:path w="2239010" h="1752600">
                  <a:moveTo>
                    <a:pt x="1988820" y="685800"/>
                  </a:moveTo>
                  <a:lnTo>
                    <a:pt x="1961642" y="685800"/>
                  </a:lnTo>
                  <a:lnTo>
                    <a:pt x="1956562" y="698500"/>
                  </a:lnTo>
                  <a:lnTo>
                    <a:pt x="1983740" y="698500"/>
                  </a:lnTo>
                  <a:lnTo>
                    <a:pt x="1988820" y="685800"/>
                  </a:lnTo>
                  <a:close/>
                </a:path>
                <a:path w="2239010" h="1752600">
                  <a:moveTo>
                    <a:pt x="1990470" y="685800"/>
                  </a:moveTo>
                  <a:lnTo>
                    <a:pt x="1988820" y="685800"/>
                  </a:lnTo>
                  <a:lnTo>
                    <a:pt x="1988058" y="698500"/>
                  </a:lnTo>
                  <a:lnTo>
                    <a:pt x="1990470" y="685800"/>
                  </a:lnTo>
                  <a:close/>
                </a:path>
                <a:path w="2239010" h="1752600">
                  <a:moveTo>
                    <a:pt x="2001773" y="673100"/>
                  </a:moveTo>
                  <a:lnTo>
                    <a:pt x="1969516" y="673100"/>
                  </a:lnTo>
                  <a:lnTo>
                    <a:pt x="1964435" y="685800"/>
                  </a:lnTo>
                  <a:lnTo>
                    <a:pt x="1997837" y="685800"/>
                  </a:lnTo>
                  <a:lnTo>
                    <a:pt x="2001773" y="673100"/>
                  </a:lnTo>
                  <a:close/>
                </a:path>
                <a:path w="2239010" h="1752600">
                  <a:moveTo>
                    <a:pt x="2008378" y="660400"/>
                  </a:moveTo>
                  <a:lnTo>
                    <a:pt x="1982216" y="660400"/>
                  </a:lnTo>
                  <a:lnTo>
                    <a:pt x="1976628" y="673100"/>
                  </a:lnTo>
                  <a:lnTo>
                    <a:pt x="2006727" y="673100"/>
                  </a:lnTo>
                  <a:lnTo>
                    <a:pt x="2008378" y="660400"/>
                  </a:lnTo>
                  <a:close/>
                </a:path>
                <a:path w="2239010" h="1752600">
                  <a:moveTo>
                    <a:pt x="2018665" y="647700"/>
                  </a:moveTo>
                  <a:lnTo>
                    <a:pt x="1987550" y="647700"/>
                  </a:lnTo>
                  <a:lnTo>
                    <a:pt x="1983867" y="660400"/>
                  </a:lnTo>
                  <a:lnTo>
                    <a:pt x="2013712" y="660400"/>
                  </a:lnTo>
                  <a:lnTo>
                    <a:pt x="2018665" y="647700"/>
                  </a:lnTo>
                  <a:close/>
                </a:path>
                <a:path w="2239010" h="1752600">
                  <a:moveTo>
                    <a:pt x="2026539" y="635000"/>
                  </a:moveTo>
                  <a:lnTo>
                    <a:pt x="1999995" y="635000"/>
                  </a:lnTo>
                  <a:lnTo>
                    <a:pt x="1994281" y="647700"/>
                  </a:lnTo>
                  <a:lnTo>
                    <a:pt x="2021205" y="647700"/>
                  </a:lnTo>
                  <a:lnTo>
                    <a:pt x="2026539" y="635000"/>
                  </a:lnTo>
                  <a:close/>
                </a:path>
                <a:path w="2239010" h="1752600">
                  <a:moveTo>
                    <a:pt x="2033778" y="622300"/>
                  </a:moveTo>
                  <a:lnTo>
                    <a:pt x="2007362" y="622300"/>
                  </a:lnTo>
                  <a:lnTo>
                    <a:pt x="2001901" y="635000"/>
                  </a:lnTo>
                  <a:lnTo>
                    <a:pt x="2028825" y="635000"/>
                  </a:lnTo>
                  <a:lnTo>
                    <a:pt x="2033778" y="622300"/>
                  </a:lnTo>
                  <a:close/>
                </a:path>
                <a:path w="2239010" h="1752600">
                  <a:moveTo>
                    <a:pt x="2044192" y="609600"/>
                  </a:moveTo>
                  <a:lnTo>
                    <a:pt x="2014473" y="609600"/>
                  </a:lnTo>
                  <a:lnTo>
                    <a:pt x="2009267" y="622300"/>
                  </a:lnTo>
                  <a:lnTo>
                    <a:pt x="2041652" y="622300"/>
                  </a:lnTo>
                  <a:lnTo>
                    <a:pt x="2044192" y="609600"/>
                  </a:lnTo>
                  <a:close/>
                </a:path>
                <a:path w="2239010" h="1752600">
                  <a:moveTo>
                    <a:pt x="2052955" y="596900"/>
                  </a:moveTo>
                  <a:lnTo>
                    <a:pt x="2024888" y="596900"/>
                  </a:lnTo>
                  <a:lnTo>
                    <a:pt x="2022347" y="609600"/>
                  </a:lnTo>
                  <a:lnTo>
                    <a:pt x="2050415" y="609600"/>
                  </a:lnTo>
                  <a:lnTo>
                    <a:pt x="2052955" y="596900"/>
                  </a:lnTo>
                  <a:close/>
                </a:path>
                <a:path w="2239010" h="1752600">
                  <a:moveTo>
                    <a:pt x="2060575" y="584200"/>
                  </a:moveTo>
                  <a:lnTo>
                    <a:pt x="2033396" y="584200"/>
                  </a:lnTo>
                  <a:lnTo>
                    <a:pt x="2030983" y="596900"/>
                  </a:lnTo>
                  <a:lnTo>
                    <a:pt x="2058416" y="596900"/>
                  </a:lnTo>
                  <a:lnTo>
                    <a:pt x="2060575" y="584200"/>
                  </a:lnTo>
                  <a:close/>
                </a:path>
                <a:path w="2239010" h="1752600">
                  <a:moveTo>
                    <a:pt x="2040890" y="571500"/>
                  </a:moveTo>
                  <a:lnTo>
                    <a:pt x="2038731" y="584200"/>
                  </a:lnTo>
                  <a:lnTo>
                    <a:pt x="2040128" y="584200"/>
                  </a:lnTo>
                  <a:lnTo>
                    <a:pt x="2040890" y="571500"/>
                  </a:lnTo>
                  <a:close/>
                </a:path>
                <a:path w="2239010" h="1752600">
                  <a:moveTo>
                    <a:pt x="2068830" y="571500"/>
                  </a:moveTo>
                  <a:lnTo>
                    <a:pt x="2043683" y="571500"/>
                  </a:lnTo>
                  <a:lnTo>
                    <a:pt x="2040128" y="584200"/>
                  </a:lnTo>
                  <a:lnTo>
                    <a:pt x="2065782" y="584200"/>
                  </a:lnTo>
                  <a:lnTo>
                    <a:pt x="2068830" y="571500"/>
                  </a:lnTo>
                  <a:close/>
                </a:path>
                <a:path w="2239010" h="1752600">
                  <a:moveTo>
                    <a:pt x="2073275" y="558800"/>
                  </a:moveTo>
                  <a:lnTo>
                    <a:pt x="2047113" y="558800"/>
                  </a:lnTo>
                  <a:lnTo>
                    <a:pt x="2044572" y="571500"/>
                  </a:lnTo>
                  <a:lnTo>
                    <a:pt x="2072132" y="571500"/>
                  </a:lnTo>
                  <a:lnTo>
                    <a:pt x="2073275" y="558800"/>
                  </a:lnTo>
                  <a:close/>
                </a:path>
                <a:path w="2239010" h="1752600">
                  <a:moveTo>
                    <a:pt x="2077973" y="546100"/>
                  </a:moveTo>
                  <a:lnTo>
                    <a:pt x="2050160" y="546100"/>
                  </a:lnTo>
                  <a:lnTo>
                    <a:pt x="2050542" y="558800"/>
                  </a:lnTo>
                  <a:lnTo>
                    <a:pt x="2072258" y="558800"/>
                  </a:lnTo>
                  <a:lnTo>
                    <a:pt x="2077973" y="546100"/>
                  </a:lnTo>
                  <a:close/>
                </a:path>
                <a:path w="2239010" h="1752600">
                  <a:moveTo>
                    <a:pt x="2077973" y="546100"/>
                  </a:moveTo>
                  <a:lnTo>
                    <a:pt x="2072258" y="558800"/>
                  </a:lnTo>
                  <a:lnTo>
                    <a:pt x="2077212" y="558800"/>
                  </a:lnTo>
                  <a:lnTo>
                    <a:pt x="2077973" y="546100"/>
                  </a:lnTo>
                  <a:close/>
                </a:path>
                <a:path w="2239010" h="1752600">
                  <a:moveTo>
                    <a:pt x="2079370" y="546100"/>
                  </a:moveTo>
                  <a:lnTo>
                    <a:pt x="2077973" y="546100"/>
                  </a:lnTo>
                  <a:lnTo>
                    <a:pt x="2077212" y="558800"/>
                  </a:lnTo>
                  <a:lnTo>
                    <a:pt x="2078101" y="558800"/>
                  </a:lnTo>
                  <a:lnTo>
                    <a:pt x="2079370" y="546100"/>
                  </a:lnTo>
                  <a:close/>
                </a:path>
                <a:path w="2239010" h="1752600">
                  <a:moveTo>
                    <a:pt x="2088515" y="533400"/>
                  </a:moveTo>
                  <a:lnTo>
                    <a:pt x="2057145" y="533400"/>
                  </a:lnTo>
                  <a:lnTo>
                    <a:pt x="2054987" y="546100"/>
                  </a:lnTo>
                  <a:lnTo>
                    <a:pt x="2085340" y="546100"/>
                  </a:lnTo>
                  <a:lnTo>
                    <a:pt x="2088515" y="533400"/>
                  </a:lnTo>
                  <a:close/>
                </a:path>
                <a:path w="2239010" h="1752600">
                  <a:moveTo>
                    <a:pt x="2097785" y="520700"/>
                  </a:moveTo>
                  <a:lnTo>
                    <a:pt x="2069083" y="520700"/>
                  </a:lnTo>
                  <a:lnTo>
                    <a:pt x="2065908" y="533400"/>
                  </a:lnTo>
                  <a:lnTo>
                    <a:pt x="2095245" y="533400"/>
                  </a:lnTo>
                  <a:lnTo>
                    <a:pt x="2097785" y="520700"/>
                  </a:lnTo>
                  <a:close/>
                </a:path>
                <a:path w="2239010" h="1752600">
                  <a:moveTo>
                    <a:pt x="2103120" y="508000"/>
                  </a:moveTo>
                  <a:lnTo>
                    <a:pt x="2077212" y="508000"/>
                  </a:lnTo>
                  <a:lnTo>
                    <a:pt x="2074671" y="520700"/>
                  </a:lnTo>
                  <a:lnTo>
                    <a:pt x="2100072" y="520700"/>
                  </a:lnTo>
                  <a:lnTo>
                    <a:pt x="2103120" y="508000"/>
                  </a:lnTo>
                  <a:close/>
                </a:path>
                <a:path w="2239010" h="1752600">
                  <a:moveTo>
                    <a:pt x="2109216" y="495300"/>
                  </a:moveTo>
                  <a:lnTo>
                    <a:pt x="2082672" y="495300"/>
                  </a:lnTo>
                  <a:lnTo>
                    <a:pt x="2082038" y="508000"/>
                  </a:lnTo>
                  <a:lnTo>
                    <a:pt x="2106930" y="508000"/>
                  </a:lnTo>
                  <a:lnTo>
                    <a:pt x="2109216" y="495300"/>
                  </a:lnTo>
                  <a:close/>
                </a:path>
                <a:path w="2239010" h="1752600">
                  <a:moveTo>
                    <a:pt x="2118614" y="482600"/>
                  </a:moveTo>
                  <a:lnTo>
                    <a:pt x="2089150" y="482600"/>
                  </a:lnTo>
                  <a:lnTo>
                    <a:pt x="2088260" y="495300"/>
                  </a:lnTo>
                  <a:lnTo>
                    <a:pt x="2114931" y="495300"/>
                  </a:lnTo>
                  <a:lnTo>
                    <a:pt x="2118614" y="482600"/>
                  </a:lnTo>
                  <a:close/>
                </a:path>
                <a:path w="2239010" h="1752600">
                  <a:moveTo>
                    <a:pt x="2124329" y="469900"/>
                  </a:moveTo>
                  <a:lnTo>
                    <a:pt x="2098167" y="469900"/>
                  </a:lnTo>
                  <a:lnTo>
                    <a:pt x="2094610" y="482600"/>
                  </a:lnTo>
                  <a:lnTo>
                    <a:pt x="2123185" y="482600"/>
                  </a:lnTo>
                  <a:lnTo>
                    <a:pt x="2124329" y="469900"/>
                  </a:lnTo>
                  <a:close/>
                </a:path>
                <a:path w="2239010" h="1752600">
                  <a:moveTo>
                    <a:pt x="2129155" y="457200"/>
                  </a:moveTo>
                  <a:lnTo>
                    <a:pt x="2105025" y="457200"/>
                  </a:lnTo>
                  <a:lnTo>
                    <a:pt x="2102866" y="469900"/>
                  </a:lnTo>
                  <a:lnTo>
                    <a:pt x="2127758" y="469900"/>
                  </a:lnTo>
                  <a:lnTo>
                    <a:pt x="2129155" y="457200"/>
                  </a:lnTo>
                  <a:close/>
                </a:path>
                <a:path w="2239010" h="1752600">
                  <a:moveTo>
                    <a:pt x="2135251" y="444500"/>
                  </a:moveTo>
                  <a:lnTo>
                    <a:pt x="2110105" y="444500"/>
                  </a:lnTo>
                  <a:lnTo>
                    <a:pt x="2107819" y="457200"/>
                  </a:lnTo>
                  <a:lnTo>
                    <a:pt x="2132203" y="457200"/>
                  </a:lnTo>
                  <a:lnTo>
                    <a:pt x="2135251" y="444500"/>
                  </a:lnTo>
                  <a:close/>
                </a:path>
                <a:path w="2239010" h="1752600">
                  <a:moveTo>
                    <a:pt x="2140204" y="431800"/>
                  </a:moveTo>
                  <a:lnTo>
                    <a:pt x="2115185" y="431800"/>
                  </a:lnTo>
                  <a:lnTo>
                    <a:pt x="2114042" y="444500"/>
                  </a:lnTo>
                  <a:lnTo>
                    <a:pt x="2139569" y="444500"/>
                  </a:lnTo>
                  <a:lnTo>
                    <a:pt x="2140204" y="431800"/>
                  </a:lnTo>
                  <a:close/>
                </a:path>
                <a:path w="2239010" h="1752600">
                  <a:moveTo>
                    <a:pt x="2142235" y="431800"/>
                  </a:moveTo>
                  <a:lnTo>
                    <a:pt x="2140204" y="431800"/>
                  </a:lnTo>
                  <a:lnTo>
                    <a:pt x="2139822" y="444500"/>
                  </a:lnTo>
                  <a:lnTo>
                    <a:pt x="2142235" y="431800"/>
                  </a:lnTo>
                  <a:close/>
                </a:path>
                <a:path w="2239010" h="1752600">
                  <a:moveTo>
                    <a:pt x="2145665" y="419100"/>
                  </a:moveTo>
                  <a:lnTo>
                    <a:pt x="2120138" y="419100"/>
                  </a:lnTo>
                  <a:lnTo>
                    <a:pt x="2117979" y="431800"/>
                  </a:lnTo>
                  <a:lnTo>
                    <a:pt x="2144903" y="431800"/>
                  </a:lnTo>
                  <a:lnTo>
                    <a:pt x="2145665" y="419100"/>
                  </a:lnTo>
                  <a:close/>
                </a:path>
                <a:path w="2239010" h="1752600">
                  <a:moveTo>
                    <a:pt x="2150237" y="406400"/>
                  </a:moveTo>
                  <a:lnTo>
                    <a:pt x="2125472" y="406400"/>
                  </a:lnTo>
                  <a:lnTo>
                    <a:pt x="2123567" y="419100"/>
                  </a:lnTo>
                  <a:lnTo>
                    <a:pt x="2148078" y="419100"/>
                  </a:lnTo>
                  <a:lnTo>
                    <a:pt x="2150237" y="406400"/>
                  </a:lnTo>
                  <a:close/>
                </a:path>
                <a:path w="2239010" h="1752600">
                  <a:moveTo>
                    <a:pt x="2156079" y="393700"/>
                  </a:moveTo>
                  <a:lnTo>
                    <a:pt x="2130679" y="393700"/>
                  </a:lnTo>
                  <a:lnTo>
                    <a:pt x="2129282" y="406400"/>
                  </a:lnTo>
                  <a:lnTo>
                    <a:pt x="2154555" y="406400"/>
                  </a:lnTo>
                  <a:lnTo>
                    <a:pt x="2156079" y="393700"/>
                  </a:lnTo>
                  <a:close/>
                </a:path>
                <a:path w="2239010" h="1752600">
                  <a:moveTo>
                    <a:pt x="2158492" y="381000"/>
                  </a:moveTo>
                  <a:lnTo>
                    <a:pt x="2133981" y="381000"/>
                  </a:lnTo>
                  <a:lnTo>
                    <a:pt x="2133519" y="392545"/>
                  </a:lnTo>
                  <a:lnTo>
                    <a:pt x="2133472" y="393700"/>
                  </a:lnTo>
                  <a:lnTo>
                    <a:pt x="2157984" y="393700"/>
                  </a:lnTo>
                  <a:lnTo>
                    <a:pt x="2158492" y="381000"/>
                  </a:lnTo>
                  <a:close/>
                </a:path>
                <a:path w="2239010" h="1752600">
                  <a:moveTo>
                    <a:pt x="2159762" y="381000"/>
                  </a:moveTo>
                  <a:lnTo>
                    <a:pt x="2158492" y="381000"/>
                  </a:lnTo>
                  <a:lnTo>
                    <a:pt x="2158145" y="392545"/>
                  </a:lnTo>
                  <a:lnTo>
                    <a:pt x="2159762" y="381000"/>
                  </a:lnTo>
                  <a:close/>
                </a:path>
                <a:path w="2239010" h="1752600">
                  <a:moveTo>
                    <a:pt x="2163953" y="368300"/>
                  </a:moveTo>
                  <a:lnTo>
                    <a:pt x="2138934" y="368300"/>
                  </a:lnTo>
                  <a:lnTo>
                    <a:pt x="2137664" y="381000"/>
                  </a:lnTo>
                  <a:lnTo>
                    <a:pt x="2162556" y="381000"/>
                  </a:lnTo>
                  <a:lnTo>
                    <a:pt x="2163953" y="368300"/>
                  </a:lnTo>
                  <a:close/>
                </a:path>
                <a:path w="2239010" h="1752600">
                  <a:moveTo>
                    <a:pt x="2170048" y="355600"/>
                  </a:moveTo>
                  <a:lnTo>
                    <a:pt x="2144648" y="355600"/>
                  </a:lnTo>
                  <a:lnTo>
                    <a:pt x="2142490" y="368300"/>
                  </a:lnTo>
                  <a:lnTo>
                    <a:pt x="2168271" y="368300"/>
                  </a:lnTo>
                  <a:lnTo>
                    <a:pt x="2170048" y="355600"/>
                  </a:lnTo>
                  <a:close/>
                </a:path>
                <a:path w="2239010" h="1752600">
                  <a:moveTo>
                    <a:pt x="2174621" y="342900"/>
                  </a:moveTo>
                  <a:lnTo>
                    <a:pt x="2149729" y="342900"/>
                  </a:lnTo>
                  <a:lnTo>
                    <a:pt x="2148585" y="355600"/>
                  </a:lnTo>
                  <a:lnTo>
                    <a:pt x="2174367" y="355600"/>
                  </a:lnTo>
                  <a:lnTo>
                    <a:pt x="2174621" y="342900"/>
                  </a:lnTo>
                  <a:close/>
                </a:path>
                <a:path w="2239010" h="1752600">
                  <a:moveTo>
                    <a:pt x="2180082" y="330200"/>
                  </a:moveTo>
                  <a:lnTo>
                    <a:pt x="2155190" y="330200"/>
                  </a:lnTo>
                  <a:lnTo>
                    <a:pt x="2152522" y="342900"/>
                  </a:lnTo>
                  <a:lnTo>
                    <a:pt x="2177542" y="342900"/>
                  </a:lnTo>
                  <a:lnTo>
                    <a:pt x="2180082" y="330200"/>
                  </a:lnTo>
                  <a:close/>
                </a:path>
                <a:path w="2239010" h="1752600">
                  <a:moveTo>
                    <a:pt x="2185923" y="317500"/>
                  </a:moveTo>
                  <a:lnTo>
                    <a:pt x="2161032" y="317500"/>
                  </a:lnTo>
                  <a:lnTo>
                    <a:pt x="2157603" y="330200"/>
                  </a:lnTo>
                  <a:lnTo>
                    <a:pt x="2183130" y="330200"/>
                  </a:lnTo>
                  <a:lnTo>
                    <a:pt x="2185923" y="317500"/>
                  </a:lnTo>
                  <a:close/>
                </a:path>
                <a:path w="2239010" h="1752600">
                  <a:moveTo>
                    <a:pt x="2189353" y="304800"/>
                  </a:moveTo>
                  <a:lnTo>
                    <a:pt x="2163318" y="304800"/>
                  </a:lnTo>
                  <a:lnTo>
                    <a:pt x="2160778" y="317500"/>
                  </a:lnTo>
                  <a:lnTo>
                    <a:pt x="2185416" y="317500"/>
                  </a:lnTo>
                  <a:lnTo>
                    <a:pt x="2189353" y="304800"/>
                  </a:lnTo>
                  <a:close/>
                </a:path>
                <a:path w="2239010" h="1752600">
                  <a:moveTo>
                    <a:pt x="2167763" y="292100"/>
                  </a:moveTo>
                  <a:lnTo>
                    <a:pt x="2165222" y="304800"/>
                  </a:lnTo>
                  <a:lnTo>
                    <a:pt x="2167509" y="304800"/>
                  </a:lnTo>
                  <a:lnTo>
                    <a:pt x="2167763" y="292100"/>
                  </a:lnTo>
                  <a:close/>
                </a:path>
                <a:path w="2239010" h="1752600">
                  <a:moveTo>
                    <a:pt x="2193797" y="292100"/>
                  </a:moveTo>
                  <a:lnTo>
                    <a:pt x="2168525" y="292100"/>
                  </a:lnTo>
                  <a:lnTo>
                    <a:pt x="2167509" y="304800"/>
                  </a:lnTo>
                  <a:lnTo>
                    <a:pt x="2193417" y="304800"/>
                  </a:lnTo>
                  <a:lnTo>
                    <a:pt x="2193797" y="292100"/>
                  </a:lnTo>
                  <a:close/>
                </a:path>
                <a:path w="2239010" h="1752600">
                  <a:moveTo>
                    <a:pt x="2199513" y="279400"/>
                  </a:moveTo>
                  <a:lnTo>
                    <a:pt x="2175129" y="279400"/>
                  </a:lnTo>
                  <a:lnTo>
                    <a:pt x="2173097" y="292100"/>
                  </a:lnTo>
                  <a:lnTo>
                    <a:pt x="2197862" y="292100"/>
                  </a:lnTo>
                  <a:lnTo>
                    <a:pt x="2199513" y="279400"/>
                  </a:lnTo>
                  <a:close/>
                </a:path>
                <a:path w="2239010" h="1752600">
                  <a:moveTo>
                    <a:pt x="2202815" y="266700"/>
                  </a:moveTo>
                  <a:lnTo>
                    <a:pt x="2177922" y="266700"/>
                  </a:lnTo>
                  <a:lnTo>
                    <a:pt x="2177796" y="279400"/>
                  </a:lnTo>
                  <a:lnTo>
                    <a:pt x="2202180" y="279400"/>
                  </a:lnTo>
                  <a:lnTo>
                    <a:pt x="2202815" y="266700"/>
                  </a:lnTo>
                  <a:close/>
                </a:path>
                <a:path w="2239010" h="1752600">
                  <a:moveTo>
                    <a:pt x="2204085" y="266700"/>
                  </a:moveTo>
                  <a:lnTo>
                    <a:pt x="2202815" y="266700"/>
                  </a:lnTo>
                  <a:lnTo>
                    <a:pt x="2202560" y="279400"/>
                  </a:lnTo>
                  <a:lnTo>
                    <a:pt x="2204085" y="266700"/>
                  </a:lnTo>
                  <a:close/>
                </a:path>
                <a:path w="2239010" h="1752600">
                  <a:moveTo>
                    <a:pt x="2208784" y="241300"/>
                  </a:moveTo>
                  <a:lnTo>
                    <a:pt x="2185670" y="241300"/>
                  </a:lnTo>
                  <a:lnTo>
                    <a:pt x="2185162" y="254000"/>
                  </a:lnTo>
                  <a:lnTo>
                    <a:pt x="2182114" y="254000"/>
                  </a:lnTo>
                  <a:lnTo>
                    <a:pt x="2181479" y="266700"/>
                  </a:lnTo>
                  <a:lnTo>
                    <a:pt x="2205735" y="266700"/>
                  </a:lnTo>
                  <a:lnTo>
                    <a:pt x="2205947" y="262466"/>
                  </a:lnTo>
                  <a:lnTo>
                    <a:pt x="2206053" y="260349"/>
                  </a:lnTo>
                  <a:lnTo>
                    <a:pt x="2206148" y="257174"/>
                  </a:lnTo>
                  <a:lnTo>
                    <a:pt x="2206244" y="254000"/>
                  </a:lnTo>
                  <a:lnTo>
                    <a:pt x="2206643" y="248557"/>
                  </a:lnTo>
                  <a:lnTo>
                    <a:pt x="2206688" y="247650"/>
                  </a:lnTo>
                  <a:lnTo>
                    <a:pt x="2208593" y="247650"/>
                  </a:lnTo>
                  <a:lnTo>
                    <a:pt x="2208784" y="241300"/>
                  </a:lnTo>
                  <a:close/>
                </a:path>
                <a:path w="2239010" h="1752600">
                  <a:moveTo>
                    <a:pt x="2205990" y="262466"/>
                  </a:moveTo>
                  <a:lnTo>
                    <a:pt x="2205735" y="266700"/>
                  </a:lnTo>
                  <a:lnTo>
                    <a:pt x="2205863" y="266700"/>
                  </a:lnTo>
                  <a:lnTo>
                    <a:pt x="2205990" y="262466"/>
                  </a:lnTo>
                  <a:close/>
                </a:path>
                <a:path w="2239010" h="1752600">
                  <a:moveTo>
                    <a:pt x="2206497" y="254000"/>
                  </a:moveTo>
                  <a:lnTo>
                    <a:pt x="2206212" y="257174"/>
                  </a:lnTo>
                  <a:lnTo>
                    <a:pt x="2206159" y="262466"/>
                  </a:lnTo>
                  <a:lnTo>
                    <a:pt x="2206307" y="260349"/>
                  </a:lnTo>
                  <a:lnTo>
                    <a:pt x="2206402" y="257174"/>
                  </a:lnTo>
                  <a:lnTo>
                    <a:pt x="2206497" y="254000"/>
                  </a:lnTo>
                  <a:close/>
                </a:path>
                <a:path w="2239010" h="1752600">
                  <a:moveTo>
                    <a:pt x="2185162" y="247650"/>
                  </a:moveTo>
                  <a:lnTo>
                    <a:pt x="2185016" y="248557"/>
                  </a:lnTo>
                  <a:lnTo>
                    <a:pt x="2184527" y="254000"/>
                  </a:lnTo>
                  <a:lnTo>
                    <a:pt x="2185162" y="254000"/>
                  </a:lnTo>
                  <a:lnTo>
                    <a:pt x="2185162" y="247650"/>
                  </a:lnTo>
                  <a:close/>
                </a:path>
                <a:path w="2239010" h="1752600">
                  <a:moveTo>
                    <a:pt x="2185670" y="241300"/>
                  </a:moveTo>
                  <a:lnTo>
                    <a:pt x="2185162" y="246944"/>
                  </a:lnTo>
                  <a:lnTo>
                    <a:pt x="2185162" y="254000"/>
                  </a:lnTo>
                  <a:lnTo>
                    <a:pt x="2185670" y="241300"/>
                  </a:lnTo>
                  <a:close/>
                </a:path>
                <a:path w="2239010" h="1752600">
                  <a:moveTo>
                    <a:pt x="2208593" y="247650"/>
                  </a:moveTo>
                  <a:lnTo>
                    <a:pt x="2206688" y="247650"/>
                  </a:lnTo>
                  <a:lnTo>
                    <a:pt x="2206497" y="254000"/>
                  </a:lnTo>
                  <a:lnTo>
                    <a:pt x="2208403" y="254000"/>
                  </a:lnTo>
                  <a:lnTo>
                    <a:pt x="2208566" y="248557"/>
                  </a:lnTo>
                  <a:lnTo>
                    <a:pt x="2208593" y="247650"/>
                  </a:lnTo>
                  <a:close/>
                </a:path>
                <a:path w="2239010" h="1752600">
                  <a:moveTo>
                    <a:pt x="2208784" y="241300"/>
                  </a:moveTo>
                  <a:lnTo>
                    <a:pt x="2208403" y="254000"/>
                  </a:lnTo>
                  <a:lnTo>
                    <a:pt x="2208784" y="248557"/>
                  </a:lnTo>
                  <a:lnTo>
                    <a:pt x="2208784" y="241300"/>
                  </a:lnTo>
                  <a:close/>
                </a:path>
                <a:path w="2239010" h="1752600">
                  <a:moveTo>
                    <a:pt x="2208784" y="248557"/>
                  </a:moveTo>
                  <a:lnTo>
                    <a:pt x="2208403" y="254000"/>
                  </a:lnTo>
                  <a:lnTo>
                    <a:pt x="2208784" y="254000"/>
                  </a:lnTo>
                  <a:lnTo>
                    <a:pt x="2208784" y="248557"/>
                  </a:lnTo>
                  <a:close/>
                </a:path>
                <a:path w="2239010" h="1752600">
                  <a:moveTo>
                    <a:pt x="2185670" y="241300"/>
                  </a:moveTo>
                  <a:lnTo>
                    <a:pt x="2185162" y="241300"/>
                  </a:lnTo>
                  <a:lnTo>
                    <a:pt x="2185162" y="246944"/>
                  </a:lnTo>
                  <a:lnTo>
                    <a:pt x="2185670" y="241300"/>
                  </a:lnTo>
                  <a:close/>
                </a:path>
                <a:path w="2239010" h="1752600">
                  <a:moveTo>
                    <a:pt x="2209292" y="241300"/>
                  </a:moveTo>
                  <a:lnTo>
                    <a:pt x="2208784" y="241300"/>
                  </a:lnTo>
                  <a:lnTo>
                    <a:pt x="2208784" y="246944"/>
                  </a:lnTo>
                  <a:lnTo>
                    <a:pt x="2209292" y="241300"/>
                  </a:lnTo>
                  <a:close/>
                </a:path>
                <a:path w="2239010" h="1752600">
                  <a:moveTo>
                    <a:pt x="2211578" y="228600"/>
                  </a:moveTo>
                  <a:lnTo>
                    <a:pt x="2187956" y="228600"/>
                  </a:lnTo>
                  <a:lnTo>
                    <a:pt x="2187321" y="241300"/>
                  </a:lnTo>
                  <a:lnTo>
                    <a:pt x="2210943" y="241300"/>
                  </a:lnTo>
                  <a:lnTo>
                    <a:pt x="2211578" y="228600"/>
                  </a:lnTo>
                  <a:close/>
                </a:path>
                <a:path w="2239010" h="1752600">
                  <a:moveTo>
                    <a:pt x="2212721" y="215900"/>
                  </a:moveTo>
                  <a:lnTo>
                    <a:pt x="2189226" y="215900"/>
                  </a:lnTo>
                  <a:lnTo>
                    <a:pt x="2188845" y="228600"/>
                  </a:lnTo>
                  <a:lnTo>
                    <a:pt x="2212213" y="228600"/>
                  </a:lnTo>
                  <a:lnTo>
                    <a:pt x="2212721" y="215900"/>
                  </a:lnTo>
                  <a:close/>
                </a:path>
                <a:path w="2239010" h="1752600">
                  <a:moveTo>
                    <a:pt x="2215515" y="203200"/>
                  </a:moveTo>
                  <a:lnTo>
                    <a:pt x="2192273" y="203200"/>
                  </a:lnTo>
                  <a:lnTo>
                    <a:pt x="2190750" y="215900"/>
                  </a:lnTo>
                  <a:lnTo>
                    <a:pt x="2215007" y="215900"/>
                  </a:lnTo>
                  <a:lnTo>
                    <a:pt x="2215515" y="203200"/>
                  </a:lnTo>
                  <a:close/>
                </a:path>
                <a:path w="2239010" h="1752600">
                  <a:moveTo>
                    <a:pt x="2217547" y="190500"/>
                  </a:moveTo>
                  <a:lnTo>
                    <a:pt x="2194306" y="190500"/>
                  </a:lnTo>
                  <a:lnTo>
                    <a:pt x="2193544" y="203200"/>
                  </a:lnTo>
                  <a:lnTo>
                    <a:pt x="2216912" y="203200"/>
                  </a:lnTo>
                  <a:lnTo>
                    <a:pt x="2217547" y="190500"/>
                  </a:lnTo>
                  <a:close/>
                </a:path>
                <a:path w="2239010" h="1752600">
                  <a:moveTo>
                    <a:pt x="2218944" y="152400"/>
                  </a:moveTo>
                  <a:lnTo>
                    <a:pt x="2195703" y="152400"/>
                  </a:lnTo>
                  <a:lnTo>
                    <a:pt x="2195322" y="165100"/>
                  </a:lnTo>
                  <a:lnTo>
                    <a:pt x="2195448" y="177800"/>
                  </a:lnTo>
                  <a:lnTo>
                    <a:pt x="2195068" y="177800"/>
                  </a:lnTo>
                  <a:lnTo>
                    <a:pt x="2194941" y="190500"/>
                  </a:lnTo>
                  <a:lnTo>
                    <a:pt x="2218563" y="190500"/>
                  </a:lnTo>
                  <a:lnTo>
                    <a:pt x="2218690" y="165100"/>
                  </a:lnTo>
                  <a:lnTo>
                    <a:pt x="2218944" y="152400"/>
                  </a:lnTo>
                  <a:close/>
                </a:path>
                <a:path w="2239010" h="1752600">
                  <a:moveTo>
                    <a:pt x="2221102" y="139711"/>
                  </a:moveTo>
                  <a:lnTo>
                    <a:pt x="2197987" y="139711"/>
                  </a:lnTo>
                  <a:lnTo>
                    <a:pt x="2196846" y="152400"/>
                  </a:lnTo>
                  <a:lnTo>
                    <a:pt x="2220976" y="152400"/>
                  </a:lnTo>
                  <a:lnTo>
                    <a:pt x="2221102" y="139711"/>
                  </a:lnTo>
                  <a:close/>
                </a:path>
                <a:path w="2239010" h="1752600">
                  <a:moveTo>
                    <a:pt x="2199322" y="133350"/>
                  </a:moveTo>
                  <a:lnTo>
                    <a:pt x="2199004" y="139711"/>
                  </a:lnTo>
                  <a:lnTo>
                    <a:pt x="2199258" y="139711"/>
                  </a:lnTo>
                  <a:lnTo>
                    <a:pt x="2199322" y="133350"/>
                  </a:lnTo>
                  <a:close/>
                </a:path>
                <a:path w="2239010" h="1752600">
                  <a:moveTo>
                    <a:pt x="2224659" y="114303"/>
                  </a:moveTo>
                  <a:lnTo>
                    <a:pt x="2203830" y="114303"/>
                  </a:lnTo>
                  <a:lnTo>
                    <a:pt x="2201289" y="127008"/>
                  </a:lnTo>
                  <a:lnTo>
                    <a:pt x="2199385" y="127008"/>
                  </a:lnTo>
                  <a:lnTo>
                    <a:pt x="2199370" y="128587"/>
                  </a:lnTo>
                  <a:lnTo>
                    <a:pt x="2199258" y="139711"/>
                  </a:lnTo>
                  <a:lnTo>
                    <a:pt x="2220084" y="139711"/>
                  </a:lnTo>
                  <a:lnTo>
                    <a:pt x="2222563" y="130174"/>
                  </a:lnTo>
                  <a:lnTo>
                    <a:pt x="2222612" y="129988"/>
                  </a:lnTo>
                  <a:lnTo>
                    <a:pt x="2222722" y="128587"/>
                  </a:lnTo>
                  <a:lnTo>
                    <a:pt x="2222753" y="127008"/>
                  </a:lnTo>
                  <a:lnTo>
                    <a:pt x="2223100" y="124557"/>
                  </a:lnTo>
                  <a:lnTo>
                    <a:pt x="2223452" y="120650"/>
                  </a:lnTo>
                  <a:lnTo>
                    <a:pt x="2224722" y="120650"/>
                  </a:lnTo>
                  <a:lnTo>
                    <a:pt x="2224659" y="114303"/>
                  </a:lnTo>
                  <a:close/>
                </a:path>
                <a:path w="2239010" h="1752600">
                  <a:moveTo>
                    <a:pt x="2222709" y="129988"/>
                  </a:moveTo>
                  <a:lnTo>
                    <a:pt x="2222563" y="130174"/>
                  </a:lnTo>
                  <a:lnTo>
                    <a:pt x="2220084" y="139711"/>
                  </a:lnTo>
                  <a:lnTo>
                    <a:pt x="2221736" y="139711"/>
                  </a:lnTo>
                  <a:lnTo>
                    <a:pt x="2222500" y="132079"/>
                  </a:lnTo>
                  <a:lnTo>
                    <a:pt x="2222584" y="131233"/>
                  </a:lnTo>
                  <a:lnTo>
                    <a:pt x="2222694" y="129988"/>
                  </a:lnTo>
                  <a:close/>
                </a:path>
                <a:path w="2239010" h="1752600">
                  <a:moveTo>
                    <a:pt x="2222669" y="131233"/>
                  </a:moveTo>
                  <a:lnTo>
                    <a:pt x="2222500" y="132079"/>
                  </a:lnTo>
                  <a:lnTo>
                    <a:pt x="2221736" y="139711"/>
                  </a:lnTo>
                  <a:lnTo>
                    <a:pt x="2222118" y="139711"/>
                  </a:lnTo>
                  <a:lnTo>
                    <a:pt x="2222563" y="133350"/>
                  </a:lnTo>
                  <a:lnTo>
                    <a:pt x="2222669" y="131233"/>
                  </a:lnTo>
                  <a:close/>
                </a:path>
                <a:path w="2239010" h="1752600">
                  <a:moveTo>
                    <a:pt x="2222627" y="133350"/>
                  </a:moveTo>
                  <a:lnTo>
                    <a:pt x="2222118" y="139711"/>
                  </a:lnTo>
                  <a:lnTo>
                    <a:pt x="2222499" y="139711"/>
                  </a:lnTo>
                  <a:lnTo>
                    <a:pt x="2222627" y="133350"/>
                  </a:lnTo>
                  <a:close/>
                </a:path>
                <a:path w="2239010" h="1752600">
                  <a:moveTo>
                    <a:pt x="2223769" y="127008"/>
                  </a:moveTo>
                  <a:lnTo>
                    <a:pt x="2223386" y="127008"/>
                  </a:lnTo>
                  <a:lnTo>
                    <a:pt x="2222976" y="128587"/>
                  </a:lnTo>
                  <a:lnTo>
                    <a:pt x="2222862" y="128814"/>
                  </a:lnTo>
                  <a:lnTo>
                    <a:pt x="2222817" y="130174"/>
                  </a:lnTo>
                  <a:lnTo>
                    <a:pt x="2222690" y="133350"/>
                  </a:lnTo>
                  <a:lnTo>
                    <a:pt x="2222626" y="139711"/>
                  </a:lnTo>
                  <a:lnTo>
                    <a:pt x="2223769" y="127008"/>
                  </a:lnTo>
                  <a:close/>
                </a:path>
                <a:path w="2239010" h="1752600">
                  <a:moveTo>
                    <a:pt x="2200958" y="124557"/>
                  </a:moveTo>
                  <a:lnTo>
                    <a:pt x="2200272" y="127008"/>
                  </a:lnTo>
                  <a:lnTo>
                    <a:pt x="2200909" y="127008"/>
                  </a:lnTo>
                  <a:lnTo>
                    <a:pt x="2200958" y="124557"/>
                  </a:lnTo>
                  <a:close/>
                </a:path>
                <a:path w="2239010" h="1752600">
                  <a:moveTo>
                    <a:pt x="2224722" y="120650"/>
                  </a:moveTo>
                  <a:lnTo>
                    <a:pt x="2223452" y="120650"/>
                  </a:lnTo>
                  <a:lnTo>
                    <a:pt x="2223007" y="127008"/>
                  </a:lnTo>
                  <a:lnTo>
                    <a:pt x="2224786" y="127008"/>
                  </a:lnTo>
                  <a:lnTo>
                    <a:pt x="2224722" y="120650"/>
                  </a:lnTo>
                  <a:close/>
                </a:path>
                <a:path w="2239010" h="1752600">
                  <a:moveTo>
                    <a:pt x="2202180" y="114303"/>
                  </a:moveTo>
                  <a:lnTo>
                    <a:pt x="2201163" y="114303"/>
                  </a:lnTo>
                  <a:lnTo>
                    <a:pt x="2201079" y="118533"/>
                  </a:lnTo>
                  <a:lnTo>
                    <a:pt x="2200958" y="124557"/>
                  </a:lnTo>
                  <a:lnTo>
                    <a:pt x="2202645" y="118533"/>
                  </a:lnTo>
                  <a:lnTo>
                    <a:pt x="2202180" y="118533"/>
                  </a:lnTo>
                  <a:lnTo>
                    <a:pt x="2202180" y="114303"/>
                  </a:lnTo>
                  <a:close/>
                </a:path>
                <a:path w="2239010" h="1752600">
                  <a:moveTo>
                    <a:pt x="2225421" y="101600"/>
                  </a:moveTo>
                  <a:lnTo>
                    <a:pt x="2202688" y="101600"/>
                  </a:lnTo>
                  <a:lnTo>
                    <a:pt x="2202180" y="114303"/>
                  </a:lnTo>
                  <a:lnTo>
                    <a:pt x="2202180" y="118533"/>
                  </a:lnTo>
                  <a:lnTo>
                    <a:pt x="2202645" y="118533"/>
                  </a:lnTo>
                  <a:lnTo>
                    <a:pt x="2203829" y="114303"/>
                  </a:lnTo>
                  <a:lnTo>
                    <a:pt x="2225548" y="114303"/>
                  </a:lnTo>
                  <a:lnTo>
                    <a:pt x="2225421" y="101600"/>
                  </a:lnTo>
                  <a:close/>
                </a:path>
                <a:path w="2239010" h="1752600">
                  <a:moveTo>
                    <a:pt x="2226945" y="88900"/>
                  </a:moveTo>
                  <a:lnTo>
                    <a:pt x="2202688" y="88900"/>
                  </a:lnTo>
                  <a:lnTo>
                    <a:pt x="2202180" y="101600"/>
                  </a:lnTo>
                  <a:lnTo>
                    <a:pt x="2202180" y="114303"/>
                  </a:lnTo>
                  <a:lnTo>
                    <a:pt x="2202688" y="101600"/>
                  </a:lnTo>
                  <a:lnTo>
                    <a:pt x="2226564" y="101600"/>
                  </a:lnTo>
                  <a:lnTo>
                    <a:pt x="2226945" y="88900"/>
                  </a:lnTo>
                  <a:close/>
                </a:path>
                <a:path w="2239010" h="1752600">
                  <a:moveTo>
                    <a:pt x="2227326" y="76200"/>
                  </a:moveTo>
                  <a:lnTo>
                    <a:pt x="2204085" y="76200"/>
                  </a:lnTo>
                  <a:lnTo>
                    <a:pt x="2203958" y="88900"/>
                  </a:lnTo>
                  <a:lnTo>
                    <a:pt x="2227198" y="88900"/>
                  </a:lnTo>
                  <a:lnTo>
                    <a:pt x="2227230" y="85724"/>
                  </a:lnTo>
                  <a:lnTo>
                    <a:pt x="2227326" y="76200"/>
                  </a:lnTo>
                  <a:close/>
                </a:path>
                <a:path w="2239010" h="1752600">
                  <a:moveTo>
                    <a:pt x="2227326" y="85724"/>
                  </a:moveTo>
                  <a:lnTo>
                    <a:pt x="2227198" y="88900"/>
                  </a:lnTo>
                  <a:lnTo>
                    <a:pt x="2227326" y="88900"/>
                  </a:lnTo>
                  <a:lnTo>
                    <a:pt x="2227326" y="85724"/>
                  </a:lnTo>
                  <a:close/>
                </a:path>
                <a:path w="2239010" h="1752600">
                  <a:moveTo>
                    <a:pt x="2227707" y="76200"/>
                  </a:moveTo>
                  <a:lnTo>
                    <a:pt x="2227326" y="76200"/>
                  </a:lnTo>
                  <a:lnTo>
                    <a:pt x="2227326" y="85724"/>
                  </a:lnTo>
                  <a:lnTo>
                    <a:pt x="2227707" y="76200"/>
                  </a:lnTo>
                  <a:close/>
                </a:path>
                <a:path w="2239010" h="1752600">
                  <a:moveTo>
                    <a:pt x="2206879" y="63500"/>
                  </a:moveTo>
                  <a:lnTo>
                    <a:pt x="2206371" y="63500"/>
                  </a:lnTo>
                  <a:lnTo>
                    <a:pt x="2205735" y="76200"/>
                  </a:lnTo>
                  <a:lnTo>
                    <a:pt x="2206879" y="76200"/>
                  </a:lnTo>
                  <a:lnTo>
                    <a:pt x="2206879" y="63500"/>
                  </a:lnTo>
                  <a:close/>
                </a:path>
                <a:path w="2239010" h="1752600">
                  <a:moveTo>
                    <a:pt x="2207514" y="63500"/>
                  </a:moveTo>
                  <a:lnTo>
                    <a:pt x="2206879" y="63500"/>
                  </a:lnTo>
                  <a:lnTo>
                    <a:pt x="2206879" y="76200"/>
                  </a:lnTo>
                  <a:lnTo>
                    <a:pt x="2207514" y="63500"/>
                  </a:lnTo>
                  <a:close/>
                </a:path>
                <a:path w="2239010" h="1752600">
                  <a:moveTo>
                    <a:pt x="2230247" y="63500"/>
                  </a:moveTo>
                  <a:lnTo>
                    <a:pt x="2207514" y="63500"/>
                  </a:lnTo>
                  <a:lnTo>
                    <a:pt x="2206879" y="76200"/>
                  </a:lnTo>
                  <a:lnTo>
                    <a:pt x="2229993" y="76200"/>
                  </a:lnTo>
                  <a:lnTo>
                    <a:pt x="2230247" y="63500"/>
                  </a:lnTo>
                  <a:close/>
                </a:path>
                <a:path w="2239010" h="1752600">
                  <a:moveTo>
                    <a:pt x="2230247" y="63500"/>
                  </a:moveTo>
                  <a:lnTo>
                    <a:pt x="2230094" y="71120"/>
                  </a:lnTo>
                  <a:lnTo>
                    <a:pt x="2229993" y="76200"/>
                  </a:lnTo>
                  <a:lnTo>
                    <a:pt x="2230247" y="71120"/>
                  </a:lnTo>
                  <a:lnTo>
                    <a:pt x="2230247" y="63500"/>
                  </a:lnTo>
                  <a:close/>
                </a:path>
                <a:path w="2239010" h="1752600">
                  <a:moveTo>
                    <a:pt x="2230247" y="71120"/>
                  </a:moveTo>
                  <a:lnTo>
                    <a:pt x="2229993" y="76200"/>
                  </a:lnTo>
                  <a:lnTo>
                    <a:pt x="2230247" y="76200"/>
                  </a:lnTo>
                  <a:lnTo>
                    <a:pt x="2230247" y="71120"/>
                  </a:lnTo>
                  <a:close/>
                </a:path>
                <a:path w="2239010" h="1752600">
                  <a:moveTo>
                    <a:pt x="2230628" y="63500"/>
                  </a:moveTo>
                  <a:lnTo>
                    <a:pt x="2230247" y="63500"/>
                  </a:lnTo>
                  <a:lnTo>
                    <a:pt x="2230247" y="71120"/>
                  </a:lnTo>
                  <a:lnTo>
                    <a:pt x="2230628" y="63500"/>
                  </a:lnTo>
                  <a:close/>
                </a:path>
                <a:path w="2239010" h="1752600">
                  <a:moveTo>
                    <a:pt x="2208657" y="50800"/>
                  </a:moveTo>
                  <a:lnTo>
                    <a:pt x="2208276" y="63500"/>
                  </a:lnTo>
                  <a:lnTo>
                    <a:pt x="2208530" y="63500"/>
                  </a:lnTo>
                  <a:lnTo>
                    <a:pt x="2208657" y="50800"/>
                  </a:lnTo>
                  <a:close/>
                </a:path>
                <a:path w="2239010" h="1752600">
                  <a:moveTo>
                    <a:pt x="2232279" y="50800"/>
                  </a:moveTo>
                  <a:lnTo>
                    <a:pt x="2209165" y="50800"/>
                  </a:lnTo>
                  <a:lnTo>
                    <a:pt x="2208530" y="63500"/>
                  </a:lnTo>
                  <a:lnTo>
                    <a:pt x="2232025" y="63500"/>
                  </a:lnTo>
                  <a:lnTo>
                    <a:pt x="2232279" y="50800"/>
                  </a:lnTo>
                  <a:close/>
                </a:path>
                <a:path w="2239010" h="1752600">
                  <a:moveTo>
                    <a:pt x="2211323" y="44450"/>
                  </a:moveTo>
                  <a:lnTo>
                    <a:pt x="2210943" y="50800"/>
                  </a:lnTo>
                  <a:lnTo>
                    <a:pt x="2211197" y="50800"/>
                  </a:lnTo>
                  <a:lnTo>
                    <a:pt x="2211323" y="44450"/>
                  </a:lnTo>
                  <a:close/>
                </a:path>
                <a:path w="2239010" h="1752600">
                  <a:moveTo>
                    <a:pt x="2235327" y="38100"/>
                  </a:moveTo>
                  <a:lnTo>
                    <a:pt x="2211705" y="38100"/>
                  </a:lnTo>
                  <a:lnTo>
                    <a:pt x="2211197" y="50800"/>
                  </a:lnTo>
                  <a:lnTo>
                    <a:pt x="2234565" y="50800"/>
                  </a:lnTo>
                  <a:lnTo>
                    <a:pt x="2235327" y="38100"/>
                  </a:lnTo>
                  <a:close/>
                </a:path>
                <a:path w="2239010" h="1752600">
                  <a:moveTo>
                    <a:pt x="2211705" y="38100"/>
                  </a:moveTo>
                  <a:lnTo>
                    <a:pt x="2211451" y="38100"/>
                  </a:lnTo>
                  <a:lnTo>
                    <a:pt x="2211323" y="44450"/>
                  </a:lnTo>
                  <a:lnTo>
                    <a:pt x="2211705" y="38100"/>
                  </a:lnTo>
                  <a:close/>
                </a:path>
                <a:path w="2239010" h="1752600">
                  <a:moveTo>
                    <a:pt x="2214626" y="25400"/>
                  </a:moveTo>
                  <a:lnTo>
                    <a:pt x="2214245" y="25400"/>
                  </a:lnTo>
                  <a:lnTo>
                    <a:pt x="2213991" y="38100"/>
                  </a:lnTo>
                  <a:lnTo>
                    <a:pt x="2214372" y="38100"/>
                  </a:lnTo>
                  <a:lnTo>
                    <a:pt x="2214626" y="25400"/>
                  </a:lnTo>
                  <a:close/>
                </a:path>
                <a:path w="2239010" h="1752600">
                  <a:moveTo>
                    <a:pt x="2215260" y="25400"/>
                  </a:moveTo>
                  <a:lnTo>
                    <a:pt x="2214626" y="25400"/>
                  </a:lnTo>
                  <a:lnTo>
                    <a:pt x="2214372" y="38100"/>
                  </a:lnTo>
                  <a:lnTo>
                    <a:pt x="2215260" y="25400"/>
                  </a:lnTo>
                  <a:close/>
                </a:path>
                <a:path w="2239010" h="1752600">
                  <a:moveTo>
                    <a:pt x="2238247" y="12700"/>
                  </a:moveTo>
                  <a:lnTo>
                    <a:pt x="2214118" y="12700"/>
                  </a:lnTo>
                  <a:lnTo>
                    <a:pt x="2214745" y="15081"/>
                  </a:lnTo>
                  <a:lnTo>
                    <a:pt x="2215671" y="17584"/>
                  </a:lnTo>
                  <a:lnTo>
                    <a:pt x="2220595" y="25400"/>
                  </a:lnTo>
                  <a:lnTo>
                    <a:pt x="2215260" y="25400"/>
                  </a:lnTo>
                  <a:lnTo>
                    <a:pt x="2214372" y="38100"/>
                  </a:lnTo>
                  <a:lnTo>
                    <a:pt x="2238247" y="38100"/>
                  </a:lnTo>
                  <a:lnTo>
                    <a:pt x="2238756" y="25400"/>
                  </a:lnTo>
                  <a:lnTo>
                    <a:pt x="2238552" y="20319"/>
                  </a:lnTo>
                  <a:lnTo>
                    <a:pt x="2238443" y="17584"/>
                  </a:lnTo>
                  <a:lnTo>
                    <a:pt x="2238343" y="15081"/>
                  </a:lnTo>
                  <a:lnTo>
                    <a:pt x="2238247" y="12700"/>
                  </a:lnTo>
                  <a:close/>
                </a:path>
                <a:path w="2239010" h="1752600">
                  <a:moveTo>
                    <a:pt x="2212213" y="12700"/>
                  </a:moveTo>
                  <a:lnTo>
                    <a:pt x="2196972" y="12700"/>
                  </a:lnTo>
                  <a:lnTo>
                    <a:pt x="2196210" y="25400"/>
                  </a:lnTo>
                  <a:lnTo>
                    <a:pt x="2212975" y="25400"/>
                  </a:lnTo>
                  <a:lnTo>
                    <a:pt x="2212822" y="20319"/>
                  </a:lnTo>
                  <a:lnTo>
                    <a:pt x="2212266" y="13368"/>
                  </a:lnTo>
                  <a:lnTo>
                    <a:pt x="2212213" y="12700"/>
                  </a:lnTo>
                  <a:close/>
                </a:path>
                <a:path w="2239010" h="1752600">
                  <a:moveTo>
                    <a:pt x="2212822" y="20319"/>
                  </a:moveTo>
                  <a:lnTo>
                    <a:pt x="2212975" y="25400"/>
                  </a:lnTo>
                  <a:lnTo>
                    <a:pt x="2213229" y="25400"/>
                  </a:lnTo>
                  <a:lnTo>
                    <a:pt x="2212822" y="20319"/>
                  </a:lnTo>
                  <a:close/>
                </a:path>
                <a:path w="2239010" h="1752600">
                  <a:moveTo>
                    <a:pt x="2212594" y="12700"/>
                  </a:moveTo>
                  <a:lnTo>
                    <a:pt x="2212717" y="16818"/>
                  </a:lnTo>
                  <a:lnTo>
                    <a:pt x="2212822" y="20319"/>
                  </a:lnTo>
                  <a:lnTo>
                    <a:pt x="2213229" y="25400"/>
                  </a:lnTo>
                  <a:lnTo>
                    <a:pt x="2213991" y="25400"/>
                  </a:lnTo>
                  <a:lnTo>
                    <a:pt x="2214094" y="15081"/>
                  </a:lnTo>
                  <a:lnTo>
                    <a:pt x="2212594" y="12700"/>
                  </a:lnTo>
                  <a:close/>
                </a:path>
                <a:path w="2239010" h="1752600">
                  <a:moveTo>
                    <a:pt x="2214094" y="15081"/>
                  </a:moveTo>
                  <a:lnTo>
                    <a:pt x="2213991" y="25400"/>
                  </a:lnTo>
                  <a:lnTo>
                    <a:pt x="2217420" y="25400"/>
                  </a:lnTo>
                  <a:lnTo>
                    <a:pt x="2215188" y="16818"/>
                  </a:lnTo>
                  <a:lnTo>
                    <a:pt x="2214094" y="15081"/>
                  </a:lnTo>
                  <a:close/>
                </a:path>
                <a:path w="2239010" h="1752600">
                  <a:moveTo>
                    <a:pt x="2215188" y="16818"/>
                  </a:moveTo>
                  <a:lnTo>
                    <a:pt x="2217420" y="25400"/>
                  </a:lnTo>
                  <a:lnTo>
                    <a:pt x="2218563" y="25400"/>
                  </a:lnTo>
                  <a:lnTo>
                    <a:pt x="2215671" y="17584"/>
                  </a:lnTo>
                  <a:lnTo>
                    <a:pt x="2215188" y="16818"/>
                  </a:lnTo>
                  <a:close/>
                </a:path>
                <a:path w="2239010" h="1752600">
                  <a:moveTo>
                    <a:pt x="2215671" y="17584"/>
                  </a:moveTo>
                  <a:lnTo>
                    <a:pt x="2218563" y="25400"/>
                  </a:lnTo>
                  <a:lnTo>
                    <a:pt x="2220595" y="25400"/>
                  </a:lnTo>
                  <a:lnTo>
                    <a:pt x="2215671" y="17584"/>
                  </a:lnTo>
                  <a:close/>
                </a:path>
                <a:path w="2239010" h="1752600">
                  <a:moveTo>
                    <a:pt x="2212594" y="12700"/>
                  </a:moveTo>
                  <a:lnTo>
                    <a:pt x="2212213" y="12700"/>
                  </a:lnTo>
                  <a:lnTo>
                    <a:pt x="2212822" y="20319"/>
                  </a:lnTo>
                  <a:lnTo>
                    <a:pt x="2212717" y="16818"/>
                  </a:lnTo>
                  <a:lnTo>
                    <a:pt x="2212594" y="12700"/>
                  </a:lnTo>
                  <a:close/>
                </a:path>
                <a:path w="2239010" h="1752600">
                  <a:moveTo>
                    <a:pt x="2214745" y="15081"/>
                  </a:moveTo>
                  <a:lnTo>
                    <a:pt x="2215188" y="16818"/>
                  </a:lnTo>
                  <a:lnTo>
                    <a:pt x="2215671" y="17584"/>
                  </a:lnTo>
                  <a:lnTo>
                    <a:pt x="2214745" y="15081"/>
                  </a:lnTo>
                  <a:close/>
                </a:path>
                <a:path w="2239010" h="1752600">
                  <a:moveTo>
                    <a:pt x="2214111" y="13368"/>
                  </a:moveTo>
                  <a:lnTo>
                    <a:pt x="2214094" y="15081"/>
                  </a:lnTo>
                  <a:lnTo>
                    <a:pt x="2215188" y="16818"/>
                  </a:lnTo>
                  <a:lnTo>
                    <a:pt x="2214737" y="15081"/>
                  </a:lnTo>
                  <a:lnTo>
                    <a:pt x="2214111" y="13368"/>
                  </a:lnTo>
                  <a:close/>
                </a:path>
                <a:path w="2239010" h="1752600">
                  <a:moveTo>
                    <a:pt x="2213864" y="12700"/>
                  </a:moveTo>
                  <a:lnTo>
                    <a:pt x="2212594" y="12700"/>
                  </a:lnTo>
                  <a:lnTo>
                    <a:pt x="2214094" y="15081"/>
                  </a:lnTo>
                  <a:lnTo>
                    <a:pt x="2214111" y="13368"/>
                  </a:lnTo>
                  <a:lnTo>
                    <a:pt x="2213864" y="12700"/>
                  </a:lnTo>
                  <a:close/>
                </a:path>
                <a:path w="2239010" h="1752600">
                  <a:moveTo>
                    <a:pt x="2214118" y="12700"/>
                  </a:moveTo>
                  <a:lnTo>
                    <a:pt x="2214111" y="13368"/>
                  </a:lnTo>
                  <a:lnTo>
                    <a:pt x="2214745" y="15081"/>
                  </a:lnTo>
                  <a:lnTo>
                    <a:pt x="2214118" y="12700"/>
                  </a:lnTo>
                  <a:close/>
                </a:path>
                <a:path w="2239010" h="1752600">
                  <a:moveTo>
                    <a:pt x="2214118" y="12700"/>
                  </a:moveTo>
                  <a:lnTo>
                    <a:pt x="2213864" y="12700"/>
                  </a:lnTo>
                  <a:lnTo>
                    <a:pt x="2214111" y="13368"/>
                  </a:lnTo>
                  <a:lnTo>
                    <a:pt x="2214118" y="12700"/>
                  </a:lnTo>
                  <a:close/>
                </a:path>
                <a:path w="2239010" h="1752600">
                  <a:moveTo>
                    <a:pt x="2214644" y="1209"/>
                  </a:moveTo>
                  <a:lnTo>
                    <a:pt x="2211197" y="12700"/>
                  </a:lnTo>
                  <a:lnTo>
                    <a:pt x="2213610" y="12700"/>
                  </a:lnTo>
                  <a:lnTo>
                    <a:pt x="2214644" y="1209"/>
                  </a:lnTo>
                  <a:close/>
                </a:path>
                <a:path w="2239010" h="1752600">
                  <a:moveTo>
                    <a:pt x="2215007" y="0"/>
                  </a:moveTo>
                  <a:lnTo>
                    <a:pt x="2214644" y="1209"/>
                  </a:lnTo>
                  <a:lnTo>
                    <a:pt x="2213610" y="12700"/>
                  </a:lnTo>
                  <a:lnTo>
                    <a:pt x="2215007" y="0"/>
                  </a:lnTo>
                  <a:close/>
                </a:path>
                <a:path w="2239010" h="1752600">
                  <a:moveTo>
                    <a:pt x="2231771" y="0"/>
                  </a:moveTo>
                  <a:lnTo>
                    <a:pt x="2215007" y="0"/>
                  </a:lnTo>
                  <a:lnTo>
                    <a:pt x="2213610" y="12700"/>
                  </a:lnTo>
                  <a:lnTo>
                    <a:pt x="2234184" y="12700"/>
                  </a:lnTo>
                  <a:lnTo>
                    <a:pt x="2231771" y="0"/>
                  </a:lnTo>
                  <a:close/>
                </a:path>
                <a:path w="2239010" h="1752600">
                  <a:moveTo>
                    <a:pt x="2215007" y="0"/>
                  </a:moveTo>
                  <a:lnTo>
                    <a:pt x="2214753" y="0"/>
                  </a:lnTo>
                  <a:lnTo>
                    <a:pt x="2214644" y="1209"/>
                  </a:lnTo>
                  <a:lnTo>
                    <a:pt x="2215007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3" name="object 73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3632961" y="1809115"/>
              <a:ext cx="166877" cy="259715"/>
            </a:xfrm>
            <a:prstGeom prst="rect">
              <a:avLst/>
            </a:prstGeom>
          </p:spPr>
        </p:pic>
        <p:pic>
          <p:nvPicPr>
            <p:cNvPr id="74" name="object 74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888655" y="1504950"/>
              <a:ext cx="2521669" cy="2172208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4864480" y="4221238"/>
              <a:ext cx="141986" cy="254190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5828410" y="3225800"/>
            <a:ext cx="283146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Verdana"/>
                <a:cs typeface="Verdana"/>
              </a:rPr>
              <a:t>The</a:t>
            </a:r>
            <a:r>
              <a:rPr dirty="0" sz="2000" spc="-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further</a:t>
            </a:r>
            <a:r>
              <a:rPr dirty="0" sz="2000" spc="-5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prediction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5978016" y="3711447"/>
            <a:ext cx="165735" cy="46355"/>
          </a:xfrm>
          <a:custGeom>
            <a:avLst/>
            <a:gdLst/>
            <a:ahLst/>
            <a:cxnLst/>
            <a:rect l="l" t="t" r="r" b="b"/>
            <a:pathLst>
              <a:path w="165735" h="46354">
                <a:moveTo>
                  <a:pt x="141986" y="0"/>
                </a:moveTo>
                <a:lnTo>
                  <a:pt x="137033" y="5587"/>
                </a:lnTo>
                <a:lnTo>
                  <a:pt x="152019" y="18541"/>
                </a:lnTo>
                <a:lnTo>
                  <a:pt x="0" y="18541"/>
                </a:lnTo>
                <a:lnTo>
                  <a:pt x="0" y="27304"/>
                </a:lnTo>
                <a:lnTo>
                  <a:pt x="152019" y="27304"/>
                </a:lnTo>
                <a:lnTo>
                  <a:pt x="137033" y="40258"/>
                </a:lnTo>
                <a:lnTo>
                  <a:pt x="141986" y="45846"/>
                </a:lnTo>
                <a:lnTo>
                  <a:pt x="165354" y="25653"/>
                </a:lnTo>
                <a:lnTo>
                  <a:pt x="165354" y="20192"/>
                </a:lnTo>
                <a:lnTo>
                  <a:pt x="141986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5803010" y="3607752"/>
            <a:ext cx="5340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6334003" y="3574541"/>
            <a:ext cx="546735" cy="321310"/>
            <a:chOff x="6334003" y="3574541"/>
            <a:chExt cx="546735" cy="321310"/>
          </a:xfrm>
        </p:grpSpPr>
        <p:sp>
          <p:nvSpPr>
            <p:cNvPr id="80" name="object 80"/>
            <p:cNvSpPr/>
            <p:nvPr/>
          </p:nvSpPr>
          <p:spPr>
            <a:xfrm>
              <a:off x="6334003" y="3584955"/>
              <a:ext cx="546735" cy="311150"/>
            </a:xfrm>
            <a:custGeom>
              <a:avLst/>
              <a:gdLst/>
              <a:ahLst/>
              <a:cxnLst/>
              <a:rect l="l" t="t" r="r" b="b"/>
              <a:pathLst>
                <a:path w="546734" h="311150">
                  <a:moveTo>
                    <a:pt x="464941" y="0"/>
                  </a:moveTo>
                  <a:lnTo>
                    <a:pt x="461766" y="10287"/>
                  </a:lnTo>
                  <a:lnTo>
                    <a:pt x="476057" y="17692"/>
                  </a:lnTo>
                  <a:lnTo>
                    <a:pt x="488467" y="28479"/>
                  </a:lnTo>
                  <a:lnTo>
                    <a:pt x="514594" y="80581"/>
                  </a:lnTo>
                  <a:lnTo>
                    <a:pt x="522491" y="128206"/>
                  </a:lnTo>
                  <a:lnTo>
                    <a:pt x="523488" y="155448"/>
                  </a:lnTo>
                  <a:lnTo>
                    <a:pt x="522491" y="182687"/>
                  </a:lnTo>
                  <a:lnTo>
                    <a:pt x="514594" y="230260"/>
                  </a:lnTo>
                  <a:lnTo>
                    <a:pt x="499020" y="268108"/>
                  </a:lnTo>
                  <a:lnTo>
                    <a:pt x="461766" y="300405"/>
                  </a:lnTo>
                  <a:lnTo>
                    <a:pt x="464941" y="310705"/>
                  </a:lnTo>
                  <a:lnTo>
                    <a:pt x="499580" y="292195"/>
                  </a:lnTo>
                  <a:lnTo>
                    <a:pt x="525266" y="257302"/>
                  </a:lnTo>
                  <a:lnTo>
                    <a:pt x="541204" y="210312"/>
                  </a:lnTo>
                  <a:lnTo>
                    <a:pt x="546469" y="155448"/>
                  </a:lnTo>
                  <a:lnTo>
                    <a:pt x="545222" y="128206"/>
                  </a:lnTo>
                  <a:lnTo>
                    <a:pt x="534580" y="75971"/>
                  </a:lnTo>
                  <a:lnTo>
                    <a:pt x="513554" y="33914"/>
                  </a:lnTo>
                  <a:lnTo>
                    <a:pt x="483368" y="7193"/>
                  </a:lnTo>
                  <a:lnTo>
                    <a:pt x="464941" y="0"/>
                  </a:lnTo>
                  <a:close/>
                </a:path>
                <a:path w="546734" h="311150">
                  <a:moveTo>
                    <a:pt x="81528" y="0"/>
                  </a:moveTo>
                  <a:lnTo>
                    <a:pt x="46888" y="18494"/>
                  </a:lnTo>
                  <a:lnTo>
                    <a:pt x="21203" y="53467"/>
                  </a:lnTo>
                  <a:lnTo>
                    <a:pt x="5264" y="100441"/>
                  </a:lnTo>
                  <a:lnTo>
                    <a:pt x="0" y="155448"/>
                  </a:lnTo>
                  <a:lnTo>
                    <a:pt x="1255" y="182687"/>
                  </a:lnTo>
                  <a:lnTo>
                    <a:pt x="11888" y="234795"/>
                  </a:lnTo>
                  <a:lnTo>
                    <a:pt x="32914" y="276790"/>
                  </a:lnTo>
                  <a:lnTo>
                    <a:pt x="63101" y="303504"/>
                  </a:lnTo>
                  <a:lnTo>
                    <a:pt x="81528" y="310705"/>
                  </a:lnTo>
                  <a:lnTo>
                    <a:pt x="84703" y="300405"/>
                  </a:lnTo>
                  <a:lnTo>
                    <a:pt x="70465" y="293012"/>
                  </a:lnTo>
                  <a:lnTo>
                    <a:pt x="58049" y="282251"/>
                  </a:lnTo>
                  <a:lnTo>
                    <a:pt x="31894" y="230260"/>
                  </a:lnTo>
                  <a:lnTo>
                    <a:pt x="24084" y="182687"/>
                  </a:lnTo>
                  <a:lnTo>
                    <a:pt x="23108" y="155448"/>
                  </a:lnTo>
                  <a:lnTo>
                    <a:pt x="24084" y="128206"/>
                  </a:lnTo>
                  <a:lnTo>
                    <a:pt x="31894" y="80581"/>
                  </a:lnTo>
                  <a:lnTo>
                    <a:pt x="47466" y="42648"/>
                  </a:lnTo>
                  <a:lnTo>
                    <a:pt x="84703" y="10287"/>
                  </a:lnTo>
                  <a:lnTo>
                    <a:pt x="815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6425691" y="3611371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90" h="62229">
                  <a:moveTo>
                    <a:pt x="91693" y="0"/>
                  </a:moveTo>
                  <a:lnTo>
                    <a:pt x="85089" y="7492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156" y="36829"/>
                  </a:lnTo>
                  <a:lnTo>
                    <a:pt x="85089" y="54228"/>
                  </a:lnTo>
                  <a:lnTo>
                    <a:pt x="91693" y="61721"/>
                  </a:lnTo>
                  <a:lnTo>
                    <a:pt x="123189" y="34543"/>
                  </a:lnTo>
                  <a:lnTo>
                    <a:pt x="123189" y="27304"/>
                  </a:lnTo>
                  <a:lnTo>
                    <a:pt x="91693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2" name="object 8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575805" y="3574541"/>
              <a:ext cx="188341" cy="176530"/>
            </a:xfrm>
            <a:prstGeom prst="rect">
              <a:avLst/>
            </a:prstGeom>
          </p:spPr>
        </p:pic>
      </p:grpSp>
      <p:sp>
        <p:nvSpPr>
          <p:cNvPr id="83" name="object 83"/>
          <p:cNvSpPr txBox="1"/>
          <p:nvPr/>
        </p:nvSpPr>
        <p:spPr>
          <a:xfrm>
            <a:off x="6394196" y="3455034"/>
            <a:ext cx="35306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6982206" y="3550284"/>
            <a:ext cx="93345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Verdana"/>
                <a:cs typeface="Verdana"/>
              </a:rPr>
              <a:t>is</a:t>
            </a:r>
            <a:r>
              <a:rPr dirty="0" sz="2000" spc="1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from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85" name="object 85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861556" y="3927030"/>
            <a:ext cx="197866" cy="176453"/>
          </a:xfrm>
          <a:prstGeom prst="rect">
            <a:avLst/>
          </a:prstGeom>
        </p:spPr>
      </p:pic>
      <p:sp>
        <p:nvSpPr>
          <p:cNvPr id="86" name="object 86"/>
          <p:cNvSpPr txBox="1"/>
          <p:nvPr/>
        </p:nvSpPr>
        <p:spPr>
          <a:xfrm>
            <a:off x="5803010" y="3903345"/>
            <a:ext cx="2059939" cy="6407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 marR="3048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Verdana"/>
                <a:cs typeface="Verdana"/>
              </a:rPr>
              <a:t>target</a:t>
            </a:r>
            <a:r>
              <a:rPr dirty="0" sz="2000" spc="-125">
                <a:latin typeface="Verdana"/>
                <a:cs typeface="Verdana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6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>
                <a:latin typeface="Cambria Math"/>
                <a:cs typeface="Cambria Math"/>
              </a:rPr>
              <a:t>𝑖</a:t>
            </a:r>
            <a:r>
              <a:rPr dirty="0" baseline="27777" sz="2250" spc="675">
                <a:latin typeface="Cambria Math"/>
                <a:cs typeface="Cambria Math"/>
              </a:rPr>
              <a:t> </a:t>
            </a:r>
            <a:r>
              <a:rPr dirty="0" sz="2000">
                <a:latin typeface="Verdana"/>
                <a:cs typeface="Verdana"/>
              </a:rPr>
              <a:t>,</a:t>
            </a:r>
            <a:r>
              <a:rPr dirty="0" sz="2000" spc="30">
                <a:latin typeface="Verdana"/>
                <a:cs typeface="Verdana"/>
              </a:rPr>
              <a:t> </a:t>
            </a:r>
            <a:r>
              <a:rPr dirty="0" sz="2000" spc="-25">
                <a:latin typeface="Verdana"/>
                <a:cs typeface="Verdana"/>
              </a:rPr>
              <a:t>the </a:t>
            </a:r>
            <a:r>
              <a:rPr dirty="0" sz="2000">
                <a:latin typeface="Verdana"/>
                <a:cs typeface="Verdana"/>
              </a:rPr>
              <a:t>higher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the </a:t>
            </a:r>
            <a:r>
              <a:rPr dirty="0" sz="2000" spc="-20">
                <a:latin typeface="Verdana"/>
                <a:cs typeface="Verdana"/>
              </a:rPr>
              <a:t>loss.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87" name="object 87"/>
          <p:cNvGrpSpPr/>
          <p:nvPr/>
        </p:nvGrpSpPr>
        <p:grpSpPr>
          <a:xfrm>
            <a:off x="426478" y="1524000"/>
            <a:ext cx="3880485" cy="2510155"/>
            <a:chOff x="426478" y="1524000"/>
            <a:chExt cx="3880485" cy="2510155"/>
          </a:xfrm>
        </p:grpSpPr>
        <p:pic>
          <p:nvPicPr>
            <p:cNvPr id="88" name="object 8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028950" y="1524000"/>
              <a:ext cx="171450" cy="180975"/>
            </a:xfrm>
            <a:prstGeom prst="rect">
              <a:avLst/>
            </a:prstGeom>
          </p:spPr>
        </p:pic>
        <p:pic>
          <p:nvPicPr>
            <p:cNvPr id="89" name="object 8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050379" y="3744560"/>
              <a:ext cx="256571" cy="289531"/>
            </a:xfrm>
            <a:prstGeom prst="rect">
              <a:avLst/>
            </a:prstGeom>
          </p:spPr>
        </p:pic>
        <p:pic>
          <p:nvPicPr>
            <p:cNvPr id="90" name="object 9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837857" y="3619500"/>
              <a:ext cx="1248117" cy="404368"/>
            </a:xfrm>
            <a:prstGeom prst="rect">
              <a:avLst/>
            </a:prstGeom>
          </p:spPr>
        </p:pic>
        <p:sp>
          <p:nvSpPr>
            <p:cNvPr id="91" name="object 91"/>
            <p:cNvSpPr/>
            <p:nvPr/>
          </p:nvSpPr>
          <p:spPr>
            <a:xfrm>
              <a:off x="644499" y="3486276"/>
              <a:ext cx="649605" cy="38100"/>
            </a:xfrm>
            <a:custGeom>
              <a:avLst/>
              <a:gdLst/>
              <a:ahLst/>
              <a:cxnLst/>
              <a:rect l="l" t="t" r="r" b="b"/>
              <a:pathLst>
                <a:path w="649605" h="38100">
                  <a:moveTo>
                    <a:pt x="641184" y="36957"/>
                  </a:moveTo>
                  <a:lnTo>
                    <a:pt x="640232" y="37211"/>
                  </a:lnTo>
                  <a:lnTo>
                    <a:pt x="636676" y="37465"/>
                  </a:lnTo>
                  <a:lnTo>
                    <a:pt x="635874" y="37465"/>
                  </a:lnTo>
                  <a:lnTo>
                    <a:pt x="639343" y="37846"/>
                  </a:lnTo>
                  <a:lnTo>
                    <a:pt x="641184" y="36957"/>
                  </a:lnTo>
                  <a:close/>
                </a:path>
                <a:path w="649605" h="38100">
                  <a:moveTo>
                    <a:pt x="633670" y="36527"/>
                  </a:moveTo>
                  <a:lnTo>
                    <a:pt x="619873" y="36527"/>
                  </a:lnTo>
                  <a:lnTo>
                    <a:pt x="623430" y="37211"/>
                  </a:lnTo>
                  <a:lnTo>
                    <a:pt x="625500" y="37465"/>
                  </a:lnTo>
                  <a:lnTo>
                    <a:pt x="635025" y="37465"/>
                  </a:lnTo>
                  <a:lnTo>
                    <a:pt x="633670" y="36527"/>
                  </a:lnTo>
                  <a:close/>
                </a:path>
                <a:path w="649605" h="38100">
                  <a:moveTo>
                    <a:pt x="626235" y="30316"/>
                  </a:moveTo>
                  <a:lnTo>
                    <a:pt x="626108" y="30316"/>
                  </a:lnTo>
                  <a:lnTo>
                    <a:pt x="630199" y="34036"/>
                  </a:lnTo>
                  <a:lnTo>
                    <a:pt x="631723" y="35179"/>
                  </a:lnTo>
                  <a:lnTo>
                    <a:pt x="635025" y="37465"/>
                  </a:lnTo>
                  <a:lnTo>
                    <a:pt x="636676" y="37465"/>
                  </a:lnTo>
                  <a:lnTo>
                    <a:pt x="648285" y="31750"/>
                  </a:lnTo>
                  <a:lnTo>
                    <a:pt x="629818" y="31750"/>
                  </a:lnTo>
                  <a:lnTo>
                    <a:pt x="626235" y="30316"/>
                  </a:lnTo>
                  <a:close/>
                </a:path>
                <a:path w="649605" h="38100">
                  <a:moveTo>
                    <a:pt x="623798" y="28193"/>
                  </a:moveTo>
                  <a:lnTo>
                    <a:pt x="585254" y="28193"/>
                  </a:lnTo>
                  <a:lnTo>
                    <a:pt x="590283" y="29718"/>
                  </a:lnTo>
                  <a:lnTo>
                    <a:pt x="606856" y="34417"/>
                  </a:lnTo>
                  <a:lnTo>
                    <a:pt x="608253" y="34798"/>
                  </a:lnTo>
                  <a:lnTo>
                    <a:pt x="622241" y="36957"/>
                  </a:lnTo>
                  <a:lnTo>
                    <a:pt x="622109" y="36957"/>
                  </a:lnTo>
                  <a:lnTo>
                    <a:pt x="619873" y="36527"/>
                  </a:lnTo>
                  <a:lnTo>
                    <a:pt x="633670" y="36527"/>
                  </a:lnTo>
                  <a:lnTo>
                    <a:pt x="631723" y="35179"/>
                  </a:lnTo>
                  <a:lnTo>
                    <a:pt x="630199" y="34036"/>
                  </a:lnTo>
                  <a:lnTo>
                    <a:pt x="627684" y="31750"/>
                  </a:lnTo>
                  <a:lnTo>
                    <a:pt x="626389" y="31750"/>
                  </a:lnTo>
                  <a:lnTo>
                    <a:pt x="623798" y="29210"/>
                  </a:lnTo>
                  <a:lnTo>
                    <a:pt x="623798" y="28193"/>
                  </a:lnTo>
                  <a:close/>
                </a:path>
                <a:path w="649605" h="38100">
                  <a:moveTo>
                    <a:pt x="643689" y="35747"/>
                  </a:moveTo>
                  <a:lnTo>
                    <a:pt x="641184" y="36957"/>
                  </a:lnTo>
                  <a:lnTo>
                    <a:pt x="642137" y="36703"/>
                  </a:lnTo>
                  <a:lnTo>
                    <a:pt x="643689" y="35747"/>
                  </a:lnTo>
                  <a:close/>
                </a:path>
                <a:path w="649605" h="38100">
                  <a:moveTo>
                    <a:pt x="647124" y="33621"/>
                  </a:moveTo>
                  <a:lnTo>
                    <a:pt x="643775" y="35747"/>
                  </a:lnTo>
                  <a:lnTo>
                    <a:pt x="644867" y="35179"/>
                  </a:lnTo>
                  <a:lnTo>
                    <a:pt x="646709" y="34290"/>
                  </a:lnTo>
                  <a:lnTo>
                    <a:pt x="647124" y="33621"/>
                  </a:lnTo>
                  <a:close/>
                </a:path>
                <a:path w="649605" h="38100">
                  <a:moveTo>
                    <a:pt x="648296" y="31750"/>
                  </a:moveTo>
                  <a:lnTo>
                    <a:pt x="647124" y="33621"/>
                  </a:lnTo>
                  <a:lnTo>
                    <a:pt x="647471" y="33401"/>
                  </a:lnTo>
                  <a:lnTo>
                    <a:pt x="648296" y="31750"/>
                  </a:lnTo>
                  <a:close/>
                </a:path>
                <a:path w="649605" h="38100">
                  <a:moveTo>
                    <a:pt x="627684" y="20320"/>
                  </a:moveTo>
                  <a:lnTo>
                    <a:pt x="626389" y="20320"/>
                  </a:lnTo>
                  <a:lnTo>
                    <a:pt x="623669" y="22987"/>
                  </a:lnTo>
                  <a:lnTo>
                    <a:pt x="623798" y="22987"/>
                  </a:lnTo>
                  <a:lnTo>
                    <a:pt x="623798" y="29210"/>
                  </a:lnTo>
                  <a:lnTo>
                    <a:pt x="626389" y="31750"/>
                  </a:lnTo>
                  <a:lnTo>
                    <a:pt x="627684" y="31750"/>
                  </a:lnTo>
                  <a:lnTo>
                    <a:pt x="626108" y="30316"/>
                  </a:lnTo>
                  <a:lnTo>
                    <a:pt x="649013" y="30316"/>
                  </a:lnTo>
                  <a:lnTo>
                    <a:pt x="649020" y="21871"/>
                  </a:lnTo>
                  <a:lnTo>
                    <a:pt x="625978" y="21871"/>
                  </a:lnTo>
                  <a:lnTo>
                    <a:pt x="627684" y="20320"/>
                  </a:lnTo>
                  <a:close/>
                </a:path>
                <a:path w="649605" h="38100">
                  <a:moveTo>
                    <a:pt x="649013" y="30316"/>
                  </a:moveTo>
                  <a:lnTo>
                    <a:pt x="626235" y="30316"/>
                  </a:lnTo>
                  <a:lnTo>
                    <a:pt x="629818" y="31750"/>
                  </a:lnTo>
                  <a:lnTo>
                    <a:pt x="648285" y="31750"/>
                  </a:lnTo>
                  <a:lnTo>
                    <a:pt x="648995" y="30606"/>
                  </a:lnTo>
                  <a:lnTo>
                    <a:pt x="649013" y="30316"/>
                  </a:lnTo>
                  <a:close/>
                </a:path>
                <a:path w="649605" h="38100">
                  <a:moveTo>
                    <a:pt x="649300" y="27178"/>
                  </a:moveTo>
                  <a:lnTo>
                    <a:pt x="649177" y="27686"/>
                  </a:lnTo>
                  <a:lnTo>
                    <a:pt x="649138" y="28321"/>
                  </a:lnTo>
                  <a:lnTo>
                    <a:pt x="649013" y="30316"/>
                  </a:lnTo>
                  <a:lnTo>
                    <a:pt x="649249" y="29845"/>
                  </a:lnTo>
                  <a:lnTo>
                    <a:pt x="649300" y="27178"/>
                  </a:lnTo>
                  <a:close/>
                </a:path>
                <a:path w="649605" h="38100">
                  <a:moveTo>
                    <a:pt x="37058" y="23875"/>
                  </a:moveTo>
                  <a:lnTo>
                    <a:pt x="44602" y="25018"/>
                  </a:lnTo>
                  <a:lnTo>
                    <a:pt x="44754" y="25018"/>
                  </a:lnTo>
                  <a:lnTo>
                    <a:pt x="53733" y="26289"/>
                  </a:lnTo>
                  <a:lnTo>
                    <a:pt x="54140" y="26289"/>
                  </a:lnTo>
                  <a:lnTo>
                    <a:pt x="69240" y="27686"/>
                  </a:lnTo>
                  <a:lnTo>
                    <a:pt x="69735" y="27686"/>
                  </a:lnTo>
                  <a:lnTo>
                    <a:pt x="134162" y="29718"/>
                  </a:lnTo>
                  <a:lnTo>
                    <a:pt x="159562" y="29845"/>
                  </a:lnTo>
                  <a:lnTo>
                    <a:pt x="189407" y="29845"/>
                  </a:lnTo>
                  <a:lnTo>
                    <a:pt x="280911" y="27178"/>
                  </a:lnTo>
                  <a:lnTo>
                    <a:pt x="342214" y="24384"/>
                  </a:lnTo>
                  <a:lnTo>
                    <a:pt x="346706" y="24130"/>
                  </a:lnTo>
                  <a:lnTo>
                    <a:pt x="40563" y="24130"/>
                  </a:lnTo>
                  <a:lnTo>
                    <a:pt x="37058" y="23875"/>
                  </a:lnTo>
                  <a:close/>
                </a:path>
                <a:path w="649605" h="38100">
                  <a:moveTo>
                    <a:pt x="574967" y="25400"/>
                  </a:moveTo>
                  <a:lnTo>
                    <a:pt x="585406" y="28321"/>
                  </a:lnTo>
                  <a:lnTo>
                    <a:pt x="585254" y="28193"/>
                  </a:lnTo>
                  <a:lnTo>
                    <a:pt x="623798" y="28193"/>
                  </a:lnTo>
                  <a:lnTo>
                    <a:pt x="623798" y="25781"/>
                  </a:lnTo>
                  <a:lnTo>
                    <a:pt x="576757" y="25781"/>
                  </a:lnTo>
                  <a:lnTo>
                    <a:pt x="574967" y="25400"/>
                  </a:lnTo>
                  <a:close/>
                </a:path>
                <a:path w="649605" h="38100">
                  <a:moveTo>
                    <a:pt x="11937" y="254"/>
                  </a:moveTo>
                  <a:lnTo>
                    <a:pt x="10922" y="254"/>
                  </a:lnTo>
                  <a:lnTo>
                    <a:pt x="3048" y="1524"/>
                  </a:lnTo>
                  <a:lnTo>
                    <a:pt x="3715" y="1524"/>
                  </a:lnTo>
                  <a:lnTo>
                    <a:pt x="825" y="4572"/>
                  </a:lnTo>
                  <a:lnTo>
                    <a:pt x="707" y="5715"/>
                  </a:lnTo>
                  <a:lnTo>
                    <a:pt x="589" y="6858"/>
                  </a:lnTo>
                  <a:lnTo>
                    <a:pt x="471" y="8000"/>
                  </a:lnTo>
                  <a:lnTo>
                    <a:pt x="347" y="9205"/>
                  </a:lnTo>
                  <a:lnTo>
                    <a:pt x="235" y="10287"/>
                  </a:lnTo>
                  <a:lnTo>
                    <a:pt x="117" y="11430"/>
                  </a:lnTo>
                  <a:lnTo>
                    <a:pt x="0" y="12573"/>
                  </a:lnTo>
                  <a:lnTo>
                    <a:pt x="2461" y="16495"/>
                  </a:lnTo>
                  <a:lnTo>
                    <a:pt x="2950" y="16495"/>
                  </a:lnTo>
                  <a:lnTo>
                    <a:pt x="6351" y="17780"/>
                  </a:lnTo>
                  <a:lnTo>
                    <a:pt x="9499" y="19050"/>
                  </a:lnTo>
                  <a:lnTo>
                    <a:pt x="12342" y="20070"/>
                  </a:lnTo>
                  <a:lnTo>
                    <a:pt x="469068" y="20070"/>
                  </a:lnTo>
                  <a:lnTo>
                    <a:pt x="495792" y="20955"/>
                  </a:lnTo>
                  <a:lnTo>
                    <a:pt x="513727" y="20955"/>
                  </a:lnTo>
                  <a:lnTo>
                    <a:pt x="565684" y="21871"/>
                  </a:lnTo>
                  <a:lnTo>
                    <a:pt x="548578" y="21871"/>
                  </a:lnTo>
                  <a:lnTo>
                    <a:pt x="556353" y="22352"/>
                  </a:lnTo>
                  <a:lnTo>
                    <a:pt x="556064" y="22352"/>
                  </a:lnTo>
                  <a:lnTo>
                    <a:pt x="560374" y="23114"/>
                  </a:lnTo>
                  <a:lnTo>
                    <a:pt x="576950" y="25781"/>
                  </a:lnTo>
                  <a:lnTo>
                    <a:pt x="576328" y="25781"/>
                  </a:lnTo>
                  <a:lnTo>
                    <a:pt x="574967" y="25400"/>
                  </a:lnTo>
                  <a:lnTo>
                    <a:pt x="623798" y="25400"/>
                  </a:lnTo>
                  <a:lnTo>
                    <a:pt x="623798" y="22987"/>
                  </a:lnTo>
                  <a:lnTo>
                    <a:pt x="623669" y="22987"/>
                  </a:lnTo>
                  <a:lnTo>
                    <a:pt x="626389" y="20320"/>
                  </a:lnTo>
                  <a:lnTo>
                    <a:pt x="627684" y="20320"/>
                  </a:lnTo>
                  <a:lnTo>
                    <a:pt x="630199" y="18034"/>
                  </a:lnTo>
                  <a:lnTo>
                    <a:pt x="631723" y="16891"/>
                  </a:lnTo>
                  <a:lnTo>
                    <a:pt x="634651" y="14859"/>
                  </a:lnTo>
                  <a:lnTo>
                    <a:pt x="627532" y="14859"/>
                  </a:lnTo>
                  <a:lnTo>
                    <a:pt x="626516" y="14731"/>
                  </a:lnTo>
                  <a:lnTo>
                    <a:pt x="626867" y="14731"/>
                  </a:lnTo>
                  <a:lnTo>
                    <a:pt x="624209" y="14224"/>
                  </a:lnTo>
                  <a:lnTo>
                    <a:pt x="613406" y="12573"/>
                  </a:lnTo>
                  <a:lnTo>
                    <a:pt x="613105" y="12573"/>
                  </a:lnTo>
                  <a:lnTo>
                    <a:pt x="611759" y="12318"/>
                  </a:lnTo>
                  <a:lnTo>
                    <a:pt x="169451" y="12318"/>
                  </a:lnTo>
                  <a:lnTo>
                    <a:pt x="130522" y="11814"/>
                  </a:lnTo>
                  <a:lnTo>
                    <a:pt x="117520" y="11430"/>
                  </a:lnTo>
                  <a:lnTo>
                    <a:pt x="17780" y="11430"/>
                  </a:lnTo>
                  <a:lnTo>
                    <a:pt x="11670" y="1143"/>
                  </a:lnTo>
                  <a:lnTo>
                    <a:pt x="13532" y="1143"/>
                  </a:lnTo>
                  <a:lnTo>
                    <a:pt x="11937" y="254"/>
                  </a:lnTo>
                  <a:close/>
                </a:path>
                <a:path w="649605" h="38100">
                  <a:moveTo>
                    <a:pt x="623798" y="25400"/>
                  </a:moveTo>
                  <a:lnTo>
                    <a:pt x="574967" y="25400"/>
                  </a:lnTo>
                  <a:lnTo>
                    <a:pt x="576757" y="25781"/>
                  </a:lnTo>
                  <a:lnTo>
                    <a:pt x="623798" y="25781"/>
                  </a:lnTo>
                  <a:lnTo>
                    <a:pt x="623798" y="25400"/>
                  </a:lnTo>
                  <a:close/>
                </a:path>
                <a:path w="649605" h="38100">
                  <a:moveTo>
                    <a:pt x="649020" y="21871"/>
                  </a:moveTo>
                  <a:lnTo>
                    <a:pt x="649098" y="23114"/>
                  </a:lnTo>
                  <a:lnTo>
                    <a:pt x="649217" y="25018"/>
                  </a:lnTo>
                  <a:lnTo>
                    <a:pt x="649253" y="22352"/>
                  </a:lnTo>
                  <a:lnTo>
                    <a:pt x="649020" y="21871"/>
                  </a:lnTo>
                  <a:close/>
                </a:path>
                <a:path w="649605" h="38100">
                  <a:moveTo>
                    <a:pt x="469068" y="20070"/>
                  </a:moveTo>
                  <a:lnTo>
                    <a:pt x="12564" y="20070"/>
                  </a:lnTo>
                  <a:lnTo>
                    <a:pt x="19232" y="21871"/>
                  </a:lnTo>
                  <a:lnTo>
                    <a:pt x="24128" y="22987"/>
                  </a:lnTo>
                  <a:lnTo>
                    <a:pt x="23837" y="22987"/>
                  </a:lnTo>
                  <a:lnTo>
                    <a:pt x="29578" y="24130"/>
                  </a:lnTo>
                  <a:lnTo>
                    <a:pt x="32029" y="24384"/>
                  </a:lnTo>
                  <a:lnTo>
                    <a:pt x="36550" y="24130"/>
                  </a:lnTo>
                  <a:lnTo>
                    <a:pt x="38735" y="24130"/>
                  </a:lnTo>
                  <a:lnTo>
                    <a:pt x="37058" y="23875"/>
                  </a:lnTo>
                  <a:lnTo>
                    <a:pt x="351198" y="23875"/>
                  </a:lnTo>
                  <a:lnTo>
                    <a:pt x="373507" y="22614"/>
                  </a:lnTo>
                  <a:lnTo>
                    <a:pt x="373287" y="22614"/>
                  </a:lnTo>
                  <a:lnTo>
                    <a:pt x="392248" y="21871"/>
                  </a:lnTo>
                  <a:lnTo>
                    <a:pt x="387658" y="21871"/>
                  </a:lnTo>
                  <a:lnTo>
                    <a:pt x="450799" y="20320"/>
                  </a:lnTo>
                  <a:lnTo>
                    <a:pt x="450672" y="20320"/>
                  </a:lnTo>
                  <a:lnTo>
                    <a:pt x="469068" y="20070"/>
                  </a:lnTo>
                  <a:close/>
                </a:path>
                <a:path w="649605" h="38100">
                  <a:moveTo>
                    <a:pt x="351198" y="23875"/>
                  </a:moveTo>
                  <a:lnTo>
                    <a:pt x="37058" y="23875"/>
                  </a:lnTo>
                  <a:lnTo>
                    <a:pt x="40563" y="24130"/>
                  </a:lnTo>
                  <a:lnTo>
                    <a:pt x="346706" y="24130"/>
                  </a:lnTo>
                  <a:lnTo>
                    <a:pt x="351198" y="23875"/>
                  </a:lnTo>
                  <a:close/>
                </a:path>
                <a:path w="649605" h="38100">
                  <a:moveTo>
                    <a:pt x="638454" y="14731"/>
                  </a:moveTo>
                  <a:lnTo>
                    <a:pt x="634834" y="14731"/>
                  </a:lnTo>
                  <a:lnTo>
                    <a:pt x="631723" y="16891"/>
                  </a:lnTo>
                  <a:lnTo>
                    <a:pt x="630199" y="18034"/>
                  </a:lnTo>
                  <a:lnTo>
                    <a:pt x="625978" y="21871"/>
                  </a:lnTo>
                  <a:lnTo>
                    <a:pt x="629818" y="20320"/>
                  </a:lnTo>
                  <a:lnTo>
                    <a:pt x="648270" y="20320"/>
                  </a:lnTo>
                  <a:lnTo>
                    <a:pt x="640232" y="14859"/>
                  </a:lnTo>
                  <a:lnTo>
                    <a:pt x="638454" y="14731"/>
                  </a:lnTo>
                  <a:close/>
                </a:path>
                <a:path w="649605" h="38100">
                  <a:moveTo>
                    <a:pt x="648270" y="20320"/>
                  </a:moveTo>
                  <a:lnTo>
                    <a:pt x="629818" y="20320"/>
                  </a:lnTo>
                  <a:lnTo>
                    <a:pt x="625940" y="21871"/>
                  </a:lnTo>
                  <a:lnTo>
                    <a:pt x="649020" y="21871"/>
                  </a:lnTo>
                  <a:lnTo>
                    <a:pt x="648270" y="20320"/>
                  </a:lnTo>
                  <a:close/>
                </a:path>
                <a:path w="649605" h="38100">
                  <a:moveTo>
                    <a:pt x="648680" y="20955"/>
                  </a:moveTo>
                  <a:lnTo>
                    <a:pt x="649020" y="21871"/>
                  </a:lnTo>
                  <a:lnTo>
                    <a:pt x="649248" y="21871"/>
                  </a:lnTo>
                  <a:lnTo>
                    <a:pt x="648680" y="20955"/>
                  </a:lnTo>
                  <a:close/>
                </a:path>
                <a:path w="649605" h="38100">
                  <a:moveTo>
                    <a:pt x="647126" y="18451"/>
                  </a:moveTo>
                  <a:lnTo>
                    <a:pt x="648131" y="20070"/>
                  </a:lnTo>
                  <a:lnTo>
                    <a:pt x="647471" y="18668"/>
                  </a:lnTo>
                  <a:lnTo>
                    <a:pt x="647126" y="18451"/>
                  </a:lnTo>
                  <a:close/>
                </a:path>
                <a:path w="649605" h="38100">
                  <a:moveTo>
                    <a:pt x="644049" y="16495"/>
                  </a:moveTo>
                  <a:lnTo>
                    <a:pt x="647126" y="18451"/>
                  </a:lnTo>
                  <a:lnTo>
                    <a:pt x="646709" y="17780"/>
                  </a:lnTo>
                  <a:lnTo>
                    <a:pt x="644049" y="16495"/>
                  </a:lnTo>
                  <a:close/>
                </a:path>
                <a:path w="649605" h="38100">
                  <a:moveTo>
                    <a:pt x="641184" y="15113"/>
                  </a:moveTo>
                  <a:lnTo>
                    <a:pt x="644049" y="16495"/>
                  </a:lnTo>
                  <a:lnTo>
                    <a:pt x="642137" y="15367"/>
                  </a:lnTo>
                  <a:lnTo>
                    <a:pt x="641184" y="15113"/>
                  </a:lnTo>
                  <a:close/>
                </a:path>
                <a:path w="649605" h="38100">
                  <a:moveTo>
                    <a:pt x="639343" y="14224"/>
                  </a:moveTo>
                  <a:lnTo>
                    <a:pt x="633586" y="14731"/>
                  </a:lnTo>
                  <a:lnTo>
                    <a:pt x="638454" y="14731"/>
                  </a:lnTo>
                  <a:lnTo>
                    <a:pt x="640232" y="14859"/>
                  </a:lnTo>
                  <a:lnTo>
                    <a:pt x="641184" y="15113"/>
                  </a:lnTo>
                  <a:lnTo>
                    <a:pt x="639343" y="14224"/>
                  </a:lnTo>
                  <a:close/>
                </a:path>
                <a:path w="649605" h="38100">
                  <a:moveTo>
                    <a:pt x="626867" y="14731"/>
                  </a:moveTo>
                  <a:lnTo>
                    <a:pt x="626516" y="14731"/>
                  </a:lnTo>
                  <a:lnTo>
                    <a:pt x="627532" y="14859"/>
                  </a:lnTo>
                  <a:lnTo>
                    <a:pt x="626867" y="14731"/>
                  </a:lnTo>
                  <a:close/>
                </a:path>
                <a:path w="649605" h="38100">
                  <a:moveTo>
                    <a:pt x="634834" y="14731"/>
                  </a:moveTo>
                  <a:lnTo>
                    <a:pt x="626867" y="14731"/>
                  </a:lnTo>
                  <a:lnTo>
                    <a:pt x="627532" y="14859"/>
                  </a:lnTo>
                  <a:lnTo>
                    <a:pt x="634651" y="14859"/>
                  </a:lnTo>
                  <a:lnTo>
                    <a:pt x="634834" y="14731"/>
                  </a:lnTo>
                  <a:close/>
                </a:path>
                <a:path w="649605" h="38100">
                  <a:moveTo>
                    <a:pt x="611759" y="12318"/>
                  </a:moveTo>
                  <a:lnTo>
                    <a:pt x="613105" y="12573"/>
                  </a:lnTo>
                  <a:lnTo>
                    <a:pt x="613406" y="12573"/>
                  </a:lnTo>
                  <a:lnTo>
                    <a:pt x="611759" y="12318"/>
                  </a:lnTo>
                  <a:close/>
                </a:path>
                <a:path w="649605" h="38100">
                  <a:moveTo>
                    <a:pt x="552661" y="0"/>
                  </a:moveTo>
                  <a:lnTo>
                    <a:pt x="503466" y="0"/>
                  </a:lnTo>
                  <a:lnTo>
                    <a:pt x="398792" y="3048"/>
                  </a:lnTo>
                  <a:lnTo>
                    <a:pt x="372732" y="4191"/>
                  </a:lnTo>
                  <a:lnTo>
                    <a:pt x="341274" y="6096"/>
                  </a:lnTo>
                  <a:lnTo>
                    <a:pt x="278950" y="9205"/>
                  </a:lnTo>
                  <a:lnTo>
                    <a:pt x="278549" y="9205"/>
                  </a:lnTo>
                  <a:lnTo>
                    <a:pt x="211456" y="11430"/>
                  </a:lnTo>
                  <a:lnTo>
                    <a:pt x="197662" y="11814"/>
                  </a:lnTo>
                  <a:lnTo>
                    <a:pt x="130124" y="12318"/>
                  </a:lnTo>
                  <a:lnTo>
                    <a:pt x="611759" y="12318"/>
                  </a:lnTo>
                  <a:lnTo>
                    <a:pt x="613406" y="12573"/>
                  </a:lnTo>
                  <a:lnTo>
                    <a:pt x="613105" y="12573"/>
                  </a:lnTo>
                  <a:lnTo>
                    <a:pt x="591451" y="6477"/>
                  </a:lnTo>
                  <a:lnTo>
                    <a:pt x="579589" y="3302"/>
                  </a:lnTo>
                  <a:lnTo>
                    <a:pt x="574903" y="2667"/>
                  </a:lnTo>
                  <a:lnTo>
                    <a:pt x="575068" y="2667"/>
                  </a:lnTo>
                  <a:lnTo>
                    <a:pt x="565500" y="1143"/>
                  </a:lnTo>
                  <a:lnTo>
                    <a:pt x="558495" y="254"/>
                  </a:lnTo>
                  <a:lnTo>
                    <a:pt x="562271" y="254"/>
                  </a:lnTo>
                  <a:lnTo>
                    <a:pt x="552661" y="0"/>
                  </a:lnTo>
                  <a:close/>
                </a:path>
                <a:path w="649605" h="38100">
                  <a:moveTo>
                    <a:pt x="12064" y="1143"/>
                  </a:moveTo>
                  <a:lnTo>
                    <a:pt x="11670" y="1143"/>
                  </a:lnTo>
                  <a:lnTo>
                    <a:pt x="17780" y="11430"/>
                  </a:lnTo>
                  <a:lnTo>
                    <a:pt x="18034" y="10287"/>
                  </a:lnTo>
                  <a:lnTo>
                    <a:pt x="18087" y="10045"/>
                  </a:lnTo>
                  <a:lnTo>
                    <a:pt x="18173" y="8000"/>
                  </a:lnTo>
                  <a:lnTo>
                    <a:pt x="17691" y="6858"/>
                  </a:lnTo>
                  <a:lnTo>
                    <a:pt x="15758" y="2667"/>
                  </a:lnTo>
                  <a:lnTo>
                    <a:pt x="15641" y="2412"/>
                  </a:lnTo>
                  <a:lnTo>
                    <a:pt x="15810" y="2412"/>
                  </a:lnTo>
                  <a:lnTo>
                    <a:pt x="14899" y="1905"/>
                  </a:lnTo>
                  <a:lnTo>
                    <a:pt x="12064" y="1143"/>
                  </a:lnTo>
                  <a:close/>
                </a:path>
                <a:path w="649605" h="38100">
                  <a:moveTo>
                    <a:pt x="14932" y="1905"/>
                  </a:moveTo>
                  <a:lnTo>
                    <a:pt x="15810" y="2412"/>
                  </a:lnTo>
                  <a:lnTo>
                    <a:pt x="15758" y="2667"/>
                  </a:lnTo>
                  <a:lnTo>
                    <a:pt x="17691" y="6858"/>
                  </a:lnTo>
                  <a:lnTo>
                    <a:pt x="18173" y="8000"/>
                  </a:lnTo>
                  <a:lnTo>
                    <a:pt x="18274" y="9205"/>
                  </a:lnTo>
                  <a:lnTo>
                    <a:pt x="17836" y="11175"/>
                  </a:lnTo>
                  <a:lnTo>
                    <a:pt x="17780" y="11430"/>
                  </a:lnTo>
                  <a:lnTo>
                    <a:pt x="117520" y="11430"/>
                  </a:lnTo>
                  <a:lnTo>
                    <a:pt x="70716" y="10045"/>
                  </a:lnTo>
                  <a:lnTo>
                    <a:pt x="56404" y="9205"/>
                  </a:lnTo>
                  <a:lnTo>
                    <a:pt x="46774" y="8255"/>
                  </a:lnTo>
                  <a:lnTo>
                    <a:pt x="47002" y="8255"/>
                  </a:lnTo>
                  <a:lnTo>
                    <a:pt x="41587" y="7620"/>
                  </a:lnTo>
                  <a:lnTo>
                    <a:pt x="41006" y="7620"/>
                  </a:lnTo>
                  <a:lnTo>
                    <a:pt x="33985" y="5715"/>
                  </a:lnTo>
                  <a:lnTo>
                    <a:pt x="33058" y="5587"/>
                  </a:lnTo>
                  <a:lnTo>
                    <a:pt x="27279" y="4572"/>
                  </a:lnTo>
                  <a:lnTo>
                    <a:pt x="27482" y="4572"/>
                  </a:lnTo>
                  <a:lnTo>
                    <a:pt x="22428" y="3683"/>
                  </a:lnTo>
                  <a:lnTo>
                    <a:pt x="22745" y="3683"/>
                  </a:lnTo>
                  <a:lnTo>
                    <a:pt x="16954" y="2412"/>
                  </a:lnTo>
                  <a:lnTo>
                    <a:pt x="14932" y="1905"/>
                  </a:lnTo>
                  <a:close/>
                </a:path>
                <a:path w="649605" h="38100">
                  <a:moveTo>
                    <a:pt x="13532" y="1143"/>
                  </a:moveTo>
                  <a:lnTo>
                    <a:pt x="12064" y="1143"/>
                  </a:lnTo>
                  <a:lnTo>
                    <a:pt x="14884" y="1905"/>
                  </a:lnTo>
                  <a:lnTo>
                    <a:pt x="13532" y="1143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2" name="object 92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6478" y="3662426"/>
              <a:ext cx="332219" cy="171704"/>
            </a:xfrm>
            <a:prstGeom prst="rect">
              <a:avLst/>
            </a:prstGeom>
          </p:spPr>
        </p:pic>
      </p:grpSp>
      <p:sp>
        <p:nvSpPr>
          <p:cNvPr id="93" name="object 9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07583" rIns="0" bIns="0" rtlCol="0" vert="horz">
            <a:spAutoFit/>
          </a:bodyPr>
          <a:lstStyle/>
          <a:p>
            <a:pPr marL="11430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Logistic</a:t>
            </a:r>
            <a:r>
              <a:rPr dirty="0" sz="2750" spc="75"/>
              <a:t> </a:t>
            </a:r>
            <a:r>
              <a:rPr dirty="0" sz="2750"/>
              <a:t>loss</a:t>
            </a:r>
            <a:r>
              <a:rPr dirty="0" sz="2750" spc="90"/>
              <a:t> </a:t>
            </a:r>
            <a:r>
              <a:rPr dirty="0" sz="2750" spc="-10"/>
              <a:t>function</a:t>
            </a:r>
            <a:endParaRPr sz="2750"/>
          </a:p>
        </p:txBody>
      </p:sp>
      <p:sp>
        <p:nvSpPr>
          <p:cNvPr id="94" name="object 9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03163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05"/>
              </a:spcBef>
            </a:pPr>
            <a:r>
              <a:rPr dirty="0" spc="-20"/>
              <a:t>Cost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51979" y="1597025"/>
            <a:ext cx="755015" cy="251460"/>
            <a:chOff x="851979" y="1597025"/>
            <a:chExt cx="755015" cy="251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1979" y="1628013"/>
              <a:ext cx="114147" cy="2200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02461" y="1608454"/>
              <a:ext cx="604520" cy="238760"/>
            </a:xfrm>
            <a:custGeom>
              <a:avLst/>
              <a:gdLst/>
              <a:ahLst/>
              <a:cxnLst/>
              <a:rect l="l" t="t" r="r" b="b"/>
              <a:pathLst>
                <a:path w="604519" h="238760">
                  <a:moveTo>
                    <a:pt x="528523" y="0"/>
                  </a:moveTo>
                  <a:lnTo>
                    <a:pt x="525094" y="9652"/>
                  </a:lnTo>
                  <a:lnTo>
                    <a:pt x="538883" y="15652"/>
                  </a:lnTo>
                  <a:lnTo>
                    <a:pt x="550732" y="23939"/>
                  </a:lnTo>
                  <a:lnTo>
                    <a:pt x="574822" y="62351"/>
                  </a:lnTo>
                  <a:lnTo>
                    <a:pt x="582752" y="117983"/>
                  </a:lnTo>
                  <a:lnTo>
                    <a:pt x="581871" y="138938"/>
                  </a:lnTo>
                  <a:lnTo>
                    <a:pt x="568655" y="190373"/>
                  </a:lnTo>
                  <a:lnTo>
                    <a:pt x="539026" y="222573"/>
                  </a:lnTo>
                  <a:lnTo>
                    <a:pt x="525475" y="228600"/>
                  </a:lnTo>
                  <a:lnTo>
                    <a:pt x="528523" y="238252"/>
                  </a:lnTo>
                  <a:lnTo>
                    <a:pt x="574028" y="211195"/>
                  </a:lnTo>
                  <a:lnTo>
                    <a:pt x="599595" y="161242"/>
                  </a:lnTo>
                  <a:lnTo>
                    <a:pt x="604469" y="119125"/>
                  </a:lnTo>
                  <a:lnTo>
                    <a:pt x="603253" y="97645"/>
                  </a:lnTo>
                  <a:lnTo>
                    <a:pt x="593378" y="58618"/>
                  </a:lnTo>
                  <a:lnTo>
                    <a:pt x="560892" y="15271"/>
                  </a:lnTo>
                  <a:lnTo>
                    <a:pt x="545761" y="6242"/>
                  </a:lnTo>
                  <a:lnTo>
                    <a:pt x="528523" y="0"/>
                  </a:lnTo>
                  <a:close/>
                </a:path>
                <a:path w="604519" h="238760">
                  <a:moveTo>
                    <a:pt x="75971" y="0"/>
                  </a:moveTo>
                  <a:lnTo>
                    <a:pt x="30546" y="27110"/>
                  </a:lnTo>
                  <a:lnTo>
                    <a:pt x="4914" y="77120"/>
                  </a:lnTo>
                  <a:lnTo>
                    <a:pt x="64" y="117983"/>
                  </a:lnTo>
                  <a:lnTo>
                    <a:pt x="0" y="119125"/>
                  </a:lnTo>
                  <a:lnTo>
                    <a:pt x="4897" y="161242"/>
                  </a:lnTo>
                  <a:lnTo>
                    <a:pt x="19596" y="196596"/>
                  </a:lnTo>
                  <a:lnTo>
                    <a:pt x="58652" y="232011"/>
                  </a:lnTo>
                  <a:lnTo>
                    <a:pt x="75971" y="238252"/>
                  </a:lnTo>
                  <a:lnTo>
                    <a:pt x="78993" y="228600"/>
                  </a:lnTo>
                  <a:lnTo>
                    <a:pt x="65418" y="222573"/>
                  </a:lnTo>
                  <a:lnTo>
                    <a:pt x="53703" y="214201"/>
                  </a:lnTo>
                  <a:lnTo>
                    <a:pt x="29675" y="175132"/>
                  </a:lnTo>
                  <a:lnTo>
                    <a:pt x="21777" y="119125"/>
                  </a:lnTo>
                  <a:lnTo>
                    <a:pt x="21729" y="117983"/>
                  </a:lnTo>
                  <a:lnTo>
                    <a:pt x="22612" y="97645"/>
                  </a:lnTo>
                  <a:lnTo>
                    <a:pt x="35852" y="47371"/>
                  </a:lnTo>
                  <a:lnTo>
                    <a:pt x="65627" y="15652"/>
                  </a:lnTo>
                  <a:lnTo>
                    <a:pt x="79362" y="9652"/>
                  </a:lnTo>
                  <a:lnTo>
                    <a:pt x="7597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084630" y="1597025"/>
              <a:ext cx="200025" cy="62230"/>
            </a:xfrm>
            <a:custGeom>
              <a:avLst/>
              <a:gdLst/>
              <a:ahLst/>
              <a:cxnLst/>
              <a:rect l="l" t="t" r="r" b="b"/>
              <a:pathLst>
                <a:path w="200025" h="62230">
                  <a:moveTo>
                    <a:pt x="167944" y="0"/>
                  </a:moveTo>
                  <a:lnTo>
                    <a:pt x="161290" y="7492"/>
                  </a:lnTo>
                  <a:lnTo>
                    <a:pt x="181381" y="25019"/>
                  </a:lnTo>
                  <a:lnTo>
                    <a:pt x="0" y="25019"/>
                  </a:lnTo>
                  <a:lnTo>
                    <a:pt x="0" y="36829"/>
                  </a:lnTo>
                  <a:lnTo>
                    <a:pt x="181381" y="36829"/>
                  </a:lnTo>
                  <a:lnTo>
                    <a:pt x="161290" y="54228"/>
                  </a:lnTo>
                  <a:lnTo>
                    <a:pt x="167944" y="61722"/>
                  </a:lnTo>
                  <a:lnTo>
                    <a:pt x="199466" y="34544"/>
                  </a:lnTo>
                  <a:lnTo>
                    <a:pt x="199466" y="27304"/>
                  </a:lnTo>
                  <a:lnTo>
                    <a:pt x="16794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88275" y="1679447"/>
              <a:ext cx="236969" cy="154686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1886" y="1619884"/>
              <a:ext cx="113918" cy="181610"/>
            </a:xfrm>
            <a:prstGeom prst="rect">
              <a:avLst/>
            </a:prstGeom>
          </p:spPr>
        </p:pic>
      </p:grpSp>
      <p:sp>
        <p:nvSpPr>
          <p:cNvPr id="9" name="object 9"/>
          <p:cNvSpPr/>
          <p:nvPr/>
        </p:nvSpPr>
        <p:spPr>
          <a:xfrm>
            <a:off x="1712976" y="1691639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4">
                <a:moveTo>
                  <a:pt x="154686" y="52070"/>
                </a:moveTo>
                <a:lnTo>
                  <a:pt x="0" y="52070"/>
                </a:lnTo>
                <a:lnTo>
                  <a:pt x="0" y="68707"/>
                </a:lnTo>
                <a:lnTo>
                  <a:pt x="154686" y="68707"/>
                </a:lnTo>
                <a:lnTo>
                  <a:pt x="154686" y="52070"/>
                </a:lnTo>
                <a:close/>
              </a:path>
              <a:path w="154939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" name="object 10"/>
          <p:cNvGrpSpPr/>
          <p:nvPr/>
        </p:nvGrpSpPr>
        <p:grpSpPr>
          <a:xfrm>
            <a:off x="1781175" y="1435480"/>
            <a:ext cx="2778125" cy="2012950"/>
            <a:chOff x="1781175" y="1435480"/>
            <a:chExt cx="2778125" cy="2012950"/>
          </a:xfrm>
        </p:grpSpPr>
        <p:sp>
          <p:nvSpPr>
            <p:cNvPr id="11" name="object 11"/>
            <p:cNvSpPr/>
            <p:nvPr/>
          </p:nvSpPr>
          <p:spPr>
            <a:xfrm>
              <a:off x="1951354" y="1713737"/>
              <a:ext cx="219075" cy="19050"/>
            </a:xfrm>
            <a:custGeom>
              <a:avLst/>
              <a:gdLst/>
              <a:ahLst/>
              <a:cxnLst/>
              <a:rect l="l" t="t" r="r" b="b"/>
              <a:pathLst>
                <a:path w="219075" h="19050">
                  <a:moveTo>
                    <a:pt x="21907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219075" y="19050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011806" y="1435480"/>
              <a:ext cx="100075" cy="173482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54403" y="1848738"/>
              <a:ext cx="209550" cy="124206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596769" y="1628012"/>
              <a:ext cx="118872" cy="17145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755011" y="1560321"/>
              <a:ext cx="1803902" cy="58483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081401" y="3037077"/>
              <a:ext cx="497205" cy="236220"/>
            </a:xfrm>
            <a:custGeom>
              <a:avLst/>
              <a:gdLst/>
              <a:ahLst/>
              <a:cxnLst/>
              <a:rect l="l" t="t" r="r" b="b"/>
              <a:pathLst>
                <a:path w="497204" h="236220">
                  <a:moveTo>
                    <a:pt x="154698" y="97726"/>
                  </a:moveTo>
                  <a:lnTo>
                    <a:pt x="0" y="97726"/>
                  </a:lnTo>
                  <a:lnTo>
                    <a:pt x="0" y="114427"/>
                  </a:lnTo>
                  <a:lnTo>
                    <a:pt x="154698" y="114427"/>
                  </a:lnTo>
                  <a:lnTo>
                    <a:pt x="154698" y="97726"/>
                  </a:lnTo>
                  <a:close/>
                </a:path>
                <a:path w="497204" h="236220">
                  <a:moveTo>
                    <a:pt x="231648" y="173482"/>
                  </a:moveTo>
                  <a:lnTo>
                    <a:pt x="217551" y="0"/>
                  </a:lnTo>
                  <a:lnTo>
                    <a:pt x="210058" y="0"/>
                  </a:lnTo>
                  <a:lnTo>
                    <a:pt x="179692" y="1143"/>
                  </a:lnTo>
                  <a:lnTo>
                    <a:pt x="179692" y="7747"/>
                  </a:lnTo>
                  <a:lnTo>
                    <a:pt x="184023" y="8509"/>
                  </a:lnTo>
                  <a:lnTo>
                    <a:pt x="186944" y="9271"/>
                  </a:lnTo>
                  <a:lnTo>
                    <a:pt x="194678" y="18161"/>
                  </a:lnTo>
                  <a:lnTo>
                    <a:pt x="195326" y="20447"/>
                  </a:lnTo>
                  <a:lnTo>
                    <a:pt x="195567" y="23114"/>
                  </a:lnTo>
                  <a:lnTo>
                    <a:pt x="195707" y="26289"/>
                  </a:lnTo>
                  <a:lnTo>
                    <a:pt x="195834" y="156464"/>
                  </a:lnTo>
                  <a:lnTo>
                    <a:pt x="195440" y="159258"/>
                  </a:lnTo>
                  <a:lnTo>
                    <a:pt x="195199" y="162052"/>
                  </a:lnTo>
                  <a:lnTo>
                    <a:pt x="190500" y="170053"/>
                  </a:lnTo>
                  <a:lnTo>
                    <a:pt x="188849" y="171323"/>
                  </a:lnTo>
                  <a:lnTo>
                    <a:pt x="185915" y="172466"/>
                  </a:lnTo>
                  <a:lnTo>
                    <a:pt x="181737" y="173482"/>
                  </a:lnTo>
                  <a:lnTo>
                    <a:pt x="181737" y="179705"/>
                  </a:lnTo>
                  <a:lnTo>
                    <a:pt x="231648" y="179705"/>
                  </a:lnTo>
                  <a:lnTo>
                    <a:pt x="231648" y="173482"/>
                  </a:lnTo>
                  <a:close/>
                </a:path>
                <a:path w="497204" h="236220">
                  <a:moveTo>
                    <a:pt x="361810" y="118110"/>
                  </a:moveTo>
                  <a:lnTo>
                    <a:pt x="361111" y="106629"/>
                  </a:lnTo>
                  <a:lnTo>
                    <a:pt x="360984" y="104736"/>
                  </a:lnTo>
                  <a:lnTo>
                    <a:pt x="360959" y="104203"/>
                  </a:lnTo>
                  <a:lnTo>
                    <a:pt x="341566" y="67437"/>
                  </a:lnTo>
                  <a:lnTo>
                    <a:pt x="338074" y="65151"/>
                  </a:lnTo>
                  <a:lnTo>
                    <a:pt x="338074" y="128270"/>
                  </a:lnTo>
                  <a:lnTo>
                    <a:pt x="337566" y="134620"/>
                  </a:lnTo>
                  <a:lnTo>
                    <a:pt x="336423" y="140716"/>
                  </a:lnTo>
                  <a:lnTo>
                    <a:pt x="335407" y="146685"/>
                  </a:lnTo>
                  <a:lnTo>
                    <a:pt x="333629" y="152019"/>
                  </a:lnTo>
                  <a:lnTo>
                    <a:pt x="330606" y="157632"/>
                  </a:lnTo>
                  <a:lnTo>
                    <a:pt x="328676" y="161290"/>
                  </a:lnTo>
                  <a:lnTo>
                    <a:pt x="325501" y="164973"/>
                  </a:lnTo>
                  <a:lnTo>
                    <a:pt x="321564" y="167640"/>
                  </a:lnTo>
                  <a:lnTo>
                    <a:pt x="317500" y="170522"/>
                  </a:lnTo>
                  <a:lnTo>
                    <a:pt x="317284" y="170522"/>
                  </a:lnTo>
                  <a:lnTo>
                    <a:pt x="312801" y="171704"/>
                  </a:lnTo>
                  <a:lnTo>
                    <a:pt x="307213" y="171704"/>
                  </a:lnTo>
                  <a:lnTo>
                    <a:pt x="277469" y="140995"/>
                  </a:lnTo>
                  <a:lnTo>
                    <a:pt x="275602" y="121666"/>
                  </a:lnTo>
                  <a:lnTo>
                    <a:pt x="275564" y="120777"/>
                  </a:lnTo>
                  <a:lnTo>
                    <a:pt x="283591" y="80518"/>
                  </a:lnTo>
                  <a:lnTo>
                    <a:pt x="299351" y="68376"/>
                  </a:lnTo>
                  <a:lnTo>
                    <a:pt x="298627" y="68376"/>
                  </a:lnTo>
                  <a:lnTo>
                    <a:pt x="306832" y="67437"/>
                  </a:lnTo>
                  <a:lnTo>
                    <a:pt x="312801" y="67437"/>
                  </a:lnTo>
                  <a:lnTo>
                    <a:pt x="318262" y="69342"/>
                  </a:lnTo>
                  <a:lnTo>
                    <a:pt x="322948" y="73253"/>
                  </a:lnTo>
                  <a:lnTo>
                    <a:pt x="327533" y="76962"/>
                  </a:lnTo>
                  <a:lnTo>
                    <a:pt x="337959" y="118110"/>
                  </a:lnTo>
                  <a:lnTo>
                    <a:pt x="338074" y="128270"/>
                  </a:lnTo>
                  <a:lnTo>
                    <a:pt x="338074" y="65151"/>
                  </a:lnTo>
                  <a:lnTo>
                    <a:pt x="330936" y="61379"/>
                  </a:lnTo>
                  <a:lnTo>
                    <a:pt x="319951" y="58407"/>
                  </a:lnTo>
                  <a:lnTo>
                    <a:pt x="307340" y="57404"/>
                  </a:lnTo>
                  <a:lnTo>
                    <a:pt x="299529" y="57861"/>
                  </a:lnTo>
                  <a:lnTo>
                    <a:pt x="262902" y="79044"/>
                  </a:lnTo>
                  <a:lnTo>
                    <a:pt x="251828" y="118110"/>
                  </a:lnTo>
                  <a:lnTo>
                    <a:pt x="251764" y="121666"/>
                  </a:lnTo>
                  <a:lnTo>
                    <a:pt x="252552" y="134620"/>
                  </a:lnTo>
                  <a:lnTo>
                    <a:pt x="252564" y="134912"/>
                  </a:lnTo>
                  <a:lnTo>
                    <a:pt x="273062" y="172986"/>
                  </a:lnTo>
                  <a:lnTo>
                    <a:pt x="305308" y="181610"/>
                  </a:lnTo>
                  <a:lnTo>
                    <a:pt x="313677" y="181178"/>
                  </a:lnTo>
                  <a:lnTo>
                    <a:pt x="351091" y="159854"/>
                  </a:lnTo>
                  <a:lnTo>
                    <a:pt x="361657" y="121666"/>
                  </a:lnTo>
                  <a:lnTo>
                    <a:pt x="361696" y="120777"/>
                  </a:lnTo>
                  <a:lnTo>
                    <a:pt x="361810" y="118110"/>
                  </a:lnTo>
                  <a:close/>
                </a:path>
                <a:path w="497204" h="236220">
                  <a:moveTo>
                    <a:pt x="458089" y="92456"/>
                  </a:moveTo>
                  <a:lnTo>
                    <a:pt x="409575" y="92456"/>
                  </a:lnTo>
                  <a:lnTo>
                    <a:pt x="409575" y="92710"/>
                  </a:lnTo>
                  <a:lnTo>
                    <a:pt x="458089" y="92710"/>
                  </a:lnTo>
                  <a:lnTo>
                    <a:pt x="458089" y="92456"/>
                  </a:lnTo>
                  <a:close/>
                </a:path>
                <a:path w="497204" h="236220">
                  <a:moveTo>
                    <a:pt x="492760" y="188976"/>
                  </a:moveTo>
                  <a:lnTo>
                    <a:pt x="491693" y="184023"/>
                  </a:lnTo>
                  <a:lnTo>
                    <a:pt x="491617" y="183642"/>
                  </a:lnTo>
                  <a:lnTo>
                    <a:pt x="490562" y="181610"/>
                  </a:lnTo>
                  <a:lnTo>
                    <a:pt x="489204" y="178943"/>
                  </a:lnTo>
                  <a:lnTo>
                    <a:pt x="486791" y="174371"/>
                  </a:lnTo>
                  <a:lnTo>
                    <a:pt x="482854" y="170561"/>
                  </a:lnTo>
                  <a:lnTo>
                    <a:pt x="477266" y="167894"/>
                  </a:lnTo>
                  <a:lnTo>
                    <a:pt x="472313" y="165481"/>
                  </a:lnTo>
                  <a:lnTo>
                    <a:pt x="472313" y="198628"/>
                  </a:lnTo>
                  <a:lnTo>
                    <a:pt x="472313" y="205994"/>
                  </a:lnTo>
                  <a:lnTo>
                    <a:pt x="471030" y="210058"/>
                  </a:lnTo>
                  <a:lnTo>
                    <a:pt x="470916" y="210439"/>
                  </a:lnTo>
                  <a:lnTo>
                    <a:pt x="467995" y="214122"/>
                  </a:lnTo>
                  <a:lnTo>
                    <a:pt x="465201" y="217932"/>
                  </a:lnTo>
                  <a:lnTo>
                    <a:pt x="461137" y="220853"/>
                  </a:lnTo>
                  <a:lnTo>
                    <a:pt x="455676" y="222885"/>
                  </a:lnTo>
                  <a:lnTo>
                    <a:pt x="450342" y="224790"/>
                  </a:lnTo>
                  <a:lnTo>
                    <a:pt x="443865" y="225806"/>
                  </a:lnTo>
                  <a:lnTo>
                    <a:pt x="436245" y="225806"/>
                  </a:lnTo>
                  <a:lnTo>
                    <a:pt x="399923" y="211455"/>
                  </a:lnTo>
                  <a:lnTo>
                    <a:pt x="399923" y="199390"/>
                  </a:lnTo>
                  <a:lnTo>
                    <a:pt x="400939" y="195326"/>
                  </a:lnTo>
                  <a:lnTo>
                    <a:pt x="405257" y="188214"/>
                  </a:lnTo>
                  <a:lnTo>
                    <a:pt x="408432" y="184785"/>
                  </a:lnTo>
                  <a:lnTo>
                    <a:pt x="412623" y="181610"/>
                  </a:lnTo>
                  <a:lnTo>
                    <a:pt x="417830" y="182118"/>
                  </a:lnTo>
                  <a:lnTo>
                    <a:pt x="423799" y="182372"/>
                  </a:lnTo>
                  <a:lnTo>
                    <a:pt x="454152" y="182372"/>
                  </a:lnTo>
                  <a:lnTo>
                    <a:pt x="458089" y="182880"/>
                  </a:lnTo>
                  <a:lnTo>
                    <a:pt x="461137" y="184023"/>
                  </a:lnTo>
                  <a:lnTo>
                    <a:pt x="464185" y="185039"/>
                  </a:lnTo>
                  <a:lnTo>
                    <a:pt x="466471" y="186436"/>
                  </a:lnTo>
                  <a:lnTo>
                    <a:pt x="469773" y="189992"/>
                  </a:lnTo>
                  <a:lnTo>
                    <a:pt x="470916" y="191897"/>
                  </a:lnTo>
                  <a:lnTo>
                    <a:pt x="471424" y="194183"/>
                  </a:lnTo>
                  <a:lnTo>
                    <a:pt x="472059" y="196342"/>
                  </a:lnTo>
                  <a:lnTo>
                    <a:pt x="472313" y="198628"/>
                  </a:lnTo>
                  <a:lnTo>
                    <a:pt x="472313" y="165481"/>
                  </a:lnTo>
                  <a:lnTo>
                    <a:pt x="471551" y="165100"/>
                  </a:lnTo>
                  <a:lnTo>
                    <a:pt x="464312" y="163703"/>
                  </a:lnTo>
                  <a:lnTo>
                    <a:pt x="419608" y="163703"/>
                  </a:lnTo>
                  <a:lnTo>
                    <a:pt x="415417" y="163322"/>
                  </a:lnTo>
                  <a:lnTo>
                    <a:pt x="409829" y="162052"/>
                  </a:lnTo>
                  <a:lnTo>
                    <a:pt x="407797" y="160909"/>
                  </a:lnTo>
                  <a:lnTo>
                    <a:pt x="405384" y="157734"/>
                  </a:lnTo>
                  <a:lnTo>
                    <a:pt x="404749" y="155321"/>
                  </a:lnTo>
                  <a:lnTo>
                    <a:pt x="404749" y="147574"/>
                  </a:lnTo>
                  <a:lnTo>
                    <a:pt x="407924" y="142875"/>
                  </a:lnTo>
                  <a:lnTo>
                    <a:pt x="414274" y="137922"/>
                  </a:lnTo>
                  <a:lnTo>
                    <a:pt x="419354" y="139700"/>
                  </a:lnTo>
                  <a:lnTo>
                    <a:pt x="425323" y="140589"/>
                  </a:lnTo>
                  <a:lnTo>
                    <a:pt x="432308" y="140589"/>
                  </a:lnTo>
                  <a:lnTo>
                    <a:pt x="443255" y="139903"/>
                  </a:lnTo>
                  <a:lnTo>
                    <a:pt x="452437" y="137922"/>
                  </a:lnTo>
                  <a:lnTo>
                    <a:pt x="452640" y="137922"/>
                  </a:lnTo>
                  <a:lnTo>
                    <a:pt x="461162" y="134378"/>
                  </a:lnTo>
                  <a:lnTo>
                    <a:pt x="466648" y="130556"/>
                  </a:lnTo>
                  <a:lnTo>
                    <a:pt x="468122" y="129540"/>
                  </a:lnTo>
                  <a:lnTo>
                    <a:pt x="473621" y="123355"/>
                  </a:lnTo>
                  <a:lnTo>
                    <a:pt x="477545" y="116014"/>
                  </a:lnTo>
                  <a:lnTo>
                    <a:pt x="479717" y="108204"/>
                  </a:lnTo>
                  <a:lnTo>
                    <a:pt x="479818" y="107823"/>
                  </a:lnTo>
                  <a:lnTo>
                    <a:pt x="479907" y="107543"/>
                  </a:lnTo>
                  <a:lnTo>
                    <a:pt x="480695" y="97917"/>
                  </a:lnTo>
                  <a:lnTo>
                    <a:pt x="480695" y="92710"/>
                  </a:lnTo>
                  <a:lnTo>
                    <a:pt x="458089" y="92710"/>
                  </a:lnTo>
                  <a:lnTo>
                    <a:pt x="458089" y="103886"/>
                  </a:lnTo>
                  <a:lnTo>
                    <a:pt x="457733" y="107543"/>
                  </a:lnTo>
                  <a:lnTo>
                    <a:pt x="445262" y="128143"/>
                  </a:lnTo>
                  <a:lnTo>
                    <a:pt x="442341" y="129794"/>
                  </a:lnTo>
                  <a:lnTo>
                    <a:pt x="438658" y="130556"/>
                  </a:lnTo>
                  <a:lnTo>
                    <a:pt x="426339" y="130556"/>
                  </a:lnTo>
                  <a:lnTo>
                    <a:pt x="420243" y="127762"/>
                  </a:lnTo>
                  <a:lnTo>
                    <a:pt x="411607" y="116332"/>
                  </a:lnTo>
                  <a:lnTo>
                    <a:pt x="409575" y="108204"/>
                  </a:lnTo>
                  <a:lnTo>
                    <a:pt x="409575" y="92710"/>
                  </a:lnTo>
                  <a:lnTo>
                    <a:pt x="387096" y="92710"/>
                  </a:lnTo>
                  <a:lnTo>
                    <a:pt x="387172" y="107823"/>
                  </a:lnTo>
                  <a:lnTo>
                    <a:pt x="388620" y="114300"/>
                  </a:lnTo>
                  <a:lnTo>
                    <a:pt x="391795" y="120396"/>
                  </a:lnTo>
                  <a:lnTo>
                    <a:pt x="393738" y="124206"/>
                  </a:lnTo>
                  <a:lnTo>
                    <a:pt x="394957" y="126492"/>
                  </a:lnTo>
                  <a:lnTo>
                    <a:pt x="399542" y="131191"/>
                  </a:lnTo>
                  <a:lnTo>
                    <a:pt x="405511" y="134747"/>
                  </a:lnTo>
                  <a:lnTo>
                    <a:pt x="398703" y="139903"/>
                  </a:lnTo>
                  <a:lnTo>
                    <a:pt x="393954" y="144399"/>
                  </a:lnTo>
                  <a:lnTo>
                    <a:pt x="388620" y="152273"/>
                  </a:lnTo>
                  <a:lnTo>
                    <a:pt x="387350" y="156718"/>
                  </a:lnTo>
                  <a:lnTo>
                    <a:pt x="387350" y="165608"/>
                  </a:lnTo>
                  <a:lnTo>
                    <a:pt x="400050" y="179451"/>
                  </a:lnTo>
                  <a:lnTo>
                    <a:pt x="393573" y="182626"/>
                  </a:lnTo>
                  <a:lnTo>
                    <a:pt x="388620" y="186436"/>
                  </a:lnTo>
                  <a:lnTo>
                    <a:pt x="381508" y="195072"/>
                  </a:lnTo>
                  <a:lnTo>
                    <a:pt x="379730" y="199898"/>
                  </a:lnTo>
                  <a:lnTo>
                    <a:pt x="379730" y="210947"/>
                  </a:lnTo>
                  <a:lnTo>
                    <a:pt x="420370" y="235331"/>
                  </a:lnTo>
                  <a:lnTo>
                    <a:pt x="428117" y="235839"/>
                  </a:lnTo>
                  <a:lnTo>
                    <a:pt x="436499" y="235839"/>
                  </a:lnTo>
                  <a:lnTo>
                    <a:pt x="474980" y="227203"/>
                  </a:lnTo>
                  <a:lnTo>
                    <a:pt x="476846" y="225806"/>
                  </a:lnTo>
                  <a:lnTo>
                    <a:pt x="481457" y="222377"/>
                  </a:lnTo>
                  <a:lnTo>
                    <a:pt x="486029" y="216281"/>
                  </a:lnTo>
                  <a:lnTo>
                    <a:pt x="490474" y="210058"/>
                  </a:lnTo>
                  <a:lnTo>
                    <a:pt x="492760" y="203073"/>
                  </a:lnTo>
                  <a:lnTo>
                    <a:pt x="492760" y="188976"/>
                  </a:lnTo>
                  <a:close/>
                </a:path>
                <a:path w="497204" h="236220">
                  <a:moveTo>
                    <a:pt x="496697" y="59563"/>
                  </a:moveTo>
                  <a:lnTo>
                    <a:pt x="452247" y="59563"/>
                  </a:lnTo>
                  <a:lnTo>
                    <a:pt x="446811" y="58293"/>
                  </a:lnTo>
                  <a:lnTo>
                    <a:pt x="447268" y="58293"/>
                  </a:lnTo>
                  <a:lnTo>
                    <a:pt x="440309" y="57404"/>
                  </a:lnTo>
                  <a:lnTo>
                    <a:pt x="427609" y="57404"/>
                  </a:lnTo>
                  <a:lnTo>
                    <a:pt x="421386" y="58293"/>
                  </a:lnTo>
                  <a:lnTo>
                    <a:pt x="415544" y="60071"/>
                  </a:lnTo>
                  <a:lnTo>
                    <a:pt x="409829" y="61722"/>
                  </a:lnTo>
                  <a:lnTo>
                    <a:pt x="387108" y="92456"/>
                  </a:lnTo>
                  <a:lnTo>
                    <a:pt x="409575" y="92456"/>
                  </a:lnTo>
                  <a:lnTo>
                    <a:pt x="409575" y="87884"/>
                  </a:lnTo>
                  <a:lnTo>
                    <a:pt x="409943" y="86360"/>
                  </a:lnTo>
                  <a:lnTo>
                    <a:pt x="411607" y="80137"/>
                  </a:lnTo>
                  <a:lnTo>
                    <a:pt x="415798" y="74930"/>
                  </a:lnTo>
                  <a:lnTo>
                    <a:pt x="419989" y="69596"/>
                  </a:lnTo>
                  <a:lnTo>
                    <a:pt x="426085" y="67056"/>
                  </a:lnTo>
                  <a:lnTo>
                    <a:pt x="438658" y="67056"/>
                  </a:lnTo>
                  <a:lnTo>
                    <a:pt x="442849" y="68199"/>
                  </a:lnTo>
                  <a:lnTo>
                    <a:pt x="446405" y="70485"/>
                  </a:lnTo>
                  <a:lnTo>
                    <a:pt x="450088" y="72771"/>
                  </a:lnTo>
                  <a:lnTo>
                    <a:pt x="452882" y="76327"/>
                  </a:lnTo>
                  <a:lnTo>
                    <a:pt x="455041" y="81280"/>
                  </a:lnTo>
                  <a:lnTo>
                    <a:pt x="457085" y="86360"/>
                  </a:lnTo>
                  <a:lnTo>
                    <a:pt x="458089" y="92456"/>
                  </a:lnTo>
                  <a:lnTo>
                    <a:pt x="480644" y="92456"/>
                  </a:lnTo>
                  <a:lnTo>
                    <a:pt x="479933" y="87884"/>
                  </a:lnTo>
                  <a:lnTo>
                    <a:pt x="478409" y="83439"/>
                  </a:lnTo>
                  <a:lnTo>
                    <a:pt x="477012" y="78867"/>
                  </a:lnTo>
                  <a:lnTo>
                    <a:pt x="474853" y="75438"/>
                  </a:lnTo>
                  <a:lnTo>
                    <a:pt x="472313" y="72771"/>
                  </a:lnTo>
                  <a:lnTo>
                    <a:pt x="473456" y="71374"/>
                  </a:lnTo>
                  <a:lnTo>
                    <a:pt x="496697" y="72263"/>
                  </a:lnTo>
                  <a:lnTo>
                    <a:pt x="496697" y="71374"/>
                  </a:lnTo>
                  <a:lnTo>
                    <a:pt x="496697" y="67056"/>
                  </a:lnTo>
                  <a:lnTo>
                    <a:pt x="496697" y="59563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146045" y="1480438"/>
              <a:ext cx="902462" cy="196773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781175" y="2019300"/>
              <a:ext cx="180975" cy="18097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00400" y="2524125"/>
              <a:ext cx="180975" cy="180975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288539" y="1313941"/>
            <a:ext cx="171069" cy="96647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3529076" y="2541777"/>
            <a:ext cx="497205" cy="236220"/>
          </a:xfrm>
          <a:custGeom>
            <a:avLst/>
            <a:gdLst/>
            <a:ahLst/>
            <a:cxnLst/>
            <a:rect l="l" t="t" r="r" b="b"/>
            <a:pathLst>
              <a:path w="497204" h="236219">
                <a:moveTo>
                  <a:pt x="154711" y="97726"/>
                </a:moveTo>
                <a:lnTo>
                  <a:pt x="0" y="97726"/>
                </a:lnTo>
                <a:lnTo>
                  <a:pt x="0" y="114427"/>
                </a:lnTo>
                <a:lnTo>
                  <a:pt x="154711" y="114427"/>
                </a:lnTo>
                <a:lnTo>
                  <a:pt x="154711" y="97726"/>
                </a:lnTo>
                <a:close/>
              </a:path>
              <a:path w="497204" h="236219">
                <a:moveTo>
                  <a:pt x="231648" y="173482"/>
                </a:moveTo>
                <a:lnTo>
                  <a:pt x="217551" y="0"/>
                </a:lnTo>
                <a:lnTo>
                  <a:pt x="210058" y="0"/>
                </a:lnTo>
                <a:lnTo>
                  <a:pt x="179705" y="1143"/>
                </a:lnTo>
                <a:lnTo>
                  <a:pt x="179705" y="7747"/>
                </a:lnTo>
                <a:lnTo>
                  <a:pt x="184023" y="8509"/>
                </a:lnTo>
                <a:lnTo>
                  <a:pt x="186944" y="9271"/>
                </a:lnTo>
                <a:lnTo>
                  <a:pt x="194691" y="18161"/>
                </a:lnTo>
                <a:lnTo>
                  <a:pt x="195326" y="20447"/>
                </a:lnTo>
                <a:lnTo>
                  <a:pt x="195580" y="23114"/>
                </a:lnTo>
                <a:lnTo>
                  <a:pt x="195707" y="26289"/>
                </a:lnTo>
                <a:lnTo>
                  <a:pt x="195834" y="156464"/>
                </a:lnTo>
                <a:lnTo>
                  <a:pt x="195453" y="159258"/>
                </a:lnTo>
                <a:lnTo>
                  <a:pt x="195199" y="162052"/>
                </a:lnTo>
                <a:lnTo>
                  <a:pt x="190500" y="170053"/>
                </a:lnTo>
                <a:lnTo>
                  <a:pt x="188849" y="171323"/>
                </a:lnTo>
                <a:lnTo>
                  <a:pt x="185928" y="172466"/>
                </a:lnTo>
                <a:lnTo>
                  <a:pt x="181737" y="173482"/>
                </a:lnTo>
                <a:lnTo>
                  <a:pt x="181737" y="179705"/>
                </a:lnTo>
                <a:lnTo>
                  <a:pt x="231648" y="179705"/>
                </a:lnTo>
                <a:lnTo>
                  <a:pt x="231648" y="173482"/>
                </a:lnTo>
                <a:close/>
              </a:path>
              <a:path w="497204" h="236219">
                <a:moveTo>
                  <a:pt x="361810" y="118110"/>
                </a:moveTo>
                <a:lnTo>
                  <a:pt x="361111" y="106629"/>
                </a:lnTo>
                <a:lnTo>
                  <a:pt x="360984" y="104736"/>
                </a:lnTo>
                <a:lnTo>
                  <a:pt x="360959" y="104203"/>
                </a:lnTo>
                <a:lnTo>
                  <a:pt x="341566" y="67437"/>
                </a:lnTo>
                <a:lnTo>
                  <a:pt x="338074" y="65151"/>
                </a:lnTo>
                <a:lnTo>
                  <a:pt x="338074" y="128270"/>
                </a:lnTo>
                <a:lnTo>
                  <a:pt x="337566" y="134620"/>
                </a:lnTo>
                <a:lnTo>
                  <a:pt x="336423" y="140716"/>
                </a:lnTo>
                <a:lnTo>
                  <a:pt x="335407" y="146685"/>
                </a:lnTo>
                <a:lnTo>
                  <a:pt x="333629" y="152019"/>
                </a:lnTo>
                <a:lnTo>
                  <a:pt x="330606" y="157632"/>
                </a:lnTo>
                <a:lnTo>
                  <a:pt x="328676" y="161290"/>
                </a:lnTo>
                <a:lnTo>
                  <a:pt x="325501" y="164973"/>
                </a:lnTo>
                <a:lnTo>
                  <a:pt x="321564" y="167640"/>
                </a:lnTo>
                <a:lnTo>
                  <a:pt x="317500" y="170522"/>
                </a:lnTo>
                <a:lnTo>
                  <a:pt x="317284" y="170522"/>
                </a:lnTo>
                <a:lnTo>
                  <a:pt x="312801" y="171704"/>
                </a:lnTo>
                <a:lnTo>
                  <a:pt x="307213" y="171704"/>
                </a:lnTo>
                <a:lnTo>
                  <a:pt x="277469" y="140995"/>
                </a:lnTo>
                <a:lnTo>
                  <a:pt x="275602" y="121666"/>
                </a:lnTo>
                <a:lnTo>
                  <a:pt x="275564" y="120777"/>
                </a:lnTo>
                <a:lnTo>
                  <a:pt x="283591" y="80518"/>
                </a:lnTo>
                <a:lnTo>
                  <a:pt x="299351" y="68376"/>
                </a:lnTo>
                <a:lnTo>
                  <a:pt x="298627" y="68376"/>
                </a:lnTo>
                <a:lnTo>
                  <a:pt x="306832" y="67437"/>
                </a:lnTo>
                <a:lnTo>
                  <a:pt x="312801" y="67437"/>
                </a:lnTo>
                <a:lnTo>
                  <a:pt x="318262" y="69342"/>
                </a:lnTo>
                <a:lnTo>
                  <a:pt x="322948" y="73253"/>
                </a:lnTo>
                <a:lnTo>
                  <a:pt x="327533" y="76962"/>
                </a:lnTo>
                <a:lnTo>
                  <a:pt x="337959" y="118110"/>
                </a:lnTo>
                <a:lnTo>
                  <a:pt x="338074" y="128270"/>
                </a:lnTo>
                <a:lnTo>
                  <a:pt x="338074" y="65151"/>
                </a:lnTo>
                <a:lnTo>
                  <a:pt x="330936" y="61379"/>
                </a:lnTo>
                <a:lnTo>
                  <a:pt x="319951" y="58407"/>
                </a:lnTo>
                <a:lnTo>
                  <a:pt x="307340" y="57404"/>
                </a:lnTo>
                <a:lnTo>
                  <a:pt x="299529" y="57861"/>
                </a:lnTo>
                <a:lnTo>
                  <a:pt x="262902" y="79044"/>
                </a:lnTo>
                <a:lnTo>
                  <a:pt x="251828" y="118110"/>
                </a:lnTo>
                <a:lnTo>
                  <a:pt x="251764" y="121666"/>
                </a:lnTo>
                <a:lnTo>
                  <a:pt x="252552" y="134620"/>
                </a:lnTo>
                <a:lnTo>
                  <a:pt x="252564" y="134912"/>
                </a:lnTo>
                <a:lnTo>
                  <a:pt x="273062" y="172986"/>
                </a:lnTo>
                <a:lnTo>
                  <a:pt x="305308" y="181610"/>
                </a:lnTo>
                <a:lnTo>
                  <a:pt x="313677" y="181178"/>
                </a:lnTo>
                <a:lnTo>
                  <a:pt x="351091" y="159854"/>
                </a:lnTo>
                <a:lnTo>
                  <a:pt x="361657" y="121666"/>
                </a:lnTo>
                <a:lnTo>
                  <a:pt x="361696" y="120777"/>
                </a:lnTo>
                <a:lnTo>
                  <a:pt x="361810" y="118110"/>
                </a:lnTo>
                <a:close/>
              </a:path>
              <a:path w="497204" h="236219">
                <a:moveTo>
                  <a:pt x="458089" y="92456"/>
                </a:moveTo>
                <a:lnTo>
                  <a:pt x="409575" y="92456"/>
                </a:lnTo>
                <a:lnTo>
                  <a:pt x="409575" y="92710"/>
                </a:lnTo>
                <a:lnTo>
                  <a:pt x="458089" y="92710"/>
                </a:lnTo>
                <a:lnTo>
                  <a:pt x="458089" y="92456"/>
                </a:lnTo>
                <a:close/>
              </a:path>
              <a:path w="497204" h="236219">
                <a:moveTo>
                  <a:pt x="492760" y="188976"/>
                </a:moveTo>
                <a:lnTo>
                  <a:pt x="491693" y="184023"/>
                </a:lnTo>
                <a:lnTo>
                  <a:pt x="491617" y="183642"/>
                </a:lnTo>
                <a:lnTo>
                  <a:pt x="490562" y="181610"/>
                </a:lnTo>
                <a:lnTo>
                  <a:pt x="489204" y="178943"/>
                </a:lnTo>
                <a:lnTo>
                  <a:pt x="486791" y="174371"/>
                </a:lnTo>
                <a:lnTo>
                  <a:pt x="482854" y="170561"/>
                </a:lnTo>
                <a:lnTo>
                  <a:pt x="477266" y="167894"/>
                </a:lnTo>
                <a:lnTo>
                  <a:pt x="472313" y="165481"/>
                </a:lnTo>
                <a:lnTo>
                  <a:pt x="472313" y="198628"/>
                </a:lnTo>
                <a:lnTo>
                  <a:pt x="472313" y="205994"/>
                </a:lnTo>
                <a:lnTo>
                  <a:pt x="471030" y="210058"/>
                </a:lnTo>
                <a:lnTo>
                  <a:pt x="470916" y="210439"/>
                </a:lnTo>
                <a:lnTo>
                  <a:pt x="467995" y="214122"/>
                </a:lnTo>
                <a:lnTo>
                  <a:pt x="465201" y="217932"/>
                </a:lnTo>
                <a:lnTo>
                  <a:pt x="461137" y="220853"/>
                </a:lnTo>
                <a:lnTo>
                  <a:pt x="455676" y="222885"/>
                </a:lnTo>
                <a:lnTo>
                  <a:pt x="450342" y="224790"/>
                </a:lnTo>
                <a:lnTo>
                  <a:pt x="443865" y="225806"/>
                </a:lnTo>
                <a:lnTo>
                  <a:pt x="436245" y="225806"/>
                </a:lnTo>
                <a:lnTo>
                  <a:pt x="399923" y="211455"/>
                </a:lnTo>
                <a:lnTo>
                  <a:pt x="399923" y="199390"/>
                </a:lnTo>
                <a:lnTo>
                  <a:pt x="400939" y="195326"/>
                </a:lnTo>
                <a:lnTo>
                  <a:pt x="405257" y="188214"/>
                </a:lnTo>
                <a:lnTo>
                  <a:pt x="408432" y="184785"/>
                </a:lnTo>
                <a:lnTo>
                  <a:pt x="412623" y="181610"/>
                </a:lnTo>
                <a:lnTo>
                  <a:pt x="417830" y="182118"/>
                </a:lnTo>
                <a:lnTo>
                  <a:pt x="423799" y="182372"/>
                </a:lnTo>
                <a:lnTo>
                  <a:pt x="454152" y="182372"/>
                </a:lnTo>
                <a:lnTo>
                  <a:pt x="458089" y="182880"/>
                </a:lnTo>
                <a:lnTo>
                  <a:pt x="461137" y="184023"/>
                </a:lnTo>
                <a:lnTo>
                  <a:pt x="464185" y="185039"/>
                </a:lnTo>
                <a:lnTo>
                  <a:pt x="466471" y="186436"/>
                </a:lnTo>
                <a:lnTo>
                  <a:pt x="469773" y="189992"/>
                </a:lnTo>
                <a:lnTo>
                  <a:pt x="470916" y="191897"/>
                </a:lnTo>
                <a:lnTo>
                  <a:pt x="471424" y="194183"/>
                </a:lnTo>
                <a:lnTo>
                  <a:pt x="472059" y="196342"/>
                </a:lnTo>
                <a:lnTo>
                  <a:pt x="472313" y="198628"/>
                </a:lnTo>
                <a:lnTo>
                  <a:pt x="472313" y="165481"/>
                </a:lnTo>
                <a:lnTo>
                  <a:pt x="471551" y="165100"/>
                </a:lnTo>
                <a:lnTo>
                  <a:pt x="464312" y="163703"/>
                </a:lnTo>
                <a:lnTo>
                  <a:pt x="419608" y="163703"/>
                </a:lnTo>
                <a:lnTo>
                  <a:pt x="415417" y="163322"/>
                </a:lnTo>
                <a:lnTo>
                  <a:pt x="409829" y="162052"/>
                </a:lnTo>
                <a:lnTo>
                  <a:pt x="407797" y="160909"/>
                </a:lnTo>
                <a:lnTo>
                  <a:pt x="405384" y="157734"/>
                </a:lnTo>
                <a:lnTo>
                  <a:pt x="404749" y="155321"/>
                </a:lnTo>
                <a:lnTo>
                  <a:pt x="404749" y="147574"/>
                </a:lnTo>
                <a:lnTo>
                  <a:pt x="407924" y="142875"/>
                </a:lnTo>
                <a:lnTo>
                  <a:pt x="414274" y="137922"/>
                </a:lnTo>
                <a:lnTo>
                  <a:pt x="419354" y="139700"/>
                </a:lnTo>
                <a:lnTo>
                  <a:pt x="425323" y="140589"/>
                </a:lnTo>
                <a:lnTo>
                  <a:pt x="432308" y="140589"/>
                </a:lnTo>
                <a:lnTo>
                  <a:pt x="443255" y="139903"/>
                </a:lnTo>
                <a:lnTo>
                  <a:pt x="452437" y="137922"/>
                </a:lnTo>
                <a:lnTo>
                  <a:pt x="452640" y="137922"/>
                </a:lnTo>
                <a:lnTo>
                  <a:pt x="461162" y="134378"/>
                </a:lnTo>
                <a:lnTo>
                  <a:pt x="466648" y="130556"/>
                </a:lnTo>
                <a:lnTo>
                  <a:pt x="468122" y="129540"/>
                </a:lnTo>
                <a:lnTo>
                  <a:pt x="473621" y="123355"/>
                </a:lnTo>
                <a:lnTo>
                  <a:pt x="477545" y="116014"/>
                </a:lnTo>
                <a:lnTo>
                  <a:pt x="479717" y="108204"/>
                </a:lnTo>
                <a:lnTo>
                  <a:pt x="479818" y="107823"/>
                </a:lnTo>
                <a:lnTo>
                  <a:pt x="479907" y="107543"/>
                </a:lnTo>
                <a:lnTo>
                  <a:pt x="480695" y="97917"/>
                </a:lnTo>
                <a:lnTo>
                  <a:pt x="480695" y="92710"/>
                </a:lnTo>
                <a:lnTo>
                  <a:pt x="458089" y="92710"/>
                </a:lnTo>
                <a:lnTo>
                  <a:pt x="458089" y="103886"/>
                </a:lnTo>
                <a:lnTo>
                  <a:pt x="457733" y="107543"/>
                </a:lnTo>
                <a:lnTo>
                  <a:pt x="445262" y="128143"/>
                </a:lnTo>
                <a:lnTo>
                  <a:pt x="442341" y="129794"/>
                </a:lnTo>
                <a:lnTo>
                  <a:pt x="438658" y="130556"/>
                </a:lnTo>
                <a:lnTo>
                  <a:pt x="426339" y="130556"/>
                </a:lnTo>
                <a:lnTo>
                  <a:pt x="420243" y="127762"/>
                </a:lnTo>
                <a:lnTo>
                  <a:pt x="411607" y="116332"/>
                </a:lnTo>
                <a:lnTo>
                  <a:pt x="409575" y="108204"/>
                </a:lnTo>
                <a:lnTo>
                  <a:pt x="409575" y="92710"/>
                </a:lnTo>
                <a:lnTo>
                  <a:pt x="387096" y="92710"/>
                </a:lnTo>
                <a:lnTo>
                  <a:pt x="387172" y="107823"/>
                </a:lnTo>
                <a:lnTo>
                  <a:pt x="388620" y="114300"/>
                </a:lnTo>
                <a:lnTo>
                  <a:pt x="391795" y="120396"/>
                </a:lnTo>
                <a:lnTo>
                  <a:pt x="393738" y="124206"/>
                </a:lnTo>
                <a:lnTo>
                  <a:pt x="394957" y="126492"/>
                </a:lnTo>
                <a:lnTo>
                  <a:pt x="399542" y="131191"/>
                </a:lnTo>
                <a:lnTo>
                  <a:pt x="405511" y="134747"/>
                </a:lnTo>
                <a:lnTo>
                  <a:pt x="398703" y="139903"/>
                </a:lnTo>
                <a:lnTo>
                  <a:pt x="393954" y="144399"/>
                </a:lnTo>
                <a:lnTo>
                  <a:pt x="388620" y="152273"/>
                </a:lnTo>
                <a:lnTo>
                  <a:pt x="387350" y="156718"/>
                </a:lnTo>
                <a:lnTo>
                  <a:pt x="387350" y="165608"/>
                </a:lnTo>
                <a:lnTo>
                  <a:pt x="400050" y="179451"/>
                </a:lnTo>
                <a:lnTo>
                  <a:pt x="393573" y="182626"/>
                </a:lnTo>
                <a:lnTo>
                  <a:pt x="388620" y="186436"/>
                </a:lnTo>
                <a:lnTo>
                  <a:pt x="381508" y="195072"/>
                </a:lnTo>
                <a:lnTo>
                  <a:pt x="379730" y="199898"/>
                </a:lnTo>
                <a:lnTo>
                  <a:pt x="379730" y="210947"/>
                </a:lnTo>
                <a:lnTo>
                  <a:pt x="420370" y="235331"/>
                </a:lnTo>
                <a:lnTo>
                  <a:pt x="428117" y="235839"/>
                </a:lnTo>
                <a:lnTo>
                  <a:pt x="436499" y="235839"/>
                </a:lnTo>
                <a:lnTo>
                  <a:pt x="474980" y="227203"/>
                </a:lnTo>
                <a:lnTo>
                  <a:pt x="476846" y="225806"/>
                </a:lnTo>
                <a:lnTo>
                  <a:pt x="481457" y="222377"/>
                </a:lnTo>
                <a:lnTo>
                  <a:pt x="486029" y="216281"/>
                </a:lnTo>
                <a:lnTo>
                  <a:pt x="490474" y="210058"/>
                </a:lnTo>
                <a:lnTo>
                  <a:pt x="492760" y="203073"/>
                </a:lnTo>
                <a:lnTo>
                  <a:pt x="492760" y="188976"/>
                </a:lnTo>
                <a:close/>
              </a:path>
              <a:path w="497204" h="236219">
                <a:moveTo>
                  <a:pt x="496697" y="59563"/>
                </a:moveTo>
                <a:lnTo>
                  <a:pt x="452247" y="59563"/>
                </a:lnTo>
                <a:lnTo>
                  <a:pt x="446811" y="58293"/>
                </a:lnTo>
                <a:lnTo>
                  <a:pt x="447268" y="58293"/>
                </a:lnTo>
                <a:lnTo>
                  <a:pt x="440309" y="57404"/>
                </a:lnTo>
                <a:lnTo>
                  <a:pt x="427609" y="57404"/>
                </a:lnTo>
                <a:lnTo>
                  <a:pt x="421386" y="58293"/>
                </a:lnTo>
                <a:lnTo>
                  <a:pt x="415544" y="60071"/>
                </a:lnTo>
                <a:lnTo>
                  <a:pt x="409829" y="61722"/>
                </a:lnTo>
                <a:lnTo>
                  <a:pt x="387108" y="92456"/>
                </a:lnTo>
                <a:lnTo>
                  <a:pt x="409575" y="92456"/>
                </a:lnTo>
                <a:lnTo>
                  <a:pt x="409575" y="87884"/>
                </a:lnTo>
                <a:lnTo>
                  <a:pt x="409943" y="86360"/>
                </a:lnTo>
                <a:lnTo>
                  <a:pt x="411607" y="80137"/>
                </a:lnTo>
                <a:lnTo>
                  <a:pt x="415798" y="74930"/>
                </a:lnTo>
                <a:lnTo>
                  <a:pt x="419989" y="69596"/>
                </a:lnTo>
                <a:lnTo>
                  <a:pt x="426085" y="67056"/>
                </a:lnTo>
                <a:lnTo>
                  <a:pt x="438658" y="67056"/>
                </a:lnTo>
                <a:lnTo>
                  <a:pt x="442849" y="68199"/>
                </a:lnTo>
                <a:lnTo>
                  <a:pt x="446405" y="70485"/>
                </a:lnTo>
                <a:lnTo>
                  <a:pt x="450088" y="72771"/>
                </a:lnTo>
                <a:lnTo>
                  <a:pt x="452882" y="76327"/>
                </a:lnTo>
                <a:lnTo>
                  <a:pt x="455041" y="81280"/>
                </a:lnTo>
                <a:lnTo>
                  <a:pt x="457085" y="86360"/>
                </a:lnTo>
                <a:lnTo>
                  <a:pt x="458089" y="92456"/>
                </a:lnTo>
                <a:lnTo>
                  <a:pt x="480644" y="92456"/>
                </a:lnTo>
                <a:lnTo>
                  <a:pt x="479933" y="87884"/>
                </a:lnTo>
                <a:lnTo>
                  <a:pt x="478409" y="83439"/>
                </a:lnTo>
                <a:lnTo>
                  <a:pt x="477012" y="78867"/>
                </a:lnTo>
                <a:lnTo>
                  <a:pt x="474853" y="75438"/>
                </a:lnTo>
                <a:lnTo>
                  <a:pt x="472313" y="72771"/>
                </a:lnTo>
                <a:lnTo>
                  <a:pt x="473456" y="71374"/>
                </a:lnTo>
                <a:lnTo>
                  <a:pt x="496697" y="72263"/>
                </a:lnTo>
                <a:lnTo>
                  <a:pt x="496697" y="71374"/>
                </a:lnTo>
                <a:lnTo>
                  <a:pt x="496697" y="67056"/>
                </a:lnTo>
                <a:lnTo>
                  <a:pt x="496697" y="59563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084954" y="2435732"/>
            <a:ext cx="1282065" cy="424180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5768721" y="2482214"/>
            <a:ext cx="556895" cy="294005"/>
            <a:chOff x="5768721" y="2482214"/>
            <a:chExt cx="556895" cy="294005"/>
          </a:xfrm>
        </p:grpSpPr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8721" y="2541142"/>
              <a:ext cx="159130" cy="180339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68746" y="2599308"/>
              <a:ext cx="139191" cy="176911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37021" y="2482214"/>
              <a:ext cx="188467" cy="176530"/>
            </a:xfrm>
            <a:prstGeom prst="rect">
              <a:avLst/>
            </a:prstGeom>
          </p:spPr>
        </p:pic>
      </p:grpSp>
      <p:sp>
        <p:nvSpPr>
          <p:cNvPr id="27" name="object 27"/>
          <p:cNvSpPr/>
          <p:nvPr/>
        </p:nvSpPr>
        <p:spPr>
          <a:xfrm>
            <a:off x="6434201" y="2613532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4">
                <a:moveTo>
                  <a:pt x="154813" y="52197"/>
                </a:moveTo>
                <a:lnTo>
                  <a:pt x="0" y="52197"/>
                </a:lnTo>
                <a:lnTo>
                  <a:pt x="0" y="68834"/>
                </a:lnTo>
                <a:lnTo>
                  <a:pt x="154813" y="68834"/>
                </a:lnTo>
                <a:lnTo>
                  <a:pt x="154813" y="52197"/>
                </a:lnTo>
                <a:close/>
              </a:path>
              <a:path w="154940" h="69214">
                <a:moveTo>
                  <a:pt x="154813" y="0"/>
                </a:moveTo>
                <a:lnTo>
                  <a:pt x="0" y="0"/>
                </a:lnTo>
                <a:lnTo>
                  <a:pt x="0" y="16764"/>
                </a:lnTo>
                <a:lnTo>
                  <a:pt x="154813" y="16764"/>
                </a:lnTo>
                <a:lnTo>
                  <a:pt x="1548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6695058" y="2548001"/>
            <a:ext cx="99949" cy="173481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646804" y="2931032"/>
            <a:ext cx="1720215" cy="424180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5768721" y="2977514"/>
            <a:ext cx="556895" cy="294005"/>
            <a:chOff x="5768721" y="2977514"/>
            <a:chExt cx="556895" cy="294005"/>
          </a:xfrm>
        </p:grpSpPr>
        <p:pic>
          <p:nvPicPr>
            <p:cNvPr id="31" name="object 3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5768721" y="3036442"/>
              <a:ext cx="159130" cy="180339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68746" y="3094608"/>
              <a:ext cx="139191" cy="176911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137021" y="2977514"/>
              <a:ext cx="188467" cy="176530"/>
            </a:xfrm>
            <a:prstGeom prst="rect">
              <a:avLst/>
            </a:prstGeom>
          </p:spPr>
        </p:pic>
      </p:grpSp>
      <p:sp>
        <p:nvSpPr>
          <p:cNvPr id="34" name="object 34"/>
          <p:cNvSpPr/>
          <p:nvPr/>
        </p:nvSpPr>
        <p:spPr>
          <a:xfrm>
            <a:off x="6434201" y="3108832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4">
                <a:moveTo>
                  <a:pt x="154813" y="52197"/>
                </a:moveTo>
                <a:lnTo>
                  <a:pt x="0" y="52197"/>
                </a:lnTo>
                <a:lnTo>
                  <a:pt x="0" y="68834"/>
                </a:lnTo>
                <a:lnTo>
                  <a:pt x="154813" y="68834"/>
                </a:lnTo>
                <a:lnTo>
                  <a:pt x="154813" y="52197"/>
                </a:lnTo>
                <a:close/>
              </a:path>
              <a:path w="154940" h="69214">
                <a:moveTo>
                  <a:pt x="154813" y="0"/>
                </a:moveTo>
                <a:lnTo>
                  <a:pt x="0" y="0"/>
                </a:lnTo>
                <a:lnTo>
                  <a:pt x="0" y="16764"/>
                </a:lnTo>
                <a:lnTo>
                  <a:pt x="154813" y="16764"/>
                </a:lnTo>
                <a:lnTo>
                  <a:pt x="1548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689028" y="3043301"/>
            <a:ext cx="109910" cy="175387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764505" y="1240916"/>
            <a:ext cx="584742" cy="204850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905948" y="2374519"/>
            <a:ext cx="848544" cy="211708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6863333" y="2692526"/>
            <a:ext cx="200279" cy="187415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145019" y="2777235"/>
            <a:ext cx="427684" cy="129539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7712978" y="2659126"/>
            <a:ext cx="644325" cy="199136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8493314" y="2740786"/>
            <a:ext cx="153988" cy="134238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7137907" y="2995041"/>
            <a:ext cx="662559" cy="25057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7944949" y="2966592"/>
            <a:ext cx="1038141" cy="20320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819275" y="1104900"/>
            <a:ext cx="180975" cy="180975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933450" y="1905000"/>
            <a:ext cx="180975" cy="180975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582807" y="3733800"/>
            <a:ext cx="624962" cy="264413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396810" y="3815564"/>
            <a:ext cx="317175" cy="169797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4791202" y="3716782"/>
            <a:ext cx="132969" cy="194386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075496" y="3730878"/>
            <a:ext cx="463874" cy="224802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729478" y="3686047"/>
            <a:ext cx="424052" cy="24132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6220078" y="3696589"/>
            <a:ext cx="557529" cy="203352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6897496" y="3668014"/>
            <a:ext cx="579627" cy="223075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599426" y="3636517"/>
            <a:ext cx="207391" cy="267296"/>
          </a:xfrm>
          <a:prstGeom prst="rect">
            <a:avLst/>
          </a:prstGeom>
        </p:spPr>
      </p:pic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7130" y="2656585"/>
            <a:ext cx="5420360" cy="2239645"/>
          </a:xfrm>
          <a:prstGeom prst="rect">
            <a:avLst/>
          </a:prstGeom>
        </p:spPr>
        <p:txBody>
          <a:bodyPr wrap="square" lIns="0" tIns="6985" rIns="0" bIns="0" rtlCol="0" vert="horz">
            <a:spAutoFit/>
          </a:bodyPr>
          <a:lstStyle/>
          <a:p>
            <a:pPr algn="ctr" marL="12065" marR="5080">
              <a:lnSpc>
                <a:spcPct val="115599"/>
              </a:lnSpc>
              <a:spcBef>
                <a:spcPts val="55"/>
              </a:spcBef>
            </a:pPr>
            <a:r>
              <a:rPr dirty="0" sz="4200">
                <a:latin typeface="Verdana"/>
                <a:cs typeface="Verdana"/>
              </a:rPr>
              <a:t>Simplified</a:t>
            </a:r>
            <a:r>
              <a:rPr dirty="0" sz="4200" spc="-120">
                <a:latin typeface="Verdana"/>
                <a:cs typeface="Verdana"/>
              </a:rPr>
              <a:t> </a:t>
            </a:r>
            <a:r>
              <a:rPr dirty="0" sz="4200" spc="-20">
                <a:latin typeface="Verdana"/>
                <a:cs typeface="Verdana"/>
              </a:rPr>
              <a:t>Cost </a:t>
            </a:r>
            <a:r>
              <a:rPr dirty="0" sz="4200">
                <a:latin typeface="Verdana"/>
                <a:cs typeface="Verdana"/>
              </a:rPr>
              <a:t>Function</a:t>
            </a:r>
            <a:r>
              <a:rPr dirty="0" sz="4200" spc="40">
                <a:latin typeface="Verdana"/>
                <a:cs typeface="Verdana"/>
              </a:rPr>
              <a:t> </a:t>
            </a:r>
            <a:r>
              <a:rPr dirty="0" sz="4200">
                <a:latin typeface="Verdana"/>
                <a:cs typeface="Verdana"/>
              </a:rPr>
              <a:t>for</a:t>
            </a:r>
            <a:r>
              <a:rPr dirty="0" sz="4200" spc="-120">
                <a:latin typeface="Verdana"/>
                <a:cs typeface="Verdana"/>
              </a:rPr>
              <a:t> </a:t>
            </a:r>
            <a:r>
              <a:rPr dirty="0" sz="4200" spc="-10">
                <a:latin typeface="Verdana"/>
                <a:cs typeface="Verdana"/>
              </a:rPr>
              <a:t>Logistic Regression</a:t>
            </a:r>
            <a:endParaRPr sz="42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35927" rIns="0" bIns="0" rtlCol="0" vert="horz">
            <a:spAutoFit/>
          </a:bodyPr>
          <a:lstStyle/>
          <a:p>
            <a:pPr marL="565150">
              <a:lnSpc>
                <a:spcPct val="100000"/>
              </a:lnSpc>
              <a:spcBef>
                <a:spcPts val="110"/>
              </a:spcBef>
            </a:pPr>
            <a:r>
              <a:rPr dirty="0" sz="4800">
                <a:solidFill>
                  <a:srgbClr val="0070EA"/>
                </a:solidFill>
              </a:rPr>
              <a:t>Cost</a:t>
            </a:r>
            <a:r>
              <a:rPr dirty="0" sz="4800" spc="-70">
                <a:solidFill>
                  <a:srgbClr val="0070EA"/>
                </a:solidFill>
              </a:rPr>
              <a:t> </a:t>
            </a:r>
            <a:r>
              <a:rPr dirty="0" sz="4800" spc="-10">
                <a:solidFill>
                  <a:srgbClr val="0070EA"/>
                </a:solidFill>
              </a:rPr>
              <a:t>Function</a:t>
            </a:r>
            <a:endParaRPr sz="4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50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Simplified</a:t>
            </a:r>
            <a:r>
              <a:rPr dirty="0" sz="2750" spc="200"/>
              <a:t> </a:t>
            </a:r>
            <a:r>
              <a:rPr dirty="0" sz="2750">
                <a:solidFill>
                  <a:srgbClr val="0096FF"/>
                </a:solidFill>
              </a:rPr>
              <a:t>loss</a:t>
            </a:r>
            <a:r>
              <a:rPr dirty="0" sz="2750" spc="120">
                <a:solidFill>
                  <a:srgbClr val="0096FF"/>
                </a:solidFill>
              </a:rPr>
              <a:t> </a:t>
            </a:r>
            <a:r>
              <a:rPr dirty="0" sz="2750" spc="-10"/>
              <a:t>function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676275" y="1847850"/>
            <a:ext cx="8353425" cy="600075"/>
            <a:chOff x="676275" y="1847850"/>
            <a:chExt cx="8353425" cy="600075"/>
          </a:xfrm>
        </p:grpSpPr>
        <p:sp>
          <p:nvSpPr>
            <p:cNvPr id="4" name="object 4"/>
            <p:cNvSpPr/>
            <p:nvPr/>
          </p:nvSpPr>
          <p:spPr>
            <a:xfrm>
              <a:off x="695325" y="1866900"/>
              <a:ext cx="8315325" cy="561975"/>
            </a:xfrm>
            <a:custGeom>
              <a:avLst/>
              <a:gdLst/>
              <a:ahLst/>
              <a:cxnLst/>
              <a:rect l="l" t="t" r="r" b="b"/>
              <a:pathLst>
                <a:path w="8315325" h="561975">
                  <a:moveTo>
                    <a:pt x="0" y="561975"/>
                  </a:moveTo>
                  <a:lnTo>
                    <a:pt x="8315325" y="561975"/>
                  </a:lnTo>
                  <a:lnTo>
                    <a:pt x="8315325" y="0"/>
                  </a:lnTo>
                  <a:lnTo>
                    <a:pt x="0" y="0"/>
                  </a:lnTo>
                  <a:lnTo>
                    <a:pt x="0" y="56197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49483" y="2012061"/>
              <a:ext cx="1746885" cy="311150"/>
            </a:xfrm>
            <a:custGeom>
              <a:avLst/>
              <a:gdLst/>
              <a:ahLst/>
              <a:cxnLst/>
              <a:rect l="l" t="t" r="r" b="b"/>
              <a:pathLst>
                <a:path w="1746885" h="311150">
                  <a:moveTo>
                    <a:pt x="1665065" y="0"/>
                  </a:moveTo>
                  <a:lnTo>
                    <a:pt x="1661890" y="10287"/>
                  </a:lnTo>
                  <a:lnTo>
                    <a:pt x="1676201" y="17672"/>
                  </a:lnTo>
                  <a:lnTo>
                    <a:pt x="1688655" y="28416"/>
                  </a:lnTo>
                  <a:lnTo>
                    <a:pt x="1714825" y="80456"/>
                  </a:lnTo>
                  <a:lnTo>
                    <a:pt x="1722636" y="128133"/>
                  </a:lnTo>
                  <a:lnTo>
                    <a:pt x="1723612" y="155447"/>
                  </a:lnTo>
                  <a:lnTo>
                    <a:pt x="1722636" y="182669"/>
                  </a:lnTo>
                  <a:lnTo>
                    <a:pt x="1714825" y="230207"/>
                  </a:lnTo>
                  <a:lnTo>
                    <a:pt x="1699252" y="268047"/>
                  </a:lnTo>
                  <a:lnTo>
                    <a:pt x="1661890" y="300355"/>
                  </a:lnTo>
                  <a:lnTo>
                    <a:pt x="1665065" y="310641"/>
                  </a:lnTo>
                  <a:lnTo>
                    <a:pt x="1699768" y="292163"/>
                  </a:lnTo>
                  <a:lnTo>
                    <a:pt x="1725517" y="257301"/>
                  </a:lnTo>
                  <a:lnTo>
                    <a:pt x="1741408" y="210216"/>
                  </a:lnTo>
                  <a:lnTo>
                    <a:pt x="1746720" y="155447"/>
                  </a:lnTo>
                  <a:lnTo>
                    <a:pt x="1745454" y="128133"/>
                  </a:lnTo>
                  <a:lnTo>
                    <a:pt x="1734778" y="75864"/>
                  </a:lnTo>
                  <a:lnTo>
                    <a:pt x="1713750" y="33861"/>
                  </a:lnTo>
                  <a:lnTo>
                    <a:pt x="1683548" y="7191"/>
                  </a:lnTo>
                  <a:lnTo>
                    <a:pt x="1665065" y="0"/>
                  </a:lnTo>
                  <a:close/>
                </a:path>
                <a:path w="1746885" h="311150">
                  <a:moveTo>
                    <a:pt x="81616" y="0"/>
                  </a:moveTo>
                  <a:lnTo>
                    <a:pt x="46925" y="18478"/>
                  </a:lnTo>
                  <a:lnTo>
                    <a:pt x="21215" y="53339"/>
                  </a:lnTo>
                  <a:lnTo>
                    <a:pt x="5299" y="100377"/>
                  </a:lnTo>
                  <a:lnTo>
                    <a:pt x="0" y="155447"/>
                  </a:lnTo>
                  <a:lnTo>
                    <a:pt x="1269" y="182669"/>
                  </a:lnTo>
                  <a:lnTo>
                    <a:pt x="11931" y="234723"/>
                  </a:lnTo>
                  <a:lnTo>
                    <a:pt x="32948" y="276780"/>
                  </a:lnTo>
                  <a:lnTo>
                    <a:pt x="63147" y="303450"/>
                  </a:lnTo>
                  <a:lnTo>
                    <a:pt x="81616" y="310641"/>
                  </a:lnTo>
                  <a:lnTo>
                    <a:pt x="84753" y="300355"/>
                  </a:lnTo>
                  <a:lnTo>
                    <a:pt x="70483" y="292951"/>
                  </a:lnTo>
                  <a:lnTo>
                    <a:pt x="58055" y="282178"/>
                  </a:lnTo>
                  <a:lnTo>
                    <a:pt x="31887" y="230207"/>
                  </a:lnTo>
                  <a:lnTo>
                    <a:pt x="24071" y="182669"/>
                  </a:lnTo>
                  <a:lnTo>
                    <a:pt x="23095" y="155447"/>
                  </a:lnTo>
                  <a:lnTo>
                    <a:pt x="24071" y="128133"/>
                  </a:lnTo>
                  <a:lnTo>
                    <a:pt x="31887" y="80456"/>
                  </a:lnTo>
                  <a:lnTo>
                    <a:pt x="47470" y="42541"/>
                  </a:lnTo>
                  <a:lnTo>
                    <a:pt x="84753" y="10287"/>
                  </a:lnTo>
                  <a:lnTo>
                    <a:pt x="816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84046" y="2138425"/>
              <a:ext cx="165735" cy="46355"/>
            </a:xfrm>
            <a:custGeom>
              <a:avLst/>
              <a:gdLst/>
              <a:ahLst/>
              <a:cxnLst/>
              <a:rect l="l" t="t" r="r" b="b"/>
              <a:pathLst>
                <a:path w="165734" h="46355">
                  <a:moveTo>
                    <a:pt x="142087" y="0"/>
                  </a:moveTo>
                  <a:lnTo>
                    <a:pt x="137134" y="5587"/>
                  </a:lnTo>
                  <a:lnTo>
                    <a:pt x="151993" y="18542"/>
                  </a:lnTo>
                  <a:lnTo>
                    <a:pt x="0" y="18542"/>
                  </a:lnTo>
                  <a:lnTo>
                    <a:pt x="0" y="27305"/>
                  </a:lnTo>
                  <a:lnTo>
                    <a:pt x="151993" y="27305"/>
                  </a:lnTo>
                  <a:lnTo>
                    <a:pt x="137134" y="40259"/>
                  </a:lnTo>
                  <a:lnTo>
                    <a:pt x="142087" y="45847"/>
                  </a:lnTo>
                  <a:lnTo>
                    <a:pt x="165328" y="25654"/>
                  </a:lnTo>
                  <a:lnTo>
                    <a:pt x="165328" y="20193"/>
                  </a:lnTo>
                  <a:lnTo>
                    <a:pt x="142087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59459" y="2031936"/>
            <a:ext cx="7785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>
                <a:solidFill>
                  <a:srgbClr val="0096FF"/>
                </a:solidFill>
                <a:latin typeface="Cambria Math"/>
                <a:cs typeface="Cambria Math"/>
              </a:rPr>
              <a:t>𝐿</a:t>
            </a:r>
            <a:r>
              <a:rPr dirty="0" baseline="12500" sz="3000" spc="52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40007" y="2001647"/>
            <a:ext cx="546735" cy="321310"/>
            <a:chOff x="1540007" y="2001647"/>
            <a:chExt cx="546735" cy="321310"/>
          </a:xfrm>
        </p:grpSpPr>
        <p:sp>
          <p:nvSpPr>
            <p:cNvPr id="9" name="object 9"/>
            <p:cNvSpPr/>
            <p:nvPr/>
          </p:nvSpPr>
          <p:spPr>
            <a:xfrm>
              <a:off x="1540007" y="2012061"/>
              <a:ext cx="546735" cy="311150"/>
            </a:xfrm>
            <a:custGeom>
              <a:avLst/>
              <a:gdLst/>
              <a:ahLst/>
              <a:cxnLst/>
              <a:rect l="l" t="t" r="r" b="b"/>
              <a:pathLst>
                <a:path w="546735" h="311150">
                  <a:moveTo>
                    <a:pt x="464941" y="0"/>
                  </a:moveTo>
                  <a:lnTo>
                    <a:pt x="461766" y="10287"/>
                  </a:lnTo>
                  <a:lnTo>
                    <a:pt x="476077" y="17672"/>
                  </a:lnTo>
                  <a:lnTo>
                    <a:pt x="488531" y="28416"/>
                  </a:lnTo>
                  <a:lnTo>
                    <a:pt x="514701" y="80456"/>
                  </a:lnTo>
                  <a:lnTo>
                    <a:pt x="522511" y="128133"/>
                  </a:lnTo>
                  <a:lnTo>
                    <a:pt x="523488" y="155447"/>
                  </a:lnTo>
                  <a:lnTo>
                    <a:pt x="522511" y="182669"/>
                  </a:lnTo>
                  <a:lnTo>
                    <a:pt x="514701" y="230207"/>
                  </a:lnTo>
                  <a:lnTo>
                    <a:pt x="499127" y="268047"/>
                  </a:lnTo>
                  <a:lnTo>
                    <a:pt x="461766" y="300355"/>
                  </a:lnTo>
                  <a:lnTo>
                    <a:pt x="464941" y="310641"/>
                  </a:lnTo>
                  <a:lnTo>
                    <a:pt x="499643" y="292163"/>
                  </a:lnTo>
                  <a:lnTo>
                    <a:pt x="525393" y="257301"/>
                  </a:lnTo>
                  <a:lnTo>
                    <a:pt x="541283" y="210216"/>
                  </a:lnTo>
                  <a:lnTo>
                    <a:pt x="546596" y="155447"/>
                  </a:lnTo>
                  <a:lnTo>
                    <a:pt x="545329" y="128133"/>
                  </a:lnTo>
                  <a:lnTo>
                    <a:pt x="534654" y="75864"/>
                  </a:lnTo>
                  <a:lnTo>
                    <a:pt x="513625" y="33861"/>
                  </a:lnTo>
                  <a:lnTo>
                    <a:pt x="483423" y="7191"/>
                  </a:lnTo>
                  <a:lnTo>
                    <a:pt x="464941" y="0"/>
                  </a:lnTo>
                  <a:close/>
                </a:path>
                <a:path w="546735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7"/>
                  </a:lnTo>
                  <a:lnTo>
                    <a:pt x="0" y="155447"/>
                  </a:lnTo>
                  <a:lnTo>
                    <a:pt x="1274" y="182669"/>
                  </a:lnTo>
                  <a:lnTo>
                    <a:pt x="1325" y="183757"/>
                  </a:lnTo>
                  <a:lnTo>
                    <a:pt x="11941" y="234723"/>
                  </a:lnTo>
                  <a:lnTo>
                    <a:pt x="32970" y="276780"/>
                  </a:lnTo>
                  <a:lnTo>
                    <a:pt x="63172" y="303450"/>
                  </a:lnTo>
                  <a:lnTo>
                    <a:pt x="81655" y="310641"/>
                  </a:lnTo>
                  <a:lnTo>
                    <a:pt x="84830" y="300355"/>
                  </a:lnTo>
                  <a:lnTo>
                    <a:pt x="70518" y="292951"/>
                  </a:lnTo>
                  <a:lnTo>
                    <a:pt x="58064" y="282178"/>
                  </a:lnTo>
                  <a:lnTo>
                    <a:pt x="31894" y="230207"/>
                  </a:lnTo>
                  <a:lnTo>
                    <a:pt x="24084" y="182669"/>
                  </a:lnTo>
                  <a:lnTo>
                    <a:pt x="23108" y="155447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8" y="42541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31695" y="2038350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1" y="0"/>
                  </a:moveTo>
                  <a:lnTo>
                    <a:pt x="85090" y="7619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05156" y="36830"/>
                  </a:lnTo>
                  <a:lnTo>
                    <a:pt x="85090" y="54229"/>
                  </a:lnTo>
                  <a:lnTo>
                    <a:pt x="91821" y="61849"/>
                  </a:lnTo>
                  <a:lnTo>
                    <a:pt x="123317" y="34543"/>
                  </a:lnTo>
                  <a:lnTo>
                    <a:pt x="123317" y="27305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72284" y="2001647"/>
              <a:ext cx="198120" cy="176530"/>
            </a:xfrm>
            <a:custGeom>
              <a:avLst/>
              <a:gdLst/>
              <a:ahLst/>
              <a:cxnLst/>
              <a:rect l="l" t="t" r="r" b="b"/>
              <a:pathLst>
                <a:path w="198119" h="176530">
                  <a:moveTo>
                    <a:pt x="141731" y="0"/>
                  </a:moveTo>
                  <a:lnTo>
                    <a:pt x="139191" y="7111"/>
                  </a:lnTo>
                  <a:lnTo>
                    <a:pt x="149411" y="11566"/>
                  </a:lnTo>
                  <a:lnTo>
                    <a:pt x="158178" y="17700"/>
                  </a:lnTo>
                  <a:lnTo>
                    <a:pt x="179276" y="58483"/>
                  </a:lnTo>
                  <a:lnTo>
                    <a:pt x="181863" y="87248"/>
                  </a:lnTo>
                  <a:lnTo>
                    <a:pt x="181219" y="102822"/>
                  </a:lnTo>
                  <a:lnTo>
                    <a:pt x="171450" y="140969"/>
                  </a:lnTo>
                  <a:lnTo>
                    <a:pt x="139445" y="169290"/>
                  </a:lnTo>
                  <a:lnTo>
                    <a:pt x="141731" y="176402"/>
                  </a:lnTo>
                  <a:lnTo>
                    <a:pt x="175414" y="156400"/>
                  </a:lnTo>
                  <a:lnTo>
                    <a:pt x="194373" y="119427"/>
                  </a:lnTo>
                  <a:lnTo>
                    <a:pt x="197992" y="88264"/>
                  </a:lnTo>
                  <a:lnTo>
                    <a:pt x="197091" y="72199"/>
                  </a:lnTo>
                  <a:lnTo>
                    <a:pt x="183387" y="30860"/>
                  </a:lnTo>
                  <a:lnTo>
                    <a:pt x="154491" y="4589"/>
                  </a:lnTo>
                  <a:lnTo>
                    <a:pt x="141731" y="0"/>
                  </a:lnTo>
                  <a:close/>
                </a:path>
                <a:path w="198119" h="176530">
                  <a:moveTo>
                    <a:pt x="56260" y="0"/>
                  </a:moveTo>
                  <a:lnTo>
                    <a:pt x="22649" y="20056"/>
                  </a:lnTo>
                  <a:lnTo>
                    <a:pt x="3635" y="57134"/>
                  </a:lnTo>
                  <a:lnTo>
                    <a:pt x="56" y="87248"/>
                  </a:lnTo>
                  <a:lnTo>
                    <a:pt x="0" y="88264"/>
                  </a:lnTo>
                  <a:lnTo>
                    <a:pt x="8143" y="133109"/>
                  </a:lnTo>
                  <a:lnTo>
                    <a:pt x="32178" y="165163"/>
                  </a:lnTo>
                  <a:lnTo>
                    <a:pt x="56260" y="176402"/>
                  </a:lnTo>
                  <a:lnTo>
                    <a:pt x="58546" y="169290"/>
                  </a:lnTo>
                  <a:lnTo>
                    <a:pt x="48474" y="164812"/>
                  </a:lnTo>
                  <a:lnTo>
                    <a:pt x="39782" y="158607"/>
                  </a:lnTo>
                  <a:lnTo>
                    <a:pt x="18716" y="116966"/>
                  </a:lnTo>
                  <a:lnTo>
                    <a:pt x="16171" y="88264"/>
                  </a:lnTo>
                  <a:lnTo>
                    <a:pt x="16128" y="87248"/>
                  </a:lnTo>
                  <a:lnTo>
                    <a:pt x="21969" y="46100"/>
                  </a:lnTo>
                  <a:lnTo>
                    <a:pt x="48635" y="11566"/>
                  </a:lnTo>
                  <a:lnTo>
                    <a:pt x="58800" y="7111"/>
                  </a:lnTo>
                  <a:lnTo>
                    <a:pt x="56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608200" y="1879282"/>
            <a:ext cx="33083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23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6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1410" y="2001647"/>
            <a:ext cx="188467" cy="17640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084704" y="1974786"/>
            <a:ext cx="473709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4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endParaRPr baseline="27777" sz="2250">
              <a:latin typeface="Cambria Math"/>
              <a:cs typeface="Cambria Math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7734" y="2001647"/>
            <a:ext cx="197992" cy="17640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761614" y="1974786"/>
            <a:ext cx="129794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3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>
                <a:latin typeface="Cambria Math"/>
                <a:cs typeface="Cambria Math"/>
              </a:rPr>
              <a:t>𝑖</a:t>
            </a:r>
            <a:r>
              <a:rPr dirty="0" baseline="27777" sz="2250" spc="637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log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73144" y="1955164"/>
            <a:ext cx="1282065" cy="424180"/>
            <a:chOff x="4073144" y="1955164"/>
            <a:chExt cx="1282065" cy="424180"/>
          </a:xfrm>
        </p:grpSpPr>
        <p:sp>
          <p:nvSpPr>
            <p:cNvPr id="18" name="object 18"/>
            <p:cNvSpPr/>
            <p:nvPr/>
          </p:nvSpPr>
          <p:spPr>
            <a:xfrm>
              <a:off x="4073144" y="1955164"/>
              <a:ext cx="1282065" cy="424180"/>
            </a:xfrm>
            <a:custGeom>
              <a:avLst/>
              <a:gdLst/>
              <a:ahLst/>
              <a:cxnLst/>
              <a:rect l="l" t="t" r="r" b="b"/>
              <a:pathLst>
                <a:path w="1282064" h="424180">
                  <a:moveTo>
                    <a:pt x="1190370" y="0"/>
                  </a:moveTo>
                  <a:lnTo>
                    <a:pt x="1186306" y="10033"/>
                  </a:lnTo>
                  <a:lnTo>
                    <a:pt x="1202166" y="22842"/>
                  </a:lnTo>
                  <a:lnTo>
                    <a:pt x="1216215" y="39544"/>
                  </a:lnTo>
                  <a:lnTo>
                    <a:pt x="1238884" y="84582"/>
                  </a:lnTo>
                  <a:lnTo>
                    <a:pt x="1253283" y="142779"/>
                  </a:lnTo>
                  <a:lnTo>
                    <a:pt x="1258053" y="211962"/>
                  </a:lnTo>
                  <a:lnTo>
                    <a:pt x="1258061" y="212217"/>
                  </a:lnTo>
                  <a:lnTo>
                    <a:pt x="1256871" y="247719"/>
                  </a:lnTo>
                  <a:lnTo>
                    <a:pt x="1247346" y="311104"/>
                  </a:lnTo>
                  <a:lnTo>
                    <a:pt x="1228580" y="363658"/>
                  </a:lnTo>
                  <a:lnTo>
                    <a:pt x="1202239" y="401238"/>
                  </a:lnTo>
                  <a:lnTo>
                    <a:pt x="1186306" y="414147"/>
                  </a:lnTo>
                  <a:lnTo>
                    <a:pt x="1190370" y="424180"/>
                  </a:lnTo>
                  <a:lnTo>
                    <a:pt x="1228121" y="393969"/>
                  </a:lnTo>
                  <a:lnTo>
                    <a:pt x="1257300" y="345567"/>
                  </a:lnTo>
                  <a:lnTo>
                    <a:pt x="1275873" y="283384"/>
                  </a:lnTo>
                  <a:lnTo>
                    <a:pt x="1282054" y="212217"/>
                  </a:lnTo>
                  <a:lnTo>
                    <a:pt x="1282064" y="211962"/>
                  </a:lnTo>
                  <a:lnTo>
                    <a:pt x="1280567" y="176093"/>
                  </a:lnTo>
                  <a:lnTo>
                    <a:pt x="1280517" y="174888"/>
                  </a:lnTo>
                  <a:lnTo>
                    <a:pt x="1268134" y="108075"/>
                  </a:lnTo>
                  <a:lnTo>
                    <a:pt x="1243770" y="52042"/>
                  </a:lnTo>
                  <a:lnTo>
                    <a:pt x="1210329" y="12886"/>
                  </a:lnTo>
                  <a:lnTo>
                    <a:pt x="1190370" y="0"/>
                  </a:lnTo>
                  <a:close/>
                </a:path>
                <a:path w="1282064" h="424180">
                  <a:moveTo>
                    <a:pt x="91566" y="0"/>
                  </a:moveTo>
                  <a:lnTo>
                    <a:pt x="53927" y="30225"/>
                  </a:lnTo>
                  <a:lnTo>
                    <a:pt x="24764" y="78359"/>
                  </a:lnTo>
                  <a:lnTo>
                    <a:pt x="6191" y="140255"/>
                  </a:lnTo>
                  <a:lnTo>
                    <a:pt x="0" y="211962"/>
                  </a:lnTo>
                  <a:lnTo>
                    <a:pt x="1501" y="247719"/>
                  </a:lnTo>
                  <a:lnTo>
                    <a:pt x="13930" y="315636"/>
                  </a:lnTo>
                  <a:lnTo>
                    <a:pt x="38292" y="372048"/>
                  </a:lnTo>
                  <a:lnTo>
                    <a:pt x="71681" y="411343"/>
                  </a:lnTo>
                  <a:lnTo>
                    <a:pt x="91566" y="424180"/>
                  </a:lnTo>
                  <a:lnTo>
                    <a:pt x="95757" y="414147"/>
                  </a:lnTo>
                  <a:lnTo>
                    <a:pt x="79752" y="401238"/>
                  </a:lnTo>
                  <a:lnTo>
                    <a:pt x="65627" y="384413"/>
                  </a:lnTo>
                  <a:lnTo>
                    <a:pt x="42925" y="338963"/>
                  </a:lnTo>
                  <a:lnTo>
                    <a:pt x="28749" y="280685"/>
                  </a:lnTo>
                  <a:lnTo>
                    <a:pt x="24002" y="212217"/>
                  </a:lnTo>
                  <a:lnTo>
                    <a:pt x="25195" y="176093"/>
                  </a:lnTo>
                  <a:lnTo>
                    <a:pt x="34772" y="112275"/>
                  </a:lnTo>
                  <a:lnTo>
                    <a:pt x="53609" y="60128"/>
                  </a:lnTo>
                  <a:lnTo>
                    <a:pt x="79898" y="22842"/>
                  </a:lnTo>
                  <a:lnTo>
                    <a:pt x="95757" y="10033"/>
                  </a:lnTo>
                  <a:lnTo>
                    <a:pt x="91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17746" y="2138425"/>
              <a:ext cx="165735" cy="46355"/>
            </a:xfrm>
            <a:custGeom>
              <a:avLst/>
              <a:gdLst/>
              <a:ahLst/>
              <a:cxnLst/>
              <a:rect l="l" t="t" r="r" b="b"/>
              <a:pathLst>
                <a:path w="165735" h="46355">
                  <a:moveTo>
                    <a:pt x="142112" y="0"/>
                  </a:moveTo>
                  <a:lnTo>
                    <a:pt x="137159" y="5587"/>
                  </a:lnTo>
                  <a:lnTo>
                    <a:pt x="152018" y="18542"/>
                  </a:lnTo>
                  <a:lnTo>
                    <a:pt x="0" y="18542"/>
                  </a:lnTo>
                  <a:lnTo>
                    <a:pt x="0" y="27305"/>
                  </a:lnTo>
                  <a:lnTo>
                    <a:pt x="152018" y="27305"/>
                  </a:lnTo>
                  <a:lnTo>
                    <a:pt x="137159" y="40259"/>
                  </a:lnTo>
                  <a:lnTo>
                    <a:pt x="142112" y="45847"/>
                  </a:lnTo>
                  <a:lnTo>
                    <a:pt x="165353" y="25654"/>
                  </a:lnTo>
                  <a:lnTo>
                    <a:pt x="165353" y="20193"/>
                  </a:lnTo>
                  <a:lnTo>
                    <a:pt x="142112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153915" y="2031936"/>
            <a:ext cx="521334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673732" y="2001647"/>
            <a:ext cx="556260" cy="321310"/>
            <a:chOff x="4673732" y="2001647"/>
            <a:chExt cx="556260" cy="321310"/>
          </a:xfrm>
        </p:grpSpPr>
        <p:sp>
          <p:nvSpPr>
            <p:cNvPr id="22" name="object 22"/>
            <p:cNvSpPr/>
            <p:nvPr/>
          </p:nvSpPr>
          <p:spPr>
            <a:xfrm>
              <a:off x="4673732" y="2012061"/>
              <a:ext cx="556260" cy="311150"/>
            </a:xfrm>
            <a:custGeom>
              <a:avLst/>
              <a:gdLst/>
              <a:ahLst/>
              <a:cxnLst/>
              <a:rect l="l" t="t" r="r" b="b"/>
              <a:pathLst>
                <a:path w="556260" h="311150">
                  <a:moveTo>
                    <a:pt x="474466" y="0"/>
                  </a:moveTo>
                  <a:lnTo>
                    <a:pt x="471291" y="10287"/>
                  </a:lnTo>
                  <a:lnTo>
                    <a:pt x="485602" y="17672"/>
                  </a:lnTo>
                  <a:lnTo>
                    <a:pt x="498056" y="28416"/>
                  </a:lnTo>
                  <a:lnTo>
                    <a:pt x="524226" y="80456"/>
                  </a:lnTo>
                  <a:lnTo>
                    <a:pt x="532036" y="128133"/>
                  </a:lnTo>
                  <a:lnTo>
                    <a:pt x="533013" y="155447"/>
                  </a:lnTo>
                  <a:lnTo>
                    <a:pt x="532036" y="182669"/>
                  </a:lnTo>
                  <a:lnTo>
                    <a:pt x="524226" y="230207"/>
                  </a:lnTo>
                  <a:lnTo>
                    <a:pt x="508652" y="268047"/>
                  </a:lnTo>
                  <a:lnTo>
                    <a:pt x="471291" y="300355"/>
                  </a:lnTo>
                  <a:lnTo>
                    <a:pt x="474466" y="310641"/>
                  </a:lnTo>
                  <a:lnTo>
                    <a:pt x="509168" y="292163"/>
                  </a:lnTo>
                  <a:lnTo>
                    <a:pt x="534918" y="257301"/>
                  </a:lnTo>
                  <a:lnTo>
                    <a:pt x="550808" y="210216"/>
                  </a:lnTo>
                  <a:lnTo>
                    <a:pt x="556121" y="155447"/>
                  </a:lnTo>
                  <a:lnTo>
                    <a:pt x="554854" y="128133"/>
                  </a:lnTo>
                  <a:lnTo>
                    <a:pt x="544179" y="75864"/>
                  </a:lnTo>
                  <a:lnTo>
                    <a:pt x="523150" y="33861"/>
                  </a:lnTo>
                  <a:lnTo>
                    <a:pt x="492948" y="7191"/>
                  </a:lnTo>
                  <a:lnTo>
                    <a:pt x="474466" y="0"/>
                  </a:lnTo>
                  <a:close/>
                </a:path>
                <a:path w="556260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7"/>
                  </a:lnTo>
                  <a:lnTo>
                    <a:pt x="0" y="155447"/>
                  </a:lnTo>
                  <a:lnTo>
                    <a:pt x="1274" y="182669"/>
                  </a:lnTo>
                  <a:lnTo>
                    <a:pt x="11941" y="234723"/>
                  </a:lnTo>
                  <a:lnTo>
                    <a:pt x="32970" y="276780"/>
                  </a:lnTo>
                  <a:lnTo>
                    <a:pt x="63172" y="303450"/>
                  </a:lnTo>
                  <a:lnTo>
                    <a:pt x="81655" y="310641"/>
                  </a:lnTo>
                  <a:lnTo>
                    <a:pt x="84830" y="300355"/>
                  </a:lnTo>
                  <a:lnTo>
                    <a:pt x="70518" y="292951"/>
                  </a:lnTo>
                  <a:lnTo>
                    <a:pt x="58064" y="282178"/>
                  </a:lnTo>
                  <a:lnTo>
                    <a:pt x="31894" y="230207"/>
                  </a:lnTo>
                  <a:lnTo>
                    <a:pt x="24084" y="182669"/>
                  </a:lnTo>
                  <a:lnTo>
                    <a:pt x="23108" y="155447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8" y="42541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765420" y="2038350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0" y="0"/>
                  </a:moveTo>
                  <a:lnTo>
                    <a:pt x="85089" y="7619"/>
                  </a:lnTo>
                  <a:lnTo>
                    <a:pt x="105155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05155" y="36830"/>
                  </a:lnTo>
                  <a:lnTo>
                    <a:pt x="85089" y="54229"/>
                  </a:lnTo>
                  <a:lnTo>
                    <a:pt x="91820" y="61849"/>
                  </a:lnTo>
                  <a:lnTo>
                    <a:pt x="123316" y="34543"/>
                  </a:lnTo>
                  <a:lnTo>
                    <a:pt x="123316" y="27305"/>
                  </a:lnTo>
                  <a:lnTo>
                    <a:pt x="9182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5534" y="2001647"/>
              <a:ext cx="197992" cy="17640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745101" y="1879282"/>
            <a:ext cx="34036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34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92907" y="2001647"/>
            <a:ext cx="1022985" cy="321310"/>
            <a:chOff x="5692907" y="2001647"/>
            <a:chExt cx="1022985" cy="321310"/>
          </a:xfrm>
        </p:grpSpPr>
        <p:sp>
          <p:nvSpPr>
            <p:cNvPr id="27" name="object 27"/>
            <p:cNvSpPr/>
            <p:nvPr/>
          </p:nvSpPr>
          <p:spPr>
            <a:xfrm>
              <a:off x="5692907" y="2012061"/>
              <a:ext cx="1022985" cy="311150"/>
            </a:xfrm>
            <a:custGeom>
              <a:avLst/>
              <a:gdLst/>
              <a:ahLst/>
              <a:cxnLst/>
              <a:rect l="l" t="t" r="r" b="b"/>
              <a:pathLst>
                <a:path w="1022984" h="311150">
                  <a:moveTo>
                    <a:pt x="941191" y="0"/>
                  </a:moveTo>
                  <a:lnTo>
                    <a:pt x="938016" y="10287"/>
                  </a:lnTo>
                  <a:lnTo>
                    <a:pt x="952327" y="17672"/>
                  </a:lnTo>
                  <a:lnTo>
                    <a:pt x="964781" y="28416"/>
                  </a:lnTo>
                  <a:lnTo>
                    <a:pt x="990951" y="80456"/>
                  </a:lnTo>
                  <a:lnTo>
                    <a:pt x="998761" y="128133"/>
                  </a:lnTo>
                  <a:lnTo>
                    <a:pt x="999738" y="155447"/>
                  </a:lnTo>
                  <a:lnTo>
                    <a:pt x="998761" y="182669"/>
                  </a:lnTo>
                  <a:lnTo>
                    <a:pt x="990951" y="230207"/>
                  </a:lnTo>
                  <a:lnTo>
                    <a:pt x="975377" y="268047"/>
                  </a:lnTo>
                  <a:lnTo>
                    <a:pt x="938016" y="300355"/>
                  </a:lnTo>
                  <a:lnTo>
                    <a:pt x="941191" y="310641"/>
                  </a:lnTo>
                  <a:lnTo>
                    <a:pt x="975893" y="292163"/>
                  </a:lnTo>
                  <a:lnTo>
                    <a:pt x="1001643" y="257301"/>
                  </a:lnTo>
                  <a:lnTo>
                    <a:pt x="1017533" y="210216"/>
                  </a:lnTo>
                  <a:lnTo>
                    <a:pt x="1022846" y="155447"/>
                  </a:lnTo>
                  <a:lnTo>
                    <a:pt x="1021579" y="128133"/>
                  </a:lnTo>
                  <a:lnTo>
                    <a:pt x="1010904" y="75864"/>
                  </a:lnTo>
                  <a:lnTo>
                    <a:pt x="989875" y="33861"/>
                  </a:lnTo>
                  <a:lnTo>
                    <a:pt x="959673" y="7191"/>
                  </a:lnTo>
                  <a:lnTo>
                    <a:pt x="941191" y="0"/>
                  </a:lnTo>
                  <a:close/>
                </a:path>
                <a:path w="1022984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7"/>
                  </a:lnTo>
                  <a:lnTo>
                    <a:pt x="0" y="155447"/>
                  </a:lnTo>
                  <a:lnTo>
                    <a:pt x="1274" y="182669"/>
                  </a:lnTo>
                  <a:lnTo>
                    <a:pt x="11941" y="234723"/>
                  </a:lnTo>
                  <a:lnTo>
                    <a:pt x="32970" y="276780"/>
                  </a:lnTo>
                  <a:lnTo>
                    <a:pt x="63172" y="303450"/>
                  </a:lnTo>
                  <a:lnTo>
                    <a:pt x="81655" y="310641"/>
                  </a:lnTo>
                  <a:lnTo>
                    <a:pt x="84830" y="300355"/>
                  </a:lnTo>
                  <a:lnTo>
                    <a:pt x="70518" y="292951"/>
                  </a:lnTo>
                  <a:lnTo>
                    <a:pt x="58064" y="282178"/>
                  </a:lnTo>
                  <a:lnTo>
                    <a:pt x="31894" y="230207"/>
                  </a:lnTo>
                  <a:lnTo>
                    <a:pt x="24084" y="182669"/>
                  </a:lnTo>
                  <a:lnTo>
                    <a:pt x="23108" y="155447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8" y="42541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1434" y="2001647"/>
              <a:ext cx="197992" cy="17640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402834" y="1974786"/>
            <a:ext cx="17037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387350" algn="l"/>
                <a:tab pos="1341120" algn="l"/>
              </a:tabLst>
            </a:pPr>
            <a:r>
              <a:rPr dirty="0" sz="2000" spc="-50">
                <a:latin typeface="Cambria Math"/>
                <a:cs typeface="Cambria Math"/>
              </a:rPr>
              <a:t>−</a:t>
            </a:r>
            <a:r>
              <a:rPr dirty="0" sz="2000">
                <a:latin typeface="Cambria Math"/>
                <a:cs typeface="Cambria Math"/>
              </a:rPr>
              <a:t>	1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r>
              <a:rPr dirty="0" baseline="27777" sz="2250">
                <a:latin typeface="Cambria Math"/>
                <a:cs typeface="Cambria Math"/>
              </a:rPr>
              <a:t>	</a:t>
            </a:r>
            <a:r>
              <a:rPr dirty="0" sz="2000" spc="-25">
                <a:latin typeface="Cambria Math"/>
                <a:cs typeface="Cambria Math"/>
              </a:rPr>
              <a:t>log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121143" y="1955164"/>
            <a:ext cx="1729739" cy="424180"/>
            <a:chOff x="7121143" y="1955164"/>
            <a:chExt cx="1729739" cy="424180"/>
          </a:xfrm>
        </p:grpSpPr>
        <p:sp>
          <p:nvSpPr>
            <p:cNvPr id="31" name="object 31"/>
            <p:cNvSpPr/>
            <p:nvPr/>
          </p:nvSpPr>
          <p:spPr>
            <a:xfrm>
              <a:off x="7121143" y="1955164"/>
              <a:ext cx="1729739" cy="424180"/>
            </a:xfrm>
            <a:custGeom>
              <a:avLst/>
              <a:gdLst/>
              <a:ahLst/>
              <a:cxnLst/>
              <a:rect l="l" t="t" r="r" b="b"/>
              <a:pathLst>
                <a:path w="1729740" h="424180">
                  <a:moveTo>
                    <a:pt x="1638046" y="0"/>
                  </a:moveTo>
                  <a:lnTo>
                    <a:pt x="1633981" y="10033"/>
                  </a:lnTo>
                  <a:lnTo>
                    <a:pt x="1649841" y="22842"/>
                  </a:lnTo>
                  <a:lnTo>
                    <a:pt x="1663890" y="39544"/>
                  </a:lnTo>
                  <a:lnTo>
                    <a:pt x="1686559" y="84582"/>
                  </a:lnTo>
                  <a:lnTo>
                    <a:pt x="1700958" y="142779"/>
                  </a:lnTo>
                  <a:lnTo>
                    <a:pt x="1705728" y="211962"/>
                  </a:lnTo>
                  <a:lnTo>
                    <a:pt x="1705736" y="212217"/>
                  </a:lnTo>
                  <a:lnTo>
                    <a:pt x="1704546" y="247719"/>
                  </a:lnTo>
                  <a:lnTo>
                    <a:pt x="1695021" y="311104"/>
                  </a:lnTo>
                  <a:lnTo>
                    <a:pt x="1676255" y="363658"/>
                  </a:lnTo>
                  <a:lnTo>
                    <a:pt x="1649914" y="401238"/>
                  </a:lnTo>
                  <a:lnTo>
                    <a:pt x="1633981" y="414147"/>
                  </a:lnTo>
                  <a:lnTo>
                    <a:pt x="1638046" y="424180"/>
                  </a:lnTo>
                  <a:lnTo>
                    <a:pt x="1675796" y="393969"/>
                  </a:lnTo>
                  <a:lnTo>
                    <a:pt x="1704975" y="345567"/>
                  </a:lnTo>
                  <a:lnTo>
                    <a:pt x="1723548" y="283384"/>
                  </a:lnTo>
                  <a:lnTo>
                    <a:pt x="1729729" y="212217"/>
                  </a:lnTo>
                  <a:lnTo>
                    <a:pt x="1729739" y="211962"/>
                  </a:lnTo>
                  <a:lnTo>
                    <a:pt x="1723548" y="140255"/>
                  </a:lnTo>
                  <a:lnTo>
                    <a:pt x="1704975" y="78359"/>
                  </a:lnTo>
                  <a:lnTo>
                    <a:pt x="1675796" y="30226"/>
                  </a:lnTo>
                  <a:lnTo>
                    <a:pt x="1658004" y="12886"/>
                  </a:lnTo>
                  <a:lnTo>
                    <a:pt x="1638046" y="0"/>
                  </a:lnTo>
                  <a:close/>
                </a:path>
                <a:path w="1729740" h="424180">
                  <a:moveTo>
                    <a:pt x="91566" y="0"/>
                  </a:moveTo>
                  <a:lnTo>
                    <a:pt x="53927" y="30225"/>
                  </a:lnTo>
                  <a:lnTo>
                    <a:pt x="24764" y="78359"/>
                  </a:lnTo>
                  <a:lnTo>
                    <a:pt x="6191" y="140255"/>
                  </a:lnTo>
                  <a:lnTo>
                    <a:pt x="0" y="211962"/>
                  </a:lnTo>
                  <a:lnTo>
                    <a:pt x="1501" y="247719"/>
                  </a:lnTo>
                  <a:lnTo>
                    <a:pt x="1547" y="248822"/>
                  </a:lnTo>
                  <a:lnTo>
                    <a:pt x="13930" y="315636"/>
                  </a:lnTo>
                  <a:lnTo>
                    <a:pt x="38292" y="372048"/>
                  </a:lnTo>
                  <a:lnTo>
                    <a:pt x="71681" y="411343"/>
                  </a:lnTo>
                  <a:lnTo>
                    <a:pt x="91566" y="424180"/>
                  </a:lnTo>
                  <a:lnTo>
                    <a:pt x="95757" y="414147"/>
                  </a:lnTo>
                  <a:lnTo>
                    <a:pt x="79752" y="401238"/>
                  </a:lnTo>
                  <a:lnTo>
                    <a:pt x="65627" y="384413"/>
                  </a:lnTo>
                  <a:lnTo>
                    <a:pt x="42925" y="338963"/>
                  </a:lnTo>
                  <a:lnTo>
                    <a:pt x="28749" y="280685"/>
                  </a:lnTo>
                  <a:lnTo>
                    <a:pt x="25310" y="248822"/>
                  </a:lnTo>
                  <a:lnTo>
                    <a:pt x="25191" y="247719"/>
                  </a:lnTo>
                  <a:lnTo>
                    <a:pt x="25195" y="176093"/>
                  </a:lnTo>
                  <a:lnTo>
                    <a:pt x="34772" y="112275"/>
                  </a:lnTo>
                  <a:lnTo>
                    <a:pt x="53609" y="60128"/>
                  </a:lnTo>
                  <a:lnTo>
                    <a:pt x="79898" y="22842"/>
                  </a:lnTo>
                  <a:lnTo>
                    <a:pt x="95757" y="10033"/>
                  </a:lnTo>
                  <a:lnTo>
                    <a:pt x="91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813420" y="2138425"/>
              <a:ext cx="165735" cy="46355"/>
            </a:xfrm>
            <a:custGeom>
              <a:avLst/>
              <a:gdLst/>
              <a:ahLst/>
              <a:cxnLst/>
              <a:rect l="l" t="t" r="r" b="b"/>
              <a:pathLst>
                <a:path w="165734" h="46355">
                  <a:moveTo>
                    <a:pt x="142112" y="0"/>
                  </a:moveTo>
                  <a:lnTo>
                    <a:pt x="137159" y="5587"/>
                  </a:lnTo>
                  <a:lnTo>
                    <a:pt x="152019" y="18542"/>
                  </a:lnTo>
                  <a:lnTo>
                    <a:pt x="0" y="18542"/>
                  </a:lnTo>
                  <a:lnTo>
                    <a:pt x="0" y="27305"/>
                  </a:lnTo>
                  <a:lnTo>
                    <a:pt x="152019" y="27305"/>
                  </a:lnTo>
                  <a:lnTo>
                    <a:pt x="137159" y="40259"/>
                  </a:lnTo>
                  <a:lnTo>
                    <a:pt x="142112" y="45847"/>
                  </a:lnTo>
                  <a:lnTo>
                    <a:pt x="165353" y="25654"/>
                  </a:lnTo>
                  <a:lnTo>
                    <a:pt x="165353" y="20193"/>
                  </a:lnTo>
                  <a:lnTo>
                    <a:pt x="142112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205091" y="1974786"/>
            <a:ext cx="9690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 spc="-2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baseline="-16666" sz="2250" spc="-3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-16666" sz="2250" spc="-30">
                <a:latin typeface="Cambria Math"/>
                <a:cs typeface="Cambria Math"/>
              </a:rPr>
              <a:t>,</a:t>
            </a:r>
            <a:r>
              <a:rPr dirty="0" baseline="-16666" sz="2250" spc="-3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baseline="-16666" sz="225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169408" y="2001647"/>
            <a:ext cx="556260" cy="321310"/>
            <a:chOff x="8169408" y="2001647"/>
            <a:chExt cx="556260" cy="321310"/>
          </a:xfrm>
        </p:grpSpPr>
        <p:sp>
          <p:nvSpPr>
            <p:cNvPr id="35" name="object 35"/>
            <p:cNvSpPr/>
            <p:nvPr/>
          </p:nvSpPr>
          <p:spPr>
            <a:xfrm>
              <a:off x="8169408" y="2012061"/>
              <a:ext cx="556260" cy="311150"/>
            </a:xfrm>
            <a:custGeom>
              <a:avLst/>
              <a:gdLst/>
              <a:ahLst/>
              <a:cxnLst/>
              <a:rect l="l" t="t" r="r" b="b"/>
              <a:pathLst>
                <a:path w="556259" h="311150">
                  <a:moveTo>
                    <a:pt x="474466" y="0"/>
                  </a:moveTo>
                  <a:lnTo>
                    <a:pt x="471291" y="10287"/>
                  </a:lnTo>
                  <a:lnTo>
                    <a:pt x="485602" y="17672"/>
                  </a:lnTo>
                  <a:lnTo>
                    <a:pt x="498056" y="28416"/>
                  </a:lnTo>
                  <a:lnTo>
                    <a:pt x="524226" y="80456"/>
                  </a:lnTo>
                  <a:lnTo>
                    <a:pt x="532036" y="128133"/>
                  </a:lnTo>
                  <a:lnTo>
                    <a:pt x="533013" y="155447"/>
                  </a:lnTo>
                  <a:lnTo>
                    <a:pt x="532036" y="182669"/>
                  </a:lnTo>
                  <a:lnTo>
                    <a:pt x="524226" y="230207"/>
                  </a:lnTo>
                  <a:lnTo>
                    <a:pt x="508652" y="268047"/>
                  </a:lnTo>
                  <a:lnTo>
                    <a:pt x="471291" y="300355"/>
                  </a:lnTo>
                  <a:lnTo>
                    <a:pt x="474466" y="310641"/>
                  </a:lnTo>
                  <a:lnTo>
                    <a:pt x="509168" y="292163"/>
                  </a:lnTo>
                  <a:lnTo>
                    <a:pt x="534918" y="257301"/>
                  </a:lnTo>
                  <a:lnTo>
                    <a:pt x="550808" y="210216"/>
                  </a:lnTo>
                  <a:lnTo>
                    <a:pt x="556121" y="155447"/>
                  </a:lnTo>
                  <a:lnTo>
                    <a:pt x="554854" y="128133"/>
                  </a:lnTo>
                  <a:lnTo>
                    <a:pt x="544179" y="75864"/>
                  </a:lnTo>
                  <a:lnTo>
                    <a:pt x="523150" y="33861"/>
                  </a:lnTo>
                  <a:lnTo>
                    <a:pt x="492948" y="7191"/>
                  </a:lnTo>
                  <a:lnTo>
                    <a:pt x="474466" y="0"/>
                  </a:lnTo>
                  <a:close/>
                </a:path>
                <a:path w="556259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7"/>
                  </a:lnTo>
                  <a:lnTo>
                    <a:pt x="0" y="155447"/>
                  </a:lnTo>
                  <a:lnTo>
                    <a:pt x="1274" y="182669"/>
                  </a:lnTo>
                  <a:lnTo>
                    <a:pt x="11941" y="234723"/>
                  </a:lnTo>
                  <a:lnTo>
                    <a:pt x="32970" y="276780"/>
                  </a:lnTo>
                  <a:lnTo>
                    <a:pt x="63172" y="303450"/>
                  </a:lnTo>
                  <a:lnTo>
                    <a:pt x="81655" y="310641"/>
                  </a:lnTo>
                  <a:lnTo>
                    <a:pt x="84830" y="300355"/>
                  </a:lnTo>
                  <a:lnTo>
                    <a:pt x="70518" y="292951"/>
                  </a:lnTo>
                  <a:lnTo>
                    <a:pt x="58064" y="282178"/>
                  </a:lnTo>
                  <a:lnTo>
                    <a:pt x="31894" y="230207"/>
                  </a:lnTo>
                  <a:lnTo>
                    <a:pt x="24084" y="182669"/>
                  </a:lnTo>
                  <a:lnTo>
                    <a:pt x="23108" y="155447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8" y="42541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261096" y="2038350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1" y="0"/>
                  </a:moveTo>
                  <a:lnTo>
                    <a:pt x="85089" y="7619"/>
                  </a:lnTo>
                  <a:lnTo>
                    <a:pt x="105155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05155" y="36830"/>
                  </a:lnTo>
                  <a:lnTo>
                    <a:pt x="85089" y="54229"/>
                  </a:lnTo>
                  <a:lnTo>
                    <a:pt x="91821" y="61849"/>
                  </a:lnTo>
                  <a:lnTo>
                    <a:pt x="123317" y="34543"/>
                  </a:lnTo>
                  <a:lnTo>
                    <a:pt x="123317" y="27305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1210" y="2001647"/>
              <a:ext cx="197993" cy="176402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244205" y="1879282"/>
            <a:ext cx="34036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34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99693" y="1131950"/>
            <a:ext cx="1962785" cy="322580"/>
            <a:chOff x="799693" y="1131950"/>
            <a:chExt cx="1962785" cy="322580"/>
          </a:xfrm>
        </p:grpSpPr>
        <p:pic>
          <p:nvPicPr>
            <p:cNvPr id="40" name="object 4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693" y="1199768"/>
              <a:ext cx="118910" cy="171450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017" y="1131950"/>
              <a:ext cx="1803845" cy="322072"/>
            </a:xfrm>
            <a:prstGeom prst="rect">
              <a:avLst/>
            </a:prstGeom>
          </p:spPr>
        </p:pic>
      </p:grpSp>
      <p:sp>
        <p:nvSpPr>
          <p:cNvPr id="42" name="object 42"/>
          <p:cNvSpPr/>
          <p:nvPr/>
        </p:nvSpPr>
        <p:spPr>
          <a:xfrm>
            <a:off x="2868676" y="1263268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5">
                <a:moveTo>
                  <a:pt x="154686" y="52197"/>
                </a:moveTo>
                <a:lnTo>
                  <a:pt x="0" y="52197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197"/>
                </a:lnTo>
                <a:close/>
              </a:path>
              <a:path w="154939" h="69215">
                <a:moveTo>
                  <a:pt x="154686" y="0"/>
                </a:moveTo>
                <a:lnTo>
                  <a:pt x="0" y="0"/>
                </a:lnTo>
                <a:lnTo>
                  <a:pt x="0" y="16764"/>
                </a:lnTo>
                <a:lnTo>
                  <a:pt x="154686" y="16764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3" name="object 43"/>
          <p:cNvGrpSpPr/>
          <p:nvPr/>
        </p:nvGrpSpPr>
        <p:grpSpPr>
          <a:xfrm>
            <a:off x="958011" y="2977388"/>
            <a:ext cx="1746885" cy="311150"/>
            <a:chOff x="958011" y="2977388"/>
            <a:chExt cx="1746885" cy="311150"/>
          </a:xfrm>
        </p:grpSpPr>
        <p:sp>
          <p:nvSpPr>
            <p:cNvPr id="44" name="object 44"/>
            <p:cNvSpPr/>
            <p:nvPr/>
          </p:nvSpPr>
          <p:spPr>
            <a:xfrm>
              <a:off x="958011" y="2977388"/>
              <a:ext cx="1746885" cy="311150"/>
            </a:xfrm>
            <a:custGeom>
              <a:avLst/>
              <a:gdLst/>
              <a:ahLst/>
              <a:cxnLst/>
              <a:rect l="l" t="t" r="r" b="b"/>
              <a:pathLst>
                <a:path w="1746885" h="311150">
                  <a:moveTo>
                    <a:pt x="1665046" y="0"/>
                  </a:moveTo>
                  <a:lnTo>
                    <a:pt x="1661998" y="10287"/>
                  </a:lnTo>
                  <a:lnTo>
                    <a:pt x="1676236" y="17692"/>
                  </a:lnTo>
                  <a:lnTo>
                    <a:pt x="1688652" y="28479"/>
                  </a:lnTo>
                  <a:lnTo>
                    <a:pt x="1714806" y="80581"/>
                  </a:lnTo>
                  <a:lnTo>
                    <a:pt x="1722616" y="128206"/>
                  </a:lnTo>
                  <a:lnTo>
                    <a:pt x="1723588" y="155320"/>
                  </a:lnTo>
                  <a:lnTo>
                    <a:pt x="1722616" y="182687"/>
                  </a:lnTo>
                  <a:lnTo>
                    <a:pt x="1714806" y="230260"/>
                  </a:lnTo>
                  <a:lnTo>
                    <a:pt x="1699234" y="268100"/>
                  </a:lnTo>
                  <a:lnTo>
                    <a:pt x="1661998" y="300355"/>
                  </a:lnTo>
                  <a:lnTo>
                    <a:pt x="1665046" y="310642"/>
                  </a:lnTo>
                  <a:lnTo>
                    <a:pt x="1699796" y="292163"/>
                  </a:lnTo>
                  <a:lnTo>
                    <a:pt x="1725498" y="257301"/>
                  </a:lnTo>
                  <a:lnTo>
                    <a:pt x="1741389" y="210264"/>
                  </a:lnTo>
                  <a:lnTo>
                    <a:pt x="1746701" y="155448"/>
                  </a:lnTo>
                  <a:lnTo>
                    <a:pt x="1745437" y="128206"/>
                  </a:lnTo>
                  <a:lnTo>
                    <a:pt x="1734759" y="75918"/>
                  </a:lnTo>
                  <a:lnTo>
                    <a:pt x="1713784" y="33861"/>
                  </a:lnTo>
                  <a:lnTo>
                    <a:pt x="1683546" y="7191"/>
                  </a:lnTo>
                  <a:lnTo>
                    <a:pt x="1665046" y="0"/>
                  </a:lnTo>
                  <a:close/>
                </a:path>
                <a:path w="1746885" h="311150">
                  <a:moveTo>
                    <a:pt x="81622" y="0"/>
                  </a:moveTo>
                  <a:lnTo>
                    <a:pt x="46931" y="18478"/>
                  </a:lnTo>
                  <a:lnTo>
                    <a:pt x="21221" y="53339"/>
                  </a:lnTo>
                  <a:lnTo>
                    <a:pt x="5305" y="100425"/>
                  </a:lnTo>
                  <a:lnTo>
                    <a:pt x="0" y="155320"/>
                  </a:lnTo>
                  <a:lnTo>
                    <a:pt x="1275" y="182687"/>
                  </a:lnTo>
                  <a:lnTo>
                    <a:pt x="1326" y="183774"/>
                  </a:lnTo>
                  <a:lnTo>
                    <a:pt x="11937" y="234777"/>
                  </a:lnTo>
                  <a:lnTo>
                    <a:pt x="32954" y="276780"/>
                  </a:lnTo>
                  <a:lnTo>
                    <a:pt x="63153" y="303450"/>
                  </a:lnTo>
                  <a:lnTo>
                    <a:pt x="81622" y="310642"/>
                  </a:lnTo>
                  <a:lnTo>
                    <a:pt x="84759" y="300355"/>
                  </a:lnTo>
                  <a:lnTo>
                    <a:pt x="70488" y="292969"/>
                  </a:lnTo>
                  <a:lnTo>
                    <a:pt x="58061" y="282225"/>
                  </a:lnTo>
                  <a:lnTo>
                    <a:pt x="31893" y="230260"/>
                  </a:lnTo>
                  <a:lnTo>
                    <a:pt x="24077" y="182687"/>
                  </a:lnTo>
                  <a:lnTo>
                    <a:pt x="23101" y="155448"/>
                  </a:lnTo>
                  <a:lnTo>
                    <a:pt x="24077" y="128206"/>
                  </a:lnTo>
                  <a:lnTo>
                    <a:pt x="31893" y="80581"/>
                  </a:lnTo>
                  <a:lnTo>
                    <a:pt x="47476" y="42648"/>
                  </a:lnTo>
                  <a:lnTo>
                    <a:pt x="84759" y="10287"/>
                  </a:lnTo>
                  <a:lnTo>
                    <a:pt x="8162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192580" y="3103880"/>
              <a:ext cx="165735" cy="45720"/>
            </a:xfrm>
            <a:custGeom>
              <a:avLst/>
              <a:gdLst/>
              <a:ahLst/>
              <a:cxnLst/>
              <a:rect l="l" t="t" r="r" b="b"/>
              <a:pathLst>
                <a:path w="165734" h="45719">
                  <a:moveTo>
                    <a:pt x="142062" y="0"/>
                  </a:moveTo>
                  <a:lnTo>
                    <a:pt x="137109" y="5587"/>
                  </a:lnTo>
                  <a:lnTo>
                    <a:pt x="151968" y="18542"/>
                  </a:lnTo>
                  <a:lnTo>
                    <a:pt x="0" y="18542"/>
                  </a:lnTo>
                  <a:lnTo>
                    <a:pt x="0" y="27305"/>
                  </a:lnTo>
                  <a:lnTo>
                    <a:pt x="151968" y="27305"/>
                  </a:lnTo>
                  <a:lnTo>
                    <a:pt x="137109" y="40258"/>
                  </a:lnTo>
                  <a:lnTo>
                    <a:pt x="142062" y="45719"/>
                  </a:lnTo>
                  <a:lnTo>
                    <a:pt x="165430" y="25653"/>
                  </a:lnTo>
                  <a:lnTo>
                    <a:pt x="165430" y="20193"/>
                  </a:lnTo>
                  <a:lnTo>
                    <a:pt x="142062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/>
          <p:cNvGrpSpPr/>
          <p:nvPr/>
        </p:nvGrpSpPr>
        <p:grpSpPr>
          <a:xfrm>
            <a:off x="3120898" y="600075"/>
            <a:ext cx="3893820" cy="2053589"/>
            <a:chOff x="3120898" y="600075"/>
            <a:chExt cx="3893820" cy="2053589"/>
          </a:xfrm>
        </p:grpSpPr>
        <p:sp>
          <p:nvSpPr>
            <p:cNvPr id="47" name="object 47"/>
            <p:cNvSpPr/>
            <p:nvPr/>
          </p:nvSpPr>
          <p:spPr>
            <a:xfrm>
              <a:off x="3120898" y="745236"/>
              <a:ext cx="143510" cy="1105535"/>
            </a:xfrm>
            <a:custGeom>
              <a:avLst/>
              <a:gdLst/>
              <a:ahLst/>
              <a:cxnLst/>
              <a:rect l="l" t="t" r="r" b="b"/>
              <a:pathLst>
                <a:path w="143510" h="1105535">
                  <a:moveTo>
                    <a:pt x="143382" y="0"/>
                  </a:moveTo>
                  <a:lnTo>
                    <a:pt x="103663" y="19812"/>
                  </a:lnTo>
                  <a:lnTo>
                    <a:pt x="69087" y="65531"/>
                  </a:lnTo>
                  <a:lnTo>
                    <a:pt x="44973" y="134667"/>
                  </a:lnTo>
                  <a:lnTo>
                    <a:pt x="38959" y="177206"/>
                  </a:lnTo>
                  <a:lnTo>
                    <a:pt x="36956" y="225043"/>
                  </a:lnTo>
                  <a:lnTo>
                    <a:pt x="37552" y="245600"/>
                  </a:lnTo>
                  <a:lnTo>
                    <a:pt x="39338" y="270335"/>
                  </a:lnTo>
                  <a:lnTo>
                    <a:pt x="42314" y="299285"/>
                  </a:lnTo>
                  <a:lnTo>
                    <a:pt x="50575" y="365345"/>
                  </a:lnTo>
                  <a:lnTo>
                    <a:pt x="53514" y="393239"/>
                  </a:lnTo>
                  <a:lnTo>
                    <a:pt x="55286" y="416157"/>
                  </a:lnTo>
                  <a:lnTo>
                    <a:pt x="55879" y="434086"/>
                  </a:lnTo>
                  <a:lnTo>
                    <a:pt x="54953" y="459990"/>
                  </a:lnTo>
                  <a:lnTo>
                    <a:pt x="47575" y="501415"/>
                  </a:lnTo>
                  <a:lnTo>
                    <a:pt x="23526" y="537686"/>
                  </a:lnTo>
                  <a:lnTo>
                    <a:pt x="0" y="545338"/>
                  </a:lnTo>
                  <a:lnTo>
                    <a:pt x="0" y="559562"/>
                  </a:lnTo>
                  <a:lnTo>
                    <a:pt x="41147" y="588010"/>
                  </a:lnTo>
                  <a:lnTo>
                    <a:pt x="54953" y="644909"/>
                  </a:lnTo>
                  <a:lnTo>
                    <a:pt x="55879" y="670813"/>
                  </a:lnTo>
                  <a:lnTo>
                    <a:pt x="55286" y="688796"/>
                  </a:lnTo>
                  <a:lnTo>
                    <a:pt x="53514" y="711707"/>
                  </a:lnTo>
                  <a:lnTo>
                    <a:pt x="50575" y="739572"/>
                  </a:lnTo>
                  <a:lnTo>
                    <a:pt x="42314" y="805632"/>
                  </a:lnTo>
                  <a:lnTo>
                    <a:pt x="39338" y="834612"/>
                  </a:lnTo>
                  <a:lnTo>
                    <a:pt x="37552" y="859353"/>
                  </a:lnTo>
                  <a:lnTo>
                    <a:pt x="36956" y="879855"/>
                  </a:lnTo>
                  <a:lnTo>
                    <a:pt x="38959" y="927695"/>
                  </a:lnTo>
                  <a:lnTo>
                    <a:pt x="44973" y="970248"/>
                  </a:lnTo>
                  <a:lnTo>
                    <a:pt x="55012" y="1007514"/>
                  </a:lnTo>
                  <a:lnTo>
                    <a:pt x="85732" y="1065522"/>
                  </a:lnTo>
                  <a:lnTo>
                    <a:pt x="122880" y="1098288"/>
                  </a:lnTo>
                  <a:lnTo>
                    <a:pt x="143382" y="1105027"/>
                  </a:lnTo>
                  <a:lnTo>
                    <a:pt x="143382" y="1091818"/>
                  </a:lnTo>
                  <a:lnTo>
                    <a:pt x="126527" y="1084079"/>
                  </a:lnTo>
                  <a:lnTo>
                    <a:pt x="111410" y="1071149"/>
                  </a:lnTo>
                  <a:lnTo>
                    <a:pt x="86487" y="1029715"/>
                  </a:lnTo>
                  <a:lnTo>
                    <a:pt x="70421" y="969740"/>
                  </a:lnTo>
                  <a:lnTo>
                    <a:pt x="65024" y="893190"/>
                  </a:lnTo>
                  <a:lnTo>
                    <a:pt x="65571" y="870118"/>
                  </a:lnTo>
                  <a:lnTo>
                    <a:pt x="67214" y="843962"/>
                  </a:lnTo>
                  <a:lnTo>
                    <a:pt x="69953" y="814734"/>
                  </a:lnTo>
                  <a:lnTo>
                    <a:pt x="77547" y="751324"/>
                  </a:lnTo>
                  <a:lnTo>
                    <a:pt x="80248" y="725773"/>
                  </a:lnTo>
                  <a:lnTo>
                    <a:pt x="81877" y="705794"/>
                  </a:lnTo>
                  <a:lnTo>
                    <a:pt x="82422" y="691388"/>
                  </a:lnTo>
                  <a:lnTo>
                    <a:pt x="81496" y="666884"/>
                  </a:lnTo>
                  <a:lnTo>
                    <a:pt x="74118" y="622879"/>
                  </a:lnTo>
                  <a:lnTo>
                    <a:pt x="59616" y="586232"/>
                  </a:lnTo>
                  <a:lnTo>
                    <a:pt x="27558" y="554227"/>
                  </a:lnTo>
                  <a:lnTo>
                    <a:pt x="27558" y="550672"/>
                  </a:lnTo>
                  <a:lnTo>
                    <a:pt x="59616" y="518721"/>
                  </a:lnTo>
                  <a:lnTo>
                    <a:pt x="74118" y="482076"/>
                  </a:lnTo>
                  <a:lnTo>
                    <a:pt x="81496" y="438070"/>
                  </a:lnTo>
                  <a:lnTo>
                    <a:pt x="82422" y="413638"/>
                  </a:lnTo>
                  <a:lnTo>
                    <a:pt x="81877" y="399160"/>
                  </a:lnTo>
                  <a:lnTo>
                    <a:pt x="80248" y="379158"/>
                  </a:lnTo>
                  <a:lnTo>
                    <a:pt x="77547" y="353631"/>
                  </a:lnTo>
                  <a:lnTo>
                    <a:pt x="69953" y="290238"/>
                  </a:lnTo>
                  <a:lnTo>
                    <a:pt x="67214" y="261016"/>
                  </a:lnTo>
                  <a:lnTo>
                    <a:pt x="65571" y="234890"/>
                  </a:lnTo>
                  <a:lnTo>
                    <a:pt x="65024" y="211836"/>
                  </a:lnTo>
                  <a:lnTo>
                    <a:pt x="66377" y="171428"/>
                  </a:lnTo>
                  <a:lnTo>
                    <a:pt x="77132" y="103090"/>
                  </a:lnTo>
                  <a:lnTo>
                    <a:pt x="98055" y="51871"/>
                  </a:lnTo>
                  <a:lnTo>
                    <a:pt x="126527" y="20820"/>
                  </a:lnTo>
                  <a:lnTo>
                    <a:pt x="143382" y="13080"/>
                  </a:lnTo>
                  <a:lnTo>
                    <a:pt x="1433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3744976" y="943863"/>
              <a:ext cx="496570" cy="236220"/>
            </a:xfrm>
            <a:custGeom>
              <a:avLst/>
              <a:gdLst/>
              <a:ahLst/>
              <a:cxnLst/>
              <a:rect l="l" t="t" r="r" b="b"/>
              <a:pathLst>
                <a:path w="496570" h="236219">
                  <a:moveTo>
                    <a:pt x="154711" y="97726"/>
                  </a:moveTo>
                  <a:lnTo>
                    <a:pt x="0" y="97726"/>
                  </a:lnTo>
                  <a:lnTo>
                    <a:pt x="0" y="114427"/>
                  </a:lnTo>
                  <a:lnTo>
                    <a:pt x="154711" y="114427"/>
                  </a:lnTo>
                  <a:lnTo>
                    <a:pt x="154711" y="97726"/>
                  </a:lnTo>
                  <a:close/>
                </a:path>
                <a:path w="496570" h="236219">
                  <a:moveTo>
                    <a:pt x="231521" y="173482"/>
                  </a:moveTo>
                  <a:lnTo>
                    <a:pt x="217424" y="0"/>
                  </a:lnTo>
                  <a:lnTo>
                    <a:pt x="209931" y="0"/>
                  </a:lnTo>
                  <a:lnTo>
                    <a:pt x="179705" y="1143"/>
                  </a:lnTo>
                  <a:lnTo>
                    <a:pt x="179705" y="7747"/>
                  </a:lnTo>
                  <a:lnTo>
                    <a:pt x="183896" y="8509"/>
                  </a:lnTo>
                  <a:lnTo>
                    <a:pt x="186944" y="9271"/>
                  </a:lnTo>
                  <a:lnTo>
                    <a:pt x="188468" y="10033"/>
                  </a:lnTo>
                  <a:lnTo>
                    <a:pt x="190119" y="10795"/>
                  </a:lnTo>
                  <a:lnTo>
                    <a:pt x="191389" y="11811"/>
                  </a:lnTo>
                  <a:lnTo>
                    <a:pt x="195707" y="26289"/>
                  </a:lnTo>
                  <a:lnTo>
                    <a:pt x="195707" y="156464"/>
                  </a:lnTo>
                  <a:lnTo>
                    <a:pt x="190373" y="170053"/>
                  </a:lnTo>
                  <a:lnTo>
                    <a:pt x="188722" y="171323"/>
                  </a:lnTo>
                  <a:lnTo>
                    <a:pt x="185801" y="172466"/>
                  </a:lnTo>
                  <a:lnTo>
                    <a:pt x="181737" y="173482"/>
                  </a:lnTo>
                  <a:lnTo>
                    <a:pt x="181737" y="179705"/>
                  </a:lnTo>
                  <a:lnTo>
                    <a:pt x="231521" y="179705"/>
                  </a:lnTo>
                  <a:lnTo>
                    <a:pt x="231521" y="173482"/>
                  </a:lnTo>
                  <a:close/>
                </a:path>
                <a:path w="496570" h="236219">
                  <a:moveTo>
                    <a:pt x="361683" y="118110"/>
                  </a:moveTo>
                  <a:lnTo>
                    <a:pt x="360984" y="106629"/>
                  </a:lnTo>
                  <a:lnTo>
                    <a:pt x="360870" y="104736"/>
                  </a:lnTo>
                  <a:lnTo>
                    <a:pt x="360832" y="104203"/>
                  </a:lnTo>
                  <a:lnTo>
                    <a:pt x="341553" y="67437"/>
                  </a:lnTo>
                  <a:lnTo>
                    <a:pt x="338074" y="65138"/>
                  </a:lnTo>
                  <a:lnTo>
                    <a:pt x="338074" y="128270"/>
                  </a:lnTo>
                  <a:lnTo>
                    <a:pt x="337439" y="134620"/>
                  </a:lnTo>
                  <a:lnTo>
                    <a:pt x="321437" y="167640"/>
                  </a:lnTo>
                  <a:lnTo>
                    <a:pt x="317373" y="170522"/>
                  </a:lnTo>
                  <a:lnTo>
                    <a:pt x="317157" y="170522"/>
                  </a:lnTo>
                  <a:lnTo>
                    <a:pt x="312674" y="171704"/>
                  </a:lnTo>
                  <a:lnTo>
                    <a:pt x="307086" y="171704"/>
                  </a:lnTo>
                  <a:lnTo>
                    <a:pt x="277406" y="140995"/>
                  </a:lnTo>
                  <a:lnTo>
                    <a:pt x="275336" y="118110"/>
                  </a:lnTo>
                  <a:lnTo>
                    <a:pt x="275831" y="106629"/>
                  </a:lnTo>
                  <a:lnTo>
                    <a:pt x="293319" y="70700"/>
                  </a:lnTo>
                  <a:lnTo>
                    <a:pt x="299288" y="68376"/>
                  </a:lnTo>
                  <a:lnTo>
                    <a:pt x="298564" y="68376"/>
                  </a:lnTo>
                  <a:lnTo>
                    <a:pt x="306705" y="67437"/>
                  </a:lnTo>
                  <a:lnTo>
                    <a:pt x="312801" y="67437"/>
                  </a:lnTo>
                  <a:lnTo>
                    <a:pt x="336918" y="104203"/>
                  </a:lnTo>
                  <a:lnTo>
                    <a:pt x="337019" y="104736"/>
                  </a:lnTo>
                  <a:lnTo>
                    <a:pt x="337807" y="112814"/>
                  </a:lnTo>
                  <a:lnTo>
                    <a:pt x="337959" y="118110"/>
                  </a:lnTo>
                  <a:lnTo>
                    <a:pt x="338074" y="128270"/>
                  </a:lnTo>
                  <a:lnTo>
                    <a:pt x="338074" y="65138"/>
                  </a:lnTo>
                  <a:lnTo>
                    <a:pt x="330911" y="61379"/>
                  </a:lnTo>
                  <a:lnTo>
                    <a:pt x="319824" y="58394"/>
                  </a:lnTo>
                  <a:lnTo>
                    <a:pt x="307213" y="57404"/>
                  </a:lnTo>
                  <a:lnTo>
                    <a:pt x="299415" y="57861"/>
                  </a:lnTo>
                  <a:lnTo>
                    <a:pt x="262775" y="79044"/>
                  </a:lnTo>
                  <a:lnTo>
                    <a:pt x="251701" y="118110"/>
                  </a:lnTo>
                  <a:lnTo>
                    <a:pt x="251637" y="121666"/>
                  </a:lnTo>
                  <a:lnTo>
                    <a:pt x="252425" y="134620"/>
                  </a:lnTo>
                  <a:lnTo>
                    <a:pt x="252437" y="134912"/>
                  </a:lnTo>
                  <a:lnTo>
                    <a:pt x="272986" y="172986"/>
                  </a:lnTo>
                  <a:lnTo>
                    <a:pt x="305181" y="181610"/>
                  </a:lnTo>
                  <a:lnTo>
                    <a:pt x="313563" y="181178"/>
                  </a:lnTo>
                  <a:lnTo>
                    <a:pt x="351028" y="159854"/>
                  </a:lnTo>
                  <a:lnTo>
                    <a:pt x="361530" y="121666"/>
                  </a:lnTo>
                  <a:lnTo>
                    <a:pt x="361569" y="120777"/>
                  </a:lnTo>
                  <a:lnTo>
                    <a:pt x="361683" y="118110"/>
                  </a:lnTo>
                  <a:close/>
                </a:path>
                <a:path w="496570" h="236219">
                  <a:moveTo>
                    <a:pt x="496570" y="59563"/>
                  </a:moveTo>
                  <a:lnTo>
                    <a:pt x="458089" y="59563"/>
                  </a:lnTo>
                  <a:lnTo>
                    <a:pt x="458089" y="92710"/>
                  </a:lnTo>
                  <a:lnTo>
                    <a:pt x="458089" y="103886"/>
                  </a:lnTo>
                  <a:lnTo>
                    <a:pt x="457606" y="107543"/>
                  </a:lnTo>
                  <a:lnTo>
                    <a:pt x="457581" y="107823"/>
                  </a:lnTo>
                  <a:lnTo>
                    <a:pt x="455803" y="115189"/>
                  </a:lnTo>
                  <a:lnTo>
                    <a:pt x="438531" y="130556"/>
                  </a:lnTo>
                  <a:lnTo>
                    <a:pt x="426339" y="130556"/>
                  </a:lnTo>
                  <a:lnTo>
                    <a:pt x="420116" y="127635"/>
                  </a:lnTo>
                  <a:lnTo>
                    <a:pt x="415798" y="122047"/>
                  </a:lnTo>
                  <a:lnTo>
                    <a:pt x="411607" y="116332"/>
                  </a:lnTo>
                  <a:lnTo>
                    <a:pt x="409448" y="108204"/>
                  </a:lnTo>
                  <a:lnTo>
                    <a:pt x="409448" y="87884"/>
                  </a:lnTo>
                  <a:lnTo>
                    <a:pt x="409841" y="86360"/>
                  </a:lnTo>
                  <a:lnTo>
                    <a:pt x="411607" y="80137"/>
                  </a:lnTo>
                  <a:lnTo>
                    <a:pt x="419862" y="69596"/>
                  </a:lnTo>
                  <a:lnTo>
                    <a:pt x="425958" y="67056"/>
                  </a:lnTo>
                  <a:lnTo>
                    <a:pt x="438658" y="67056"/>
                  </a:lnTo>
                  <a:lnTo>
                    <a:pt x="458089" y="92710"/>
                  </a:lnTo>
                  <a:lnTo>
                    <a:pt x="458089" y="59563"/>
                  </a:lnTo>
                  <a:lnTo>
                    <a:pt x="452120" y="59563"/>
                  </a:lnTo>
                  <a:lnTo>
                    <a:pt x="446151" y="58166"/>
                  </a:lnTo>
                  <a:lnTo>
                    <a:pt x="440182" y="57404"/>
                  </a:lnTo>
                  <a:lnTo>
                    <a:pt x="427482" y="57404"/>
                  </a:lnTo>
                  <a:lnTo>
                    <a:pt x="421259" y="58293"/>
                  </a:lnTo>
                  <a:lnTo>
                    <a:pt x="415544" y="60071"/>
                  </a:lnTo>
                  <a:lnTo>
                    <a:pt x="409702" y="61722"/>
                  </a:lnTo>
                  <a:lnTo>
                    <a:pt x="386969" y="92710"/>
                  </a:lnTo>
                  <a:lnTo>
                    <a:pt x="387045" y="107823"/>
                  </a:lnTo>
                  <a:lnTo>
                    <a:pt x="405384" y="134747"/>
                  </a:lnTo>
                  <a:lnTo>
                    <a:pt x="398576" y="139903"/>
                  </a:lnTo>
                  <a:lnTo>
                    <a:pt x="393954" y="144399"/>
                  </a:lnTo>
                  <a:lnTo>
                    <a:pt x="388620" y="152273"/>
                  </a:lnTo>
                  <a:lnTo>
                    <a:pt x="387223" y="156718"/>
                  </a:lnTo>
                  <a:lnTo>
                    <a:pt x="387223" y="165608"/>
                  </a:lnTo>
                  <a:lnTo>
                    <a:pt x="388366" y="169291"/>
                  </a:lnTo>
                  <a:lnTo>
                    <a:pt x="390652" y="172339"/>
                  </a:lnTo>
                  <a:lnTo>
                    <a:pt x="392938" y="175514"/>
                  </a:lnTo>
                  <a:lnTo>
                    <a:pt x="395986" y="177800"/>
                  </a:lnTo>
                  <a:lnTo>
                    <a:pt x="399923" y="179451"/>
                  </a:lnTo>
                  <a:lnTo>
                    <a:pt x="393446" y="182626"/>
                  </a:lnTo>
                  <a:lnTo>
                    <a:pt x="388493" y="186436"/>
                  </a:lnTo>
                  <a:lnTo>
                    <a:pt x="384937" y="190754"/>
                  </a:lnTo>
                  <a:lnTo>
                    <a:pt x="381508" y="195072"/>
                  </a:lnTo>
                  <a:lnTo>
                    <a:pt x="379730" y="199898"/>
                  </a:lnTo>
                  <a:lnTo>
                    <a:pt x="379730" y="210947"/>
                  </a:lnTo>
                  <a:lnTo>
                    <a:pt x="381000" y="215900"/>
                  </a:lnTo>
                  <a:lnTo>
                    <a:pt x="383794" y="219710"/>
                  </a:lnTo>
                  <a:lnTo>
                    <a:pt x="386461" y="223647"/>
                  </a:lnTo>
                  <a:lnTo>
                    <a:pt x="427990" y="235839"/>
                  </a:lnTo>
                  <a:lnTo>
                    <a:pt x="436499" y="235839"/>
                  </a:lnTo>
                  <a:lnTo>
                    <a:pt x="474853" y="227203"/>
                  </a:lnTo>
                  <a:lnTo>
                    <a:pt x="476758" y="225806"/>
                  </a:lnTo>
                  <a:lnTo>
                    <a:pt x="481457" y="222377"/>
                  </a:lnTo>
                  <a:lnTo>
                    <a:pt x="485902" y="216281"/>
                  </a:lnTo>
                  <a:lnTo>
                    <a:pt x="490474" y="210058"/>
                  </a:lnTo>
                  <a:lnTo>
                    <a:pt x="492760" y="203073"/>
                  </a:lnTo>
                  <a:lnTo>
                    <a:pt x="492760" y="188976"/>
                  </a:lnTo>
                  <a:lnTo>
                    <a:pt x="491578" y="184023"/>
                  </a:lnTo>
                  <a:lnTo>
                    <a:pt x="491490" y="183642"/>
                  </a:lnTo>
                  <a:lnTo>
                    <a:pt x="490435" y="181610"/>
                  </a:lnTo>
                  <a:lnTo>
                    <a:pt x="489077" y="178943"/>
                  </a:lnTo>
                  <a:lnTo>
                    <a:pt x="486791" y="174244"/>
                  </a:lnTo>
                  <a:lnTo>
                    <a:pt x="482727" y="170561"/>
                  </a:lnTo>
                  <a:lnTo>
                    <a:pt x="477139" y="167894"/>
                  </a:lnTo>
                  <a:lnTo>
                    <a:pt x="472186" y="165417"/>
                  </a:lnTo>
                  <a:lnTo>
                    <a:pt x="472186" y="198628"/>
                  </a:lnTo>
                  <a:lnTo>
                    <a:pt x="472186" y="205994"/>
                  </a:lnTo>
                  <a:lnTo>
                    <a:pt x="470903" y="210058"/>
                  </a:lnTo>
                  <a:lnTo>
                    <a:pt x="470789" y="210439"/>
                  </a:lnTo>
                  <a:lnTo>
                    <a:pt x="443738" y="225806"/>
                  </a:lnTo>
                  <a:lnTo>
                    <a:pt x="436245" y="225806"/>
                  </a:lnTo>
                  <a:lnTo>
                    <a:pt x="399796" y="211455"/>
                  </a:lnTo>
                  <a:lnTo>
                    <a:pt x="399796" y="199390"/>
                  </a:lnTo>
                  <a:lnTo>
                    <a:pt x="400812" y="195326"/>
                  </a:lnTo>
                  <a:lnTo>
                    <a:pt x="405130" y="188214"/>
                  </a:lnTo>
                  <a:lnTo>
                    <a:pt x="408305" y="184785"/>
                  </a:lnTo>
                  <a:lnTo>
                    <a:pt x="412623" y="181610"/>
                  </a:lnTo>
                  <a:lnTo>
                    <a:pt x="417830" y="182118"/>
                  </a:lnTo>
                  <a:lnTo>
                    <a:pt x="423799" y="182372"/>
                  </a:lnTo>
                  <a:lnTo>
                    <a:pt x="454152" y="182372"/>
                  </a:lnTo>
                  <a:lnTo>
                    <a:pt x="458089" y="182880"/>
                  </a:lnTo>
                  <a:lnTo>
                    <a:pt x="461010" y="184023"/>
                  </a:lnTo>
                  <a:lnTo>
                    <a:pt x="464058" y="185039"/>
                  </a:lnTo>
                  <a:lnTo>
                    <a:pt x="472186" y="198628"/>
                  </a:lnTo>
                  <a:lnTo>
                    <a:pt x="472186" y="165417"/>
                  </a:lnTo>
                  <a:lnTo>
                    <a:pt x="471551" y="165100"/>
                  </a:lnTo>
                  <a:lnTo>
                    <a:pt x="464312" y="163703"/>
                  </a:lnTo>
                  <a:lnTo>
                    <a:pt x="419608" y="163703"/>
                  </a:lnTo>
                  <a:lnTo>
                    <a:pt x="415290" y="163322"/>
                  </a:lnTo>
                  <a:lnTo>
                    <a:pt x="409702" y="162052"/>
                  </a:lnTo>
                  <a:lnTo>
                    <a:pt x="407670" y="160909"/>
                  </a:lnTo>
                  <a:lnTo>
                    <a:pt x="406527" y="159258"/>
                  </a:lnTo>
                  <a:lnTo>
                    <a:pt x="405257" y="157734"/>
                  </a:lnTo>
                  <a:lnTo>
                    <a:pt x="404622" y="155321"/>
                  </a:lnTo>
                  <a:lnTo>
                    <a:pt x="404622" y="147574"/>
                  </a:lnTo>
                  <a:lnTo>
                    <a:pt x="407924" y="142748"/>
                  </a:lnTo>
                  <a:lnTo>
                    <a:pt x="414274" y="137922"/>
                  </a:lnTo>
                  <a:lnTo>
                    <a:pt x="419773" y="139903"/>
                  </a:lnTo>
                  <a:lnTo>
                    <a:pt x="420547" y="139903"/>
                  </a:lnTo>
                  <a:lnTo>
                    <a:pt x="425196" y="140589"/>
                  </a:lnTo>
                  <a:lnTo>
                    <a:pt x="432181" y="140589"/>
                  </a:lnTo>
                  <a:lnTo>
                    <a:pt x="443128" y="139903"/>
                  </a:lnTo>
                  <a:lnTo>
                    <a:pt x="452310" y="137922"/>
                  </a:lnTo>
                  <a:lnTo>
                    <a:pt x="452526" y="137922"/>
                  </a:lnTo>
                  <a:lnTo>
                    <a:pt x="461035" y="134378"/>
                  </a:lnTo>
                  <a:lnTo>
                    <a:pt x="466521" y="130556"/>
                  </a:lnTo>
                  <a:lnTo>
                    <a:pt x="467804" y="129667"/>
                  </a:lnTo>
                  <a:lnTo>
                    <a:pt x="479818" y="107823"/>
                  </a:lnTo>
                  <a:lnTo>
                    <a:pt x="479894" y="107543"/>
                  </a:lnTo>
                  <a:lnTo>
                    <a:pt x="480695" y="97917"/>
                  </a:lnTo>
                  <a:lnTo>
                    <a:pt x="480695" y="92710"/>
                  </a:lnTo>
                  <a:lnTo>
                    <a:pt x="479933" y="87884"/>
                  </a:lnTo>
                  <a:lnTo>
                    <a:pt x="478409" y="83439"/>
                  </a:lnTo>
                  <a:lnTo>
                    <a:pt x="476885" y="78867"/>
                  </a:lnTo>
                  <a:lnTo>
                    <a:pt x="474853" y="75438"/>
                  </a:lnTo>
                  <a:lnTo>
                    <a:pt x="472186" y="72771"/>
                  </a:lnTo>
                  <a:lnTo>
                    <a:pt x="473329" y="71374"/>
                  </a:lnTo>
                  <a:lnTo>
                    <a:pt x="496570" y="72263"/>
                  </a:lnTo>
                  <a:lnTo>
                    <a:pt x="496570" y="71374"/>
                  </a:lnTo>
                  <a:lnTo>
                    <a:pt x="496570" y="67056"/>
                  </a:lnTo>
                  <a:lnTo>
                    <a:pt x="496570" y="59563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00728" y="837818"/>
              <a:ext cx="1282064" cy="424179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4494" y="943229"/>
              <a:ext cx="159130" cy="18034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84519" y="1001395"/>
              <a:ext cx="139318" cy="17691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52794" y="884300"/>
              <a:ext cx="188467" cy="176529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6650101" y="1015618"/>
              <a:ext cx="154940" cy="69215"/>
            </a:xfrm>
            <a:custGeom>
              <a:avLst/>
              <a:gdLst/>
              <a:ahLst/>
              <a:cxnLst/>
              <a:rect l="l" t="t" r="r" b="b"/>
              <a:pathLst>
                <a:path w="154940" h="69215">
                  <a:moveTo>
                    <a:pt x="154686" y="52197"/>
                  </a:moveTo>
                  <a:lnTo>
                    <a:pt x="0" y="52197"/>
                  </a:lnTo>
                  <a:lnTo>
                    <a:pt x="0" y="68834"/>
                  </a:lnTo>
                  <a:lnTo>
                    <a:pt x="154686" y="68834"/>
                  </a:lnTo>
                  <a:lnTo>
                    <a:pt x="154686" y="52197"/>
                  </a:lnTo>
                  <a:close/>
                </a:path>
                <a:path w="154940" h="69215">
                  <a:moveTo>
                    <a:pt x="154686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154686" y="16764"/>
                  </a:lnTo>
                  <a:lnTo>
                    <a:pt x="1546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10832" y="950086"/>
              <a:ext cx="99949" cy="17348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3297301" y="1439163"/>
              <a:ext cx="496570" cy="236220"/>
            </a:xfrm>
            <a:custGeom>
              <a:avLst/>
              <a:gdLst/>
              <a:ahLst/>
              <a:cxnLst/>
              <a:rect l="l" t="t" r="r" b="b"/>
              <a:pathLst>
                <a:path w="496570" h="236219">
                  <a:moveTo>
                    <a:pt x="154711" y="97726"/>
                  </a:moveTo>
                  <a:lnTo>
                    <a:pt x="0" y="97726"/>
                  </a:lnTo>
                  <a:lnTo>
                    <a:pt x="0" y="114427"/>
                  </a:lnTo>
                  <a:lnTo>
                    <a:pt x="154711" y="114427"/>
                  </a:lnTo>
                  <a:lnTo>
                    <a:pt x="154711" y="97726"/>
                  </a:lnTo>
                  <a:close/>
                </a:path>
                <a:path w="496570" h="236219">
                  <a:moveTo>
                    <a:pt x="231521" y="173482"/>
                  </a:moveTo>
                  <a:lnTo>
                    <a:pt x="217424" y="0"/>
                  </a:lnTo>
                  <a:lnTo>
                    <a:pt x="209931" y="0"/>
                  </a:lnTo>
                  <a:lnTo>
                    <a:pt x="179705" y="1143"/>
                  </a:lnTo>
                  <a:lnTo>
                    <a:pt x="179705" y="7747"/>
                  </a:lnTo>
                  <a:lnTo>
                    <a:pt x="183896" y="8509"/>
                  </a:lnTo>
                  <a:lnTo>
                    <a:pt x="186944" y="9271"/>
                  </a:lnTo>
                  <a:lnTo>
                    <a:pt x="188468" y="10033"/>
                  </a:lnTo>
                  <a:lnTo>
                    <a:pt x="190119" y="10795"/>
                  </a:lnTo>
                  <a:lnTo>
                    <a:pt x="191389" y="11811"/>
                  </a:lnTo>
                  <a:lnTo>
                    <a:pt x="195707" y="26289"/>
                  </a:lnTo>
                  <a:lnTo>
                    <a:pt x="195707" y="156464"/>
                  </a:lnTo>
                  <a:lnTo>
                    <a:pt x="190373" y="170053"/>
                  </a:lnTo>
                  <a:lnTo>
                    <a:pt x="188722" y="171323"/>
                  </a:lnTo>
                  <a:lnTo>
                    <a:pt x="185801" y="172466"/>
                  </a:lnTo>
                  <a:lnTo>
                    <a:pt x="181737" y="173482"/>
                  </a:lnTo>
                  <a:lnTo>
                    <a:pt x="181737" y="179705"/>
                  </a:lnTo>
                  <a:lnTo>
                    <a:pt x="231521" y="179705"/>
                  </a:lnTo>
                  <a:lnTo>
                    <a:pt x="231521" y="173482"/>
                  </a:lnTo>
                  <a:close/>
                </a:path>
                <a:path w="496570" h="236219">
                  <a:moveTo>
                    <a:pt x="361683" y="118110"/>
                  </a:moveTo>
                  <a:lnTo>
                    <a:pt x="360984" y="106629"/>
                  </a:lnTo>
                  <a:lnTo>
                    <a:pt x="360870" y="104736"/>
                  </a:lnTo>
                  <a:lnTo>
                    <a:pt x="360832" y="104203"/>
                  </a:lnTo>
                  <a:lnTo>
                    <a:pt x="341553" y="67437"/>
                  </a:lnTo>
                  <a:lnTo>
                    <a:pt x="338074" y="65138"/>
                  </a:lnTo>
                  <a:lnTo>
                    <a:pt x="338074" y="128270"/>
                  </a:lnTo>
                  <a:lnTo>
                    <a:pt x="337439" y="134620"/>
                  </a:lnTo>
                  <a:lnTo>
                    <a:pt x="321437" y="167640"/>
                  </a:lnTo>
                  <a:lnTo>
                    <a:pt x="317373" y="170522"/>
                  </a:lnTo>
                  <a:lnTo>
                    <a:pt x="317157" y="170522"/>
                  </a:lnTo>
                  <a:lnTo>
                    <a:pt x="312674" y="171704"/>
                  </a:lnTo>
                  <a:lnTo>
                    <a:pt x="307086" y="171704"/>
                  </a:lnTo>
                  <a:lnTo>
                    <a:pt x="277406" y="140995"/>
                  </a:lnTo>
                  <a:lnTo>
                    <a:pt x="275336" y="118110"/>
                  </a:lnTo>
                  <a:lnTo>
                    <a:pt x="275831" y="106629"/>
                  </a:lnTo>
                  <a:lnTo>
                    <a:pt x="293319" y="70700"/>
                  </a:lnTo>
                  <a:lnTo>
                    <a:pt x="299288" y="68376"/>
                  </a:lnTo>
                  <a:lnTo>
                    <a:pt x="298564" y="68376"/>
                  </a:lnTo>
                  <a:lnTo>
                    <a:pt x="306705" y="67437"/>
                  </a:lnTo>
                  <a:lnTo>
                    <a:pt x="312801" y="67437"/>
                  </a:lnTo>
                  <a:lnTo>
                    <a:pt x="336918" y="104203"/>
                  </a:lnTo>
                  <a:lnTo>
                    <a:pt x="337019" y="104736"/>
                  </a:lnTo>
                  <a:lnTo>
                    <a:pt x="337807" y="112814"/>
                  </a:lnTo>
                  <a:lnTo>
                    <a:pt x="337959" y="118110"/>
                  </a:lnTo>
                  <a:lnTo>
                    <a:pt x="338074" y="128270"/>
                  </a:lnTo>
                  <a:lnTo>
                    <a:pt x="338074" y="65138"/>
                  </a:lnTo>
                  <a:lnTo>
                    <a:pt x="330911" y="61379"/>
                  </a:lnTo>
                  <a:lnTo>
                    <a:pt x="319824" y="58394"/>
                  </a:lnTo>
                  <a:lnTo>
                    <a:pt x="307213" y="57404"/>
                  </a:lnTo>
                  <a:lnTo>
                    <a:pt x="299415" y="57861"/>
                  </a:lnTo>
                  <a:lnTo>
                    <a:pt x="262775" y="79044"/>
                  </a:lnTo>
                  <a:lnTo>
                    <a:pt x="251701" y="118110"/>
                  </a:lnTo>
                  <a:lnTo>
                    <a:pt x="251637" y="121666"/>
                  </a:lnTo>
                  <a:lnTo>
                    <a:pt x="252425" y="134620"/>
                  </a:lnTo>
                  <a:lnTo>
                    <a:pt x="252437" y="134912"/>
                  </a:lnTo>
                  <a:lnTo>
                    <a:pt x="272986" y="172986"/>
                  </a:lnTo>
                  <a:lnTo>
                    <a:pt x="305181" y="181610"/>
                  </a:lnTo>
                  <a:lnTo>
                    <a:pt x="313563" y="181178"/>
                  </a:lnTo>
                  <a:lnTo>
                    <a:pt x="351028" y="159854"/>
                  </a:lnTo>
                  <a:lnTo>
                    <a:pt x="361530" y="121666"/>
                  </a:lnTo>
                  <a:lnTo>
                    <a:pt x="361569" y="120777"/>
                  </a:lnTo>
                  <a:lnTo>
                    <a:pt x="361683" y="118110"/>
                  </a:lnTo>
                  <a:close/>
                </a:path>
                <a:path w="496570" h="236219">
                  <a:moveTo>
                    <a:pt x="496570" y="59563"/>
                  </a:moveTo>
                  <a:lnTo>
                    <a:pt x="458089" y="59563"/>
                  </a:lnTo>
                  <a:lnTo>
                    <a:pt x="458089" y="92710"/>
                  </a:lnTo>
                  <a:lnTo>
                    <a:pt x="458089" y="103886"/>
                  </a:lnTo>
                  <a:lnTo>
                    <a:pt x="457606" y="107543"/>
                  </a:lnTo>
                  <a:lnTo>
                    <a:pt x="457581" y="107823"/>
                  </a:lnTo>
                  <a:lnTo>
                    <a:pt x="455803" y="115189"/>
                  </a:lnTo>
                  <a:lnTo>
                    <a:pt x="438531" y="130556"/>
                  </a:lnTo>
                  <a:lnTo>
                    <a:pt x="426339" y="130556"/>
                  </a:lnTo>
                  <a:lnTo>
                    <a:pt x="420116" y="127635"/>
                  </a:lnTo>
                  <a:lnTo>
                    <a:pt x="415798" y="122047"/>
                  </a:lnTo>
                  <a:lnTo>
                    <a:pt x="411607" y="116332"/>
                  </a:lnTo>
                  <a:lnTo>
                    <a:pt x="409448" y="108204"/>
                  </a:lnTo>
                  <a:lnTo>
                    <a:pt x="409448" y="87884"/>
                  </a:lnTo>
                  <a:lnTo>
                    <a:pt x="409841" y="86360"/>
                  </a:lnTo>
                  <a:lnTo>
                    <a:pt x="411607" y="80137"/>
                  </a:lnTo>
                  <a:lnTo>
                    <a:pt x="419862" y="69596"/>
                  </a:lnTo>
                  <a:lnTo>
                    <a:pt x="425958" y="67056"/>
                  </a:lnTo>
                  <a:lnTo>
                    <a:pt x="438658" y="67056"/>
                  </a:lnTo>
                  <a:lnTo>
                    <a:pt x="458089" y="92710"/>
                  </a:lnTo>
                  <a:lnTo>
                    <a:pt x="458089" y="59563"/>
                  </a:lnTo>
                  <a:lnTo>
                    <a:pt x="452120" y="59563"/>
                  </a:lnTo>
                  <a:lnTo>
                    <a:pt x="446151" y="58166"/>
                  </a:lnTo>
                  <a:lnTo>
                    <a:pt x="440182" y="57404"/>
                  </a:lnTo>
                  <a:lnTo>
                    <a:pt x="427482" y="57404"/>
                  </a:lnTo>
                  <a:lnTo>
                    <a:pt x="421259" y="58293"/>
                  </a:lnTo>
                  <a:lnTo>
                    <a:pt x="415544" y="60071"/>
                  </a:lnTo>
                  <a:lnTo>
                    <a:pt x="409702" y="61722"/>
                  </a:lnTo>
                  <a:lnTo>
                    <a:pt x="386969" y="92710"/>
                  </a:lnTo>
                  <a:lnTo>
                    <a:pt x="387045" y="107823"/>
                  </a:lnTo>
                  <a:lnTo>
                    <a:pt x="405384" y="134747"/>
                  </a:lnTo>
                  <a:lnTo>
                    <a:pt x="398576" y="139903"/>
                  </a:lnTo>
                  <a:lnTo>
                    <a:pt x="393954" y="144399"/>
                  </a:lnTo>
                  <a:lnTo>
                    <a:pt x="388620" y="152273"/>
                  </a:lnTo>
                  <a:lnTo>
                    <a:pt x="387223" y="156718"/>
                  </a:lnTo>
                  <a:lnTo>
                    <a:pt x="387223" y="165608"/>
                  </a:lnTo>
                  <a:lnTo>
                    <a:pt x="388366" y="169291"/>
                  </a:lnTo>
                  <a:lnTo>
                    <a:pt x="390652" y="172339"/>
                  </a:lnTo>
                  <a:lnTo>
                    <a:pt x="392938" y="175514"/>
                  </a:lnTo>
                  <a:lnTo>
                    <a:pt x="395986" y="177800"/>
                  </a:lnTo>
                  <a:lnTo>
                    <a:pt x="399923" y="179451"/>
                  </a:lnTo>
                  <a:lnTo>
                    <a:pt x="393446" y="182626"/>
                  </a:lnTo>
                  <a:lnTo>
                    <a:pt x="388493" y="186436"/>
                  </a:lnTo>
                  <a:lnTo>
                    <a:pt x="384937" y="190754"/>
                  </a:lnTo>
                  <a:lnTo>
                    <a:pt x="381508" y="195072"/>
                  </a:lnTo>
                  <a:lnTo>
                    <a:pt x="379730" y="199898"/>
                  </a:lnTo>
                  <a:lnTo>
                    <a:pt x="379730" y="210947"/>
                  </a:lnTo>
                  <a:lnTo>
                    <a:pt x="381000" y="215900"/>
                  </a:lnTo>
                  <a:lnTo>
                    <a:pt x="383794" y="219710"/>
                  </a:lnTo>
                  <a:lnTo>
                    <a:pt x="386461" y="223647"/>
                  </a:lnTo>
                  <a:lnTo>
                    <a:pt x="427990" y="235839"/>
                  </a:lnTo>
                  <a:lnTo>
                    <a:pt x="436499" y="235839"/>
                  </a:lnTo>
                  <a:lnTo>
                    <a:pt x="474853" y="227203"/>
                  </a:lnTo>
                  <a:lnTo>
                    <a:pt x="476758" y="225806"/>
                  </a:lnTo>
                  <a:lnTo>
                    <a:pt x="481457" y="222377"/>
                  </a:lnTo>
                  <a:lnTo>
                    <a:pt x="485902" y="216281"/>
                  </a:lnTo>
                  <a:lnTo>
                    <a:pt x="490474" y="210058"/>
                  </a:lnTo>
                  <a:lnTo>
                    <a:pt x="492760" y="203073"/>
                  </a:lnTo>
                  <a:lnTo>
                    <a:pt x="492760" y="188976"/>
                  </a:lnTo>
                  <a:lnTo>
                    <a:pt x="491578" y="184023"/>
                  </a:lnTo>
                  <a:lnTo>
                    <a:pt x="491490" y="183642"/>
                  </a:lnTo>
                  <a:lnTo>
                    <a:pt x="490435" y="181610"/>
                  </a:lnTo>
                  <a:lnTo>
                    <a:pt x="489077" y="178943"/>
                  </a:lnTo>
                  <a:lnTo>
                    <a:pt x="486791" y="174244"/>
                  </a:lnTo>
                  <a:lnTo>
                    <a:pt x="482727" y="170561"/>
                  </a:lnTo>
                  <a:lnTo>
                    <a:pt x="477139" y="167894"/>
                  </a:lnTo>
                  <a:lnTo>
                    <a:pt x="472186" y="165417"/>
                  </a:lnTo>
                  <a:lnTo>
                    <a:pt x="472186" y="198628"/>
                  </a:lnTo>
                  <a:lnTo>
                    <a:pt x="472186" y="205994"/>
                  </a:lnTo>
                  <a:lnTo>
                    <a:pt x="470903" y="210058"/>
                  </a:lnTo>
                  <a:lnTo>
                    <a:pt x="470789" y="210439"/>
                  </a:lnTo>
                  <a:lnTo>
                    <a:pt x="443738" y="225806"/>
                  </a:lnTo>
                  <a:lnTo>
                    <a:pt x="436245" y="225806"/>
                  </a:lnTo>
                  <a:lnTo>
                    <a:pt x="399796" y="211455"/>
                  </a:lnTo>
                  <a:lnTo>
                    <a:pt x="399796" y="199390"/>
                  </a:lnTo>
                  <a:lnTo>
                    <a:pt x="400812" y="195326"/>
                  </a:lnTo>
                  <a:lnTo>
                    <a:pt x="405130" y="188214"/>
                  </a:lnTo>
                  <a:lnTo>
                    <a:pt x="408305" y="184785"/>
                  </a:lnTo>
                  <a:lnTo>
                    <a:pt x="412623" y="181610"/>
                  </a:lnTo>
                  <a:lnTo>
                    <a:pt x="417830" y="182118"/>
                  </a:lnTo>
                  <a:lnTo>
                    <a:pt x="423799" y="182372"/>
                  </a:lnTo>
                  <a:lnTo>
                    <a:pt x="454152" y="182372"/>
                  </a:lnTo>
                  <a:lnTo>
                    <a:pt x="458089" y="182880"/>
                  </a:lnTo>
                  <a:lnTo>
                    <a:pt x="461010" y="184023"/>
                  </a:lnTo>
                  <a:lnTo>
                    <a:pt x="464058" y="185039"/>
                  </a:lnTo>
                  <a:lnTo>
                    <a:pt x="472186" y="198628"/>
                  </a:lnTo>
                  <a:lnTo>
                    <a:pt x="472186" y="165417"/>
                  </a:lnTo>
                  <a:lnTo>
                    <a:pt x="471551" y="165100"/>
                  </a:lnTo>
                  <a:lnTo>
                    <a:pt x="464312" y="163703"/>
                  </a:lnTo>
                  <a:lnTo>
                    <a:pt x="419608" y="163703"/>
                  </a:lnTo>
                  <a:lnTo>
                    <a:pt x="415290" y="163322"/>
                  </a:lnTo>
                  <a:lnTo>
                    <a:pt x="409702" y="162052"/>
                  </a:lnTo>
                  <a:lnTo>
                    <a:pt x="407670" y="160909"/>
                  </a:lnTo>
                  <a:lnTo>
                    <a:pt x="406527" y="159258"/>
                  </a:lnTo>
                  <a:lnTo>
                    <a:pt x="405257" y="157734"/>
                  </a:lnTo>
                  <a:lnTo>
                    <a:pt x="404622" y="155321"/>
                  </a:lnTo>
                  <a:lnTo>
                    <a:pt x="404622" y="147574"/>
                  </a:lnTo>
                  <a:lnTo>
                    <a:pt x="407924" y="142748"/>
                  </a:lnTo>
                  <a:lnTo>
                    <a:pt x="414274" y="137922"/>
                  </a:lnTo>
                  <a:lnTo>
                    <a:pt x="419773" y="139903"/>
                  </a:lnTo>
                  <a:lnTo>
                    <a:pt x="420547" y="139903"/>
                  </a:lnTo>
                  <a:lnTo>
                    <a:pt x="425196" y="140589"/>
                  </a:lnTo>
                  <a:lnTo>
                    <a:pt x="432181" y="140589"/>
                  </a:lnTo>
                  <a:lnTo>
                    <a:pt x="443128" y="139903"/>
                  </a:lnTo>
                  <a:lnTo>
                    <a:pt x="452310" y="137922"/>
                  </a:lnTo>
                  <a:lnTo>
                    <a:pt x="452526" y="137922"/>
                  </a:lnTo>
                  <a:lnTo>
                    <a:pt x="461035" y="134378"/>
                  </a:lnTo>
                  <a:lnTo>
                    <a:pt x="466521" y="130556"/>
                  </a:lnTo>
                  <a:lnTo>
                    <a:pt x="467804" y="129667"/>
                  </a:lnTo>
                  <a:lnTo>
                    <a:pt x="479818" y="107823"/>
                  </a:lnTo>
                  <a:lnTo>
                    <a:pt x="479894" y="107543"/>
                  </a:lnTo>
                  <a:lnTo>
                    <a:pt x="480695" y="97917"/>
                  </a:lnTo>
                  <a:lnTo>
                    <a:pt x="480695" y="92710"/>
                  </a:lnTo>
                  <a:lnTo>
                    <a:pt x="479933" y="87884"/>
                  </a:lnTo>
                  <a:lnTo>
                    <a:pt x="478409" y="83439"/>
                  </a:lnTo>
                  <a:lnTo>
                    <a:pt x="476885" y="78867"/>
                  </a:lnTo>
                  <a:lnTo>
                    <a:pt x="474853" y="75438"/>
                  </a:lnTo>
                  <a:lnTo>
                    <a:pt x="472186" y="72771"/>
                  </a:lnTo>
                  <a:lnTo>
                    <a:pt x="473329" y="71374"/>
                  </a:lnTo>
                  <a:lnTo>
                    <a:pt x="496570" y="72263"/>
                  </a:lnTo>
                  <a:lnTo>
                    <a:pt x="496570" y="71374"/>
                  </a:lnTo>
                  <a:lnTo>
                    <a:pt x="496570" y="67056"/>
                  </a:lnTo>
                  <a:lnTo>
                    <a:pt x="496570" y="5956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6" name="object 56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62578" y="1333119"/>
              <a:ext cx="1720214" cy="424179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4494" y="1438528"/>
              <a:ext cx="159130" cy="180340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84519" y="1496694"/>
              <a:ext cx="139318" cy="176910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52794" y="1379601"/>
              <a:ext cx="188467" cy="17652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650101" y="1510918"/>
              <a:ext cx="154940" cy="69215"/>
            </a:xfrm>
            <a:custGeom>
              <a:avLst/>
              <a:gdLst/>
              <a:ahLst/>
              <a:cxnLst/>
              <a:rect l="l" t="t" r="r" b="b"/>
              <a:pathLst>
                <a:path w="154940" h="69215">
                  <a:moveTo>
                    <a:pt x="154686" y="52197"/>
                  </a:moveTo>
                  <a:lnTo>
                    <a:pt x="0" y="52197"/>
                  </a:lnTo>
                  <a:lnTo>
                    <a:pt x="0" y="68834"/>
                  </a:lnTo>
                  <a:lnTo>
                    <a:pt x="154686" y="68834"/>
                  </a:lnTo>
                  <a:lnTo>
                    <a:pt x="154686" y="52197"/>
                  </a:lnTo>
                  <a:close/>
                </a:path>
                <a:path w="154940" h="69215">
                  <a:moveTo>
                    <a:pt x="154686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154686" y="16764"/>
                  </a:lnTo>
                  <a:lnTo>
                    <a:pt x="1546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04803" y="1445386"/>
              <a:ext cx="109909" cy="175387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3691001" y="795401"/>
              <a:ext cx="1971675" cy="485775"/>
            </a:xfrm>
            <a:custGeom>
              <a:avLst/>
              <a:gdLst/>
              <a:ahLst/>
              <a:cxnLst/>
              <a:rect l="l" t="t" r="r" b="b"/>
              <a:pathLst>
                <a:path w="1971675" h="485775">
                  <a:moveTo>
                    <a:pt x="0" y="485775"/>
                  </a:moveTo>
                  <a:lnTo>
                    <a:pt x="1971675" y="485775"/>
                  </a:lnTo>
                  <a:lnTo>
                    <a:pt x="1971675" y="0"/>
                  </a:lnTo>
                  <a:lnTo>
                    <a:pt x="0" y="0"/>
                  </a:lnTo>
                  <a:lnTo>
                    <a:pt x="0" y="485775"/>
                  </a:lnTo>
                  <a:close/>
                </a:path>
              </a:pathLst>
            </a:custGeom>
            <a:ln w="25400">
              <a:solidFill>
                <a:srgbClr val="9452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334125" y="600075"/>
              <a:ext cx="180975" cy="18097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124450" y="1895475"/>
              <a:ext cx="180975" cy="17145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524250" y="790575"/>
              <a:ext cx="180975" cy="18097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09874" y="2464435"/>
              <a:ext cx="156337" cy="189230"/>
            </a:xfrm>
            <a:prstGeom prst="rect">
              <a:avLst/>
            </a:prstGeom>
          </p:spPr>
        </p:pic>
      </p:grpSp>
      <p:sp>
        <p:nvSpPr>
          <p:cNvPr id="67" name="object 67"/>
          <p:cNvSpPr txBox="1"/>
          <p:nvPr/>
        </p:nvSpPr>
        <p:spPr>
          <a:xfrm>
            <a:off x="755332" y="2998723"/>
            <a:ext cx="79184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>
                <a:solidFill>
                  <a:srgbClr val="0096FF"/>
                </a:solidFill>
                <a:latin typeface="Cambria Math"/>
                <a:cs typeface="Cambria Math"/>
              </a:rPr>
              <a:t>𝐿</a:t>
            </a:r>
            <a:r>
              <a:rPr dirty="0" baseline="12500" sz="3000" spc="52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548511" y="2966973"/>
            <a:ext cx="546735" cy="321310"/>
            <a:chOff x="1548511" y="2966973"/>
            <a:chExt cx="546735" cy="321310"/>
          </a:xfrm>
        </p:grpSpPr>
        <p:sp>
          <p:nvSpPr>
            <p:cNvPr id="69" name="object 69"/>
            <p:cNvSpPr/>
            <p:nvPr/>
          </p:nvSpPr>
          <p:spPr>
            <a:xfrm>
              <a:off x="1548511" y="2977387"/>
              <a:ext cx="546735" cy="311150"/>
            </a:xfrm>
            <a:custGeom>
              <a:avLst/>
              <a:gdLst/>
              <a:ahLst/>
              <a:cxnLst/>
              <a:rect l="l" t="t" r="r" b="b"/>
              <a:pathLst>
                <a:path w="546735" h="311150">
                  <a:moveTo>
                    <a:pt x="464946" y="0"/>
                  </a:moveTo>
                  <a:lnTo>
                    <a:pt x="461899" y="10287"/>
                  </a:lnTo>
                  <a:lnTo>
                    <a:pt x="476136" y="17692"/>
                  </a:lnTo>
                  <a:lnTo>
                    <a:pt x="488553" y="28479"/>
                  </a:lnTo>
                  <a:lnTo>
                    <a:pt x="514707" y="80581"/>
                  </a:lnTo>
                  <a:lnTo>
                    <a:pt x="522517" y="128206"/>
                  </a:lnTo>
                  <a:lnTo>
                    <a:pt x="523489" y="155320"/>
                  </a:lnTo>
                  <a:lnTo>
                    <a:pt x="522517" y="182687"/>
                  </a:lnTo>
                  <a:lnTo>
                    <a:pt x="514707" y="230260"/>
                  </a:lnTo>
                  <a:lnTo>
                    <a:pt x="499135" y="268100"/>
                  </a:lnTo>
                  <a:lnTo>
                    <a:pt x="461899" y="300355"/>
                  </a:lnTo>
                  <a:lnTo>
                    <a:pt x="464946" y="310642"/>
                  </a:lnTo>
                  <a:lnTo>
                    <a:pt x="499697" y="292163"/>
                  </a:lnTo>
                  <a:lnTo>
                    <a:pt x="525399" y="257301"/>
                  </a:lnTo>
                  <a:lnTo>
                    <a:pt x="541289" y="210264"/>
                  </a:lnTo>
                  <a:lnTo>
                    <a:pt x="546602" y="155448"/>
                  </a:lnTo>
                  <a:lnTo>
                    <a:pt x="545338" y="128206"/>
                  </a:lnTo>
                  <a:lnTo>
                    <a:pt x="534660" y="75918"/>
                  </a:lnTo>
                  <a:lnTo>
                    <a:pt x="513685" y="33861"/>
                  </a:lnTo>
                  <a:lnTo>
                    <a:pt x="483447" y="7191"/>
                  </a:lnTo>
                  <a:lnTo>
                    <a:pt x="464946" y="0"/>
                  </a:lnTo>
                  <a:close/>
                </a:path>
                <a:path w="546735" h="311150">
                  <a:moveTo>
                    <a:pt x="81661" y="0"/>
                  </a:moveTo>
                  <a:lnTo>
                    <a:pt x="46958" y="18478"/>
                  </a:lnTo>
                  <a:lnTo>
                    <a:pt x="21208" y="53339"/>
                  </a:lnTo>
                  <a:lnTo>
                    <a:pt x="5318" y="100425"/>
                  </a:lnTo>
                  <a:lnTo>
                    <a:pt x="0" y="155320"/>
                  </a:lnTo>
                  <a:lnTo>
                    <a:pt x="1280" y="182687"/>
                  </a:lnTo>
                  <a:lnTo>
                    <a:pt x="11947" y="234777"/>
                  </a:lnTo>
                  <a:lnTo>
                    <a:pt x="32976" y="276780"/>
                  </a:lnTo>
                  <a:lnTo>
                    <a:pt x="63178" y="303450"/>
                  </a:lnTo>
                  <a:lnTo>
                    <a:pt x="81661" y="310642"/>
                  </a:lnTo>
                  <a:lnTo>
                    <a:pt x="84836" y="300355"/>
                  </a:lnTo>
                  <a:lnTo>
                    <a:pt x="70524" y="292969"/>
                  </a:lnTo>
                  <a:lnTo>
                    <a:pt x="58070" y="282225"/>
                  </a:lnTo>
                  <a:lnTo>
                    <a:pt x="31900" y="230260"/>
                  </a:lnTo>
                  <a:lnTo>
                    <a:pt x="24090" y="182687"/>
                  </a:lnTo>
                  <a:lnTo>
                    <a:pt x="23113" y="155448"/>
                  </a:lnTo>
                  <a:lnTo>
                    <a:pt x="24090" y="128206"/>
                  </a:lnTo>
                  <a:lnTo>
                    <a:pt x="31900" y="80581"/>
                  </a:lnTo>
                  <a:lnTo>
                    <a:pt x="47474" y="42648"/>
                  </a:lnTo>
                  <a:lnTo>
                    <a:pt x="84836" y="10287"/>
                  </a:lnTo>
                  <a:lnTo>
                    <a:pt x="816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1640205" y="3003803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0" y="0"/>
                  </a:moveTo>
                  <a:lnTo>
                    <a:pt x="85089" y="7493"/>
                  </a:lnTo>
                  <a:lnTo>
                    <a:pt x="105282" y="25018"/>
                  </a:lnTo>
                  <a:lnTo>
                    <a:pt x="0" y="25018"/>
                  </a:lnTo>
                  <a:lnTo>
                    <a:pt x="0" y="36829"/>
                  </a:lnTo>
                  <a:lnTo>
                    <a:pt x="105282" y="36829"/>
                  </a:lnTo>
                  <a:lnTo>
                    <a:pt x="85089" y="54228"/>
                  </a:lnTo>
                  <a:lnTo>
                    <a:pt x="91820" y="61721"/>
                  </a:lnTo>
                  <a:lnTo>
                    <a:pt x="123317" y="34543"/>
                  </a:lnTo>
                  <a:lnTo>
                    <a:pt x="123317" y="27177"/>
                  </a:lnTo>
                  <a:lnTo>
                    <a:pt x="9182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1780794" y="2966973"/>
              <a:ext cx="198120" cy="176530"/>
            </a:xfrm>
            <a:custGeom>
              <a:avLst/>
              <a:gdLst/>
              <a:ahLst/>
              <a:cxnLst/>
              <a:rect l="l" t="t" r="r" b="b"/>
              <a:pathLst>
                <a:path w="198119" h="176530">
                  <a:moveTo>
                    <a:pt x="141731" y="0"/>
                  </a:moveTo>
                  <a:lnTo>
                    <a:pt x="139192" y="7238"/>
                  </a:lnTo>
                  <a:lnTo>
                    <a:pt x="149429" y="11640"/>
                  </a:lnTo>
                  <a:lnTo>
                    <a:pt x="158226" y="17780"/>
                  </a:lnTo>
                  <a:lnTo>
                    <a:pt x="179276" y="58610"/>
                  </a:lnTo>
                  <a:lnTo>
                    <a:pt x="181863" y="87375"/>
                  </a:lnTo>
                  <a:lnTo>
                    <a:pt x="181219" y="102949"/>
                  </a:lnTo>
                  <a:lnTo>
                    <a:pt x="171450" y="141096"/>
                  </a:lnTo>
                  <a:lnTo>
                    <a:pt x="139445" y="169290"/>
                  </a:lnTo>
                  <a:lnTo>
                    <a:pt x="141731" y="176530"/>
                  </a:lnTo>
                  <a:lnTo>
                    <a:pt x="175468" y="156456"/>
                  </a:lnTo>
                  <a:lnTo>
                    <a:pt x="194373" y="119491"/>
                  </a:lnTo>
                  <a:lnTo>
                    <a:pt x="197993" y="88264"/>
                  </a:lnTo>
                  <a:lnTo>
                    <a:pt x="197099" y="72326"/>
                  </a:lnTo>
                  <a:lnTo>
                    <a:pt x="197088" y="72118"/>
                  </a:lnTo>
                  <a:lnTo>
                    <a:pt x="183514" y="30987"/>
                  </a:lnTo>
                  <a:lnTo>
                    <a:pt x="154547" y="4645"/>
                  </a:lnTo>
                  <a:lnTo>
                    <a:pt x="141731" y="0"/>
                  </a:lnTo>
                  <a:close/>
                </a:path>
                <a:path w="198119" h="176530">
                  <a:moveTo>
                    <a:pt x="56261" y="0"/>
                  </a:moveTo>
                  <a:lnTo>
                    <a:pt x="22649" y="20127"/>
                  </a:lnTo>
                  <a:lnTo>
                    <a:pt x="3635" y="57197"/>
                  </a:lnTo>
                  <a:lnTo>
                    <a:pt x="0" y="88264"/>
                  </a:lnTo>
                  <a:lnTo>
                    <a:pt x="818" y="102949"/>
                  </a:lnTo>
                  <a:lnTo>
                    <a:pt x="904" y="104503"/>
                  </a:lnTo>
                  <a:lnTo>
                    <a:pt x="14478" y="145669"/>
                  </a:lnTo>
                  <a:lnTo>
                    <a:pt x="43445" y="171886"/>
                  </a:lnTo>
                  <a:lnTo>
                    <a:pt x="56261" y="176530"/>
                  </a:lnTo>
                  <a:lnTo>
                    <a:pt x="58547" y="169290"/>
                  </a:lnTo>
                  <a:lnTo>
                    <a:pt x="48474" y="164885"/>
                  </a:lnTo>
                  <a:lnTo>
                    <a:pt x="39782" y="158718"/>
                  </a:lnTo>
                  <a:lnTo>
                    <a:pt x="18716" y="117093"/>
                  </a:lnTo>
                  <a:lnTo>
                    <a:pt x="16129" y="87375"/>
                  </a:lnTo>
                  <a:lnTo>
                    <a:pt x="16773" y="72326"/>
                  </a:lnTo>
                  <a:lnTo>
                    <a:pt x="26543" y="35178"/>
                  </a:lnTo>
                  <a:lnTo>
                    <a:pt x="58800" y="7238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1604010" y="2846323"/>
            <a:ext cx="3435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23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6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73" name="object 7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399919" y="2966973"/>
            <a:ext cx="188468" cy="176530"/>
          </a:xfrm>
          <a:prstGeom prst="rect">
            <a:avLst/>
          </a:prstGeom>
        </p:spPr>
      </p:pic>
      <p:sp>
        <p:nvSpPr>
          <p:cNvPr id="74" name="object 74"/>
          <p:cNvSpPr txBox="1"/>
          <p:nvPr/>
        </p:nvSpPr>
        <p:spPr>
          <a:xfrm>
            <a:off x="2067941" y="2941573"/>
            <a:ext cx="95885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727075" algn="l"/>
              </a:tabLst>
            </a:pP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4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r>
              <a:rPr dirty="0" baseline="27777" sz="2250">
                <a:latin typeface="Cambria Math"/>
                <a:cs typeface="Cambria Math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75" name="object 7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171219" y="2589657"/>
            <a:ext cx="197967" cy="176403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742632" y="2563494"/>
            <a:ext cx="122491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717550" algn="l"/>
              </a:tabLst>
            </a:pPr>
            <a:r>
              <a:rPr dirty="0" sz="2000">
                <a:latin typeface="Cambria Math"/>
                <a:cs typeface="Cambria Math"/>
              </a:rPr>
              <a:t>if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54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r>
              <a:rPr dirty="0" baseline="27777" sz="2250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85"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r>
              <a:rPr dirty="0" sz="2000" spc="-25">
                <a:latin typeface="Cambria Math"/>
                <a:cs typeface="Cambria Math"/>
              </a:rPr>
              <a:t>: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77" name="object 77"/>
          <p:cNvGrpSpPr/>
          <p:nvPr/>
        </p:nvGrpSpPr>
        <p:grpSpPr>
          <a:xfrm>
            <a:off x="5803772" y="2496692"/>
            <a:ext cx="609600" cy="560070"/>
            <a:chOff x="5803772" y="2496692"/>
            <a:chExt cx="609600" cy="560070"/>
          </a:xfrm>
        </p:grpSpPr>
        <p:pic>
          <p:nvPicPr>
            <p:cNvPr id="78" name="object 7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845200" y="2496692"/>
              <a:ext cx="568172" cy="560070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803772" y="2497454"/>
              <a:ext cx="160909" cy="226060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039865" y="2583433"/>
              <a:ext cx="127975" cy="36957"/>
            </a:xfrm>
            <a:prstGeom prst="rect">
              <a:avLst/>
            </a:prstGeom>
          </p:spPr>
        </p:pic>
        <p:sp>
          <p:nvSpPr>
            <p:cNvPr id="81" name="object 81"/>
            <p:cNvSpPr/>
            <p:nvPr/>
          </p:nvSpPr>
          <p:spPr>
            <a:xfrm>
              <a:off x="6254876" y="2529204"/>
              <a:ext cx="29209" cy="199390"/>
            </a:xfrm>
            <a:custGeom>
              <a:avLst/>
              <a:gdLst/>
              <a:ahLst/>
              <a:cxnLst/>
              <a:rect l="l" t="t" r="r" b="b"/>
              <a:pathLst>
                <a:path w="29210" h="199389">
                  <a:moveTo>
                    <a:pt x="28828" y="177164"/>
                  </a:moveTo>
                  <a:lnTo>
                    <a:pt x="8000" y="177164"/>
                  </a:lnTo>
                  <a:lnTo>
                    <a:pt x="7891" y="177859"/>
                  </a:lnTo>
                  <a:lnTo>
                    <a:pt x="7780" y="178562"/>
                  </a:lnTo>
                  <a:lnTo>
                    <a:pt x="7620" y="178834"/>
                  </a:lnTo>
                  <a:lnTo>
                    <a:pt x="7620" y="179657"/>
                  </a:lnTo>
                  <a:lnTo>
                    <a:pt x="7481" y="179657"/>
                  </a:lnTo>
                  <a:lnTo>
                    <a:pt x="7365" y="180467"/>
                  </a:lnTo>
                  <a:lnTo>
                    <a:pt x="7238" y="181482"/>
                  </a:lnTo>
                  <a:lnTo>
                    <a:pt x="7112" y="194182"/>
                  </a:lnTo>
                  <a:lnTo>
                    <a:pt x="11937" y="199008"/>
                  </a:lnTo>
                  <a:lnTo>
                    <a:pt x="23875" y="199008"/>
                  </a:lnTo>
                  <a:lnTo>
                    <a:pt x="28701" y="194182"/>
                  </a:lnTo>
                  <a:lnTo>
                    <a:pt x="28613" y="183769"/>
                  </a:lnTo>
                  <a:lnTo>
                    <a:pt x="28321" y="183769"/>
                  </a:lnTo>
                  <a:lnTo>
                    <a:pt x="28448" y="180467"/>
                  </a:lnTo>
                  <a:lnTo>
                    <a:pt x="28748" y="180467"/>
                  </a:lnTo>
                  <a:lnTo>
                    <a:pt x="28828" y="177164"/>
                  </a:lnTo>
                  <a:close/>
                </a:path>
                <a:path w="29210" h="199389">
                  <a:moveTo>
                    <a:pt x="28448" y="180467"/>
                  </a:moveTo>
                  <a:lnTo>
                    <a:pt x="28321" y="183769"/>
                  </a:lnTo>
                  <a:lnTo>
                    <a:pt x="28528" y="182625"/>
                  </a:lnTo>
                  <a:lnTo>
                    <a:pt x="28655" y="181482"/>
                  </a:lnTo>
                  <a:lnTo>
                    <a:pt x="28448" y="180467"/>
                  </a:lnTo>
                  <a:close/>
                </a:path>
                <a:path w="29210" h="199389">
                  <a:moveTo>
                    <a:pt x="28575" y="182625"/>
                  </a:moveTo>
                  <a:lnTo>
                    <a:pt x="28321" y="183769"/>
                  </a:lnTo>
                  <a:lnTo>
                    <a:pt x="28613" y="183769"/>
                  </a:lnTo>
                  <a:lnTo>
                    <a:pt x="28575" y="182625"/>
                  </a:lnTo>
                  <a:close/>
                </a:path>
                <a:path w="29210" h="199389">
                  <a:moveTo>
                    <a:pt x="28748" y="180467"/>
                  </a:moveTo>
                  <a:lnTo>
                    <a:pt x="28448" y="180467"/>
                  </a:lnTo>
                  <a:lnTo>
                    <a:pt x="28575" y="181482"/>
                  </a:lnTo>
                  <a:lnTo>
                    <a:pt x="28748" y="180467"/>
                  </a:lnTo>
                  <a:close/>
                </a:path>
                <a:path w="29210" h="199389">
                  <a:moveTo>
                    <a:pt x="7981" y="127995"/>
                  </a:moveTo>
                  <a:lnTo>
                    <a:pt x="7874" y="133984"/>
                  </a:lnTo>
                  <a:lnTo>
                    <a:pt x="7747" y="170306"/>
                  </a:lnTo>
                  <a:lnTo>
                    <a:pt x="7738" y="178216"/>
                  </a:lnTo>
                  <a:lnTo>
                    <a:pt x="7891" y="177859"/>
                  </a:lnTo>
                  <a:lnTo>
                    <a:pt x="8000" y="177164"/>
                  </a:lnTo>
                  <a:lnTo>
                    <a:pt x="28828" y="177164"/>
                  </a:lnTo>
                  <a:lnTo>
                    <a:pt x="28701" y="135889"/>
                  </a:lnTo>
                  <a:lnTo>
                    <a:pt x="28575" y="133984"/>
                  </a:lnTo>
                  <a:lnTo>
                    <a:pt x="28498" y="128777"/>
                  </a:lnTo>
                  <a:lnTo>
                    <a:pt x="8127" y="128777"/>
                  </a:lnTo>
                  <a:lnTo>
                    <a:pt x="7981" y="127995"/>
                  </a:lnTo>
                  <a:close/>
                </a:path>
                <a:path w="29210" h="199389">
                  <a:moveTo>
                    <a:pt x="28471" y="126872"/>
                  </a:moveTo>
                  <a:lnTo>
                    <a:pt x="8000" y="126872"/>
                  </a:lnTo>
                  <a:lnTo>
                    <a:pt x="8127" y="128777"/>
                  </a:lnTo>
                  <a:lnTo>
                    <a:pt x="28498" y="128777"/>
                  </a:lnTo>
                  <a:lnTo>
                    <a:pt x="28471" y="126872"/>
                  </a:lnTo>
                  <a:close/>
                </a:path>
                <a:path w="29210" h="199389">
                  <a:moveTo>
                    <a:pt x="14224" y="0"/>
                  </a:moveTo>
                  <a:lnTo>
                    <a:pt x="5080" y="0"/>
                  </a:lnTo>
                  <a:lnTo>
                    <a:pt x="1270" y="3682"/>
                  </a:lnTo>
                  <a:lnTo>
                    <a:pt x="1143" y="8255"/>
                  </a:lnTo>
                  <a:lnTo>
                    <a:pt x="635" y="23494"/>
                  </a:lnTo>
                  <a:lnTo>
                    <a:pt x="508" y="42925"/>
                  </a:lnTo>
                  <a:lnTo>
                    <a:pt x="381" y="46100"/>
                  </a:lnTo>
                  <a:lnTo>
                    <a:pt x="253" y="50926"/>
                  </a:lnTo>
                  <a:lnTo>
                    <a:pt x="126" y="58674"/>
                  </a:lnTo>
                  <a:lnTo>
                    <a:pt x="0" y="75692"/>
                  </a:lnTo>
                  <a:lnTo>
                    <a:pt x="177" y="79247"/>
                  </a:lnTo>
                  <a:lnTo>
                    <a:pt x="253" y="81025"/>
                  </a:lnTo>
                  <a:lnTo>
                    <a:pt x="1397" y="92963"/>
                  </a:lnTo>
                  <a:lnTo>
                    <a:pt x="1453" y="93980"/>
                  </a:lnTo>
                  <a:lnTo>
                    <a:pt x="2032" y="97917"/>
                  </a:lnTo>
                  <a:lnTo>
                    <a:pt x="2286" y="98678"/>
                  </a:lnTo>
                  <a:lnTo>
                    <a:pt x="5131" y="111107"/>
                  </a:lnTo>
                  <a:lnTo>
                    <a:pt x="6124" y="116331"/>
                  </a:lnTo>
                  <a:lnTo>
                    <a:pt x="6603" y="118618"/>
                  </a:lnTo>
                  <a:lnTo>
                    <a:pt x="6985" y="121919"/>
                  </a:lnTo>
                  <a:lnTo>
                    <a:pt x="6985" y="122681"/>
                  </a:lnTo>
                  <a:lnTo>
                    <a:pt x="7981" y="127995"/>
                  </a:lnTo>
                  <a:lnTo>
                    <a:pt x="8000" y="126872"/>
                  </a:lnTo>
                  <a:lnTo>
                    <a:pt x="28471" y="126872"/>
                  </a:lnTo>
                  <a:lnTo>
                    <a:pt x="28448" y="125221"/>
                  </a:lnTo>
                  <a:lnTo>
                    <a:pt x="27421" y="119633"/>
                  </a:lnTo>
                  <a:lnTo>
                    <a:pt x="27050" y="116331"/>
                  </a:lnTo>
                  <a:lnTo>
                    <a:pt x="25526" y="108076"/>
                  </a:lnTo>
                  <a:lnTo>
                    <a:pt x="25400" y="107695"/>
                  </a:lnTo>
                  <a:lnTo>
                    <a:pt x="24637" y="104393"/>
                  </a:lnTo>
                  <a:lnTo>
                    <a:pt x="22098" y="93980"/>
                  </a:lnTo>
                  <a:lnTo>
                    <a:pt x="22041" y="93599"/>
                  </a:lnTo>
                  <a:lnTo>
                    <a:pt x="21519" y="91058"/>
                  </a:lnTo>
                  <a:lnTo>
                    <a:pt x="21396" y="90591"/>
                  </a:lnTo>
                  <a:lnTo>
                    <a:pt x="21336" y="90169"/>
                  </a:lnTo>
                  <a:lnTo>
                    <a:pt x="20447" y="79247"/>
                  </a:lnTo>
                  <a:lnTo>
                    <a:pt x="20082" y="75692"/>
                  </a:lnTo>
                  <a:lnTo>
                    <a:pt x="20017" y="75056"/>
                  </a:lnTo>
                  <a:lnTo>
                    <a:pt x="19938" y="74294"/>
                  </a:lnTo>
                  <a:lnTo>
                    <a:pt x="19812" y="50926"/>
                  </a:lnTo>
                  <a:lnTo>
                    <a:pt x="19564" y="46100"/>
                  </a:lnTo>
                  <a:lnTo>
                    <a:pt x="19441" y="39243"/>
                  </a:lnTo>
                  <a:lnTo>
                    <a:pt x="19431" y="38607"/>
                  </a:lnTo>
                  <a:lnTo>
                    <a:pt x="19176" y="36830"/>
                  </a:lnTo>
                  <a:lnTo>
                    <a:pt x="18992" y="35813"/>
                  </a:lnTo>
                  <a:lnTo>
                    <a:pt x="18796" y="35813"/>
                  </a:lnTo>
                  <a:lnTo>
                    <a:pt x="18669" y="23494"/>
                  </a:lnTo>
                  <a:lnTo>
                    <a:pt x="18161" y="8255"/>
                  </a:lnTo>
                  <a:lnTo>
                    <a:pt x="18034" y="3682"/>
                  </a:lnTo>
                  <a:lnTo>
                    <a:pt x="14224" y="0"/>
                  </a:lnTo>
                  <a:close/>
                </a:path>
                <a:path w="29210" h="199389">
                  <a:moveTo>
                    <a:pt x="18784" y="34669"/>
                  </a:moveTo>
                  <a:lnTo>
                    <a:pt x="18796" y="35813"/>
                  </a:lnTo>
                  <a:lnTo>
                    <a:pt x="18992" y="35813"/>
                  </a:lnTo>
                  <a:lnTo>
                    <a:pt x="18784" y="34669"/>
                  </a:lnTo>
                  <a:close/>
                </a:path>
              </a:pathLst>
            </a:custGeom>
            <a:solidFill>
              <a:srgbClr val="AB7942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2" name="object 82"/>
          <p:cNvGrpSpPr/>
          <p:nvPr/>
        </p:nvGrpSpPr>
        <p:grpSpPr>
          <a:xfrm>
            <a:off x="2971419" y="2942844"/>
            <a:ext cx="1616710" cy="488950"/>
            <a:chOff x="2971419" y="2942844"/>
            <a:chExt cx="1616710" cy="488950"/>
          </a:xfrm>
        </p:grpSpPr>
        <p:pic>
          <p:nvPicPr>
            <p:cNvPr id="83" name="object 8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073654" y="3004185"/>
              <a:ext cx="186878" cy="231901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3724148" y="2959100"/>
              <a:ext cx="561466" cy="310133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356100" y="2942844"/>
              <a:ext cx="92837" cy="344169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971419" y="3034792"/>
              <a:ext cx="1616329" cy="397001"/>
            </a:xfrm>
            <a:prstGeom prst="rect">
              <a:avLst/>
            </a:prstGeom>
          </p:spPr>
        </p:pic>
      </p:grpSp>
      <p:sp>
        <p:nvSpPr>
          <p:cNvPr id="87" name="object 87"/>
          <p:cNvSpPr/>
          <p:nvPr/>
        </p:nvSpPr>
        <p:spPr>
          <a:xfrm>
            <a:off x="4532121" y="1930400"/>
            <a:ext cx="3304540" cy="407670"/>
          </a:xfrm>
          <a:custGeom>
            <a:avLst/>
            <a:gdLst/>
            <a:ahLst/>
            <a:cxnLst/>
            <a:rect l="l" t="t" r="r" b="b"/>
            <a:pathLst>
              <a:path w="3304540" h="407669">
                <a:moveTo>
                  <a:pt x="4444" y="389889"/>
                </a:moveTo>
                <a:lnTo>
                  <a:pt x="3175" y="389889"/>
                </a:lnTo>
                <a:lnTo>
                  <a:pt x="380" y="392430"/>
                </a:lnTo>
                <a:lnTo>
                  <a:pt x="253" y="396239"/>
                </a:lnTo>
                <a:lnTo>
                  <a:pt x="126" y="397509"/>
                </a:lnTo>
                <a:lnTo>
                  <a:pt x="0" y="398780"/>
                </a:lnTo>
                <a:lnTo>
                  <a:pt x="2286" y="401319"/>
                </a:lnTo>
                <a:lnTo>
                  <a:pt x="25273" y="405130"/>
                </a:lnTo>
                <a:lnTo>
                  <a:pt x="59308" y="407669"/>
                </a:lnTo>
                <a:lnTo>
                  <a:pt x="86867" y="407669"/>
                </a:lnTo>
                <a:lnTo>
                  <a:pt x="100583" y="406400"/>
                </a:lnTo>
                <a:lnTo>
                  <a:pt x="119633" y="403859"/>
                </a:lnTo>
                <a:lnTo>
                  <a:pt x="120141" y="403859"/>
                </a:lnTo>
                <a:lnTo>
                  <a:pt x="142747" y="400050"/>
                </a:lnTo>
                <a:lnTo>
                  <a:pt x="10413" y="400050"/>
                </a:lnTo>
                <a:lnTo>
                  <a:pt x="12318" y="396239"/>
                </a:lnTo>
                <a:lnTo>
                  <a:pt x="9042" y="392430"/>
                </a:lnTo>
                <a:lnTo>
                  <a:pt x="2412" y="392430"/>
                </a:lnTo>
                <a:lnTo>
                  <a:pt x="3036" y="391182"/>
                </a:lnTo>
                <a:lnTo>
                  <a:pt x="4444" y="389889"/>
                </a:lnTo>
                <a:close/>
              </a:path>
              <a:path w="3304540" h="407669">
                <a:moveTo>
                  <a:pt x="6857" y="389889"/>
                </a:moveTo>
                <a:lnTo>
                  <a:pt x="12318" y="396239"/>
                </a:lnTo>
                <a:lnTo>
                  <a:pt x="10413" y="400050"/>
                </a:lnTo>
                <a:lnTo>
                  <a:pt x="11175" y="400050"/>
                </a:lnTo>
                <a:lnTo>
                  <a:pt x="12826" y="397509"/>
                </a:lnTo>
                <a:lnTo>
                  <a:pt x="13462" y="396239"/>
                </a:lnTo>
                <a:lnTo>
                  <a:pt x="12445" y="392430"/>
                </a:lnTo>
                <a:lnTo>
                  <a:pt x="11152" y="390440"/>
                </a:lnTo>
                <a:lnTo>
                  <a:pt x="6857" y="389889"/>
                </a:lnTo>
                <a:close/>
              </a:path>
              <a:path w="3304540" h="407669">
                <a:moveTo>
                  <a:pt x="11152" y="390440"/>
                </a:moveTo>
                <a:lnTo>
                  <a:pt x="12445" y="392430"/>
                </a:lnTo>
                <a:lnTo>
                  <a:pt x="13462" y="396239"/>
                </a:lnTo>
                <a:lnTo>
                  <a:pt x="12826" y="397509"/>
                </a:lnTo>
                <a:lnTo>
                  <a:pt x="11175" y="400050"/>
                </a:lnTo>
                <a:lnTo>
                  <a:pt x="142620" y="400050"/>
                </a:lnTo>
                <a:lnTo>
                  <a:pt x="179577" y="394969"/>
                </a:lnTo>
                <a:lnTo>
                  <a:pt x="60451" y="394969"/>
                </a:lnTo>
                <a:lnTo>
                  <a:pt x="35560" y="392430"/>
                </a:lnTo>
                <a:lnTo>
                  <a:pt x="26669" y="392430"/>
                </a:lnTo>
                <a:lnTo>
                  <a:pt x="11152" y="390440"/>
                </a:lnTo>
                <a:close/>
              </a:path>
              <a:path w="3304540" h="407669">
                <a:moveTo>
                  <a:pt x="3302888" y="0"/>
                </a:moveTo>
                <a:lnTo>
                  <a:pt x="3301873" y="0"/>
                </a:lnTo>
                <a:lnTo>
                  <a:pt x="3293999" y="1269"/>
                </a:lnTo>
                <a:lnTo>
                  <a:pt x="3280155" y="2539"/>
                </a:lnTo>
                <a:lnTo>
                  <a:pt x="3251454" y="6350"/>
                </a:lnTo>
                <a:lnTo>
                  <a:pt x="3218306" y="8889"/>
                </a:lnTo>
                <a:lnTo>
                  <a:pt x="3197732" y="12700"/>
                </a:lnTo>
                <a:lnTo>
                  <a:pt x="3175127" y="13969"/>
                </a:lnTo>
                <a:lnTo>
                  <a:pt x="3148837" y="13969"/>
                </a:lnTo>
                <a:lnTo>
                  <a:pt x="3148583" y="15239"/>
                </a:lnTo>
                <a:lnTo>
                  <a:pt x="3117214" y="17780"/>
                </a:lnTo>
                <a:lnTo>
                  <a:pt x="3117342" y="17780"/>
                </a:lnTo>
                <a:lnTo>
                  <a:pt x="2971292" y="30480"/>
                </a:lnTo>
                <a:lnTo>
                  <a:pt x="2971164" y="30480"/>
                </a:lnTo>
                <a:lnTo>
                  <a:pt x="2898521" y="38100"/>
                </a:lnTo>
                <a:lnTo>
                  <a:pt x="2836163" y="43180"/>
                </a:lnTo>
                <a:lnTo>
                  <a:pt x="2804413" y="46989"/>
                </a:lnTo>
                <a:lnTo>
                  <a:pt x="2774187" y="49530"/>
                </a:lnTo>
                <a:lnTo>
                  <a:pt x="2738247" y="53339"/>
                </a:lnTo>
                <a:lnTo>
                  <a:pt x="2699638" y="58419"/>
                </a:lnTo>
                <a:lnTo>
                  <a:pt x="2663317" y="62230"/>
                </a:lnTo>
                <a:lnTo>
                  <a:pt x="2631948" y="64769"/>
                </a:lnTo>
                <a:lnTo>
                  <a:pt x="2606421" y="67309"/>
                </a:lnTo>
                <a:lnTo>
                  <a:pt x="2584069" y="69850"/>
                </a:lnTo>
                <a:lnTo>
                  <a:pt x="2558923" y="72389"/>
                </a:lnTo>
                <a:lnTo>
                  <a:pt x="2530475" y="74930"/>
                </a:lnTo>
                <a:lnTo>
                  <a:pt x="2431414" y="86359"/>
                </a:lnTo>
                <a:lnTo>
                  <a:pt x="2372105" y="92709"/>
                </a:lnTo>
                <a:lnTo>
                  <a:pt x="2340736" y="95250"/>
                </a:lnTo>
                <a:lnTo>
                  <a:pt x="2309495" y="99059"/>
                </a:lnTo>
                <a:lnTo>
                  <a:pt x="2237104" y="106680"/>
                </a:lnTo>
                <a:lnTo>
                  <a:pt x="2204974" y="109219"/>
                </a:lnTo>
                <a:lnTo>
                  <a:pt x="2133727" y="116839"/>
                </a:lnTo>
                <a:lnTo>
                  <a:pt x="2104262" y="120650"/>
                </a:lnTo>
                <a:lnTo>
                  <a:pt x="2069719" y="123189"/>
                </a:lnTo>
                <a:lnTo>
                  <a:pt x="1999869" y="130809"/>
                </a:lnTo>
                <a:lnTo>
                  <a:pt x="1898650" y="140969"/>
                </a:lnTo>
                <a:lnTo>
                  <a:pt x="1869439" y="143509"/>
                </a:lnTo>
                <a:lnTo>
                  <a:pt x="1835785" y="147319"/>
                </a:lnTo>
                <a:lnTo>
                  <a:pt x="1835657" y="147319"/>
                </a:lnTo>
                <a:lnTo>
                  <a:pt x="1800478" y="151130"/>
                </a:lnTo>
                <a:lnTo>
                  <a:pt x="1766951" y="153669"/>
                </a:lnTo>
                <a:lnTo>
                  <a:pt x="1737867" y="156209"/>
                </a:lnTo>
                <a:lnTo>
                  <a:pt x="1667890" y="163830"/>
                </a:lnTo>
                <a:lnTo>
                  <a:pt x="1639442" y="167639"/>
                </a:lnTo>
                <a:lnTo>
                  <a:pt x="1539239" y="179069"/>
                </a:lnTo>
                <a:lnTo>
                  <a:pt x="1511173" y="182880"/>
                </a:lnTo>
                <a:lnTo>
                  <a:pt x="1477264" y="187959"/>
                </a:lnTo>
                <a:lnTo>
                  <a:pt x="1443863" y="191769"/>
                </a:lnTo>
                <a:lnTo>
                  <a:pt x="1416050" y="195580"/>
                </a:lnTo>
                <a:lnTo>
                  <a:pt x="1384427" y="199389"/>
                </a:lnTo>
                <a:lnTo>
                  <a:pt x="1319529" y="209550"/>
                </a:lnTo>
                <a:lnTo>
                  <a:pt x="1292225" y="212089"/>
                </a:lnTo>
                <a:lnTo>
                  <a:pt x="1227708" y="222250"/>
                </a:lnTo>
                <a:lnTo>
                  <a:pt x="1201547" y="226059"/>
                </a:lnTo>
                <a:lnTo>
                  <a:pt x="1201419" y="226059"/>
                </a:lnTo>
                <a:lnTo>
                  <a:pt x="1140332" y="236219"/>
                </a:lnTo>
                <a:lnTo>
                  <a:pt x="1110488" y="240030"/>
                </a:lnTo>
                <a:lnTo>
                  <a:pt x="1084452" y="243839"/>
                </a:lnTo>
                <a:lnTo>
                  <a:pt x="1023619" y="254000"/>
                </a:lnTo>
                <a:lnTo>
                  <a:pt x="993775" y="257809"/>
                </a:lnTo>
                <a:lnTo>
                  <a:pt x="959485" y="264159"/>
                </a:lnTo>
                <a:lnTo>
                  <a:pt x="890777" y="274319"/>
                </a:lnTo>
                <a:lnTo>
                  <a:pt x="862329" y="278130"/>
                </a:lnTo>
                <a:lnTo>
                  <a:pt x="834643" y="283209"/>
                </a:lnTo>
                <a:lnTo>
                  <a:pt x="807212" y="287019"/>
                </a:lnTo>
                <a:lnTo>
                  <a:pt x="780414" y="292100"/>
                </a:lnTo>
                <a:lnTo>
                  <a:pt x="683894" y="307339"/>
                </a:lnTo>
                <a:lnTo>
                  <a:pt x="651890" y="311150"/>
                </a:lnTo>
                <a:lnTo>
                  <a:pt x="616519" y="317628"/>
                </a:lnTo>
                <a:lnTo>
                  <a:pt x="584580" y="322580"/>
                </a:lnTo>
                <a:lnTo>
                  <a:pt x="556894" y="326389"/>
                </a:lnTo>
                <a:lnTo>
                  <a:pt x="512190" y="334009"/>
                </a:lnTo>
                <a:lnTo>
                  <a:pt x="481964" y="337819"/>
                </a:lnTo>
                <a:lnTo>
                  <a:pt x="448182" y="342900"/>
                </a:lnTo>
                <a:lnTo>
                  <a:pt x="418591" y="347980"/>
                </a:lnTo>
                <a:lnTo>
                  <a:pt x="399541" y="350519"/>
                </a:lnTo>
                <a:lnTo>
                  <a:pt x="355600" y="358139"/>
                </a:lnTo>
                <a:lnTo>
                  <a:pt x="328535" y="361813"/>
                </a:lnTo>
                <a:lnTo>
                  <a:pt x="303149" y="365759"/>
                </a:lnTo>
                <a:lnTo>
                  <a:pt x="240791" y="373380"/>
                </a:lnTo>
                <a:lnTo>
                  <a:pt x="209550" y="378459"/>
                </a:lnTo>
                <a:lnTo>
                  <a:pt x="177800" y="382269"/>
                </a:lnTo>
                <a:lnTo>
                  <a:pt x="158606" y="384863"/>
                </a:lnTo>
                <a:lnTo>
                  <a:pt x="140969" y="386080"/>
                </a:lnTo>
                <a:lnTo>
                  <a:pt x="140715" y="386080"/>
                </a:lnTo>
                <a:lnTo>
                  <a:pt x="117982" y="388619"/>
                </a:lnTo>
                <a:lnTo>
                  <a:pt x="98762" y="391182"/>
                </a:lnTo>
                <a:lnTo>
                  <a:pt x="98937" y="391182"/>
                </a:lnTo>
                <a:lnTo>
                  <a:pt x="85156" y="393734"/>
                </a:lnTo>
                <a:lnTo>
                  <a:pt x="69468" y="394969"/>
                </a:lnTo>
                <a:lnTo>
                  <a:pt x="179577" y="394969"/>
                </a:lnTo>
                <a:lnTo>
                  <a:pt x="211138" y="391182"/>
                </a:lnTo>
                <a:lnTo>
                  <a:pt x="242569" y="386080"/>
                </a:lnTo>
                <a:lnTo>
                  <a:pt x="274192" y="382269"/>
                </a:lnTo>
                <a:lnTo>
                  <a:pt x="329311" y="373380"/>
                </a:lnTo>
                <a:lnTo>
                  <a:pt x="357504" y="369569"/>
                </a:lnTo>
                <a:lnTo>
                  <a:pt x="383031" y="365759"/>
                </a:lnTo>
                <a:lnTo>
                  <a:pt x="420369" y="359409"/>
                </a:lnTo>
                <a:lnTo>
                  <a:pt x="420497" y="359409"/>
                </a:lnTo>
                <a:lnTo>
                  <a:pt x="449961" y="354330"/>
                </a:lnTo>
                <a:lnTo>
                  <a:pt x="483742" y="349250"/>
                </a:lnTo>
                <a:lnTo>
                  <a:pt x="513968" y="345439"/>
                </a:lnTo>
                <a:lnTo>
                  <a:pt x="558545" y="337819"/>
                </a:lnTo>
                <a:lnTo>
                  <a:pt x="558673" y="337819"/>
                </a:lnTo>
                <a:lnTo>
                  <a:pt x="653795" y="323850"/>
                </a:lnTo>
                <a:lnTo>
                  <a:pt x="685800" y="320039"/>
                </a:lnTo>
                <a:lnTo>
                  <a:pt x="685800" y="318769"/>
                </a:lnTo>
                <a:lnTo>
                  <a:pt x="718565" y="314959"/>
                </a:lnTo>
                <a:lnTo>
                  <a:pt x="782319" y="304800"/>
                </a:lnTo>
                <a:lnTo>
                  <a:pt x="809243" y="300989"/>
                </a:lnTo>
                <a:lnTo>
                  <a:pt x="836676" y="295909"/>
                </a:lnTo>
                <a:lnTo>
                  <a:pt x="892937" y="288289"/>
                </a:lnTo>
                <a:lnTo>
                  <a:pt x="961643" y="278130"/>
                </a:lnTo>
                <a:lnTo>
                  <a:pt x="995933" y="271780"/>
                </a:lnTo>
                <a:lnTo>
                  <a:pt x="1025778" y="267969"/>
                </a:lnTo>
                <a:lnTo>
                  <a:pt x="1086612" y="257809"/>
                </a:lnTo>
                <a:lnTo>
                  <a:pt x="1112519" y="254000"/>
                </a:lnTo>
                <a:lnTo>
                  <a:pt x="1142364" y="250189"/>
                </a:lnTo>
                <a:lnTo>
                  <a:pt x="1173733" y="245109"/>
                </a:lnTo>
                <a:lnTo>
                  <a:pt x="1201638" y="241562"/>
                </a:lnTo>
                <a:lnTo>
                  <a:pt x="1229740" y="237489"/>
                </a:lnTo>
                <a:lnTo>
                  <a:pt x="1294383" y="227330"/>
                </a:lnTo>
                <a:lnTo>
                  <a:pt x="1321562" y="224789"/>
                </a:lnTo>
                <a:lnTo>
                  <a:pt x="1353312" y="219709"/>
                </a:lnTo>
                <a:lnTo>
                  <a:pt x="1386458" y="215900"/>
                </a:lnTo>
                <a:lnTo>
                  <a:pt x="1418081" y="210819"/>
                </a:lnTo>
                <a:lnTo>
                  <a:pt x="1445894" y="207009"/>
                </a:lnTo>
                <a:lnTo>
                  <a:pt x="1479295" y="203200"/>
                </a:lnTo>
                <a:lnTo>
                  <a:pt x="1513077" y="198119"/>
                </a:lnTo>
                <a:lnTo>
                  <a:pt x="1541144" y="194309"/>
                </a:lnTo>
                <a:lnTo>
                  <a:pt x="1641220" y="182880"/>
                </a:lnTo>
                <a:lnTo>
                  <a:pt x="1669668" y="179069"/>
                </a:lnTo>
                <a:lnTo>
                  <a:pt x="1704466" y="176530"/>
                </a:lnTo>
                <a:lnTo>
                  <a:pt x="1739391" y="172719"/>
                </a:lnTo>
                <a:lnTo>
                  <a:pt x="1768475" y="168909"/>
                </a:lnTo>
                <a:lnTo>
                  <a:pt x="1802002" y="166369"/>
                </a:lnTo>
                <a:lnTo>
                  <a:pt x="1871090" y="158750"/>
                </a:lnTo>
                <a:lnTo>
                  <a:pt x="1900301" y="156209"/>
                </a:lnTo>
                <a:lnTo>
                  <a:pt x="1971928" y="148589"/>
                </a:lnTo>
                <a:lnTo>
                  <a:pt x="2001393" y="146050"/>
                </a:lnTo>
                <a:lnTo>
                  <a:pt x="2035555" y="142239"/>
                </a:lnTo>
                <a:lnTo>
                  <a:pt x="2071243" y="139700"/>
                </a:lnTo>
                <a:lnTo>
                  <a:pt x="2105786" y="135889"/>
                </a:lnTo>
                <a:lnTo>
                  <a:pt x="2135378" y="133350"/>
                </a:lnTo>
                <a:lnTo>
                  <a:pt x="2206625" y="125730"/>
                </a:lnTo>
                <a:lnTo>
                  <a:pt x="2238755" y="121919"/>
                </a:lnTo>
                <a:lnTo>
                  <a:pt x="2275078" y="119380"/>
                </a:lnTo>
                <a:lnTo>
                  <a:pt x="2311146" y="115569"/>
                </a:lnTo>
                <a:lnTo>
                  <a:pt x="2342387" y="111759"/>
                </a:lnTo>
                <a:lnTo>
                  <a:pt x="2373756" y="109219"/>
                </a:lnTo>
                <a:lnTo>
                  <a:pt x="2405760" y="105409"/>
                </a:lnTo>
                <a:lnTo>
                  <a:pt x="2433193" y="102869"/>
                </a:lnTo>
                <a:lnTo>
                  <a:pt x="2532253" y="91439"/>
                </a:lnTo>
                <a:lnTo>
                  <a:pt x="2560574" y="88900"/>
                </a:lnTo>
                <a:lnTo>
                  <a:pt x="2585720" y="86359"/>
                </a:lnTo>
                <a:lnTo>
                  <a:pt x="2608199" y="83819"/>
                </a:lnTo>
                <a:lnTo>
                  <a:pt x="2633599" y="81280"/>
                </a:lnTo>
                <a:lnTo>
                  <a:pt x="2664968" y="77469"/>
                </a:lnTo>
                <a:lnTo>
                  <a:pt x="2775838" y="66039"/>
                </a:lnTo>
                <a:lnTo>
                  <a:pt x="2806064" y="62230"/>
                </a:lnTo>
                <a:lnTo>
                  <a:pt x="2837814" y="59689"/>
                </a:lnTo>
                <a:lnTo>
                  <a:pt x="2900045" y="52069"/>
                </a:lnTo>
                <a:lnTo>
                  <a:pt x="2972688" y="44450"/>
                </a:lnTo>
                <a:lnTo>
                  <a:pt x="3003296" y="40639"/>
                </a:lnTo>
                <a:lnTo>
                  <a:pt x="3031744" y="38100"/>
                </a:lnTo>
                <a:lnTo>
                  <a:pt x="3059049" y="34289"/>
                </a:lnTo>
                <a:lnTo>
                  <a:pt x="3086734" y="31750"/>
                </a:lnTo>
                <a:lnTo>
                  <a:pt x="3118357" y="27939"/>
                </a:lnTo>
                <a:lnTo>
                  <a:pt x="3149600" y="22859"/>
                </a:lnTo>
                <a:lnTo>
                  <a:pt x="3175761" y="19050"/>
                </a:lnTo>
                <a:lnTo>
                  <a:pt x="3198368" y="15239"/>
                </a:lnTo>
                <a:lnTo>
                  <a:pt x="3218814" y="13969"/>
                </a:lnTo>
                <a:lnTo>
                  <a:pt x="3251834" y="10159"/>
                </a:lnTo>
                <a:lnTo>
                  <a:pt x="3280663" y="6350"/>
                </a:lnTo>
                <a:lnTo>
                  <a:pt x="3294379" y="5080"/>
                </a:lnTo>
                <a:lnTo>
                  <a:pt x="3302254" y="3809"/>
                </a:lnTo>
                <a:lnTo>
                  <a:pt x="3303270" y="3809"/>
                </a:lnTo>
                <a:lnTo>
                  <a:pt x="3304031" y="2539"/>
                </a:lnTo>
                <a:lnTo>
                  <a:pt x="3303904" y="1269"/>
                </a:lnTo>
                <a:lnTo>
                  <a:pt x="3302888" y="0"/>
                </a:lnTo>
                <a:close/>
              </a:path>
              <a:path w="3304540" h="407669">
                <a:moveTo>
                  <a:pt x="6603" y="388619"/>
                </a:moveTo>
                <a:lnTo>
                  <a:pt x="4444" y="389889"/>
                </a:lnTo>
                <a:lnTo>
                  <a:pt x="3036" y="391182"/>
                </a:lnTo>
                <a:lnTo>
                  <a:pt x="2412" y="392430"/>
                </a:lnTo>
                <a:lnTo>
                  <a:pt x="6857" y="389889"/>
                </a:lnTo>
                <a:lnTo>
                  <a:pt x="8762" y="389889"/>
                </a:lnTo>
                <a:lnTo>
                  <a:pt x="6603" y="388619"/>
                </a:lnTo>
                <a:close/>
              </a:path>
              <a:path w="3304540" h="407669">
                <a:moveTo>
                  <a:pt x="6857" y="389889"/>
                </a:moveTo>
                <a:lnTo>
                  <a:pt x="2412" y="392430"/>
                </a:lnTo>
                <a:lnTo>
                  <a:pt x="9042" y="392430"/>
                </a:lnTo>
                <a:lnTo>
                  <a:pt x="6857" y="389889"/>
                </a:lnTo>
                <a:close/>
              </a:path>
              <a:path w="3304540" h="407669">
                <a:moveTo>
                  <a:pt x="10794" y="389889"/>
                </a:moveTo>
                <a:lnTo>
                  <a:pt x="6857" y="389889"/>
                </a:lnTo>
                <a:lnTo>
                  <a:pt x="11152" y="390440"/>
                </a:lnTo>
                <a:lnTo>
                  <a:pt x="10794" y="389889"/>
                </a:lnTo>
                <a:close/>
              </a:path>
              <a:path w="3304540" h="407669">
                <a:moveTo>
                  <a:pt x="1203456" y="241331"/>
                </a:moveTo>
                <a:lnTo>
                  <a:pt x="1203232" y="241331"/>
                </a:lnTo>
                <a:lnTo>
                  <a:pt x="1201638" y="241562"/>
                </a:lnTo>
                <a:lnTo>
                  <a:pt x="1203456" y="241331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50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Simplified</a:t>
            </a:r>
            <a:r>
              <a:rPr dirty="0" sz="2750" spc="200"/>
              <a:t> </a:t>
            </a:r>
            <a:r>
              <a:rPr dirty="0" sz="2750">
                <a:solidFill>
                  <a:srgbClr val="0096FF"/>
                </a:solidFill>
              </a:rPr>
              <a:t>loss</a:t>
            </a:r>
            <a:r>
              <a:rPr dirty="0" sz="2750" spc="120">
                <a:solidFill>
                  <a:srgbClr val="0096FF"/>
                </a:solidFill>
              </a:rPr>
              <a:t> </a:t>
            </a:r>
            <a:r>
              <a:rPr dirty="0" sz="2750" spc="-10"/>
              <a:t>function</a:t>
            </a:r>
            <a:endParaRPr sz="2750"/>
          </a:p>
        </p:txBody>
      </p:sp>
      <p:grpSp>
        <p:nvGrpSpPr>
          <p:cNvPr id="3" name="object 3"/>
          <p:cNvGrpSpPr/>
          <p:nvPr/>
        </p:nvGrpSpPr>
        <p:grpSpPr>
          <a:xfrm>
            <a:off x="676275" y="1847850"/>
            <a:ext cx="8343900" cy="600075"/>
            <a:chOff x="676275" y="1847850"/>
            <a:chExt cx="8343900" cy="600075"/>
          </a:xfrm>
        </p:grpSpPr>
        <p:sp>
          <p:nvSpPr>
            <p:cNvPr id="4" name="object 4"/>
            <p:cNvSpPr/>
            <p:nvPr/>
          </p:nvSpPr>
          <p:spPr>
            <a:xfrm>
              <a:off x="695325" y="1866900"/>
              <a:ext cx="8305800" cy="561975"/>
            </a:xfrm>
            <a:custGeom>
              <a:avLst/>
              <a:gdLst/>
              <a:ahLst/>
              <a:cxnLst/>
              <a:rect l="l" t="t" r="r" b="b"/>
              <a:pathLst>
                <a:path w="8305800" h="561975">
                  <a:moveTo>
                    <a:pt x="0" y="561975"/>
                  </a:moveTo>
                  <a:lnTo>
                    <a:pt x="8305800" y="561975"/>
                  </a:lnTo>
                  <a:lnTo>
                    <a:pt x="8305800" y="0"/>
                  </a:lnTo>
                  <a:lnTo>
                    <a:pt x="0" y="0"/>
                  </a:lnTo>
                  <a:lnTo>
                    <a:pt x="0" y="561975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949483" y="2012061"/>
              <a:ext cx="1746885" cy="311150"/>
            </a:xfrm>
            <a:custGeom>
              <a:avLst/>
              <a:gdLst/>
              <a:ahLst/>
              <a:cxnLst/>
              <a:rect l="l" t="t" r="r" b="b"/>
              <a:pathLst>
                <a:path w="1746885" h="311150">
                  <a:moveTo>
                    <a:pt x="1665065" y="0"/>
                  </a:moveTo>
                  <a:lnTo>
                    <a:pt x="1661890" y="10287"/>
                  </a:lnTo>
                  <a:lnTo>
                    <a:pt x="1676201" y="17672"/>
                  </a:lnTo>
                  <a:lnTo>
                    <a:pt x="1688655" y="28416"/>
                  </a:lnTo>
                  <a:lnTo>
                    <a:pt x="1714825" y="80456"/>
                  </a:lnTo>
                  <a:lnTo>
                    <a:pt x="1722636" y="128133"/>
                  </a:lnTo>
                  <a:lnTo>
                    <a:pt x="1723612" y="155447"/>
                  </a:lnTo>
                  <a:lnTo>
                    <a:pt x="1722636" y="182669"/>
                  </a:lnTo>
                  <a:lnTo>
                    <a:pt x="1714825" y="230207"/>
                  </a:lnTo>
                  <a:lnTo>
                    <a:pt x="1699252" y="268047"/>
                  </a:lnTo>
                  <a:lnTo>
                    <a:pt x="1661890" y="300355"/>
                  </a:lnTo>
                  <a:lnTo>
                    <a:pt x="1665065" y="310641"/>
                  </a:lnTo>
                  <a:lnTo>
                    <a:pt x="1699768" y="292163"/>
                  </a:lnTo>
                  <a:lnTo>
                    <a:pt x="1725517" y="257301"/>
                  </a:lnTo>
                  <a:lnTo>
                    <a:pt x="1741408" y="210216"/>
                  </a:lnTo>
                  <a:lnTo>
                    <a:pt x="1746720" y="155447"/>
                  </a:lnTo>
                  <a:lnTo>
                    <a:pt x="1745454" y="128133"/>
                  </a:lnTo>
                  <a:lnTo>
                    <a:pt x="1734778" y="75864"/>
                  </a:lnTo>
                  <a:lnTo>
                    <a:pt x="1713750" y="33861"/>
                  </a:lnTo>
                  <a:lnTo>
                    <a:pt x="1683548" y="7191"/>
                  </a:lnTo>
                  <a:lnTo>
                    <a:pt x="1665065" y="0"/>
                  </a:lnTo>
                  <a:close/>
                </a:path>
                <a:path w="1746885" h="311150">
                  <a:moveTo>
                    <a:pt x="81616" y="0"/>
                  </a:moveTo>
                  <a:lnTo>
                    <a:pt x="46925" y="18478"/>
                  </a:lnTo>
                  <a:lnTo>
                    <a:pt x="21215" y="53339"/>
                  </a:lnTo>
                  <a:lnTo>
                    <a:pt x="5299" y="100377"/>
                  </a:lnTo>
                  <a:lnTo>
                    <a:pt x="0" y="155447"/>
                  </a:lnTo>
                  <a:lnTo>
                    <a:pt x="1269" y="182669"/>
                  </a:lnTo>
                  <a:lnTo>
                    <a:pt x="11931" y="234723"/>
                  </a:lnTo>
                  <a:lnTo>
                    <a:pt x="32948" y="276780"/>
                  </a:lnTo>
                  <a:lnTo>
                    <a:pt x="63147" y="303450"/>
                  </a:lnTo>
                  <a:lnTo>
                    <a:pt x="81616" y="310641"/>
                  </a:lnTo>
                  <a:lnTo>
                    <a:pt x="84753" y="300355"/>
                  </a:lnTo>
                  <a:lnTo>
                    <a:pt x="70483" y="292951"/>
                  </a:lnTo>
                  <a:lnTo>
                    <a:pt x="58055" y="282178"/>
                  </a:lnTo>
                  <a:lnTo>
                    <a:pt x="31887" y="230207"/>
                  </a:lnTo>
                  <a:lnTo>
                    <a:pt x="24071" y="182669"/>
                  </a:lnTo>
                  <a:lnTo>
                    <a:pt x="23095" y="155447"/>
                  </a:lnTo>
                  <a:lnTo>
                    <a:pt x="24071" y="128133"/>
                  </a:lnTo>
                  <a:lnTo>
                    <a:pt x="31887" y="80456"/>
                  </a:lnTo>
                  <a:lnTo>
                    <a:pt x="47470" y="42541"/>
                  </a:lnTo>
                  <a:lnTo>
                    <a:pt x="84753" y="10287"/>
                  </a:lnTo>
                  <a:lnTo>
                    <a:pt x="816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184046" y="2138425"/>
              <a:ext cx="165735" cy="46355"/>
            </a:xfrm>
            <a:custGeom>
              <a:avLst/>
              <a:gdLst/>
              <a:ahLst/>
              <a:cxnLst/>
              <a:rect l="l" t="t" r="r" b="b"/>
              <a:pathLst>
                <a:path w="165734" h="46355">
                  <a:moveTo>
                    <a:pt x="142087" y="0"/>
                  </a:moveTo>
                  <a:lnTo>
                    <a:pt x="137134" y="5587"/>
                  </a:lnTo>
                  <a:lnTo>
                    <a:pt x="151993" y="18542"/>
                  </a:lnTo>
                  <a:lnTo>
                    <a:pt x="0" y="18542"/>
                  </a:lnTo>
                  <a:lnTo>
                    <a:pt x="0" y="27305"/>
                  </a:lnTo>
                  <a:lnTo>
                    <a:pt x="151993" y="27305"/>
                  </a:lnTo>
                  <a:lnTo>
                    <a:pt x="137134" y="40259"/>
                  </a:lnTo>
                  <a:lnTo>
                    <a:pt x="142087" y="45847"/>
                  </a:lnTo>
                  <a:lnTo>
                    <a:pt x="165328" y="25654"/>
                  </a:lnTo>
                  <a:lnTo>
                    <a:pt x="165328" y="20193"/>
                  </a:lnTo>
                  <a:lnTo>
                    <a:pt x="142087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759459" y="2031936"/>
            <a:ext cx="7785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>
                <a:solidFill>
                  <a:srgbClr val="0096FF"/>
                </a:solidFill>
                <a:latin typeface="Cambria Math"/>
                <a:cs typeface="Cambria Math"/>
              </a:rPr>
              <a:t>𝐿</a:t>
            </a:r>
            <a:r>
              <a:rPr dirty="0" baseline="12500" sz="3000" spc="52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540007" y="2001647"/>
            <a:ext cx="546735" cy="321310"/>
            <a:chOff x="1540007" y="2001647"/>
            <a:chExt cx="546735" cy="321310"/>
          </a:xfrm>
        </p:grpSpPr>
        <p:sp>
          <p:nvSpPr>
            <p:cNvPr id="9" name="object 9"/>
            <p:cNvSpPr/>
            <p:nvPr/>
          </p:nvSpPr>
          <p:spPr>
            <a:xfrm>
              <a:off x="1540007" y="2012061"/>
              <a:ext cx="546735" cy="311150"/>
            </a:xfrm>
            <a:custGeom>
              <a:avLst/>
              <a:gdLst/>
              <a:ahLst/>
              <a:cxnLst/>
              <a:rect l="l" t="t" r="r" b="b"/>
              <a:pathLst>
                <a:path w="546735" h="311150">
                  <a:moveTo>
                    <a:pt x="464941" y="0"/>
                  </a:moveTo>
                  <a:lnTo>
                    <a:pt x="461766" y="10287"/>
                  </a:lnTo>
                  <a:lnTo>
                    <a:pt x="476077" y="17672"/>
                  </a:lnTo>
                  <a:lnTo>
                    <a:pt x="488531" y="28416"/>
                  </a:lnTo>
                  <a:lnTo>
                    <a:pt x="514701" y="80456"/>
                  </a:lnTo>
                  <a:lnTo>
                    <a:pt x="522511" y="128133"/>
                  </a:lnTo>
                  <a:lnTo>
                    <a:pt x="523488" y="155447"/>
                  </a:lnTo>
                  <a:lnTo>
                    <a:pt x="522511" y="182669"/>
                  </a:lnTo>
                  <a:lnTo>
                    <a:pt x="514701" y="230207"/>
                  </a:lnTo>
                  <a:lnTo>
                    <a:pt x="499127" y="268047"/>
                  </a:lnTo>
                  <a:lnTo>
                    <a:pt x="461766" y="300355"/>
                  </a:lnTo>
                  <a:lnTo>
                    <a:pt x="464941" y="310641"/>
                  </a:lnTo>
                  <a:lnTo>
                    <a:pt x="499643" y="292163"/>
                  </a:lnTo>
                  <a:lnTo>
                    <a:pt x="525393" y="257301"/>
                  </a:lnTo>
                  <a:lnTo>
                    <a:pt x="541283" y="210216"/>
                  </a:lnTo>
                  <a:lnTo>
                    <a:pt x="546596" y="155447"/>
                  </a:lnTo>
                  <a:lnTo>
                    <a:pt x="545329" y="128133"/>
                  </a:lnTo>
                  <a:lnTo>
                    <a:pt x="534654" y="75864"/>
                  </a:lnTo>
                  <a:lnTo>
                    <a:pt x="513625" y="33861"/>
                  </a:lnTo>
                  <a:lnTo>
                    <a:pt x="483423" y="7191"/>
                  </a:lnTo>
                  <a:lnTo>
                    <a:pt x="464941" y="0"/>
                  </a:lnTo>
                  <a:close/>
                </a:path>
                <a:path w="546735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7"/>
                  </a:lnTo>
                  <a:lnTo>
                    <a:pt x="0" y="155447"/>
                  </a:lnTo>
                  <a:lnTo>
                    <a:pt x="1274" y="182669"/>
                  </a:lnTo>
                  <a:lnTo>
                    <a:pt x="1325" y="183757"/>
                  </a:lnTo>
                  <a:lnTo>
                    <a:pt x="11941" y="234723"/>
                  </a:lnTo>
                  <a:lnTo>
                    <a:pt x="32970" y="276780"/>
                  </a:lnTo>
                  <a:lnTo>
                    <a:pt x="63172" y="303450"/>
                  </a:lnTo>
                  <a:lnTo>
                    <a:pt x="81655" y="310641"/>
                  </a:lnTo>
                  <a:lnTo>
                    <a:pt x="84830" y="300355"/>
                  </a:lnTo>
                  <a:lnTo>
                    <a:pt x="70518" y="292951"/>
                  </a:lnTo>
                  <a:lnTo>
                    <a:pt x="58064" y="282178"/>
                  </a:lnTo>
                  <a:lnTo>
                    <a:pt x="31894" y="230207"/>
                  </a:lnTo>
                  <a:lnTo>
                    <a:pt x="24084" y="182669"/>
                  </a:lnTo>
                  <a:lnTo>
                    <a:pt x="23108" y="155447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8" y="42541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631695" y="2038350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1" y="0"/>
                  </a:moveTo>
                  <a:lnTo>
                    <a:pt x="85090" y="7619"/>
                  </a:lnTo>
                  <a:lnTo>
                    <a:pt x="105156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05156" y="36830"/>
                  </a:lnTo>
                  <a:lnTo>
                    <a:pt x="85090" y="54229"/>
                  </a:lnTo>
                  <a:lnTo>
                    <a:pt x="91821" y="61849"/>
                  </a:lnTo>
                  <a:lnTo>
                    <a:pt x="123317" y="34543"/>
                  </a:lnTo>
                  <a:lnTo>
                    <a:pt x="123317" y="27305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772284" y="2001647"/>
              <a:ext cx="198120" cy="176530"/>
            </a:xfrm>
            <a:custGeom>
              <a:avLst/>
              <a:gdLst/>
              <a:ahLst/>
              <a:cxnLst/>
              <a:rect l="l" t="t" r="r" b="b"/>
              <a:pathLst>
                <a:path w="198119" h="176530">
                  <a:moveTo>
                    <a:pt x="141731" y="0"/>
                  </a:moveTo>
                  <a:lnTo>
                    <a:pt x="139191" y="7111"/>
                  </a:lnTo>
                  <a:lnTo>
                    <a:pt x="149411" y="11566"/>
                  </a:lnTo>
                  <a:lnTo>
                    <a:pt x="158178" y="17700"/>
                  </a:lnTo>
                  <a:lnTo>
                    <a:pt x="179276" y="58483"/>
                  </a:lnTo>
                  <a:lnTo>
                    <a:pt x="181863" y="87248"/>
                  </a:lnTo>
                  <a:lnTo>
                    <a:pt x="181219" y="102822"/>
                  </a:lnTo>
                  <a:lnTo>
                    <a:pt x="171450" y="140969"/>
                  </a:lnTo>
                  <a:lnTo>
                    <a:pt x="139445" y="169290"/>
                  </a:lnTo>
                  <a:lnTo>
                    <a:pt x="141731" y="176402"/>
                  </a:lnTo>
                  <a:lnTo>
                    <a:pt x="175414" y="156400"/>
                  </a:lnTo>
                  <a:lnTo>
                    <a:pt x="194373" y="119427"/>
                  </a:lnTo>
                  <a:lnTo>
                    <a:pt x="197992" y="88264"/>
                  </a:lnTo>
                  <a:lnTo>
                    <a:pt x="197091" y="72199"/>
                  </a:lnTo>
                  <a:lnTo>
                    <a:pt x="183387" y="30860"/>
                  </a:lnTo>
                  <a:lnTo>
                    <a:pt x="154491" y="4589"/>
                  </a:lnTo>
                  <a:lnTo>
                    <a:pt x="141731" y="0"/>
                  </a:lnTo>
                  <a:close/>
                </a:path>
                <a:path w="198119" h="176530">
                  <a:moveTo>
                    <a:pt x="56260" y="0"/>
                  </a:moveTo>
                  <a:lnTo>
                    <a:pt x="22649" y="20056"/>
                  </a:lnTo>
                  <a:lnTo>
                    <a:pt x="3635" y="57134"/>
                  </a:lnTo>
                  <a:lnTo>
                    <a:pt x="56" y="87248"/>
                  </a:lnTo>
                  <a:lnTo>
                    <a:pt x="0" y="88264"/>
                  </a:lnTo>
                  <a:lnTo>
                    <a:pt x="8143" y="133109"/>
                  </a:lnTo>
                  <a:lnTo>
                    <a:pt x="32178" y="165163"/>
                  </a:lnTo>
                  <a:lnTo>
                    <a:pt x="56260" y="176402"/>
                  </a:lnTo>
                  <a:lnTo>
                    <a:pt x="58546" y="169290"/>
                  </a:lnTo>
                  <a:lnTo>
                    <a:pt x="48474" y="164812"/>
                  </a:lnTo>
                  <a:lnTo>
                    <a:pt x="39782" y="158607"/>
                  </a:lnTo>
                  <a:lnTo>
                    <a:pt x="18716" y="116966"/>
                  </a:lnTo>
                  <a:lnTo>
                    <a:pt x="16171" y="88264"/>
                  </a:lnTo>
                  <a:lnTo>
                    <a:pt x="16128" y="87248"/>
                  </a:lnTo>
                  <a:lnTo>
                    <a:pt x="21969" y="46100"/>
                  </a:lnTo>
                  <a:lnTo>
                    <a:pt x="48635" y="11566"/>
                  </a:lnTo>
                  <a:lnTo>
                    <a:pt x="58800" y="7111"/>
                  </a:lnTo>
                  <a:lnTo>
                    <a:pt x="56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608200" y="1879282"/>
            <a:ext cx="33083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23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6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91410" y="2001647"/>
            <a:ext cx="188467" cy="176402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084704" y="1974786"/>
            <a:ext cx="473709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4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endParaRPr baseline="27777" sz="2250">
              <a:latin typeface="Cambria Math"/>
              <a:cs typeface="Cambria Math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467734" y="2001647"/>
            <a:ext cx="197992" cy="176402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2761614" y="1974786"/>
            <a:ext cx="129794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8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31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>
                <a:latin typeface="Cambria Math"/>
                <a:cs typeface="Cambria Math"/>
              </a:rPr>
              <a:t>𝑖</a:t>
            </a:r>
            <a:r>
              <a:rPr dirty="0" baseline="27777" sz="2250" spc="637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log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073144" y="1955164"/>
            <a:ext cx="1282065" cy="424180"/>
            <a:chOff x="4073144" y="1955164"/>
            <a:chExt cx="1282065" cy="424180"/>
          </a:xfrm>
        </p:grpSpPr>
        <p:sp>
          <p:nvSpPr>
            <p:cNvPr id="18" name="object 18"/>
            <p:cNvSpPr/>
            <p:nvPr/>
          </p:nvSpPr>
          <p:spPr>
            <a:xfrm>
              <a:off x="4073144" y="1955164"/>
              <a:ext cx="1282065" cy="424180"/>
            </a:xfrm>
            <a:custGeom>
              <a:avLst/>
              <a:gdLst/>
              <a:ahLst/>
              <a:cxnLst/>
              <a:rect l="l" t="t" r="r" b="b"/>
              <a:pathLst>
                <a:path w="1282064" h="424180">
                  <a:moveTo>
                    <a:pt x="1190370" y="0"/>
                  </a:moveTo>
                  <a:lnTo>
                    <a:pt x="1186306" y="10033"/>
                  </a:lnTo>
                  <a:lnTo>
                    <a:pt x="1202166" y="22842"/>
                  </a:lnTo>
                  <a:lnTo>
                    <a:pt x="1216215" y="39544"/>
                  </a:lnTo>
                  <a:lnTo>
                    <a:pt x="1238884" y="84582"/>
                  </a:lnTo>
                  <a:lnTo>
                    <a:pt x="1253283" y="142779"/>
                  </a:lnTo>
                  <a:lnTo>
                    <a:pt x="1258053" y="211962"/>
                  </a:lnTo>
                  <a:lnTo>
                    <a:pt x="1258061" y="212217"/>
                  </a:lnTo>
                  <a:lnTo>
                    <a:pt x="1256871" y="247719"/>
                  </a:lnTo>
                  <a:lnTo>
                    <a:pt x="1247346" y="311104"/>
                  </a:lnTo>
                  <a:lnTo>
                    <a:pt x="1228580" y="363658"/>
                  </a:lnTo>
                  <a:lnTo>
                    <a:pt x="1202239" y="401238"/>
                  </a:lnTo>
                  <a:lnTo>
                    <a:pt x="1186306" y="414147"/>
                  </a:lnTo>
                  <a:lnTo>
                    <a:pt x="1190370" y="424180"/>
                  </a:lnTo>
                  <a:lnTo>
                    <a:pt x="1228121" y="393969"/>
                  </a:lnTo>
                  <a:lnTo>
                    <a:pt x="1257300" y="345567"/>
                  </a:lnTo>
                  <a:lnTo>
                    <a:pt x="1275873" y="283384"/>
                  </a:lnTo>
                  <a:lnTo>
                    <a:pt x="1282054" y="212217"/>
                  </a:lnTo>
                  <a:lnTo>
                    <a:pt x="1282064" y="211962"/>
                  </a:lnTo>
                  <a:lnTo>
                    <a:pt x="1280567" y="176093"/>
                  </a:lnTo>
                  <a:lnTo>
                    <a:pt x="1280517" y="174888"/>
                  </a:lnTo>
                  <a:lnTo>
                    <a:pt x="1268134" y="108075"/>
                  </a:lnTo>
                  <a:lnTo>
                    <a:pt x="1243770" y="52042"/>
                  </a:lnTo>
                  <a:lnTo>
                    <a:pt x="1210329" y="12886"/>
                  </a:lnTo>
                  <a:lnTo>
                    <a:pt x="1190370" y="0"/>
                  </a:lnTo>
                  <a:close/>
                </a:path>
                <a:path w="1282064" h="424180">
                  <a:moveTo>
                    <a:pt x="91566" y="0"/>
                  </a:moveTo>
                  <a:lnTo>
                    <a:pt x="53927" y="30225"/>
                  </a:lnTo>
                  <a:lnTo>
                    <a:pt x="24764" y="78359"/>
                  </a:lnTo>
                  <a:lnTo>
                    <a:pt x="6191" y="140255"/>
                  </a:lnTo>
                  <a:lnTo>
                    <a:pt x="0" y="211962"/>
                  </a:lnTo>
                  <a:lnTo>
                    <a:pt x="1501" y="247719"/>
                  </a:lnTo>
                  <a:lnTo>
                    <a:pt x="13930" y="315636"/>
                  </a:lnTo>
                  <a:lnTo>
                    <a:pt x="38292" y="372048"/>
                  </a:lnTo>
                  <a:lnTo>
                    <a:pt x="71681" y="411343"/>
                  </a:lnTo>
                  <a:lnTo>
                    <a:pt x="91566" y="424180"/>
                  </a:lnTo>
                  <a:lnTo>
                    <a:pt x="95757" y="414147"/>
                  </a:lnTo>
                  <a:lnTo>
                    <a:pt x="79752" y="401238"/>
                  </a:lnTo>
                  <a:lnTo>
                    <a:pt x="65627" y="384413"/>
                  </a:lnTo>
                  <a:lnTo>
                    <a:pt x="42925" y="338963"/>
                  </a:lnTo>
                  <a:lnTo>
                    <a:pt x="28749" y="280685"/>
                  </a:lnTo>
                  <a:lnTo>
                    <a:pt x="24002" y="212217"/>
                  </a:lnTo>
                  <a:lnTo>
                    <a:pt x="25195" y="176093"/>
                  </a:lnTo>
                  <a:lnTo>
                    <a:pt x="34772" y="112275"/>
                  </a:lnTo>
                  <a:lnTo>
                    <a:pt x="53609" y="60128"/>
                  </a:lnTo>
                  <a:lnTo>
                    <a:pt x="79898" y="22842"/>
                  </a:lnTo>
                  <a:lnTo>
                    <a:pt x="95757" y="10033"/>
                  </a:lnTo>
                  <a:lnTo>
                    <a:pt x="91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317746" y="2138425"/>
              <a:ext cx="165735" cy="46355"/>
            </a:xfrm>
            <a:custGeom>
              <a:avLst/>
              <a:gdLst/>
              <a:ahLst/>
              <a:cxnLst/>
              <a:rect l="l" t="t" r="r" b="b"/>
              <a:pathLst>
                <a:path w="165735" h="46355">
                  <a:moveTo>
                    <a:pt x="142112" y="0"/>
                  </a:moveTo>
                  <a:lnTo>
                    <a:pt x="137159" y="5587"/>
                  </a:lnTo>
                  <a:lnTo>
                    <a:pt x="152018" y="18542"/>
                  </a:lnTo>
                  <a:lnTo>
                    <a:pt x="0" y="18542"/>
                  </a:lnTo>
                  <a:lnTo>
                    <a:pt x="0" y="27305"/>
                  </a:lnTo>
                  <a:lnTo>
                    <a:pt x="152018" y="27305"/>
                  </a:lnTo>
                  <a:lnTo>
                    <a:pt x="137159" y="40259"/>
                  </a:lnTo>
                  <a:lnTo>
                    <a:pt x="142112" y="45847"/>
                  </a:lnTo>
                  <a:lnTo>
                    <a:pt x="165353" y="25654"/>
                  </a:lnTo>
                  <a:lnTo>
                    <a:pt x="165353" y="20193"/>
                  </a:lnTo>
                  <a:lnTo>
                    <a:pt x="142112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153915" y="2031936"/>
            <a:ext cx="521334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673732" y="2001647"/>
            <a:ext cx="556260" cy="321310"/>
            <a:chOff x="4673732" y="2001647"/>
            <a:chExt cx="556260" cy="321310"/>
          </a:xfrm>
        </p:grpSpPr>
        <p:sp>
          <p:nvSpPr>
            <p:cNvPr id="22" name="object 22"/>
            <p:cNvSpPr/>
            <p:nvPr/>
          </p:nvSpPr>
          <p:spPr>
            <a:xfrm>
              <a:off x="4673732" y="2012061"/>
              <a:ext cx="556260" cy="311150"/>
            </a:xfrm>
            <a:custGeom>
              <a:avLst/>
              <a:gdLst/>
              <a:ahLst/>
              <a:cxnLst/>
              <a:rect l="l" t="t" r="r" b="b"/>
              <a:pathLst>
                <a:path w="556260" h="311150">
                  <a:moveTo>
                    <a:pt x="474466" y="0"/>
                  </a:moveTo>
                  <a:lnTo>
                    <a:pt x="471291" y="10287"/>
                  </a:lnTo>
                  <a:lnTo>
                    <a:pt x="485602" y="17672"/>
                  </a:lnTo>
                  <a:lnTo>
                    <a:pt x="498056" y="28416"/>
                  </a:lnTo>
                  <a:lnTo>
                    <a:pt x="524226" y="80456"/>
                  </a:lnTo>
                  <a:lnTo>
                    <a:pt x="532036" y="128133"/>
                  </a:lnTo>
                  <a:lnTo>
                    <a:pt x="533013" y="155447"/>
                  </a:lnTo>
                  <a:lnTo>
                    <a:pt x="532036" y="182669"/>
                  </a:lnTo>
                  <a:lnTo>
                    <a:pt x="524226" y="230207"/>
                  </a:lnTo>
                  <a:lnTo>
                    <a:pt x="508652" y="268047"/>
                  </a:lnTo>
                  <a:lnTo>
                    <a:pt x="471291" y="300355"/>
                  </a:lnTo>
                  <a:lnTo>
                    <a:pt x="474466" y="310641"/>
                  </a:lnTo>
                  <a:lnTo>
                    <a:pt x="509168" y="292163"/>
                  </a:lnTo>
                  <a:lnTo>
                    <a:pt x="534918" y="257301"/>
                  </a:lnTo>
                  <a:lnTo>
                    <a:pt x="550808" y="210216"/>
                  </a:lnTo>
                  <a:lnTo>
                    <a:pt x="556121" y="155447"/>
                  </a:lnTo>
                  <a:lnTo>
                    <a:pt x="554854" y="128133"/>
                  </a:lnTo>
                  <a:lnTo>
                    <a:pt x="544179" y="75864"/>
                  </a:lnTo>
                  <a:lnTo>
                    <a:pt x="523150" y="33861"/>
                  </a:lnTo>
                  <a:lnTo>
                    <a:pt x="492948" y="7191"/>
                  </a:lnTo>
                  <a:lnTo>
                    <a:pt x="474466" y="0"/>
                  </a:lnTo>
                  <a:close/>
                </a:path>
                <a:path w="556260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7"/>
                  </a:lnTo>
                  <a:lnTo>
                    <a:pt x="0" y="155447"/>
                  </a:lnTo>
                  <a:lnTo>
                    <a:pt x="1274" y="182669"/>
                  </a:lnTo>
                  <a:lnTo>
                    <a:pt x="11941" y="234723"/>
                  </a:lnTo>
                  <a:lnTo>
                    <a:pt x="32970" y="276780"/>
                  </a:lnTo>
                  <a:lnTo>
                    <a:pt x="63172" y="303450"/>
                  </a:lnTo>
                  <a:lnTo>
                    <a:pt x="81655" y="310641"/>
                  </a:lnTo>
                  <a:lnTo>
                    <a:pt x="84830" y="300355"/>
                  </a:lnTo>
                  <a:lnTo>
                    <a:pt x="70518" y="292951"/>
                  </a:lnTo>
                  <a:lnTo>
                    <a:pt x="58064" y="282178"/>
                  </a:lnTo>
                  <a:lnTo>
                    <a:pt x="31894" y="230207"/>
                  </a:lnTo>
                  <a:lnTo>
                    <a:pt x="24084" y="182669"/>
                  </a:lnTo>
                  <a:lnTo>
                    <a:pt x="23108" y="155447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8" y="42541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765420" y="2038350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0" y="0"/>
                  </a:moveTo>
                  <a:lnTo>
                    <a:pt x="85089" y="7619"/>
                  </a:lnTo>
                  <a:lnTo>
                    <a:pt x="105155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05155" y="36830"/>
                  </a:lnTo>
                  <a:lnTo>
                    <a:pt x="85089" y="54229"/>
                  </a:lnTo>
                  <a:lnTo>
                    <a:pt x="91820" y="61849"/>
                  </a:lnTo>
                  <a:lnTo>
                    <a:pt x="123316" y="34543"/>
                  </a:lnTo>
                  <a:lnTo>
                    <a:pt x="123316" y="27305"/>
                  </a:lnTo>
                  <a:lnTo>
                    <a:pt x="9182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15534" y="2001647"/>
              <a:ext cx="197992" cy="17640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745101" y="1879282"/>
            <a:ext cx="34036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34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92907" y="2001647"/>
            <a:ext cx="1022985" cy="321310"/>
            <a:chOff x="5692907" y="2001647"/>
            <a:chExt cx="1022985" cy="321310"/>
          </a:xfrm>
        </p:grpSpPr>
        <p:sp>
          <p:nvSpPr>
            <p:cNvPr id="27" name="object 27"/>
            <p:cNvSpPr/>
            <p:nvPr/>
          </p:nvSpPr>
          <p:spPr>
            <a:xfrm>
              <a:off x="5692907" y="2012061"/>
              <a:ext cx="1022985" cy="311150"/>
            </a:xfrm>
            <a:custGeom>
              <a:avLst/>
              <a:gdLst/>
              <a:ahLst/>
              <a:cxnLst/>
              <a:rect l="l" t="t" r="r" b="b"/>
              <a:pathLst>
                <a:path w="1022984" h="311150">
                  <a:moveTo>
                    <a:pt x="941191" y="0"/>
                  </a:moveTo>
                  <a:lnTo>
                    <a:pt x="938016" y="10287"/>
                  </a:lnTo>
                  <a:lnTo>
                    <a:pt x="952327" y="17672"/>
                  </a:lnTo>
                  <a:lnTo>
                    <a:pt x="964781" y="28416"/>
                  </a:lnTo>
                  <a:lnTo>
                    <a:pt x="990951" y="80456"/>
                  </a:lnTo>
                  <a:lnTo>
                    <a:pt x="998761" y="128133"/>
                  </a:lnTo>
                  <a:lnTo>
                    <a:pt x="999738" y="155447"/>
                  </a:lnTo>
                  <a:lnTo>
                    <a:pt x="998761" y="182669"/>
                  </a:lnTo>
                  <a:lnTo>
                    <a:pt x="990951" y="230207"/>
                  </a:lnTo>
                  <a:lnTo>
                    <a:pt x="975377" y="268047"/>
                  </a:lnTo>
                  <a:lnTo>
                    <a:pt x="938016" y="300355"/>
                  </a:lnTo>
                  <a:lnTo>
                    <a:pt x="941191" y="310641"/>
                  </a:lnTo>
                  <a:lnTo>
                    <a:pt x="975893" y="292163"/>
                  </a:lnTo>
                  <a:lnTo>
                    <a:pt x="1001643" y="257301"/>
                  </a:lnTo>
                  <a:lnTo>
                    <a:pt x="1017533" y="210216"/>
                  </a:lnTo>
                  <a:lnTo>
                    <a:pt x="1022846" y="155447"/>
                  </a:lnTo>
                  <a:lnTo>
                    <a:pt x="1021579" y="128133"/>
                  </a:lnTo>
                  <a:lnTo>
                    <a:pt x="1010904" y="75864"/>
                  </a:lnTo>
                  <a:lnTo>
                    <a:pt x="989875" y="33861"/>
                  </a:lnTo>
                  <a:lnTo>
                    <a:pt x="959673" y="7191"/>
                  </a:lnTo>
                  <a:lnTo>
                    <a:pt x="941191" y="0"/>
                  </a:lnTo>
                  <a:close/>
                </a:path>
                <a:path w="1022984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7"/>
                  </a:lnTo>
                  <a:lnTo>
                    <a:pt x="0" y="155447"/>
                  </a:lnTo>
                  <a:lnTo>
                    <a:pt x="1274" y="182669"/>
                  </a:lnTo>
                  <a:lnTo>
                    <a:pt x="11941" y="234723"/>
                  </a:lnTo>
                  <a:lnTo>
                    <a:pt x="32970" y="276780"/>
                  </a:lnTo>
                  <a:lnTo>
                    <a:pt x="63172" y="303450"/>
                  </a:lnTo>
                  <a:lnTo>
                    <a:pt x="81655" y="310641"/>
                  </a:lnTo>
                  <a:lnTo>
                    <a:pt x="84830" y="300355"/>
                  </a:lnTo>
                  <a:lnTo>
                    <a:pt x="70518" y="292951"/>
                  </a:lnTo>
                  <a:lnTo>
                    <a:pt x="58064" y="282178"/>
                  </a:lnTo>
                  <a:lnTo>
                    <a:pt x="31894" y="230207"/>
                  </a:lnTo>
                  <a:lnTo>
                    <a:pt x="24084" y="182669"/>
                  </a:lnTo>
                  <a:lnTo>
                    <a:pt x="23108" y="155447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8" y="42541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1434" y="2001647"/>
              <a:ext cx="197992" cy="176402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5402834" y="1974786"/>
            <a:ext cx="170370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  <a:tabLst>
                <a:tab pos="387350" algn="l"/>
                <a:tab pos="1341120" algn="l"/>
              </a:tabLst>
            </a:pPr>
            <a:r>
              <a:rPr dirty="0" sz="2000" spc="-50">
                <a:latin typeface="Cambria Math"/>
                <a:cs typeface="Cambria Math"/>
              </a:rPr>
              <a:t>−</a:t>
            </a:r>
            <a:r>
              <a:rPr dirty="0" sz="2000">
                <a:latin typeface="Cambria Math"/>
                <a:cs typeface="Cambria Math"/>
              </a:rPr>
              <a:t>	1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r>
              <a:rPr dirty="0" baseline="27777" sz="2250">
                <a:latin typeface="Cambria Math"/>
                <a:cs typeface="Cambria Math"/>
              </a:rPr>
              <a:t>	</a:t>
            </a:r>
            <a:r>
              <a:rPr dirty="0" sz="2000" spc="-25">
                <a:latin typeface="Cambria Math"/>
                <a:cs typeface="Cambria Math"/>
              </a:rPr>
              <a:t>log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121143" y="1955164"/>
            <a:ext cx="1729739" cy="424180"/>
            <a:chOff x="7121143" y="1955164"/>
            <a:chExt cx="1729739" cy="424180"/>
          </a:xfrm>
        </p:grpSpPr>
        <p:sp>
          <p:nvSpPr>
            <p:cNvPr id="31" name="object 31"/>
            <p:cNvSpPr/>
            <p:nvPr/>
          </p:nvSpPr>
          <p:spPr>
            <a:xfrm>
              <a:off x="7121143" y="1955164"/>
              <a:ext cx="1729739" cy="424180"/>
            </a:xfrm>
            <a:custGeom>
              <a:avLst/>
              <a:gdLst/>
              <a:ahLst/>
              <a:cxnLst/>
              <a:rect l="l" t="t" r="r" b="b"/>
              <a:pathLst>
                <a:path w="1729740" h="424180">
                  <a:moveTo>
                    <a:pt x="1638046" y="0"/>
                  </a:moveTo>
                  <a:lnTo>
                    <a:pt x="1633981" y="10033"/>
                  </a:lnTo>
                  <a:lnTo>
                    <a:pt x="1649841" y="22842"/>
                  </a:lnTo>
                  <a:lnTo>
                    <a:pt x="1663890" y="39544"/>
                  </a:lnTo>
                  <a:lnTo>
                    <a:pt x="1686559" y="84582"/>
                  </a:lnTo>
                  <a:lnTo>
                    <a:pt x="1700958" y="142779"/>
                  </a:lnTo>
                  <a:lnTo>
                    <a:pt x="1705728" y="211962"/>
                  </a:lnTo>
                  <a:lnTo>
                    <a:pt x="1705736" y="212217"/>
                  </a:lnTo>
                  <a:lnTo>
                    <a:pt x="1704546" y="247719"/>
                  </a:lnTo>
                  <a:lnTo>
                    <a:pt x="1695021" y="311104"/>
                  </a:lnTo>
                  <a:lnTo>
                    <a:pt x="1676255" y="363658"/>
                  </a:lnTo>
                  <a:lnTo>
                    <a:pt x="1649914" y="401238"/>
                  </a:lnTo>
                  <a:lnTo>
                    <a:pt x="1633981" y="414147"/>
                  </a:lnTo>
                  <a:lnTo>
                    <a:pt x="1638046" y="424180"/>
                  </a:lnTo>
                  <a:lnTo>
                    <a:pt x="1675796" y="393969"/>
                  </a:lnTo>
                  <a:lnTo>
                    <a:pt x="1704975" y="345567"/>
                  </a:lnTo>
                  <a:lnTo>
                    <a:pt x="1723548" y="283384"/>
                  </a:lnTo>
                  <a:lnTo>
                    <a:pt x="1729729" y="212217"/>
                  </a:lnTo>
                  <a:lnTo>
                    <a:pt x="1729739" y="211962"/>
                  </a:lnTo>
                  <a:lnTo>
                    <a:pt x="1723548" y="140255"/>
                  </a:lnTo>
                  <a:lnTo>
                    <a:pt x="1704975" y="78359"/>
                  </a:lnTo>
                  <a:lnTo>
                    <a:pt x="1675796" y="30226"/>
                  </a:lnTo>
                  <a:lnTo>
                    <a:pt x="1658004" y="12886"/>
                  </a:lnTo>
                  <a:lnTo>
                    <a:pt x="1638046" y="0"/>
                  </a:lnTo>
                  <a:close/>
                </a:path>
                <a:path w="1729740" h="424180">
                  <a:moveTo>
                    <a:pt x="91566" y="0"/>
                  </a:moveTo>
                  <a:lnTo>
                    <a:pt x="53927" y="30225"/>
                  </a:lnTo>
                  <a:lnTo>
                    <a:pt x="24764" y="78359"/>
                  </a:lnTo>
                  <a:lnTo>
                    <a:pt x="6191" y="140255"/>
                  </a:lnTo>
                  <a:lnTo>
                    <a:pt x="0" y="211962"/>
                  </a:lnTo>
                  <a:lnTo>
                    <a:pt x="1501" y="247719"/>
                  </a:lnTo>
                  <a:lnTo>
                    <a:pt x="1547" y="248822"/>
                  </a:lnTo>
                  <a:lnTo>
                    <a:pt x="13930" y="315636"/>
                  </a:lnTo>
                  <a:lnTo>
                    <a:pt x="38292" y="372048"/>
                  </a:lnTo>
                  <a:lnTo>
                    <a:pt x="71681" y="411343"/>
                  </a:lnTo>
                  <a:lnTo>
                    <a:pt x="91566" y="424180"/>
                  </a:lnTo>
                  <a:lnTo>
                    <a:pt x="95757" y="414147"/>
                  </a:lnTo>
                  <a:lnTo>
                    <a:pt x="79752" y="401238"/>
                  </a:lnTo>
                  <a:lnTo>
                    <a:pt x="65627" y="384413"/>
                  </a:lnTo>
                  <a:lnTo>
                    <a:pt x="42925" y="338963"/>
                  </a:lnTo>
                  <a:lnTo>
                    <a:pt x="28749" y="280685"/>
                  </a:lnTo>
                  <a:lnTo>
                    <a:pt x="25310" y="248822"/>
                  </a:lnTo>
                  <a:lnTo>
                    <a:pt x="25191" y="247719"/>
                  </a:lnTo>
                  <a:lnTo>
                    <a:pt x="25195" y="176093"/>
                  </a:lnTo>
                  <a:lnTo>
                    <a:pt x="34772" y="112275"/>
                  </a:lnTo>
                  <a:lnTo>
                    <a:pt x="53609" y="60128"/>
                  </a:lnTo>
                  <a:lnTo>
                    <a:pt x="79898" y="22842"/>
                  </a:lnTo>
                  <a:lnTo>
                    <a:pt x="95757" y="10033"/>
                  </a:lnTo>
                  <a:lnTo>
                    <a:pt x="9156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813420" y="2138425"/>
              <a:ext cx="165735" cy="46355"/>
            </a:xfrm>
            <a:custGeom>
              <a:avLst/>
              <a:gdLst/>
              <a:ahLst/>
              <a:cxnLst/>
              <a:rect l="l" t="t" r="r" b="b"/>
              <a:pathLst>
                <a:path w="165734" h="46355">
                  <a:moveTo>
                    <a:pt x="142112" y="0"/>
                  </a:moveTo>
                  <a:lnTo>
                    <a:pt x="137159" y="5587"/>
                  </a:lnTo>
                  <a:lnTo>
                    <a:pt x="152019" y="18542"/>
                  </a:lnTo>
                  <a:lnTo>
                    <a:pt x="0" y="18542"/>
                  </a:lnTo>
                  <a:lnTo>
                    <a:pt x="0" y="27305"/>
                  </a:lnTo>
                  <a:lnTo>
                    <a:pt x="152019" y="27305"/>
                  </a:lnTo>
                  <a:lnTo>
                    <a:pt x="137159" y="40259"/>
                  </a:lnTo>
                  <a:lnTo>
                    <a:pt x="142112" y="45847"/>
                  </a:lnTo>
                  <a:lnTo>
                    <a:pt x="165353" y="25654"/>
                  </a:lnTo>
                  <a:lnTo>
                    <a:pt x="165353" y="20193"/>
                  </a:lnTo>
                  <a:lnTo>
                    <a:pt x="142112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205091" y="1974786"/>
            <a:ext cx="9690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 spc="-2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baseline="-16666" sz="2250" spc="-3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-16666" sz="2250" spc="-30">
                <a:latin typeface="Cambria Math"/>
                <a:cs typeface="Cambria Math"/>
              </a:rPr>
              <a:t>,</a:t>
            </a:r>
            <a:r>
              <a:rPr dirty="0" baseline="-16666" sz="2250" spc="-3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baseline="-16666" sz="2250">
              <a:latin typeface="Cambria Math"/>
              <a:cs typeface="Cambria Math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169408" y="2001647"/>
            <a:ext cx="556260" cy="321310"/>
            <a:chOff x="8169408" y="2001647"/>
            <a:chExt cx="556260" cy="321310"/>
          </a:xfrm>
        </p:grpSpPr>
        <p:sp>
          <p:nvSpPr>
            <p:cNvPr id="35" name="object 35"/>
            <p:cNvSpPr/>
            <p:nvPr/>
          </p:nvSpPr>
          <p:spPr>
            <a:xfrm>
              <a:off x="8169408" y="2012061"/>
              <a:ext cx="556260" cy="311150"/>
            </a:xfrm>
            <a:custGeom>
              <a:avLst/>
              <a:gdLst/>
              <a:ahLst/>
              <a:cxnLst/>
              <a:rect l="l" t="t" r="r" b="b"/>
              <a:pathLst>
                <a:path w="556259" h="311150">
                  <a:moveTo>
                    <a:pt x="474466" y="0"/>
                  </a:moveTo>
                  <a:lnTo>
                    <a:pt x="471291" y="10287"/>
                  </a:lnTo>
                  <a:lnTo>
                    <a:pt x="485602" y="17672"/>
                  </a:lnTo>
                  <a:lnTo>
                    <a:pt x="498056" y="28416"/>
                  </a:lnTo>
                  <a:lnTo>
                    <a:pt x="524226" y="80456"/>
                  </a:lnTo>
                  <a:lnTo>
                    <a:pt x="532036" y="128133"/>
                  </a:lnTo>
                  <a:lnTo>
                    <a:pt x="533013" y="155447"/>
                  </a:lnTo>
                  <a:lnTo>
                    <a:pt x="532036" y="182669"/>
                  </a:lnTo>
                  <a:lnTo>
                    <a:pt x="524226" y="230207"/>
                  </a:lnTo>
                  <a:lnTo>
                    <a:pt x="508652" y="268047"/>
                  </a:lnTo>
                  <a:lnTo>
                    <a:pt x="471291" y="300355"/>
                  </a:lnTo>
                  <a:lnTo>
                    <a:pt x="474466" y="310641"/>
                  </a:lnTo>
                  <a:lnTo>
                    <a:pt x="509168" y="292163"/>
                  </a:lnTo>
                  <a:lnTo>
                    <a:pt x="534918" y="257301"/>
                  </a:lnTo>
                  <a:lnTo>
                    <a:pt x="550808" y="210216"/>
                  </a:lnTo>
                  <a:lnTo>
                    <a:pt x="556121" y="155447"/>
                  </a:lnTo>
                  <a:lnTo>
                    <a:pt x="554854" y="128133"/>
                  </a:lnTo>
                  <a:lnTo>
                    <a:pt x="544179" y="75864"/>
                  </a:lnTo>
                  <a:lnTo>
                    <a:pt x="523150" y="33861"/>
                  </a:lnTo>
                  <a:lnTo>
                    <a:pt x="492948" y="7191"/>
                  </a:lnTo>
                  <a:lnTo>
                    <a:pt x="474466" y="0"/>
                  </a:lnTo>
                  <a:close/>
                </a:path>
                <a:path w="556259" h="311150">
                  <a:moveTo>
                    <a:pt x="81655" y="0"/>
                  </a:moveTo>
                  <a:lnTo>
                    <a:pt x="46952" y="18478"/>
                  </a:lnTo>
                  <a:lnTo>
                    <a:pt x="21203" y="53339"/>
                  </a:lnTo>
                  <a:lnTo>
                    <a:pt x="5312" y="100377"/>
                  </a:lnTo>
                  <a:lnTo>
                    <a:pt x="0" y="155447"/>
                  </a:lnTo>
                  <a:lnTo>
                    <a:pt x="1274" y="182669"/>
                  </a:lnTo>
                  <a:lnTo>
                    <a:pt x="11941" y="234723"/>
                  </a:lnTo>
                  <a:lnTo>
                    <a:pt x="32970" y="276780"/>
                  </a:lnTo>
                  <a:lnTo>
                    <a:pt x="63172" y="303450"/>
                  </a:lnTo>
                  <a:lnTo>
                    <a:pt x="81655" y="310641"/>
                  </a:lnTo>
                  <a:lnTo>
                    <a:pt x="84830" y="300355"/>
                  </a:lnTo>
                  <a:lnTo>
                    <a:pt x="70518" y="292951"/>
                  </a:lnTo>
                  <a:lnTo>
                    <a:pt x="58064" y="282178"/>
                  </a:lnTo>
                  <a:lnTo>
                    <a:pt x="31894" y="230207"/>
                  </a:lnTo>
                  <a:lnTo>
                    <a:pt x="24084" y="182669"/>
                  </a:lnTo>
                  <a:lnTo>
                    <a:pt x="23108" y="155447"/>
                  </a:lnTo>
                  <a:lnTo>
                    <a:pt x="24084" y="128133"/>
                  </a:lnTo>
                  <a:lnTo>
                    <a:pt x="31894" y="80456"/>
                  </a:lnTo>
                  <a:lnTo>
                    <a:pt x="47468" y="42541"/>
                  </a:lnTo>
                  <a:lnTo>
                    <a:pt x="84830" y="10287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261096" y="2038350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1" y="0"/>
                  </a:moveTo>
                  <a:lnTo>
                    <a:pt x="85089" y="7619"/>
                  </a:lnTo>
                  <a:lnTo>
                    <a:pt x="105155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05155" y="36830"/>
                  </a:lnTo>
                  <a:lnTo>
                    <a:pt x="85089" y="54229"/>
                  </a:lnTo>
                  <a:lnTo>
                    <a:pt x="91821" y="61849"/>
                  </a:lnTo>
                  <a:lnTo>
                    <a:pt x="123317" y="34543"/>
                  </a:lnTo>
                  <a:lnTo>
                    <a:pt x="123317" y="27305"/>
                  </a:lnTo>
                  <a:lnTo>
                    <a:pt x="91821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411210" y="2001647"/>
              <a:ext cx="197993" cy="176402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8244205" y="1879282"/>
            <a:ext cx="34036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25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34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2868676" y="1263268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5">
                <a:moveTo>
                  <a:pt x="154686" y="52197"/>
                </a:moveTo>
                <a:lnTo>
                  <a:pt x="0" y="52197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197"/>
                </a:lnTo>
                <a:close/>
              </a:path>
              <a:path w="154939" h="69215">
                <a:moveTo>
                  <a:pt x="154686" y="0"/>
                </a:moveTo>
                <a:lnTo>
                  <a:pt x="0" y="0"/>
                </a:lnTo>
                <a:lnTo>
                  <a:pt x="0" y="16764"/>
                </a:lnTo>
                <a:lnTo>
                  <a:pt x="154686" y="16764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40" name="object 40"/>
          <p:cNvGrpSpPr/>
          <p:nvPr/>
        </p:nvGrpSpPr>
        <p:grpSpPr>
          <a:xfrm>
            <a:off x="958017" y="2973070"/>
            <a:ext cx="1746885" cy="311150"/>
            <a:chOff x="958017" y="2973070"/>
            <a:chExt cx="1746885" cy="311150"/>
          </a:xfrm>
        </p:grpSpPr>
        <p:sp>
          <p:nvSpPr>
            <p:cNvPr id="41" name="object 41"/>
            <p:cNvSpPr/>
            <p:nvPr/>
          </p:nvSpPr>
          <p:spPr>
            <a:xfrm>
              <a:off x="958017" y="2973070"/>
              <a:ext cx="1746885" cy="311150"/>
            </a:xfrm>
            <a:custGeom>
              <a:avLst/>
              <a:gdLst/>
              <a:ahLst/>
              <a:cxnLst/>
              <a:rect l="l" t="t" r="r" b="b"/>
              <a:pathLst>
                <a:path w="1746885" h="311150">
                  <a:moveTo>
                    <a:pt x="1665040" y="0"/>
                  </a:moveTo>
                  <a:lnTo>
                    <a:pt x="1661992" y="10413"/>
                  </a:lnTo>
                  <a:lnTo>
                    <a:pt x="1676230" y="17799"/>
                  </a:lnTo>
                  <a:lnTo>
                    <a:pt x="1688646" y="28543"/>
                  </a:lnTo>
                  <a:lnTo>
                    <a:pt x="1714800" y="80583"/>
                  </a:lnTo>
                  <a:lnTo>
                    <a:pt x="1722610" y="128260"/>
                  </a:lnTo>
                  <a:lnTo>
                    <a:pt x="1723587" y="155575"/>
                  </a:lnTo>
                  <a:lnTo>
                    <a:pt x="1722610" y="182796"/>
                  </a:lnTo>
                  <a:lnTo>
                    <a:pt x="1714800" y="230334"/>
                  </a:lnTo>
                  <a:lnTo>
                    <a:pt x="1699229" y="268174"/>
                  </a:lnTo>
                  <a:lnTo>
                    <a:pt x="1661992" y="300481"/>
                  </a:lnTo>
                  <a:lnTo>
                    <a:pt x="1665040" y="310769"/>
                  </a:lnTo>
                  <a:lnTo>
                    <a:pt x="1699790" y="292274"/>
                  </a:lnTo>
                  <a:lnTo>
                    <a:pt x="1725492" y="257302"/>
                  </a:lnTo>
                  <a:lnTo>
                    <a:pt x="1741383" y="210327"/>
                  </a:lnTo>
                  <a:lnTo>
                    <a:pt x="1746695" y="155575"/>
                  </a:lnTo>
                  <a:lnTo>
                    <a:pt x="1745431" y="128260"/>
                  </a:lnTo>
                  <a:lnTo>
                    <a:pt x="1734753" y="75973"/>
                  </a:lnTo>
                  <a:lnTo>
                    <a:pt x="1713778" y="33986"/>
                  </a:lnTo>
                  <a:lnTo>
                    <a:pt x="1683540" y="7264"/>
                  </a:lnTo>
                  <a:lnTo>
                    <a:pt x="1665040" y="0"/>
                  </a:lnTo>
                  <a:close/>
                </a:path>
                <a:path w="1746885" h="311150">
                  <a:moveTo>
                    <a:pt x="81616" y="0"/>
                  </a:moveTo>
                  <a:lnTo>
                    <a:pt x="46925" y="18589"/>
                  </a:lnTo>
                  <a:lnTo>
                    <a:pt x="21215" y="53467"/>
                  </a:lnTo>
                  <a:lnTo>
                    <a:pt x="5299" y="100456"/>
                  </a:lnTo>
                  <a:lnTo>
                    <a:pt x="0" y="155575"/>
                  </a:lnTo>
                  <a:lnTo>
                    <a:pt x="1269" y="182796"/>
                  </a:lnTo>
                  <a:lnTo>
                    <a:pt x="11931" y="234797"/>
                  </a:lnTo>
                  <a:lnTo>
                    <a:pt x="32948" y="276854"/>
                  </a:lnTo>
                  <a:lnTo>
                    <a:pt x="63147" y="303575"/>
                  </a:lnTo>
                  <a:lnTo>
                    <a:pt x="81616" y="310769"/>
                  </a:lnTo>
                  <a:lnTo>
                    <a:pt x="84753" y="300481"/>
                  </a:lnTo>
                  <a:lnTo>
                    <a:pt x="70483" y="293078"/>
                  </a:lnTo>
                  <a:lnTo>
                    <a:pt x="58055" y="282305"/>
                  </a:lnTo>
                  <a:lnTo>
                    <a:pt x="31887" y="230334"/>
                  </a:lnTo>
                  <a:lnTo>
                    <a:pt x="24071" y="182796"/>
                  </a:lnTo>
                  <a:lnTo>
                    <a:pt x="23095" y="155575"/>
                  </a:lnTo>
                  <a:lnTo>
                    <a:pt x="24071" y="128260"/>
                  </a:lnTo>
                  <a:lnTo>
                    <a:pt x="31887" y="80583"/>
                  </a:lnTo>
                  <a:lnTo>
                    <a:pt x="47470" y="42668"/>
                  </a:lnTo>
                  <a:lnTo>
                    <a:pt x="84753" y="10413"/>
                  </a:lnTo>
                  <a:lnTo>
                    <a:pt x="816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1192580" y="3099562"/>
              <a:ext cx="165735" cy="46355"/>
            </a:xfrm>
            <a:custGeom>
              <a:avLst/>
              <a:gdLst/>
              <a:ahLst/>
              <a:cxnLst/>
              <a:rect l="l" t="t" r="r" b="b"/>
              <a:pathLst>
                <a:path w="165734" h="46355">
                  <a:moveTo>
                    <a:pt x="142062" y="0"/>
                  </a:moveTo>
                  <a:lnTo>
                    <a:pt x="137109" y="5587"/>
                  </a:lnTo>
                  <a:lnTo>
                    <a:pt x="151968" y="18542"/>
                  </a:lnTo>
                  <a:lnTo>
                    <a:pt x="0" y="18542"/>
                  </a:lnTo>
                  <a:lnTo>
                    <a:pt x="0" y="27305"/>
                  </a:lnTo>
                  <a:lnTo>
                    <a:pt x="151968" y="27305"/>
                  </a:lnTo>
                  <a:lnTo>
                    <a:pt x="137109" y="40258"/>
                  </a:lnTo>
                  <a:lnTo>
                    <a:pt x="142062" y="45846"/>
                  </a:lnTo>
                  <a:lnTo>
                    <a:pt x="165430" y="25654"/>
                  </a:lnTo>
                  <a:lnTo>
                    <a:pt x="165430" y="20193"/>
                  </a:lnTo>
                  <a:lnTo>
                    <a:pt x="142062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3" name="object 43"/>
          <p:cNvGrpSpPr/>
          <p:nvPr/>
        </p:nvGrpSpPr>
        <p:grpSpPr>
          <a:xfrm>
            <a:off x="799693" y="745236"/>
            <a:ext cx="6215380" cy="2027555"/>
            <a:chOff x="799693" y="745236"/>
            <a:chExt cx="6215380" cy="2027555"/>
          </a:xfrm>
        </p:grpSpPr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99693" y="1199769"/>
              <a:ext cx="118910" cy="171450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8017" y="1131951"/>
              <a:ext cx="1803845" cy="322072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3120898" y="745235"/>
              <a:ext cx="1120775" cy="1105535"/>
            </a:xfrm>
            <a:custGeom>
              <a:avLst/>
              <a:gdLst/>
              <a:ahLst/>
              <a:cxnLst/>
              <a:rect l="l" t="t" r="r" b="b"/>
              <a:pathLst>
                <a:path w="1120775" h="1105535">
                  <a:moveTo>
                    <a:pt x="143370" y="0"/>
                  </a:moveTo>
                  <a:lnTo>
                    <a:pt x="103657" y="19812"/>
                  </a:lnTo>
                  <a:lnTo>
                    <a:pt x="69088" y="65532"/>
                  </a:lnTo>
                  <a:lnTo>
                    <a:pt x="44970" y="134670"/>
                  </a:lnTo>
                  <a:lnTo>
                    <a:pt x="38950" y="177215"/>
                  </a:lnTo>
                  <a:lnTo>
                    <a:pt x="36957" y="225044"/>
                  </a:lnTo>
                  <a:lnTo>
                    <a:pt x="37541" y="245605"/>
                  </a:lnTo>
                  <a:lnTo>
                    <a:pt x="39331" y="270344"/>
                  </a:lnTo>
                  <a:lnTo>
                    <a:pt x="42303" y="299288"/>
                  </a:lnTo>
                  <a:lnTo>
                    <a:pt x="50571" y="365353"/>
                  </a:lnTo>
                  <a:lnTo>
                    <a:pt x="53505" y="393242"/>
                  </a:lnTo>
                  <a:lnTo>
                    <a:pt x="55283" y="416166"/>
                  </a:lnTo>
                  <a:lnTo>
                    <a:pt x="55880" y="434086"/>
                  </a:lnTo>
                  <a:lnTo>
                    <a:pt x="54952" y="459994"/>
                  </a:lnTo>
                  <a:lnTo>
                    <a:pt x="47574" y="501421"/>
                  </a:lnTo>
                  <a:lnTo>
                    <a:pt x="23520" y="537692"/>
                  </a:lnTo>
                  <a:lnTo>
                    <a:pt x="0" y="545338"/>
                  </a:lnTo>
                  <a:lnTo>
                    <a:pt x="0" y="559562"/>
                  </a:lnTo>
                  <a:lnTo>
                    <a:pt x="41148" y="588010"/>
                  </a:lnTo>
                  <a:lnTo>
                    <a:pt x="54952" y="644918"/>
                  </a:lnTo>
                  <a:lnTo>
                    <a:pt x="55880" y="670814"/>
                  </a:lnTo>
                  <a:lnTo>
                    <a:pt x="55283" y="688797"/>
                  </a:lnTo>
                  <a:lnTo>
                    <a:pt x="53505" y="711708"/>
                  </a:lnTo>
                  <a:lnTo>
                    <a:pt x="50571" y="739584"/>
                  </a:lnTo>
                  <a:lnTo>
                    <a:pt x="42303" y="805637"/>
                  </a:lnTo>
                  <a:lnTo>
                    <a:pt x="39331" y="834618"/>
                  </a:lnTo>
                  <a:lnTo>
                    <a:pt x="37541" y="859358"/>
                  </a:lnTo>
                  <a:lnTo>
                    <a:pt x="36957" y="879856"/>
                  </a:lnTo>
                  <a:lnTo>
                    <a:pt x="38950" y="927696"/>
                  </a:lnTo>
                  <a:lnTo>
                    <a:pt x="44970" y="970254"/>
                  </a:lnTo>
                  <a:lnTo>
                    <a:pt x="55003" y="1007516"/>
                  </a:lnTo>
                  <a:lnTo>
                    <a:pt x="85725" y="1065530"/>
                  </a:lnTo>
                  <a:lnTo>
                    <a:pt x="122872" y="1098296"/>
                  </a:lnTo>
                  <a:lnTo>
                    <a:pt x="143370" y="1105027"/>
                  </a:lnTo>
                  <a:lnTo>
                    <a:pt x="143370" y="1091819"/>
                  </a:lnTo>
                  <a:lnTo>
                    <a:pt x="126517" y="1084084"/>
                  </a:lnTo>
                  <a:lnTo>
                    <a:pt x="111404" y="1071156"/>
                  </a:lnTo>
                  <a:lnTo>
                    <a:pt x="86487" y="1029716"/>
                  </a:lnTo>
                  <a:lnTo>
                    <a:pt x="70421" y="969746"/>
                  </a:lnTo>
                  <a:lnTo>
                    <a:pt x="65024" y="893191"/>
                  </a:lnTo>
                  <a:lnTo>
                    <a:pt x="65570" y="870127"/>
                  </a:lnTo>
                  <a:lnTo>
                    <a:pt x="67208" y="843965"/>
                  </a:lnTo>
                  <a:lnTo>
                    <a:pt x="69951" y="814743"/>
                  </a:lnTo>
                  <a:lnTo>
                    <a:pt x="77546" y="751332"/>
                  </a:lnTo>
                  <a:lnTo>
                    <a:pt x="80238" y="725779"/>
                  </a:lnTo>
                  <a:lnTo>
                    <a:pt x="81876" y="705802"/>
                  </a:lnTo>
                  <a:lnTo>
                    <a:pt x="82423" y="691388"/>
                  </a:lnTo>
                  <a:lnTo>
                    <a:pt x="81495" y="666889"/>
                  </a:lnTo>
                  <a:lnTo>
                    <a:pt x="74117" y="622884"/>
                  </a:lnTo>
                  <a:lnTo>
                    <a:pt x="59613" y="586244"/>
                  </a:lnTo>
                  <a:lnTo>
                    <a:pt x="27559" y="554228"/>
                  </a:lnTo>
                  <a:lnTo>
                    <a:pt x="27559" y="550672"/>
                  </a:lnTo>
                  <a:lnTo>
                    <a:pt x="59613" y="518731"/>
                  </a:lnTo>
                  <a:lnTo>
                    <a:pt x="74117" y="482079"/>
                  </a:lnTo>
                  <a:lnTo>
                    <a:pt x="81495" y="438073"/>
                  </a:lnTo>
                  <a:lnTo>
                    <a:pt x="82423" y="413639"/>
                  </a:lnTo>
                  <a:lnTo>
                    <a:pt x="81876" y="399161"/>
                  </a:lnTo>
                  <a:lnTo>
                    <a:pt x="80238" y="379158"/>
                  </a:lnTo>
                  <a:lnTo>
                    <a:pt x="77546" y="353631"/>
                  </a:lnTo>
                  <a:lnTo>
                    <a:pt x="69951" y="290245"/>
                  </a:lnTo>
                  <a:lnTo>
                    <a:pt x="67208" y="261023"/>
                  </a:lnTo>
                  <a:lnTo>
                    <a:pt x="65570" y="234899"/>
                  </a:lnTo>
                  <a:lnTo>
                    <a:pt x="65024" y="211836"/>
                  </a:lnTo>
                  <a:lnTo>
                    <a:pt x="66370" y="171437"/>
                  </a:lnTo>
                  <a:lnTo>
                    <a:pt x="77127" y="103098"/>
                  </a:lnTo>
                  <a:lnTo>
                    <a:pt x="98044" y="51879"/>
                  </a:lnTo>
                  <a:lnTo>
                    <a:pt x="126517" y="20828"/>
                  </a:lnTo>
                  <a:lnTo>
                    <a:pt x="143370" y="13081"/>
                  </a:lnTo>
                  <a:lnTo>
                    <a:pt x="143370" y="0"/>
                  </a:lnTo>
                  <a:close/>
                </a:path>
                <a:path w="1120775" h="1105535">
                  <a:moveTo>
                    <a:pt x="778789" y="296354"/>
                  </a:moveTo>
                  <a:lnTo>
                    <a:pt x="624078" y="296354"/>
                  </a:lnTo>
                  <a:lnTo>
                    <a:pt x="624078" y="313055"/>
                  </a:lnTo>
                  <a:lnTo>
                    <a:pt x="778789" y="313055"/>
                  </a:lnTo>
                  <a:lnTo>
                    <a:pt x="778789" y="296354"/>
                  </a:lnTo>
                  <a:close/>
                </a:path>
                <a:path w="1120775" h="1105535">
                  <a:moveTo>
                    <a:pt x="855599" y="372110"/>
                  </a:moveTo>
                  <a:lnTo>
                    <a:pt x="841502" y="198628"/>
                  </a:lnTo>
                  <a:lnTo>
                    <a:pt x="834009" y="198628"/>
                  </a:lnTo>
                  <a:lnTo>
                    <a:pt x="803783" y="199771"/>
                  </a:lnTo>
                  <a:lnTo>
                    <a:pt x="803783" y="206375"/>
                  </a:lnTo>
                  <a:lnTo>
                    <a:pt x="807974" y="207137"/>
                  </a:lnTo>
                  <a:lnTo>
                    <a:pt x="811022" y="207899"/>
                  </a:lnTo>
                  <a:lnTo>
                    <a:pt x="812546" y="208661"/>
                  </a:lnTo>
                  <a:lnTo>
                    <a:pt x="814197" y="209423"/>
                  </a:lnTo>
                  <a:lnTo>
                    <a:pt x="815467" y="210439"/>
                  </a:lnTo>
                  <a:lnTo>
                    <a:pt x="819785" y="224917"/>
                  </a:lnTo>
                  <a:lnTo>
                    <a:pt x="819785" y="355092"/>
                  </a:lnTo>
                  <a:lnTo>
                    <a:pt x="814451" y="368681"/>
                  </a:lnTo>
                  <a:lnTo>
                    <a:pt x="812800" y="369951"/>
                  </a:lnTo>
                  <a:lnTo>
                    <a:pt x="809879" y="371094"/>
                  </a:lnTo>
                  <a:lnTo>
                    <a:pt x="805815" y="372110"/>
                  </a:lnTo>
                  <a:lnTo>
                    <a:pt x="805815" y="378333"/>
                  </a:lnTo>
                  <a:lnTo>
                    <a:pt x="855599" y="378333"/>
                  </a:lnTo>
                  <a:lnTo>
                    <a:pt x="855599" y="372110"/>
                  </a:lnTo>
                  <a:close/>
                </a:path>
                <a:path w="1120775" h="1105535">
                  <a:moveTo>
                    <a:pt x="985761" y="316738"/>
                  </a:moveTo>
                  <a:lnTo>
                    <a:pt x="985062" y="305257"/>
                  </a:lnTo>
                  <a:lnTo>
                    <a:pt x="984948" y="303364"/>
                  </a:lnTo>
                  <a:lnTo>
                    <a:pt x="984910" y="302831"/>
                  </a:lnTo>
                  <a:lnTo>
                    <a:pt x="965631" y="266065"/>
                  </a:lnTo>
                  <a:lnTo>
                    <a:pt x="962152" y="263766"/>
                  </a:lnTo>
                  <a:lnTo>
                    <a:pt x="962152" y="326898"/>
                  </a:lnTo>
                  <a:lnTo>
                    <a:pt x="961517" y="333248"/>
                  </a:lnTo>
                  <a:lnTo>
                    <a:pt x="945515" y="366268"/>
                  </a:lnTo>
                  <a:lnTo>
                    <a:pt x="941451" y="369150"/>
                  </a:lnTo>
                  <a:lnTo>
                    <a:pt x="941235" y="369150"/>
                  </a:lnTo>
                  <a:lnTo>
                    <a:pt x="936752" y="370332"/>
                  </a:lnTo>
                  <a:lnTo>
                    <a:pt x="931164" y="370332"/>
                  </a:lnTo>
                  <a:lnTo>
                    <a:pt x="901484" y="339623"/>
                  </a:lnTo>
                  <a:lnTo>
                    <a:pt x="899414" y="316738"/>
                  </a:lnTo>
                  <a:lnTo>
                    <a:pt x="899909" y="305257"/>
                  </a:lnTo>
                  <a:lnTo>
                    <a:pt x="917397" y="269328"/>
                  </a:lnTo>
                  <a:lnTo>
                    <a:pt x="923366" y="267004"/>
                  </a:lnTo>
                  <a:lnTo>
                    <a:pt x="922642" y="267004"/>
                  </a:lnTo>
                  <a:lnTo>
                    <a:pt x="930783" y="266065"/>
                  </a:lnTo>
                  <a:lnTo>
                    <a:pt x="936879" y="266065"/>
                  </a:lnTo>
                  <a:lnTo>
                    <a:pt x="960996" y="302831"/>
                  </a:lnTo>
                  <a:lnTo>
                    <a:pt x="961097" y="303364"/>
                  </a:lnTo>
                  <a:lnTo>
                    <a:pt x="961885" y="311442"/>
                  </a:lnTo>
                  <a:lnTo>
                    <a:pt x="962037" y="316738"/>
                  </a:lnTo>
                  <a:lnTo>
                    <a:pt x="962152" y="326898"/>
                  </a:lnTo>
                  <a:lnTo>
                    <a:pt x="962152" y="263766"/>
                  </a:lnTo>
                  <a:lnTo>
                    <a:pt x="954989" y="260007"/>
                  </a:lnTo>
                  <a:lnTo>
                    <a:pt x="943902" y="257022"/>
                  </a:lnTo>
                  <a:lnTo>
                    <a:pt x="931291" y="256032"/>
                  </a:lnTo>
                  <a:lnTo>
                    <a:pt x="923493" y="256489"/>
                  </a:lnTo>
                  <a:lnTo>
                    <a:pt x="886853" y="277672"/>
                  </a:lnTo>
                  <a:lnTo>
                    <a:pt x="875779" y="316738"/>
                  </a:lnTo>
                  <a:lnTo>
                    <a:pt x="875715" y="320294"/>
                  </a:lnTo>
                  <a:lnTo>
                    <a:pt x="876503" y="333248"/>
                  </a:lnTo>
                  <a:lnTo>
                    <a:pt x="876515" y="333540"/>
                  </a:lnTo>
                  <a:lnTo>
                    <a:pt x="897064" y="371614"/>
                  </a:lnTo>
                  <a:lnTo>
                    <a:pt x="929259" y="380238"/>
                  </a:lnTo>
                  <a:lnTo>
                    <a:pt x="937641" y="379806"/>
                  </a:lnTo>
                  <a:lnTo>
                    <a:pt x="975106" y="358482"/>
                  </a:lnTo>
                  <a:lnTo>
                    <a:pt x="985608" y="320294"/>
                  </a:lnTo>
                  <a:lnTo>
                    <a:pt x="985647" y="319405"/>
                  </a:lnTo>
                  <a:lnTo>
                    <a:pt x="985761" y="316738"/>
                  </a:lnTo>
                  <a:close/>
                </a:path>
                <a:path w="1120775" h="1105535">
                  <a:moveTo>
                    <a:pt x="1120648" y="258191"/>
                  </a:moveTo>
                  <a:lnTo>
                    <a:pt x="1082167" y="258191"/>
                  </a:lnTo>
                  <a:lnTo>
                    <a:pt x="1082167" y="291338"/>
                  </a:lnTo>
                  <a:lnTo>
                    <a:pt x="1082167" y="302514"/>
                  </a:lnTo>
                  <a:lnTo>
                    <a:pt x="1081684" y="306171"/>
                  </a:lnTo>
                  <a:lnTo>
                    <a:pt x="1081659" y="306451"/>
                  </a:lnTo>
                  <a:lnTo>
                    <a:pt x="1079881" y="313817"/>
                  </a:lnTo>
                  <a:lnTo>
                    <a:pt x="1062609" y="329184"/>
                  </a:lnTo>
                  <a:lnTo>
                    <a:pt x="1050417" y="329184"/>
                  </a:lnTo>
                  <a:lnTo>
                    <a:pt x="1044194" y="326263"/>
                  </a:lnTo>
                  <a:lnTo>
                    <a:pt x="1039876" y="320675"/>
                  </a:lnTo>
                  <a:lnTo>
                    <a:pt x="1035685" y="314960"/>
                  </a:lnTo>
                  <a:lnTo>
                    <a:pt x="1033526" y="306832"/>
                  </a:lnTo>
                  <a:lnTo>
                    <a:pt x="1033526" y="286512"/>
                  </a:lnTo>
                  <a:lnTo>
                    <a:pt x="1033919" y="284988"/>
                  </a:lnTo>
                  <a:lnTo>
                    <a:pt x="1035685" y="278765"/>
                  </a:lnTo>
                  <a:lnTo>
                    <a:pt x="1043940" y="268224"/>
                  </a:lnTo>
                  <a:lnTo>
                    <a:pt x="1050036" y="265684"/>
                  </a:lnTo>
                  <a:lnTo>
                    <a:pt x="1062736" y="265684"/>
                  </a:lnTo>
                  <a:lnTo>
                    <a:pt x="1082167" y="291338"/>
                  </a:lnTo>
                  <a:lnTo>
                    <a:pt x="1082167" y="258191"/>
                  </a:lnTo>
                  <a:lnTo>
                    <a:pt x="1076198" y="258191"/>
                  </a:lnTo>
                  <a:lnTo>
                    <a:pt x="1070229" y="256794"/>
                  </a:lnTo>
                  <a:lnTo>
                    <a:pt x="1064260" y="256032"/>
                  </a:lnTo>
                  <a:lnTo>
                    <a:pt x="1051560" y="256032"/>
                  </a:lnTo>
                  <a:lnTo>
                    <a:pt x="1045337" y="256921"/>
                  </a:lnTo>
                  <a:lnTo>
                    <a:pt x="1039622" y="258699"/>
                  </a:lnTo>
                  <a:lnTo>
                    <a:pt x="1033780" y="260350"/>
                  </a:lnTo>
                  <a:lnTo>
                    <a:pt x="1011047" y="291338"/>
                  </a:lnTo>
                  <a:lnTo>
                    <a:pt x="1011123" y="306451"/>
                  </a:lnTo>
                  <a:lnTo>
                    <a:pt x="1029462" y="333375"/>
                  </a:lnTo>
                  <a:lnTo>
                    <a:pt x="1022654" y="338531"/>
                  </a:lnTo>
                  <a:lnTo>
                    <a:pt x="1018032" y="343027"/>
                  </a:lnTo>
                  <a:lnTo>
                    <a:pt x="1012698" y="350901"/>
                  </a:lnTo>
                  <a:lnTo>
                    <a:pt x="1011301" y="355346"/>
                  </a:lnTo>
                  <a:lnTo>
                    <a:pt x="1011301" y="364236"/>
                  </a:lnTo>
                  <a:lnTo>
                    <a:pt x="1012444" y="367919"/>
                  </a:lnTo>
                  <a:lnTo>
                    <a:pt x="1014730" y="370967"/>
                  </a:lnTo>
                  <a:lnTo>
                    <a:pt x="1017016" y="374142"/>
                  </a:lnTo>
                  <a:lnTo>
                    <a:pt x="1020064" y="376428"/>
                  </a:lnTo>
                  <a:lnTo>
                    <a:pt x="1024001" y="378079"/>
                  </a:lnTo>
                  <a:lnTo>
                    <a:pt x="1017524" y="381254"/>
                  </a:lnTo>
                  <a:lnTo>
                    <a:pt x="1012571" y="385064"/>
                  </a:lnTo>
                  <a:lnTo>
                    <a:pt x="1009015" y="389382"/>
                  </a:lnTo>
                  <a:lnTo>
                    <a:pt x="1005586" y="393700"/>
                  </a:lnTo>
                  <a:lnTo>
                    <a:pt x="1003808" y="398526"/>
                  </a:lnTo>
                  <a:lnTo>
                    <a:pt x="1003808" y="409575"/>
                  </a:lnTo>
                  <a:lnTo>
                    <a:pt x="1005078" y="414528"/>
                  </a:lnTo>
                  <a:lnTo>
                    <a:pt x="1007872" y="418338"/>
                  </a:lnTo>
                  <a:lnTo>
                    <a:pt x="1010539" y="422275"/>
                  </a:lnTo>
                  <a:lnTo>
                    <a:pt x="1052068" y="434467"/>
                  </a:lnTo>
                  <a:lnTo>
                    <a:pt x="1060577" y="434467"/>
                  </a:lnTo>
                  <a:lnTo>
                    <a:pt x="1098931" y="425831"/>
                  </a:lnTo>
                  <a:lnTo>
                    <a:pt x="1100836" y="424434"/>
                  </a:lnTo>
                  <a:lnTo>
                    <a:pt x="1105535" y="421005"/>
                  </a:lnTo>
                  <a:lnTo>
                    <a:pt x="1109980" y="414909"/>
                  </a:lnTo>
                  <a:lnTo>
                    <a:pt x="1114552" y="408686"/>
                  </a:lnTo>
                  <a:lnTo>
                    <a:pt x="1116838" y="401701"/>
                  </a:lnTo>
                  <a:lnTo>
                    <a:pt x="1116838" y="387604"/>
                  </a:lnTo>
                  <a:lnTo>
                    <a:pt x="1115656" y="382651"/>
                  </a:lnTo>
                  <a:lnTo>
                    <a:pt x="1115568" y="382270"/>
                  </a:lnTo>
                  <a:lnTo>
                    <a:pt x="1114513" y="380238"/>
                  </a:lnTo>
                  <a:lnTo>
                    <a:pt x="1113155" y="377571"/>
                  </a:lnTo>
                  <a:lnTo>
                    <a:pt x="1110869" y="372872"/>
                  </a:lnTo>
                  <a:lnTo>
                    <a:pt x="1106805" y="369189"/>
                  </a:lnTo>
                  <a:lnTo>
                    <a:pt x="1101217" y="366522"/>
                  </a:lnTo>
                  <a:lnTo>
                    <a:pt x="1096264" y="364045"/>
                  </a:lnTo>
                  <a:lnTo>
                    <a:pt x="1096264" y="397256"/>
                  </a:lnTo>
                  <a:lnTo>
                    <a:pt x="1096264" y="404622"/>
                  </a:lnTo>
                  <a:lnTo>
                    <a:pt x="1094981" y="408686"/>
                  </a:lnTo>
                  <a:lnTo>
                    <a:pt x="1094867" y="409067"/>
                  </a:lnTo>
                  <a:lnTo>
                    <a:pt x="1067816" y="424434"/>
                  </a:lnTo>
                  <a:lnTo>
                    <a:pt x="1060323" y="424434"/>
                  </a:lnTo>
                  <a:lnTo>
                    <a:pt x="1023874" y="410083"/>
                  </a:lnTo>
                  <a:lnTo>
                    <a:pt x="1023874" y="398018"/>
                  </a:lnTo>
                  <a:lnTo>
                    <a:pt x="1024890" y="393954"/>
                  </a:lnTo>
                  <a:lnTo>
                    <a:pt x="1029208" y="386842"/>
                  </a:lnTo>
                  <a:lnTo>
                    <a:pt x="1032383" y="383413"/>
                  </a:lnTo>
                  <a:lnTo>
                    <a:pt x="1036701" y="380238"/>
                  </a:lnTo>
                  <a:lnTo>
                    <a:pt x="1041908" y="380746"/>
                  </a:lnTo>
                  <a:lnTo>
                    <a:pt x="1047877" y="381000"/>
                  </a:lnTo>
                  <a:lnTo>
                    <a:pt x="1078230" y="381000"/>
                  </a:lnTo>
                  <a:lnTo>
                    <a:pt x="1082167" y="381508"/>
                  </a:lnTo>
                  <a:lnTo>
                    <a:pt x="1085088" y="382651"/>
                  </a:lnTo>
                  <a:lnTo>
                    <a:pt x="1088136" y="383667"/>
                  </a:lnTo>
                  <a:lnTo>
                    <a:pt x="1096264" y="397256"/>
                  </a:lnTo>
                  <a:lnTo>
                    <a:pt x="1096264" y="364045"/>
                  </a:lnTo>
                  <a:lnTo>
                    <a:pt x="1095629" y="363728"/>
                  </a:lnTo>
                  <a:lnTo>
                    <a:pt x="1088390" y="362331"/>
                  </a:lnTo>
                  <a:lnTo>
                    <a:pt x="1043686" y="362331"/>
                  </a:lnTo>
                  <a:lnTo>
                    <a:pt x="1039368" y="361950"/>
                  </a:lnTo>
                  <a:lnTo>
                    <a:pt x="1033780" y="360680"/>
                  </a:lnTo>
                  <a:lnTo>
                    <a:pt x="1031748" y="359537"/>
                  </a:lnTo>
                  <a:lnTo>
                    <a:pt x="1030605" y="357886"/>
                  </a:lnTo>
                  <a:lnTo>
                    <a:pt x="1029335" y="356362"/>
                  </a:lnTo>
                  <a:lnTo>
                    <a:pt x="1028700" y="353949"/>
                  </a:lnTo>
                  <a:lnTo>
                    <a:pt x="1028700" y="346202"/>
                  </a:lnTo>
                  <a:lnTo>
                    <a:pt x="1032002" y="341376"/>
                  </a:lnTo>
                  <a:lnTo>
                    <a:pt x="1038352" y="336550"/>
                  </a:lnTo>
                  <a:lnTo>
                    <a:pt x="1043851" y="338531"/>
                  </a:lnTo>
                  <a:lnTo>
                    <a:pt x="1044625" y="338531"/>
                  </a:lnTo>
                  <a:lnTo>
                    <a:pt x="1049274" y="339217"/>
                  </a:lnTo>
                  <a:lnTo>
                    <a:pt x="1056259" y="339217"/>
                  </a:lnTo>
                  <a:lnTo>
                    <a:pt x="1067206" y="338531"/>
                  </a:lnTo>
                  <a:lnTo>
                    <a:pt x="1076388" y="336550"/>
                  </a:lnTo>
                  <a:lnTo>
                    <a:pt x="1076604" y="336550"/>
                  </a:lnTo>
                  <a:lnTo>
                    <a:pt x="1085113" y="333006"/>
                  </a:lnTo>
                  <a:lnTo>
                    <a:pt x="1090599" y="329184"/>
                  </a:lnTo>
                  <a:lnTo>
                    <a:pt x="1091882" y="328295"/>
                  </a:lnTo>
                  <a:lnTo>
                    <a:pt x="1103896" y="306451"/>
                  </a:lnTo>
                  <a:lnTo>
                    <a:pt x="1103972" y="306171"/>
                  </a:lnTo>
                  <a:lnTo>
                    <a:pt x="1104773" y="296545"/>
                  </a:lnTo>
                  <a:lnTo>
                    <a:pt x="1104773" y="291338"/>
                  </a:lnTo>
                  <a:lnTo>
                    <a:pt x="1104011" y="286512"/>
                  </a:lnTo>
                  <a:lnTo>
                    <a:pt x="1102487" y="282067"/>
                  </a:lnTo>
                  <a:lnTo>
                    <a:pt x="1100963" y="277495"/>
                  </a:lnTo>
                  <a:lnTo>
                    <a:pt x="1098931" y="274066"/>
                  </a:lnTo>
                  <a:lnTo>
                    <a:pt x="1096264" y="271399"/>
                  </a:lnTo>
                  <a:lnTo>
                    <a:pt x="1097407" y="270002"/>
                  </a:lnTo>
                  <a:lnTo>
                    <a:pt x="1120648" y="270891"/>
                  </a:lnTo>
                  <a:lnTo>
                    <a:pt x="1120648" y="270002"/>
                  </a:lnTo>
                  <a:lnTo>
                    <a:pt x="1120648" y="265684"/>
                  </a:lnTo>
                  <a:lnTo>
                    <a:pt x="1120648" y="258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300727" y="837819"/>
              <a:ext cx="1282064" cy="424179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4494" y="943229"/>
              <a:ext cx="159130" cy="180340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184519" y="1001395"/>
              <a:ext cx="139318" cy="17691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52794" y="884301"/>
              <a:ext cx="188467" cy="17652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6650101" y="1015618"/>
              <a:ext cx="154940" cy="69215"/>
            </a:xfrm>
            <a:custGeom>
              <a:avLst/>
              <a:gdLst/>
              <a:ahLst/>
              <a:cxnLst/>
              <a:rect l="l" t="t" r="r" b="b"/>
              <a:pathLst>
                <a:path w="154940" h="69215">
                  <a:moveTo>
                    <a:pt x="154686" y="52197"/>
                  </a:moveTo>
                  <a:lnTo>
                    <a:pt x="0" y="52197"/>
                  </a:lnTo>
                  <a:lnTo>
                    <a:pt x="0" y="68834"/>
                  </a:lnTo>
                  <a:lnTo>
                    <a:pt x="154686" y="68834"/>
                  </a:lnTo>
                  <a:lnTo>
                    <a:pt x="154686" y="52197"/>
                  </a:lnTo>
                  <a:close/>
                </a:path>
                <a:path w="154940" h="69215">
                  <a:moveTo>
                    <a:pt x="154686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154686" y="16764"/>
                  </a:lnTo>
                  <a:lnTo>
                    <a:pt x="1546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2" name="object 5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910831" y="950086"/>
              <a:ext cx="99949" cy="173482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297301" y="1439163"/>
              <a:ext cx="496570" cy="236220"/>
            </a:xfrm>
            <a:custGeom>
              <a:avLst/>
              <a:gdLst/>
              <a:ahLst/>
              <a:cxnLst/>
              <a:rect l="l" t="t" r="r" b="b"/>
              <a:pathLst>
                <a:path w="496570" h="236219">
                  <a:moveTo>
                    <a:pt x="154711" y="97726"/>
                  </a:moveTo>
                  <a:lnTo>
                    <a:pt x="0" y="97726"/>
                  </a:lnTo>
                  <a:lnTo>
                    <a:pt x="0" y="114427"/>
                  </a:lnTo>
                  <a:lnTo>
                    <a:pt x="154711" y="114427"/>
                  </a:lnTo>
                  <a:lnTo>
                    <a:pt x="154711" y="97726"/>
                  </a:lnTo>
                  <a:close/>
                </a:path>
                <a:path w="496570" h="236219">
                  <a:moveTo>
                    <a:pt x="231521" y="173482"/>
                  </a:moveTo>
                  <a:lnTo>
                    <a:pt x="217424" y="0"/>
                  </a:lnTo>
                  <a:lnTo>
                    <a:pt x="209931" y="0"/>
                  </a:lnTo>
                  <a:lnTo>
                    <a:pt x="179705" y="1143"/>
                  </a:lnTo>
                  <a:lnTo>
                    <a:pt x="179705" y="7747"/>
                  </a:lnTo>
                  <a:lnTo>
                    <a:pt x="183896" y="8509"/>
                  </a:lnTo>
                  <a:lnTo>
                    <a:pt x="186944" y="9271"/>
                  </a:lnTo>
                  <a:lnTo>
                    <a:pt x="188468" y="10033"/>
                  </a:lnTo>
                  <a:lnTo>
                    <a:pt x="190119" y="10795"/>
                  </a:lnTo>
                  <a:lnTo>
                    <a:pt x="191389" y="11811"/>
                  </a:lnTo>
                  <a:lnTo>
                    <a:pt x="195707" y="26289"/>
                  </a:lnTo>
                  <a:lnTo>
                    <a:pt x="195707" y="156464"/>
                  </a:lnTo>
                  <a:lnTo>
                    <a:pt x="190373" y="170053"/>
                  </a:lnTo>
                  <a:lnTo>
                    <a:pt x="188722" y="171323"/>
                  </a:lnTo>
                  <a:lnTo>
                    <a:pt x="185801" y="172466"/>
                  </a:lnTo>
                  <a:lnTo>
                    <a:pt x="181737" y="173482"/>
                  </a:lnTo>
                  <a:lnTo>
                    <a:pt x="181737" y="179705"/>
                  </a:lnTo>
                  <a:lnTo>
                    <a:pt x="231521" y="179705"/>
                  </a:lnTo>
                  <a:lnTo>
                    <a:pt x="231521" y="173482"/>
                  </a:lnTo>
                  <a:close/>
                </a:path>
                <a:path w="496570" h="236219">
                  <a:moveTo>
                    <a:pt x="361683" y="118110"/>
                  </a:moveTo>
                  <a:lnTo>
                    <a:pt x="360984" y="106629"/>
                  </a:lnTo>
                  <a:lnTo>
                    <a:pt x="360870" y="104736"/>
                  </a:lnTo>
                  <a:lnTo>
                    <a:pt x="360832" y="104203"/>
                  </a:lnTo>
                  <a:lnTo>
                    <a:pt x="341553" y="67437"/>
                  </a:lnTo>
                  <a:lnTo>
                    <a:pt x="338074" y="65138"/>
                  </a:lnTo>
                  <a:lnTo>
                    <a:pt x="338074" y="128270"/>
                  </a:lnTo>
                  <a:lnTo>
                    <a:pt x="337439" y="134620"/>
                  </a:lnTo>
                  <a:lnTo>
                    <a:pt x="321437" y="167640"/>
                  </a:lnTo>
                  <a:lnTo>
                    <a:pt x="317373" y="170522"/>
                  </a:lnTo>
                  <a:lnTo>
                    <a:pt x="317157" y="170522"/>
                  </a:lnTo>
                  <a:lnTo>
                    <a:pt x="312674" y="171704"/>
                  </a:lnTo>
                  <a:lnTo>
                    <a:pt x="307086" y="171704"/>
                  </a:lnTo>
                  <a:lnTo>
                    <a:pt x="277406" y="140995"/>
                  </a:lnTo>
                  <a:lnTo>
                    <a:pt x="275336" y="118110"/>
                  </a:lnTo>
                  <a:lnTo>
                    <a:pt x="275831" y="106629"/>
                  </a:lnTo>
                  <a:lnTo>
                    <a:pt x="293319" y="70700"/>
                  </a:lnTo>
                  <a:lnTo>
                    <a:pt x="299288" y="68376"/>
                  </a:lnTo>
                  <a:lnTo>
                    <a:pt x="298564" y="68376"/>
                  </a:lnTo>
                  <a:lnTo>
                    <a:pt x="306705" y="67437"/>
                  </a:lnTo>
                  <a:lnTo>
                    <a:pt x="312801" y="67437"/>
                  </a:lnTo>
                  <a:lnTo>
                    <a:pt x="336918" y="104203"/>
                  </a:lnTo>
                  <a:lnTo>
                    <a:pt x="337019" y="104736"/>
                  </a:lnTo>
                  <a:lnTo>
                    <a:pt x="337807" y="112814"/>
                  </a:lnTo>
                  <a:lnTo>
                    <a:pt x="337959" y="118110"/>
                  </a:lnTo>
                  <a:lnTo>
                    <a:pt x="338074" y="128270"/>
                  </a:lnTo>
                  <a:lnTo>
                    <a:pt x="338074" y="65138"/>
                  </a:lnTo>
                  <a:lnTo>
                    <a:pt x="330911" y="61379"/>
                  </a:lnTo>
                  <a:lnTo>
                    <a:pt x="319824" y="58394"/>
                  </a:lnTo>
                  <a:lnTo>
                    <a:pt x="307213" y="57404"/>
                  </a:lnTo>
                  <a:lnTo>
                    <a:pt x="299415" y="57861"/>
                  </a:lnTo>
                  <a:lnTo>
                    <a:pt x="262775" y="79044"/>
                  </a:lnTo>
                  <a:lnTo>
                    <a:pt x="251701" y="118110"/>
                  </a:lnTo>
                  <a:lnTo>
                    <a:pt x="251637" y="121666"/>
                  </a:lnTo>
                  <a:lnTo>
                    <a:pt x="252425" y="134620"/>
                  </a:lnTo>
                  <a:lnTo>
                    <a:pt x="252437" y="134912"/>
                  </a:lnTo>
                  <a:lnTo>
                    <a:pt x="272986" y="172986"/>
                  </a:lnTo>
                  <a:lnTo>
                    <a:pt x="305181" y="181610"/>
                  </a:lnTo>
                  <a:lnTo>
                    <a:pt x="313563" y="181178"/>
                  </a:lnTo>
                  <a:lnTo>
                    <a:pt x="351028" y="159854"/>
                  </a:lnTo>
                  <a:lnTo>
                    <a:pt x="361530" y="121666"/>
                  </a:lnTo>
                  <a:lnTo>
                    <a:pt x="361569" y="120777"/>
                  </a:lnTo>
                  <a:lnTo>
                    <a:pt x="361683" y="118110"/>
                  </a:lnTo>
                  <a:close/>
                </a:path>
                <a:path w="496570" h="236219">
                  <a:moveTo>
                    <a:pt x="496570" y="59563"/>
                  </a:moveTo>
                  <a:lnTo>
                    <a:pt x="458089" y="59563"/>
                  </a:lnTo>
                  <a:lnTo>
                    <a:pt x="458089" y="92710"/>
                  </a:lnTo>
                  <a:lnTo>
                    <a:pt x="458089" y="103886"/>
                  </a:lnTo>
                  <a:lnTo>
                    <a:pt x="457606" y="107543"/>
                  </a:lnTo>
                  <a:lnTo>
                    <a:pt x="457581" y="107823"/>
                  </a:lnTo>
                  <a:lnTo>
                    <a:pt x="455803" y="115189"/>
                  </a:lnTo>
                  <a:lnTo>
                    <a:pt x="438531" y="130556"/>
                  </a:lnTo>
                  <a:lnTo>
                    <a:pt x="426339" y="130556"/>
                  </a:lnTo>
                  <a:lnTo>
                    <a:pt x="420116" y="127635"/>
                  </a:lnTo>
                  <a:lnTo>
                    <a:pt x="415798" y="122047"/>
                  </a:lnTo>
                  <a:lnTo>
                    <a:pt x="411607" y="116332"/>
                  </a:lnTo>
                  <a:lnTo>
                    <a:pt x="409448" y="108204"/>
                  </a:lnTo>
                  <a:lnTo>
                    <a:pt x="409448" y="87884"/>
                  </a:lnTo>
                  <a:lnTo>
                    <a:pt x="409841" y="86360"/>
                  </a:lnTo>
                  <a:lnTo>
                    <a:pt x="411607" y="80137"/>
                  </a:lnTo>
                  <a:lnTo>
                    <a:pt x="419862" y="69596"/>
                  </a:lnTo>
                  <a:lnTo>
                    <a:pt x="425958" y="67056"/>
                  </a:lnTo>
                  <a:lnTo>
                    <a:pt x="438658" y="67056"/>
                  </a:lnTo>
                  <a:lnTo>
                    <a:pt x="458089" y="92710"/>
                  </a:lnTo>
                  <a:lnTo>
                    <a:pt x="458089" y="59563"/>
                  </a:lnTo>
                  <a:lnTo>
                    <a:pt x="452120" y="59563"/>
                  </a:lnTo>
                  <a:lnTo>
                    <a:pt x="446151" y="58166"/>
                  </a:lnTo>
                  <a:lnTo>
                    <a:pt x="440182" y="57404"/>
                  </a:lnTo>
                  <a:lnTo>
                    <a:pt x="427482" y="57404"/>
                  </a:lnTo>
                  <a:lnTo>
                    <a:pt x="421259" y="58293"/>
                  </a:lnTo>
                  <a:lnTo>
                    <a:pt x="415544" y="60071"/>
                  </a:lnTo>
                  <a:lnTo>
                    <a:pt x="409702" y="61722"/>
                  </a:lnTo>
                  <a:lnTo>
                    <a:pt x="386969" y="92710"/>
                  </a:lnTo>
                  <a:lnTo>
                    <a:pt x="387045" y="107823"/>
                  </a:lnTo>
                  <a:lnTo>
                    <a:pt x="405384" y="134747"/>
                  </a:lnTo>
                  <a:lnTo>
                    <a:pt x="398576" y="139903"/>
                  </a:lnTo>
                  <a:lnTo>
                    <a:pt x="393954" y="144399"/>
                  </a:lnTo>
                  <a:lnTo>
                    <a:pt x="388620" y="152273"/>
                  </a:lnTo>
                  <a:lnTo>
                    <a:pt x="387223" y="156718"/>
                  </a:lnTo>
                  <a:lnTo>
                    <a:pt x="387223" y="165608"/>
                  </a:lnTo>
                  <a:lnTo>
                    <a:pt x="388366" y="169291"/>
                  </a:lnTo>
                  <a:lnTo>
                    <a:pt x="390652" y="172339"/>
                  </a:lnTo>
                  <a:lnTo>
                    <a:pt x="392938" y="175514"/>
                  </a:lnTo>
                  <a:lnTo>
                    <a:pt x="395986" y="177800"/>
                  </a:lnTo>
                  <a:lnTo>
                    <a:pt x="399923" y="179451"/>
                  </a:lnTo>
                  <a:lnTo>
                    <a:pt x="393446" y="182626"/>
                  </a:lnTo>
                  <a:lnTo>
                    <a:pt x="388493" y="186436"/>
                  </a:lnTo>
                  <a:lnTo>
                    <a:pt x="384937" y="190754"/>
                  </a:lnTo>
                  <a:lnTo>
                    <a:pt x="381508" y="195072"/>
                  </a:lnTo>
                  <a:lnTo>
                    <a:pt x="379730" y="199898"/>
                  </a:lnTo>
                  <a:lnTo>
                    <a:pt x="379730" y="210947"/>
                  </a:lnTo>
                  <a:lnTo>
                    <a:pt x="381000" y="215900"/>
                  </a:lnTo>
                  <a:lnTo>
                    <a:pt x="383794" y="219710"/>
                  </a:lnTo>
                  <a:lnTo>
                    <a:pt x="386461" y="223647"/>
                  </a:lnTo>
                  <a:lnTo>
                    <a:pt x="427990" y="235839"/>
                  </a:lnTo>
                  <a:lnTo>
                    <a:pt x="436499" y="235839"/>
                  </a:lnTo>
                  <a:lnTo>
                    <a:pt x="474853" y="227203"/>
                  </a:lnTo>
                  <a:lnTo>
                    <a:pt x="476758" y="225806"/>
                  </a:lnTo>
                  <a:lnTo>
                    <a:pt x="481457" y="222377"/>
                  </a:lnTo>
                  <a:lnTo>
                    <a:pt x="485902" y="216281"/>
                  </a:lnTo>
                  <a:lnTo>
                    <a:pt x="490474" y="210058"/>
                  </a:lnTo>
                  <a:lnTo>
                    <a:pt x="492760" y="203073"/>
                  </a:lnTo>
                  <a:lnTo>
                    <a:pt x="492760" y="188976"/>
                  </a:lnTo>
                  <a:lnTo>
                    <a:pt x="491578" y="184023"/>
                  </a:lnTo>
                  <a:lnTo>
                    <a:pt x="491490" y="183642"/>
                  </a:lnTo>
                  <a:lnTo>
                    <a:pt x="490435" y="181610"/>
                  </a:lnTo>
                  <a:lnTo>
                    <a:pt x="489077" y="178943"/>
                  </a:lnTo>
                  <a:lnTo>
                    <a:pt x="486791" y="174244"/>
                  </a:lnTo>
                  <a:lnTo>
                    <a:pt x="482727" y="170561"/>
                  </a:lnTo>
                  <a:lnTo>
                    <a:pt x="477139" y="167894"/>
                  </a:lnTo>
                  <a:lnTo>
                    <a:pt x="472186" y="165417"/>
                  </a:lnTo>
                  <a:lnTo>
                    <a:pt x="472186" y="198628"/>
                  </a:lnTo>
                  <a:lnTo>
                    <a:pt x="472186" y="205994"/>
                  </a:lnTo>
                  <a:lnTo>
                    <a:pt x="470903" y="210058"/>
                  </a:lnTo>
                  <a:lnTo>
                    <a:pt x="470789" y="210439"/>
                  </a:lnTo>
                  <a:lnTo>
                    <a:pt x="443738" y="225806"/>
                  </a:lnTo>
                  <a:lnTo>
                    <a:pt x="436245" y="225806"/>
                  </a:lnTo>
                  <a:lnTo>
                    <a:pt x="399796" y="211455"/>
                  </a:lnTo>
                  <a:lnTo>
                    <a:pt x="399796" y="199390"/>
                  </a:lnTo>
                  <a:lnTo>
                    <a:pt x="400812" y="195326"/>
                  </a:lnTo>
                  <a:lnTo>
                    <a:pt x="405130" y="188214"/>
                  </a:lnTo>
                  <a:lnTo>
                    <a:pt x="408305" y="184785"/>
                  </a:lnTo>
                  <a:lnTo>
                    <a:pt x="412623" y="181610"/>
                  </a:lnTo>
                  <a:lnTo>
                    <a:pt x="417830" y="182118"/>
                  </a:lnTo>
                  <a:lnTo>
                    <a:pt x="423799" y="182372"/>
                  </a:lnTo>
                  <a:lnTo>
                    <a:pt x="454152" y="182372"/>
                  </a:lnTo>
                  <a:lnTo>
                    <a:pt x="458089" y="182880"/>
                  </a:lnTo>
                  <a:lnTo>
                    <a:pt x="461010" y="184023"/>
                  </a:lnTo>
                  <a:lnTo>
                    <a:pt x="464058" y="185039"/>
                  </a:lnTo>
                  <a:lnTo>
                    <a:pt x="472186" y="198628"/>
                  </a:lnTo>
                  <a:lnTo>
                    <a:pt x="472186" y="165417"/>
                  </a:lnTo>
                  <a:lnTo>
                    <a:pt x="471551" y="165100"/>
                  </a:lnTo>
                  <a:lnTo>
                    <a:pt x="464312" y="163703"/>
                  </a:lnTo>
                  <a:lnTo>
                    <a:pt x="419608" y="163703"/>
                  </a:lnTo>
                  <a:lnTo>
                    <a:pt x="415290" y="163322"/>
                  </a:lnTo>
                  <a:lnTo>
                    <a:pt x="409702" y="162052"/>
                  </a:lnTo>
                  <a:lnTo>
                    <a:pt x="407670" y="160909"/>
                  </a:lnTo>
                  <a:lnTo>
                    <a:pt x="406527" y="159258"/>
                  </a:lnTo>
                  <a:lnTo>
                    <a:pt x="405257" y="157734"/>
                  </a:lnTo>
                  <a:lnTo>
                    <a:pt x="404622" y="155321"/>
                  </a:lnTo>
                  <a:lnTo>
                    <a:pt x="404622" y="147574"/>
                  </a:lnTo>
                  <a:lnTo>
                    <a:pt x="407924" y="142748"/>
                  </a:lnTo>
                  <a:lnTo>
                    <a:pt x="414274" y="137922"/>
                  </a:lnTo>
                  <a:lnTo>
                    <a:pt x="419773" y="139903"/>
                  </a:lnTo>
                  <a:lnTo>
                    <a:pt x="420547" y="139903"/>
                  </a:lnTo>
                  <a:lnTo>
                    <a:pt x="425196" y="140589"/>
                  </a:lnTo>
                  <a:lnTo>
                    <a:pt x="432181" y="140589"/>
                  </a:lnTo>
                  <a:lnTo>
                    <a:pt x="443128" y="139903"/>
                  </a:lnTo>
                  <a:lnTo>
                    <a:pt x="452310" y="137922"/>
                  </a:lnTo>
                  <a:lnTo>
                    <a:pt x="452526" y="137922"/>
                  </a:lnTo>
                  <a:lnTo>
                    <a:pt x="461035" y="134378"/>
                  </a:lnTo>
                  <a:lnTo>
                    <a:pt x="466521" y="130556"/>
                  </a:lnTo>
                  <a:lnTo>
                    <a:pt x="467804" y="129667"/>
                  </a:lnTo>
                  <a:lnTo>
                    <a:pt x="479818" y="107823"/>
                  </a:lnTo>
                  <a:lnTo>
                    <a:pt x="479894" y="107543"/>
                  </a:lnTo>
                  <a:lnTo>
                    <a:pt x="480695" y="97917"/>
                  </a:lnTo>
                  <a:lnTo>
                    <a:pt x="480695" y="92710"/>
                  </a:lnTo>
                  <a:lnTo>
                    <a:pt x="479933" y="87884"/>
                  </a:lnTo>
                  <a:lnTo>
                    <a:pt x="478409" y="83439"/>
                  </a:lnTo>
                  <a:lnTo>
                    <a:pt x="476885" y="78867"/>
                  </a:lnTo>
                  <a:lnTo>
                    <a:pt x="474853" y="75438"/>
                  </a:lnTo>
                  <a:lnTo>
                    <a:pt x="472186" y="72771"/>
                  </a:lnTo>
                  <a:lnTo>
                    <a:pt x="473329" y="71374"/>
                  </a:lnTo>
                  <a:lnTo>
                    <a:pt x="496570" y="72263"/>
                  </a:lnTo>
                  <a:lnTo>
                    <a:pt x="496570" y="71374"/>
                  </a:lnTo>
                  <a:lnTo>
                    <a:pt x="496570" y="67056"/>
                  </a:lnTo>
                  <a:lnTo>
                    <a:pt x="496570" y="59563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3862577" y="1333119"/>
              <a:ext cx="1720214" cy="424179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84494" y="1438529"/>
              <a:ext cx="159130" cy="180340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84519" y="1496694"/>
              <a:ext cx="139318" cy="176910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352794" y="1379601"/>
              <a:ext cx="188467" cy="176529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6650101" y="1510918"/>
              <a:ext cx="154940" cy="69215"/>
            </a:xfrm>
            <a:custGeom>
              <a:avLst/>
              <a:gdLst/>
              <a:ahLst/>
              <a:cxnLst/>
              <a:rect l="l" t="t" r="r" b="b"/>
              <a:pathLst>
                <a:path w="154940" h="69215">
                  <a:moveTo>
                    <a:pt x="154686" y="52197"/>
                  </a:moveTo>
                  <a:lnTo>
                    <a:pt x="0" y="52197"/>
                  </a:lnTo>
                  <a:lnTo>
                    <a:pt x="0" y="68834"/>
                  </a:lnTo>
                  <a:lnTo>
                    <a:pt x="154686" y="68834"/>
                  </a:lnTo>
                  <a:lnTo>
                    <a:pt x="154686" y="52197"/>
                  </a:lnTo>
                  <a:close/>
                </a:path>
                <a:path w="154940" h="69215">
                  <a:moveTo>
                    <a:pt x="154686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154686" y="16764"/>
                  </a:lnTo>
                  <a:lnTo>
                    <a:pt x="1546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904803" y="1445387"/>
              <a:ext cx="109909" cy="175387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3262376" y="1300226"/>
              <a:ext cx="2352675" cy="485775"/>
            </a:xfrm>
            <a:custGeom>
              <a:avLst/>
              <a:gdLst/>
              <a:ahLst/>
              <a:cxnLst/>
              <a:rect l="l" t="t" r="r" b="b"/>
              <a:pathLst>
                <a:path w="2352675" h="485775">
                  <a:moveTo>
                    <a:pt x="0" y="485775"/>
                  </a:moveTo>
                  <a:lnTo>
                    <a:pt x="2352675" y="485775"/>
                  </a:lnTo>
                  <a:lnTo>
                    <a:pt x="2352675" y="0"/>
                  </a:lnTo>
                  <a:lnTo>
                    <a:pt x="0" y="0"/>
                  </a:lnTo>
                  <a:lnTo>
                    <a:pt x="0" y="485775"/>
                  </a:lnTo>
                  <a:close/>
                </a:path>
              </a:pathLst>
            </a:custGeom>
            <a:ln w="25400">
              <a:solidFill>
                <a:srgbClr val="7A81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385565" y="2447290"/>
              <a:ext cx="185597" cy="191769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52794" y="2511806"/>
              <a:ext cx="82295" cy="233680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09894" y="2540210"/>
              <a:ext cx="39115" cy="175303"/>
            </a:xfrm>
            <a:prstGeom prst="rect">
              <a:avLst/>
            </a:prstGeom>
          </p:spPr>
        </p:pic>
        <p:sp>
          <p:nvSpPr>
            <p:cNvPr id="64" name="object 64"/>
            <p:cNvSpPr/>
            <p:nvPr/>
          </p:nvSpPr>
          <p:spPr>
            <a:xfrm>
              <a:off x="6119240" y="2610231"/>
              <a:ext cx="128270" cy="37465"/>
            </a:xfrm>
            <a:custGeom>
              <a:avLst/>
              <a:gdLst/>
              <a:ahLst/>
              <a:cxnLst/>
              <a:rect l="l" t="t" r="r" b="b"/>
              <a:pathLst>
                <a:path w="128270" h="37464">
                  <a:moveTo>
                    <a:pt x="73348" y="2676"/>
                  </a:moveTo>
                  <a:lnTo>
                    <a:pt x="63754" y="3429"/>
                  </a:lnTo>
                  <a:lnTo>
                    <a:pt x="63500" y="3429"/>
                  </a:lnTo>
                  <a:lnTo>
                    <a:pt x="51308" y="4571"/>
                  </a:lnTo>
                  <a:lnTo>
                    <a:pt x="45593" y="4952"/>
                  </a:lnTo>
                  <a:lnTo>
                    <a:pt x="45847" y="4952"/>
                  </a:lnTo>
                  <a:lnTo>
                    <a:pt x="39370" y="5333"/>
                  </a:lnTo>
                  <a:lnTo>
                    <a:pt x="38862" y="5333"/>
                  </a:lnTo>
                  <a:lnTo>
                    <a:pt x="34798" y="5842"/>
                  </a:lnTo>
                  <a:lnTo>
                    <a:pt x="31242" y="6223"/>
                  </a:lnTo>
                  <a:lnTo>
                    <a:pt x="29591" y="6476"/>
                  </a:lnTo>
                  <a:lnTo>
                    <a:pt x="22351" y="8381"/>
                  </a:lnTo>
                  <a:lnTo>
                    <a:pt x="21844" y="8636"/>
                  </a:lnTo>
                  <a:lnTo>
                    <a:pt x="18287" y="9779"/>
                  </a:lnTo>
                  <a:lnTo>
                    <a:pt x="16129" y="10668"/>
                  </a:lnTo>
                  <a:lnTo>
                    <a:pt x="6731" y="16129"/>
                  </a:lnTo>
                  <a:lnTo>
                    <a:pt x="1778" y="18923"/>
                  </a:lnTo>
                  <a:lnTo>
                    <a:pt x="185" y="24383"/>
                  </a:lnTo>
                  <a:lnTo>
                    <a:pt x="96" y="24686"/>
                  </a:lnTo>
                  <a:lnTo>
                    <a:pt x="0" y="25018"/>
                  </a:lnTo>
                  <a:lnTo>
                    <a:pt x="2476" y="29971"/>
                  </a:lnTo>
                  <a:lnTo>
                    <a:pt x="4953" y="35051"/>
                  </a:lnTo>
                  <a:lnTo>
                    <a:pt x="11049" y="37211"/>
                  </a:lnTo>
                  <a:lnTo>
                    <a:pt x="16129" y="35051"/>
                  </a:lnTo>
                  <a:lnTo>
                    <a:pt x="21336" y="32766"/>
                  </a:lnTo>
                  <a:lnTo>
                    <a:pt x="25146" y="30861"/>
                  </a:lnTo>
                  <a:lnTo>
                    <a:pt x="24637" y="30861"/>
                  </a:lnTo>
                  <a:lnTo>
                    <a:pt x="26670" y="30099"/>
                  </a:lnTo>
                  <a:lnTo>
                    <a:pt x="27400" y="30099"/>
                  </a:lnTo>
                  <a:lnTo>
                    <a:pt x="27860" y="29971"/>
                  </a:lnTo>
                  <a:lnTo>
                    <a:pt x="30734" y="29337"/>
                  </a:lnTo>
                  <a:lnTo>
                    <a:pt x="33972" y="28575"/>
                  </a:lnTo>
                  <a:lnTo>
                    <a:pt x="33400" y="28575"/>
                  </a:lnTo>
                  <a:lnTo>
                    <a:pt x="35051" y="28320"/>
                  </a:lnTo>
                  <a:lnTo>
                    <a:pt x="37084" y="28320"/>
                  </a:lnTo>
                  <a:lnTo>
                    <a:pt x="40894" y="27939"/>
                  </a:lnTo>
                  <a:lnTo>
                    <a:pt x="42799" y="27939"/>
                  </a:lnTo>
                  <a:lnTo>
                    <a:pt x="47117" y="27686"/>
                  </a:lnTo>
                  <a:lnTo>
                    <a:pt x="52832" y="27431"/>
                  </a:lnTo>
                  <a:lnTo>
                    <a:pt x="53212" y="27431"/>
                  </a:lnTo>
                  <a:lnTo>
                    <a:pt x="65028" y="26335"/>
                  </a:lnTo>
                  <a:lnTo>
                    <a:pt x="63832" y="26335"/>
                  </a:lnTo>
                  <a:lnTo>
                    <a:pt x="71500" y="26035"/>
                  </a:lnTo>
                  <a:lnTo>
                    <a:pt x="72136" y="26035"/>
                  </a:lnTo>
                  <a:lnTo>
                    <a:pt x="85983" y="24686"/>
                  </a:lnTo>
                  <a:lnTo>
                    <a:pt x="84852" y="24686"/>
                  </a:lnTo>
                  <a:lnTo>
                    <a:pt x="91821" y="24383"/>
                  </a:lnTo>
                  <a:lnTo>
                    <a:pt x="103378" y="23621"/>
                  </a:lnTo>
                  <a:lnTo>
                    <a:pt x="103759" y="23621"/>
                  </a:lnTo>
                  <a:lnTo>
                    <a:pt x="106129" y="23368"/>
                  </a:lnTo>
                  <a:lnTo>
                    <a:pt x="119761" y="23368"/>
                  </a:lnTo>
                  <a:lnTo>
                    <a:pt x="123698" y="21208"/>
                  </a:lnTo>
                  <a:lnTo>
                    <a:pt x="125730" y="17525"/>
                  </a:lnTo>
                  <a:lnTo>
                    <a:pt x="127888" y="13843"/>
                  </a:lnTo>
                  <a:lnTo>
                    <a:pt x="127888" y="9398"/>
                  </a:lnTo>
                  <a:lnTo>
                    <a:pt x="125804" y="5842"/>
                  </a:lnTo>
                  <a:lnTo>
                    <a:pt x="124182" y="3006"/>
                  </a:lnTo>
                  <a:lnTo>
                    <a:pt x="70240" y="3006"/>
                  </a:lnTo>
                  <a:lnTo>
                    <a:pt x="73348" y="2676"/>
                  </a:lnTo>
                  <a:close/>
                </a:path>
                <a:path w="128270" h="37464">
                  <a:moveTo>
                    <a:pt x="26670" y="30099"/>
                  </a:moveTo>
                  <a:lnTo>
                    <a:pt x="24637" y="30861"/>
                  </a:lnTo>
                  <a:lnTo>
                    <a:pt x="25771" y="30548"/>
                  </a:lnTo>
                  <a:lnTo>
                    <a:pt x="26670" y="30099"/>
                  </a:lnTo>
                  <a:close/>
                </a:path>
                <a:path w="128270" h="37464">
                  <a:moveTo>
                    <a:pt x="25771" y="30548"/>
                  </a:moveTo>
                  <a:lnTo>
                    <a:pt x="24637" y="30861"/>
                  </a:lnTo>
                  <a:lnTo>
                    <a:pt x="25146" y="30861"/>
                  </a:lnTo>
                  <a:lnTo>
                    <a:pt x="25771" y="30548"/>
                  </a:lnTo>
                  <a:close/>
                </a:path>
                <a:path w="128270" h="37464">
                  <a:moveTo>
                    <a:pt x="27400" y="30099"/>
                  </a:moveTo>
                  <a:lnTo>
                    <a:pt x="26670" y="30099"/>
                  </a:lnTo>
                  <a:lnTo>
                    <a:pt x="25771" y="30548"/>
                  </a:lnTo>
                  <a:lnTo>
                    <a:pt x="27400" y="30099"/>
                  </a:lnTo>
                  <a:close/>
                </a:path>
                <a:path w="128270" h="37464">
                  <a:moveTo>
                    <a:pt x="35051" y="28320"/>
                  </a:moveTo>
                  <a:lnTo>
                    <a:pt x="33400" y="28575"/>
                  </a:lnTo>
                  <a:lnTo>
                    <a:pt x="33972" y="28575"/>
                  </a:lnTo>
                  <a:lnTo>
                    <a:pt x="35051" y="28320"/>
                  </a:lnTo>
                  <a:close/>
                </a:path>
                <a:path w="128270" h="37464">
                  <a:moveTo>
                    <a:pt x="37084" y="28320"/>
                  </a:moveTo>
                  <a:lnTo>
                    <a:pt x="35051" y="28320"/>
                  </a:lnTo>
                  <a:lnTo>
                    <a:pt x="33972" y="28575"/>
                  </a:lnTo>
                  <a:lnTo>
                    <a:pt x="33401" y="28575"/>
                  </a:lnTo>
                  <a:lnTo>
                    <a:pt x="37084" y="28320"/>
                  </a:lnTo>
                  <a:close/>
                </a:path>
                <a:path w="128270" h="37464">
                  <a:moveTo>
                    <a:pt x="42799" y="27939"/>
                  </a:moveTo>
                  <a:lnTo>
                    <a:pt x="40894" y="27939"/>
                  </a:lnTo>
                  <a:lnTo>
                    <a:pt x="40639" y="28067"/>
                  </a:lnTo>
                  <a:lnTo>
                    <a:pt x="42799" y="27939"/>
                  </a:lnTo>
                  <a:close/>
                </a:path>
                <a:path w="128270" h="37464">
                  <a:moveTo>
                    <a:pt x="119979" y="0"/>
                  </a:moveTo>
                  <a:lnTo>
                    <a:pt x="105029" y="0"/>
                  </a:lnTo>
                  <a:lnTo>
                    <a:pt x="100241" y="495"/>
                  </a:lnTo>
                  <a:lnTo>
                    <a:pt x="84582" y="1524"/>
                  </a:lnTo>
                  <a:lnTo>
                    <a:pt x="84200" y="1524"/>
                  </a:lnTo>
                  <a:lnTo>
                    <a:pt x="70240" y="3006"/>
                  </a:lnTo>
                  <a:lnTo>
                    <a:pt x="124182" y="3006"/>
                  </a:lnTo>
                  <a:lnTo>
                    <a:pt x="123698" y="2158"/>
                  </a:lnTo>
                  <a:lnTo>
                    <a:pt x="11997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21806" y="2482977"/>
              <a:ext cx="261239" cy="289560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24525" y="2352675"/>
              <a:ext cx="171450" cy="18097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76299" y="2314575"/>
              <a:ext cx="180975" cy="180975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800099" y="1419225"/>
              <a:ext cx="180975" cy="180975"/>
            </a:xfrm>
            <a:prstGeom prst="rect">
              <a:avLst/>
            </a:prstGeom>
          </p:spPr>
        </p:pic>
      </p:grpSp>
      <p:sp>
        <p:nvSpPr>
          <p:cNvPr id="69" name="object 69"/>
          <p:cNvSpPr txBox="1"/>
          <p:nvPr/>
        </p:nvSpPr>
        <p:spPr>
          <a:xfrm>
            <a:off x="755332" y="2994977"/>
            <a:ext cx="7912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12500" sz="3000">
                <a:solidFill>
                  <a:srgbClr val="0096FF"/>
                </a:solidFill>
                <a:latin typeface="Cambria Math"/>
                <a:cs typeface="Cambria Math"/>
              </a:rPr>
              <a:t>𝐿</a:t>
            </a:r>
            <a:r>
              <a:rPr dirty="0" baseline="12500" sz="3000" spc="52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70" name="object 70"/>
          <p:cNvGrpSpPr/>
          <p:nvPr/>
        </p:nvGrpSpPr>
        <p:grpSpPr>
          <a:xfrm>
            <a:off x="1548516" y="2962782"/>
            <a:ext cx="546735" cy="321310"/>
            <a:chOff x="1548516" y="2962782"/>
            <a:chExt cx="546735" cy="321310"/>
          </a:xfrm>
        </p:grpSpPr>
        <p:sp>
          <p:nvSpPr>
            <p:cNvPr id="71" name="object 71"/>
            <p:cNvSpPr/>
            <p:nvPr/>
          </p:nvSpPr>
          <p:spPr>
            <a:xfrm>
              <a:off x="1548516" y="2973069"/>
              <a:ext cx="546735" cy="311150"/>
            </a:xfrm>
            <a:custGeom>
              <a:avLst/>
              <a:gdLst/>
              <a:ahLst/>
              <a:cxnLst/>
              <a:rect l="l" t="t" r="r" b="b"/>
              <a:pathLst>
                <a:path w="546735" h="311150">
                  <a:moveTo>
                    <a:pt x="464941" y="0"/>
                  </a:moveTo>
                  <a:lnTo>
                    <a:pt x="461893" y="10413"/>
                  </a:lnTo>
                  <a:lnTo>
                    <a:pt x="476130" y="17799"/>
                  </a:lnTo>
                  <a:lnTo>
                    <a:pt x="488547" y="28543"/>
                  </a:lnTo>
                  <a:lnTo>
                    <a:pt x="514701" y="80583"/>
                  </a:lnTo>
                  <a:lnTo>
                    <a:pt x="522511" y="128260"/>
                  </a:lnTo>
                  <a:lnTo>
                    <a:pt x="523488" y="155575"/>
                  </a:lnTo>
                  <a:lnTo>
                    <a:pt x="522511" y="182796"/>
                  </a:lnTo>
                  <a:lnTo>
                    <a:pt x="514701" y="230334"/>
                  </a:lnTo>
                  <a:lnTo>
                    <a:pt x="499129" y="268174"/>
                  </a:lnTo>
                  <a:lnTo>
                    <a:pt x="461893" y="300481"/>
                  </a:lnTo>
                  <a:lnTo>
                    <a:pt x="464941" y="310769"/>
                  </a:lnTo>
                  <a:lnTo>
                    <a:pt x="499691" y="292274"/>
                  </a:lnTo>
                  <a:lnTo>
                    <a:pt x="525393" y="257302"/>
                  </a:lnTo>
                  <a:lnTo>
                    <a:pt x="541283" y="210327"/>
                  </a:lnTo>
                  <a:lnTo>
                    <a:pt x="546596" y="155575"/>
                  </a:lnTo>
                  <a:lnTo>
                    <a:pt x="545332" y="128260"/>
                  </a:lnTo>
                  <a:lnTo>
                    <a:pt x="534654" y="75973"/>
                  </a:lnTo>
                  <a:lnTo>
                    <a:pt x="513679" y="33986"/>
                  </a:lnTo>
                  <a:lnTo>
                    <a:pt x="483441" y="7264"/>
                  </a:lnTo>
                  <a:lnTo>
                    <a:pt x="464941" y="0"/>
                  </a:lnTo>
                  <a:close/>
                </a:path>
                <a:path w="546735" h="311150">
                  <a:moveTo>
                    <a:pt x="81655" y="0"/>
                  </a:moveTo>
                  <a:lnTo>
                    <a:pt x="46952" y="18589"/>
                  </a:lnTo>
                  <a:lnTo>
                    <a:pt x="21203" y="53467"/>
                  </a:lnTo>
                  <a:lnTo>
                    <a:pt x="5312" y="100456"/>
                  </a:lnTo>
                  <a:lnTo>
                    <a:pt x="0" y="155575"/>
                  </a:lnTo>
                  <a:lnTo>
                    <a:pt x="1274" y="182796"/>
                  </a:lnTo>
                  <a:lnTo>
                    <a:pt x="1325" y="183882"/>
                  </a:lnTo>
                  <a:lnTo>
                    <a:pt x="11941" y="234797"/>
                  </a:lnTo>
                  <a:lnTo>
                    <a:pt x="32970" y="276854"/>
                  </a:lnTo>
                  <a:lnTo>
                    <a:pt x="63172" y="303575"/>
                  </a:lnTo>
                  <a:lnTo>
                    <a:pt x="81655" y="310769"/>
                  </a:lnTo>
                  <a:lnTo>
                    <a:pt x="84830" y="300481"/>
                  </a:lnTo>
                  <a:lnTo>
                    <a:pt x="70518" y="293078"/>
                  </a:lnTo>
                  <a:lnTo>
                    <a:pt x="58064" y="282305"/>
                  </a:lnTo>
                  <a:lnTo>
                    <a:pt x="31894" y="230334"/>
                  </a:lnTo>
                  <a:lnTo>
                    <a:pt x="24084" y="182796"/>
                  </a:lnTo>
                  <a:lnTo>
                    <a:pt x="23108" y="155575"/>
                  </a:lnTo>
                  <a:lnTo>
                    <a:pt x="24084" y="128260"/>
                  </a:lnTo>
                  <a:lnTo>
                    <a:pt x="31894" y="80583"/>
                  </a:lnTo>
                  <a:lnTo>
                    <a:pt x="47468" y="42668"/>
                  </a:lnTo>
                  <a:lnTo>
                    <a:pt x="84830" y="10413"/>
                  </a:lnTo>
                  <a:lnTo>
                    <a:pt x="816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2" name="object 72"/>
            <p:cNvSpPr/>
            <p:nvPr/>
          </p:nvSpPr>
          <p:spPr>
            <a:xfrm>
              <a:off x="1640204" y="2999485"/>
              <a:ext cx="123825" cy="62230"/>
            </a:xfrm>
            <a:custGeom>
              <a:avLst/>
              <a:gdLst/>
              <a:ahLst/>
              <a:cxnLst/>
              <a:rect l="l" t="t" r="r" b="b"/>
              <a:pathLst>
                <a:path w="123825" h="62230">
                  <a:moveTo>
                    <a:pt x="91820" y="0"/>
                  </a:moveTo>
                  <a:lnTo>
                    <a:pt x="85089" y="7493"/>
                  </a:lnTo>
                  <a:lnTo>
                    <a:pt x="105282" y="25018"/>
                  </a:lnTo>
                  <a:lnTo>
                    <a:pt x="0" y="25018"/>
                  </a:lnTo>
                  <a:lnTo>
                    <a:pt x="0" y="36830"/>
                  </a:lnTo>
                  <a:lnTo>
                    <a:pt x="105282" y="36830"/>
                  </a:lnTo>
                  <a:lnTo>
                    <a:pt x="85089" y="54228"/>
                  </a:lnTo>
                  <a:lnTo>
                    <a:pt x="91820" y="61849"/>
                  </a:lnTo>
                  <a:lnTo>
                    <a:pt x="123317" y="34543"/>
                  </a:lnTo>
                  <a:lnTo>
                    <a:pt x="123317" y="27305"/>
                  </a:lnTo>
                  <a:lnTo>
                    <a:pt x="9182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1780793" y="2962782"/>
              <a:ext cx="198120" cy="176530"/>
            </a:xfrm>
            <a:custGeom>
              <a:avLst/>
              <a:gdLst/>
              <a:ahLst/>
              <a:cxnLst/>
              <a:rect l="l" t="t" r="r" b="b"/>
              <a:pathLst>
                <a:path w="198119" h="176530">
                  <a:moveTo>
                    <a:pt x="141731" y="0"/>
                  </a:moveTo>
                  <a:lnTo>
                    <a:pt x="139192" y="7112"/>
                  </a:lnTo>
                  <a:lnTo>
                    <a:pt x="149429" y="11566"/>
                  </a:lnTo>
                  <a:lnTo>
                    <a:pt x="158226" y="17700"/>
                  </a:lnTo>
                  <a:lnTo>
                    <a:pt x="179276" y="58483"/>
                  </a:lnTo>
                  <a:lnTo>
                    <a:pt x="181863" y="87249"/>
                  </a:lnTo>
                  <a:lnTo>
                    <a:pt x="181219" y="102822"/>
                  </a:lnTo>
                  <a:lnTo>
                    <a:pt x="171450" y="140969"/>
                  </a:lnTo>
                  <a:lnTo>
                    <a:pt x="139445" y="169291"/>
                  </a:lnTo>
                  <a:lnTo>
                    <a:pt x="141731" y="176403"/>
                  </a:lnTo>
                  <a:lnTo>
                    <a:pt x="175468" y="156382"/>
                  </a:lnTo>
                  <a:lnTo>
                    <a:pt x="194373" y="119380"/>
                  </a:lnTo>
                  <a:lnTo>
                    <a:pt x="197993" y="88265"/>
                  </a:lnTo>
                  <a:lnTo>
                    <a:pt x="197096" y="72199"/>
                  </a:lnTo>
                  <a:lnTo>
                    <a:pt x="183514" y="30861"/>
                  </a:lnTo>
                  <a:lnTo>
                    <a:pt x="154547" y="4572"/>
                  </a:lnTo>
                  <a:lnTo>
                    <a:pt x="141731" y="0"/>
                  </a:lnTo>
                  <a:close/>
                </a:path>
                <a:path w="198119" h="176530">
                  <a:moveTo>
                    <a:pt x="56261" y="0"/>
                  </a:moveTo>
                  <a:lnTo>
                    <a:pt x="22649" y="20002"/>
                  </a:lnTo>
                  <a:lnTo>
                    <a:pt x="3635" y="57086"/>
                  </a:lnTo>
                  <a:lnTo>
                    <a:pt x="0" y="88265"/>
                  </a:lnTo>
                  <a:lnTo>
                    <a:pt x="814" y="102822"/>
                  </a:lnTo>
                  <a:lnTo>
                    <a:pt x="14478" y="145542"/>
                  </a:lnTo>
                  <a:lnTo>
                    <a:pt x="43445" y="171777"/>
                  </a:lnTo>
                  <a:lnTo>
                    <a:pt x="56261" y="176403"/>
                  </a:lnTo>
                  <a:lnTo>
                    <a:pt x="58547" y="169291"/>
                  </a:lnTo>
                  <a:lnTo>
                    <a:pt x="48474" y="164812"/>
                  </a:lnTo>
                  <a:lnTo>
                    <a:pt x="39782" y="158607"/>
                  </a:lnTo>
                  <a:lnTo>
                    <a:pt x="18716" y="116967"/>
                  </a:lnTo>
                  <a:lnTo>
                    <a:pt x="16171" y="88265"/>
                  </a:lnTo>
                  <a:lnTo>
                    <a:pt x="16129" y="87249"/>
                  </a:lnTo>
                  <a:lnTo>
                    <a:pt x="21969" y="46100"/>
                  </a:lnTo>
                  <a:lnTo>
                    <a:pt x="48635" y="11566"/>
                  </a:lnTo>
                  <a:lnTo>
                    <a:pt x="58800" y="7112"/>
                  </a:lnTo>
                  <a:lnTo>
                    <a:pt x="562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4" name="object 74"/>
          <p:cNvSpPr txBox="1"/>
          <p:nvPr/>
        </p:nvSpPr>
        <p:spPr>
          <a:xfrm>
            <a:off x="1604010" y="2842323"/>
            <a:ext cx="34353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232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6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75" name="object 75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399919" y="2962782"/>
            <a:ext cx="188468" cy="176403"/>
          </a:xfrm>
          <a:prstGeom prst="rect">
            <a:avLst/>
          </a:prstGeom>
        </p:spPr>
      </p:pic>
      <p:sp>
        <p:nvSpPr>
          <p:cNvPr id="76" name="object 76"/>
          <p:cNvSpPr txBox="1"/>
          <p:nvPr/>
        </p:nvSpPr>
        <p:spPr>
          <a:xfrm>
            <a:off x="2067941" y="2937827"/>
            <a:ext cx="95821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27075" algn="l"/>
              </a:tabLst>
            </a:pP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4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r>
              <a:rPr dirty="0" baseline="27777" sz="2250">
                <a:latin typeface="Cambria Math"/>
                <a:cs typeface="Cambria Math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77" name="object 7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1171219" y="2589657"/>
            <a:ext cx="197967" cy="176403"/>
          </a:xfrm>
          <a:prstGeom prst="rect">
            <a:avLst/>
          </a:prstGeom>
        </p:spPr>
      </p:pic>
      <p:sp>
        <p:nvSpPr>
          <p:cNvPr id="78" name="object 78"/>
          <p:cNvSpPr txBox="1"/>
          <p:nvPr/>
        </p:nvSpPr>
        <p:spPr>
          <a:xfrm>
            <a:off x="742632" y="2563494"/>
            <a:ext cx="122491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717550" algn="l"/>
              </a:tabLst>
            </a:pPr>
            <a:r>
              <a:rPr dirty="0" sz="2000">
                <a:latin typeface="Cambria Math"/>
                <a:cs typeface="Cambria Math"/>
              </a:rPr>
              <a:t>if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54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r>
              <a:rPr dirty="0" baseline="27777" sz="2250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85"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r>
              <a:rPr dirty="0" sz="2000" spc="-25">
                <a:latin typeface="Cambria Math"/>
                <a:cs typeface="Cambria Math"/>
              </a:rPr>
              <a:t>: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79" name="object 79"/>
          <p:cNvGrpSpPr/>
          <p:nvPr/>
        </p:nvGrpSpPr>
        <p:grpSpPr>
          <a:xfrm>
            <a:off x="954626" y="3877157"/>
            <a:ext cx="1746885" cy="311150"/>
            <a:chOff x="954626" y="3877157"/>
            <a:chExt cx="1746885" cy="311150"/>
          </a:xfrm>
        </p:grpSpPr>
        <p:sp>
          <p:nvSpPr>
            <p:cNvPr id="80" name="object 80"/>
            <p:cNvSpPr/>
            <p:nvPr/>
          </p:nvSpPr>
          <p:spPr>
            <a:xfrm>
              <a:off x="954626" y="3877157"/>
              <a:ext cx="1746885" cy="311150"/>
            </a:xfrm>
            <a:custGeom>
              <a:avLst/>
              <a:gdLst/>
              <a:ahLst/>
              <a:cxnLst/>
              <a:rect l="l" t="t" r="r" b="b"/>
              <a:pathLst>
                <a:path w="1746885" h="311150">
                  <a:moveTo>
                    <a:pt x="1665129" y="0"/>
                  </a:moveTo>
                  <a:lnTo>
                    <a:pt x="1661954" y="10299"/>
                  </a:lnTo>
                  <a:lnTo>
                    <a:pt x="1676245" y="17695"/>
                  </a:lnTo>
                  <a:lnTo>
                    <a:pt x="1688655" y="28470"/>
                  </a:lnTo>
                  <a:lnTo>
                    <a:pt x="1714762" y="80513"/>
                  </a:lnTo>
                  <a:lnTo>
                    <a:pt x="1722572" y="128171"/>
                  </a:lnTo>
                  <a:lnTo>
                    <a:pt x="1723549" y="155460"/>
                  </a:lnTo>
                  <a:lnTo>
                    <a:pt x="1722572" y="182687"/>
                  </a:lnTo>
                  <a:lnTo>
                    <a:pt x="1714762" y="230250"/>
                  </a:lnTo>
                  <a:lnTo>
                    <a:pt x="1699208" y="268081"/>
                  </a:lnTo>
                  <a:lnTo>
                    <a:pt x="1661954" y="300367"/>
                  </a:lnTo>
                  <a:lnTo>
                    <a:pt x="1665129" y="310667"/>
                  </a:lnTo>
                  <a:lnTo>
                    <a:pt x="1699768" y="292176"/>
                  </a:lnTo>
                  <a:lnTo>
                    <a:pt x="1725454" y="257301"/>
                  </a:lnTo>
                  <a:lnTo>
                    <a:pt x="1741392" y="210270"/>
                  </a:lnTo>
                  <a:lnTo>
                    <a:pt x="1746657" y="155460"/>
                  </a:lnTo>
                  <a:lnTo>
                    <a:pt x="1745409" y="128171"/>
                  </a:lnTo>
                  <a:lnTo>
                    <a:pt x="1734768" y="75889"/>
                  </a:lnTo>
                  <a:lnTo>
                    <a:pt x="1713742" y="33877"/>
                  </a:lnTo>
                  <a:lnTo>
                    <a:pt x="1683556" y="7193"/>
                  </a:lnTo>
                  <a:lnTo>
                    <a:pt x="1665129" y="0"/>
                  </a:lnTo>
                  <a:close/>
                </a:path>
                <a:path w="1746885" h="311150">
                  <a:moveTo>
                    <a:pt x="81616" y="0"/>
                  </a:moveTo>
                  <a:lnTo>
                    <a:pt x="46925" y="18486"/>
                  </a:lnTo>
                  <a:lnTo>
                    <a:pt x="21215" y="53365"/>
                  </a:lnTo>
                  <a:lnTo>
                    <a:pt x="5299" y="100391"/>
                  </a:lnTo>
                  <a:lnTo>
                    <a:pt x="0" y="155460"/>
                  </a:lnTo>
                  <a:lnTo>
                    <a:pt x="1269" y="182687"/>
                  </a:lnTo>
                  <a:lnTo>
                    <a:pt x="1320" y="183789"/>
                  </a:lnTo>
                  <a:lnTo>
                    <a:pt x="11931" y="234775"/>
                  </a:lnTo>
                  <a:lnTo>
                    <a:pt x="32948" y="276788"/>
                  </a:lnTo>
                  <a:lnTo>
                    <a:pt x="63147" y="303468"/>
                  </a:lnTo>
                  <a:lnTo>
                    <a:pt x="81616" y="310667"/>
                  </a:lnTo>
                  <a:lnTo>
                    <a:pt x="84753" y="300367"/>
                  </a:lnTo>
                  <a:lnTo>
                    <a:pt x="70483" y="292971"/>
                  </a:lnTo>
                  <a:lnTo>
                    <a:pt x="58055" y="282209"/>
                  </a:lnTo>
                  <a:lnTo>
                    <a:pt x="31892" y="230250"/>
                  </a:lnTo>
                  <a:lnTo>
                    <a:pt x="24073" y="182687"/>
                  </a:lnTo>
                  <a:lnTo>
                    <a:pt x="23095" y="155460"/>
                  </a:lnTo>
                  <a:lnTo>
                    <a:pt x="24073" y="128171"/>
                  </a:lnTo>
                  <a:lnTo>
                    <a:pt x="31892" y="80513"/>
                  </a:lnTo>
                  <a:lnTo>
                    <a:pt x="47470" y="42621"/>
                  </a:lnTo>
                  <a:lnTo>
                    <a:pt x="84753" y="10299"/>
                  </a:lnTo>
                  <a:lnTo>
                    <a:pt x="816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1189189" y="4003636"/>
              <a:ext cx="165735" cy="46355"/>
            </a:xfrm>
            <a:custGeom>
              <a:avLst/>
              <a:gdLst/>
              <a:ahLst/>
              <a:cxnLst/>
              <a:rect l="l" t="t" r="r" b="b"/>
              <a:pathLst>
                <a:path w="165734" h="46354">
                  <a:moveTo>
                    <a:pt x="142024" y="0"/>
                  </a:moveTo>
                  <a:lnTo>
                    <a:pt x="137071" y="5575"/>
                  </a:lnTo>
                  <a:lnTo>
                    <a:pt x="152057" y="18503"/>
                  </a:lnTo>
                  <a:lnTo>
                    <a:pt x="0" y="18503"/>
                  </a:lnTo>
                  <a:lnTo>
                    <a:pt x="0" y="27254"/>
                  </a:lnTo>
                  <a:lnTo>
                    <a:pt x="152057" y="27254"/>
                  </a:lnTo>
                  <a:lnTo>
                    <a:pt x="137071" y="40182"/>
                  </a:lnTo>
                  <a:lnTo>
                    <a:pt x="142024" y="45758"/>
                  </a:lnTo>
                  <a:lnTo>
                    <a:pt x="165392" y="25577"/>
                  </a:lnTo>
                  <a:lnTo>
                    <a:pt x="165392" y="20180"/>
                  </a:lnTo>
                  <a:lnTo>
                    <a:pt x="142024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2" name="object 82"/>
          <p:cNvSpPr txBox="1"/>
          <p:nvPr/>
        </p:nvSpPr>
        <p:spPr>
          <a:xfrm>
            <a:off x="751840" y="3900170"/>
            <a:ext cx="79184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>
                <a:solidFill>
                  <a:srgbClr val="0096FF"/>
                </a:solidFill>
                <a:latin typeface="Cambria Math"/>
                <a:cs typeface="Cambria Math"/>
              </a:rPr>
              <a:t>𝐿</a:t>
            </a:r>
            <a:r>
              <a:rPr dirty="0" baseline="12500" sz="3000" spc="52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grpSp>
        <p:nvGrpSpPr>
          <p:cNvPr id="83" name="object 83"/>
          <p:cNvGrpSpPr/>
          <p:nvPr/>
        </p:nvGrpSpPr>
        <p:grpSpPr>
          <a:xfrm>
            <a:off x="1545214" y="3866769"/>
            <a:ext cx="546735" cy="321310"/>
            <a:chOff x="1545214" y="3866769"/>
            <a:chExt cx="546735" cy="321310"/>
          </a:xfrm>
        </p:grpSpPr>
        <p:sp>
          <p:nvSpPr>
            <p:cNvPr id="84" name="object 84"/>
            <p:cNvSpPr/>
            <p:nvPr/>
          </p:nvSpPr>
          <p:spPr>
            <a:xfrm>
              <a:off x="1545214" y="3877157"/>
              <a:ext cx="546735" cy="311150"/>
            </a:xfrm>
            <a:custGeom>
              <a:avLst/>
              <a:gdLst/>
              <a:ahLst/>
              <a:cxnLst/>
              <a:rect l="l" t="t" r="r" b="b"/>
              <a:pathLst>
                <a:path w="546735" h="311150">
                  <a:moveTo>
                    <a:pt x="464941" y="0"/>
                  </a:moveTo>
                  <a:lnTo>
                    <a:pt x="461766" y="10299"/>
                  </a:lnTo>
                  <a:lnTo>
                    <a:pt x="476057" y="17695"/>
                  </a:lnTo>
                  <a:lnTo>
                    <a:pt x="488467" y="28470"/>
                  </a:lnTo>
                  <a:lnTo>
                    <a:pt x="514574" y="80513"/>
                  </a:lnTo>
                  <a:lnTo>
                    <a:pt x="522384" y="128171"/>
                  </a:lnTo>
                  <a:lnTo>
                    <a:pt x="523361" y="155460"/>
                  </a:lnTo>
                  <a:lnTo>
                    <a:pt x="522384" y="182687"/>
                  </a:lnTo>
                  <a:lnTo>
                    <a:pt x="514574" y="230250"/>
                  </a:lnTo>
                  <a:lnTo>
                    <a:pt x="499020" y="268081"/>
                  </a:lnTo>
                  <a:lnTo>
                    <a:pt x="461766" y="300367"/>
                  </a:lnTo>
                  <a:lnTo>
                    <a:pt x="464941" y="310667"/>
                  </a:lnTo>
                  <a:lnTo>
                    <a:pt x="499580" y="292176"/>
                  </a:lnTo>
                  <a:lnTo>
                    <a:pt x="525266" y="257301"/>
                  </a:lnTo>
                  <a:lnTo>
                    <a:pt x="541204" y="210270"/>
                  </a:lnTo>
                  <a:lnTo>
                    <a:pt x="546469" y="155460"/>
                  </a:lnTo>
                  <a:lnTo>
                    <a:pt x="545221" y="128171"/>
                  </a:lnTo>
                  <a:lnTo>
                    <a:pt x="534580" y="75889"/>
                  </a:lnTo>
                  <a:lnTo>
                    <a:pt x="513554" y="33877"/>
                  </a:lnTo>
                  <a:lnTo>
                    <a:pt x="483368" y="7193"/>
                  </a:lnTo>
                  <a:lnTo>
                    <a:pt x="464941" y="0"/>
                  </a:lnTo>
                  <a:close/>
                </a:path>
                <a:path w="546735" h="311150">
                  <a:moveTo>
                    <a:pt x="81528" y="0"/>
                  </a:moveTo>
                  <a:lnTo>
                    <a:pt x="46888" y="18486"/>
                  </a:lnTo>
                  <a:lnTo>
                    <a:pt x="21203" y="53365"/>
                  </a:lnTo>
                  <a:lnTo>
                    <a:pt x="5264" y="100391"/>
                  </a:lnTo>
                  <a:lnTo>
                    <a:pt x="0" y="155460"/>
                  </a:lnTo>
                  <a:lnTo>
                    <a:pt x="1256" y="182687"/>
                  </a:lnTo>
                  <a:lnTo>
                    <a:pt x="1307" y="183789"/>
                  </a:lnTo>
                  <a:lnTo>
                    <a:pt x="11888" y="234775"/>
                  </a:lnTo>
                  <a:lnTo>
                    <a:pt x="32914" y="276788"/>
                  </a:lnTo>
                  <a:lnTo>
                    <a:pt x="63101" y="303468"/>
                  </a:lnTo>
                  <a:lnTo>
                    <a:pt x="81528" y="310667"/>
                  </a:lnTo>
                  <a:lnTo>
                    <a:pt x="84703" y="300367"/>
                  </a:lnTo>
                  <a:lnTo>
                    <a:pt x="70465" y="292971"/>
                  </a:lnTo>
                  <a:lnTo>
                    <a:pt x="58049" y="282209"/>
                  </a:lnTo>
                  <a:lnTo>
                    <a:pt x="31894" y="230250"/>
                  </a:lnTo>
                  <a:lnTo>
                    <a:pt x="24084" y="182687"/>
                  </a:lnTo>
                  <a:lnTo>
                    <a:pt x="23108" y="155460"/>
                  </a:lnTo>
                  <a:lnTo>
                    <a:pt x="24084" y="128171"/>
                  </a:lnTo>
                  <a:lnTo>
                    <a:pt x="31894" y="80513"/>
                  </a:lnTo>
                  <a:lnTo>
                    <a:pt x="47466" y="42621"/>
                  </a:lnTo>
                  <a:lnTo>
                    <a:pt x="84703" y="10299"/>
                  </a:lnTo>
                  <a:lnTo>
                    <a:pt x="8152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1636903" y="3903522"/>
              <a:ext cx="123189" cy="62230"/>
            </a:xfrm>
            <a:custGeom>
              <a:avLst/>
              <a:gdLst/>
              <a:ahLst/>
              <a:cxnLst/>
              <a:rect l="l" t="t" r="r" b="b"/>
              <a:pathLst>
                <a:path w="123189" h="62229">
                  <a:moveTo>
                    <a:pt x="91694" y="0"/>
                  </a:moveTo>
                  <a:lnTo>
                    <a:pt x="85090" y="7543"/>
                  </a:lnTo>
                  <a:lnTo>
                    <a:pt x="105156" y="24993"/>
                  </a:lnTo>
                  <a:lnTo>
                    <a:pt x="0" y="24993"/>
                  </a:lnTo>
                  <a:lnTo>
                    <a:pt x="0" y="36791"/>
                  </a:lnTo>
                  <a:lnTo>
                    <a:pt x="105156" y="36791"/>
                  </a:lnTo>
                  <a:lnTo>
                    <a:pt x="85090" y="54254"/>
                  </a:lnTo>
                  <a:lnTo>
                    <a:pt x="91694" y="61785"/>
                  </a:lnTo>
                  <a:lnTo>
                    <a:pt x="123190" y="34531"/>
                  </a:lnTo>
                  <a:lnTo>
                    <a:pt x="123190" y="27254"/>
                  </a:lnTo>
                  <a:lnTo>
                    <a:pt x="91694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777492" y="3866769"/>
              <a:ext cx="198120" cy="176530"/>
            </a:xfrm>
            <a:custGeom>
              <a:avLst/>
              <a:gdLst/>
              <a:ahLst/>
              <a:cxnLst/>
              <a:rect l="l" t="t" r="r" b="b"/>
              <a:pathLst>
                <a:path w="198119" h="176529">
                  <a:moveTo>
                    <a:pt x="141605" y="0"/>
                  </a:moveTo>
                  <a:lnTo>
                    <a:pt x="139191" y="7162"/>
                  </a:lnTo>
                  <a:lnTo>
                    <a:pt x="149357" y="11594"/>
                  </a:lnTo>
                  <a:lnTo>
                    <a:pt x="158130" y="17729"/>
                  </a:lnTo>
                  <a:lnTo>
                    <a:pt x="179228" y="58564"/>
                  </a:lnTo>
                  <a:lnTo>
                    <a:pt x="181863" y="87337"/>
                  </a:lnTo>
                  <a:lnTo>
                    <a:pt x="181199" y="102901"/>
                  </a:lnTo>
                  <a:lnTo>
                    <a:pt x="171322" y="141008"/>
                  </a:lnTo>
                  <a:lnTo>
                    <a:pt x="139445" y="169290"/>
                  </a:lnTo>
                  <a:lnTo>
                    <a:pt x="141605" y="176453"/>
                  </a:lnTo>
                  <a:lnTo>
                    <a:pt x="175341" y="156419"/>
                  </a:lnTo>
                  <a:lnTo>
                    <a:pt x="194246" y="119441"/>
                  </a:lnTo>
                  <a:lnTo>
                    <a:pt x="197865" y="88264"/>
                  </a:lnTo>
                  <a:lnTo>
                    <a:pt x="196971" y="72286"/>
                  </a:lnTo>
                  <a:lnTo>
                    <a:pt x="183387" y="30924"/>
                  </a:lnTo>
                  <a:lnTo>
                    <a:pt x="154420" y="4639"/>
                  </a:lnTo>
                  <a:lnTo>
                    <a:pt x="141605" y="0"/>
                  </a:lnTo>
                  <a:close/>
                </a:path>
                <a:path w="198119" h="176529">
                  <a:moveTo>
                    <a:pt x="56260" y="0"/>
                  </a:moveTo>
                  <a:lnTo>
                    <a:pt x="22578" y="20084"/>
                  </a:lnTo>
                  <a:lnTo>
                    <a:pt x="3619" y="57146"/>
                  </a:lnTo>
                  <a:lnTo>
                    <a:pt x="0" y="88264"/>
                  </a:lnTo>
                  <a:lnTo>
                    <a:pt x="816" y="102901"/>
                  </a:lnTo>
                  <a:lnTo>
                    <a:pt x="904" y="104479"/>
                  </a:lnTo>
                  <a:lnTo>
                    <a:pt x="14477" y="145618"/>
                  </a:lnTo>
                  <a:lnTo>
                    <a:pt x="43428" y="171839"/>
                  </a:lnTo>
                  <a:lnTo>
                    <a:pt x="56260" y="176453"/>
                  </a:lnTo>
                  <a:lnTo>
                    <a:pt x="58419" y="169290"/>
                  </a:lnTo>
                  <a:lnTo>
                    <a:pt x="48367" y="164837"/>
                  </a:lnTo>
                  <a:lnTo>
                    <a:pt x="39719" y="158640"/>
                  </a:lnTo>
                  <a:lnTo>
                    <a:pt x="18653" y="117035"/>
                  </a:lnTo>
                  <a:lnTo>
                    <a:pt x="16001" y="87337"/>
                  </a:lnTo>
                  <a:lnTo>
                    <a:pt x="16666" y="72286"/>
                  </a:lnTo>
                  <a:lnTo>
                    <a:pt x="26543" y="35115"/>
                  </a:lnTo>
                  <a:lnTo>
                    <a:pt x="58674" y="7162"/>
                  </a:lnTo>
                  <a:lnTo>
                    <a:pt x="5626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1600453" y="3747770"/>
            <a:ext cx="3435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24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88" name="object 88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2396617" y="3866769"/>
            <a:ext cx="188340" cy="176453"/>
          </a:xfrm>
          <a:prstGeom prst="rect">
            <a:avLst/>
          </a:prstGeom>
        </p:spPr>
      </p:pic>
      <p:sp>
        <p:nvSpPr>
          <p:cNvPr id="89" name="object 89"/>
          <p:cNvSpPr txBox="1"/>
          <p:nvPr/>
        </p:nvSpPr>
        <p:spPr>
          <a:xfrm>
            <a:off x="2064385" y="3843020"/>
            <a:ext cx="95885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727710" algn="l"/>
              </a:tabLst>
            </a:pP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4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r>
              <a:rPr dirty="0" baseline="27777" sz="2250">
                <a:latin typeface="Cambria Math"/>
                <a:cs typeface="Cambria Math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90" name="object 90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171219" y="3501263"/>
            <a:ext cx="197967" cy="176403"/>
          </a:xfrm>
          <a:prstGeom prst="rect">
            <a:avLst/>
          </a:prstGeom>
        </p:spPr>
      </p:pic>
      <p:sp>
        <p:nvSpPr>
          <p:cNvPr id="91" name="object 91"/>
          <p:cNvSpPr txBox="1"/>
          <p:nvPr/>
        </p:nvSpPr>
        <p:spPr>
          <a:xfrm>
            <a:off x="742632" y="3477196"/>
            <a:ext cx="122491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25"/>
              </a:spcBef>
              <a:tabLst>
                <a:tab pos="717550" algn="l"/>
              </a:tabLst>
            </a:pPr>
            <a:r>
              <a:rPr dirty="0" sz="2000">
                <a:latin typeface="Cambria Math"/>
                <a:cs typeface="Cambria Math"/>
              </a:rPr>
              <a:t>if</a:t>
            </a:r>
            <a:r>
              <a:rPr dirty="0" sz="2000" spc="1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54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r>
              <a:rPr dirty="0" baseline="27777" sz="2250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70">
                <a:latin typeface="Cambria Math"/>
                <a:cs typeface="Cambria Math"/>
              </a:rPr>
              <a:t> </a:t>
            </a:r>
            <a:r>
              <a:rPr dirty="0" sz="2000" spc="-25">
                <a:solidFill>
                  <a:srgbClr val="7A81FF"/>
                </a:solidFill>
                <a:latin typeface="Cambria Math"/>
                <a:cs typeface="Cambria Math"/>
              </a:rPr>
              <a:t>0</a:t>
            </a:r>
            <a:r>
              <a:rPr dirty="0" sz="2000" spc="-25">
                <a:latin typeface="Cambria Math"/>
                <a:cs typeface="Cambria Math"/>
              </a:rPr>
              <a:t>: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92" name="object 92"/>
          <p:cNvGrpSpPr/>
          <p:nvPr/>
        </p:nvGrpSpPr>
        <p:grpSpPr>
          <a:xfrm>
            <a:off x="5435540" y="3742677"/>
            <a:ext cx="3076575" cy="501650"/>
            <a:chOff x="5435540" y="3742677"/>
            <a:chExt cx="3076575" cy="501650"/>
          </a:xfrm>
        </p:grpSpPr>
        <p:pic>
          <p:nvPicPr>
            <p:cNvPr id="93" name="object 9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5435540" y="3929900"/>
              <a:ext cx="143633" cy="29273"/>
            </a:xfrm>
            <a:prstGeom prst="rect">
              <a:avLst/>
            </a:prstGeom>
          </p:spPr>
        </p:pic>
        <p:pic>
          <p:nvPicPr>
            <p:cNvPr id="94" name="object 9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5971661" y="3844163"/>
              <a:ext cx="222207" cy="190576"/>
            </a:xfrm>
            <a:prstGeom prst="rect">
              <a:avLst/>
            </a:prstGeom>
          </p:spPr>
        </p:pic>
        <p:pic>
          <p:nvPicPr>
            <p:cNvPr id="95" name="object 95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7212456" y="3808603"/>
              <a:ext cx="441820" cy="256730"/>
            </a:xfrm>
            <a:prstGeom prst="rect">
              <a:avLst/>
            </a:prstGeom>
          </p:spPr>
        </p:pic>
        <p:pic>
          <p:nvPicPr>
            <p:cNvPr id="96" name="object 96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5484131" y="3742677"/>
              <a:ext cx="3027789" cy="501649"/>
            </a:xfrm>
            <a:prstGeom prst="rect">
              <a:avLst/>
            </a:prstGeom>
          </p:spPr>
        </p:pic>
      </p:grpSp>
      <p:pic>
        <p:nvPicPr>
          <p:cNvPr id="97" name="object 9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073273" y="3004185"/>
            <a:ext cx="186943" cy="231901"/>
          </a:xfrm>
          <a:prstGeom prst="rect">
            <a:avLst/>
          </a:prstGeom>
        </p:spPr>
      </p:pic>
      <p:pic>
        <p:nvPicPr>
          <p:cNvPr id="98" name="object 9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3397801" y="3034792"/>
            <a:ext cx="246590" cy="283337"/>
          </a:xfrm>
          <a:prstGeom prst="rect">
            <a:avLst/>
          </a:prstGeom>
        </p:spPr>
      </p:pic>
      <p:pic>
        <p:nvPicPr>
          <p:cNvPr id="99" name="object 9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723640" y="2959100"/>
            <a:ext cx="561594" cy="310133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355846" y="2942844"/>
            <a:ext cx="92709" cy="344169"/>
          </a:xfrm>
          <a:prstGeom prst="rect">
            <a:avLst/>
          </a:prstGeom>
        </p:spPr>
      </p:pic>
      <p:sp>
        <p:nvSpPr>
          <p:cNvPr id="101" name="object 101"/>
          <p:cNvSpPr/>
          <p:nvPr/>
        </p:nvSpPr>
        <p:spPr>
          <a:xfrm>
            <a:off x="3331464" y="2004822"/>
            <a:ext cx="1884045" cy="340995"/>
          </a:xfrm>
          <a:custGeom>
            <a:avLst/>
            <a:gdLst/>
            <a:ahLst/>
            <a:cxnLst/>
            <a:rect l="l" t="t" r="r" b="b"/>
            <a:pathLst>
              <a:path w="1884045" h="340994">
                <a:moveTo>
                  <a:pt x="4298" y="339615"/>
                </a:moveTo>
                <a:lnTo>
                  <a:pt x="6476" y="340740"/>
                </a:lnTo>
                <a:lnTo>
                  <a:pt x="7111" y="340740"/>
                </a:lnTo>
                <a:lnTo>
                  <a:pt x="4298" y="339615"/>
                </a:lnTo>
                <a:close/>
              </a:path>
              <a:path w="1884045" h="340994">
                <a:moveTo>
                  <a:pt x="27518" y="318259"/>
                </a:moveTo>
                <a:lnTo>
                  <a:pt x="202" y="331930"/>
                </a:lnTo>
                <a:lnTo>
                  <a:pt x="1559" y="335866"/>
                </a:lnTo>
                <a:lnTo>
                  <a:pt x="3218" y="339059"/>
                </a:lnTo>
                <a:lnTo>
                  <a:pt x="4298" y="339615"/>
                </a:lnTo>
                <a:lnTo>
                  <a:pt x="7111" y="340740"/>
                </a:lnTo>
                <a:lnTo>
                  <a:pt x="6477" y="340740"/>
                </a:lnTo>
                <a:lnTo>
                  <a:pt x="10103" y="339615"/>
                </a:lnTo>
                <a:lnTo>
                  <a:pt x="11248" y="339216"/>
                </a:lnTo>
                <a:lnTo>
                  <a:pt x="14142" y="338150"/>
                </a:lnTo>
                <a:lnTo>
                  <a:pt x="16057" y="334771"/>
                </a:lnTo>
                <a:lnTo>
                  <a:pt x="15724" y="333120"/>
                </a:lnTo>
                <a:lnTo>
                  <a:pt x="14545" y="328675"/>
                </a:lnTo>
                <a:lnTo>
                  <a:pt x="13970" y="326644"/>
                </a:lnTo>
                <a:lnTo>
                  <a:pt x="12700" y="325373"/>
                </a:lnTo>
                <a:lnTo>
                  <a:pt x="10058" y="324357"/>
                </a:lnTo>
                <a:lnTo>
                  <a:pt x="67225" y="324357"/>
                </a:lnTo>
                <a:lnTo>
                  <a:pt x="72516" y="323595"/>
                </a:lnTo>
                <a:lnTo>
                  <a:pt x="72898" y="323595"/>
                </a:lnTo>
                <a:lnTo>
                  <a:pt x="97994" y="318718"/>
                </a:lnTo>
                <a:lnTo>
                  <a:pt x="26068" y="318718"/>
                </a:lnTo>
                <a:lnTo>
                  <a:pt x="27518" y="318259"/>
                </a:lnTo>
                <a:close/>
              </a:path>
              <a:path w="1884045" h="340994">
                <a:moveTo>
                  <a:pt x="10166" y="339615"/>
                </a:moveTo>
                <a:lnTo>
                  <a:pt x="6477" y="340740"/>
                </a:lnTo>
                <a:lnTo>
                  <a:pt x="7112" y="340740"/>
                </a:lnTo>
                <a:lnTo>
                  <a:pt x="10166" y="339615"/>
                </a:lnTo>
                <a:close/>
              </a:path>
              <a:path w="1884045" h="340994">
                <a:moveTo>
                  <a:pt x="3218" y="339059"/>
                </a:moveTo>
                <a:lnTo>
                  <a:pt x="3301" y="339216"/>
                </a:lnTo>
                <a:lnTo>
                  <a:pt x="4298" y="339615"/>
                </a:lnTo>
                <a:lnTo>
                  <a:pt x="3218" y="339059"/>
                </a:lnTo>
                <a:close/>
              </a:path>
              <a:path w="1884045" h="340994">
                <a:moveTo>
                  <a:pt x="14142" y="338150"/>
                </a:moveTo>
                <a:lnTo>
                  <a:pt x="10166" y="339615"/>
                </a:lnTo>
                <a:lnTo>
                  <a:pt x="13970" y="338454"/>
                </a:lnTo>
                <a:lnTo>
                  <a:pt x="14142" y="338150"/>
                </a:lnTo>
                <a:close/>
              </a:path>
              <a:path w="1884045" h="340994">
                <a:moveTo>
                  <a:pt x="1655" y="336051"/>
                </a:moveTo>
                <a:lnTo>
                  <a:pt x="2347" y="338150"/>
                </a:lnTo>
                <a:lnTo>
                  <a:pt x="2452" y="338454"/>
                </a:lnTo>
                <a:lnTo>
                  <a:pt x="2539" y="338708"/>
                </a:lnTo>
                <a:lnTo>
                  <a:pt x="3218" y="339059"/>
                </a:lnTo>
                <a:lnTo>
                  <a:pt x="1655" y="336051"/>
                </a:lnTo>
                <a:close/>
              </a:path>
              <a:path w="1884045" h="340994">
                <a:moveTo>
                  <a:pt x="67225" y="324357"/>
                </a:moveTo>
                <a:lnTo>
                  <a:pt x="10058" y="324357"/>
                </a:lnTo>
                <a:lnTo>
                  <a:pt x="12700" y="325373"/>
                </a:lnTo>
                <a:lnTo>
                  <a:pt x="13970" y="326644"/>
                </a:lnTo>
                <a:lnTo>
                  <a:pt x="14497" y="328496"/>
                </a:lnTo>
                <a:lnTo>
                  <a:pt x="15623" y="332739"/>
                </a:lnTo>
                <a:lnTo>
                  <a:pt x="15724" y="333120"/>
                </a:lnTo>
                <a:lnTo>
                  <a:pt x="16057" y="334771"/>
                </a:lnTo>
                <a:lnTo>
                  <a:pt x="14142" y="338150"/>
                </a:lnTo>
                <a:lnTo>
                  <a:pt x="23313" y="334771"/>
                </a:lnTo>
                <a:lnTo>
                  <a:pt x="23113" y="334771"/>
                </a:lnTo>
                <a:lnTo>
                  <a:pt x="29972" y="333120"/>
                </a:lnTo>
                <a:lnTo>
                  <a:pt x="31292" y="332739"/>
                </a:lnTo>
                <a:lnTo>
                  <a:pt x="48361" y="327405"/>
                </a:lnTo>
                <a:lnTo>
                  <a:pt x="48699" y="327405"/>
                </a:lnTo>
                <a:lnTo>
                  <a:pt x="56654" y="325949"/>
                </a:lnTo>
                <a:lnTo>
                  <a:pt x="56173" y="325949"/>
                </a:lnTo>
                <a:lnTo>
                  <a:pt x="67225" y="324357"/>
                </a:lnTo>
                <a:close/>
              </a:path>
              <a:path w="1884045" h="340994">
                <a:moveTo>
                  <a:pt x="202" y="331930"/>
                </a:moveTo>
                <a:lnTo>
                  <a:pt x="0" y="332739"/>
                </a:lnTo>
                <a:lnTo>
                  <a:pt x="1563" y="335866"/>
                </a:lnTo>
                <a:lnTo>
                  <a:pt x="202" y="331930"/>
                </a:lnTo>
                <a:close/>
              </a:path>
              <a:path w="1884045" h="340994">
                <a:moveTo>
                  <a:pt x="782" y="329610"/>
                </a:moveTo>
                <a:lnTo>
                  <a:pt x="0" y="331342"/>
                </a:lnTo>
                <a:lnTo>
                  <a:pt x="202" y="331930"/>
                </a:lnTo>
                <a:lnTo>
                  <a:pt x="782" y="329610"/>
                </a:lnTo>
                <a:close/>
              </a:path>
              <a:path w="1884045" h="340994">
                <a:moveTo>
                  <a:pt x="1285" y="328496"/>
                </a:moveTo>
                <a:lnTo>
                  <a:pt x="1015" y="328675"/>
                </a:lnTo>
                <a:lnTo>
                  <a:pt x="782" y="329610"/>
                </a:lnTo>
                <a:lnTo>
                  <a:pt x="1204" y="328675"/>
                </a:lnTo>
                <a:lnTo>
                  <a:pt x="1285" y="328496"/>
                </a:lnTo>
                <a:close/>
              </a:path>
              <a:path w="1884045" h="340994">
                <a:moveTo>
                  <a:pt x="4736" y="326181"/>
                </a:moveTo>
                <a:lnTo>
                  <a:pt x="1777" y="327405"/>
                </a:lnTo>
                <a:lnTo>
                  <a:pt x="1285" y="328496"/>
                </a:lnTo>
                <a:lnTo>
                  <a:pt x="4736" y="326181"/>
                </a:lnTo>
                <a:close/>
              </a:path>
              <a:path w="1884045" h="340994">
                <a:moveTo>
                  <a:pt x="48699" y="327405"/>
                </a:moveTo>
                <a:lnTo>
                  <a:pt x="48387" y="327405"/>
                </a:lnTo>
                <a:lnTo>
                  <a:pt x="47938" y="327555"/>
                </a:lnTo>
                <a:lnTo>
                  <a:pt x="48699" y="327405"/>
                </a:lnTo>
                <a:close/>
              </a:path>
              <a:path w="1884045" h="340994">
                <a:moveTo>
                  <a:pt x="9398" y="324103"/>
                </a:moveTo>
                <a:lnTo>
                  <a:pt x="7620" y="324357"/>
                </a:lnTo>
                <a:lnTo>
                  <a:pt x="5911" y="325373"/>
                </a:lnTo>
                <a:lnTo>
                  <a:pt x="4736" y="326181"/>
                </a:lnTo>
                <a:lnTo>
                  <a:pt x="5297" y="325949"/>
                </a:lnTo>
                <a:lnTo>
                  <a:pt x="9423" y="324357"/>
                </a:lnTo>
                <a:lnTo>
                  <a:pt x="10058" y="324357"/>
                </a:lnTo>
                <a:lnTo>
                  <a:pt x="9398" y="324103"/>
                </a:lnTo>
                <a:close/>
              </a:path>
              <a:path w="1884045" h="340994">
                <a:moveTo>
                  <a:pt x="58426" y="325625"/>
                </a:moveTo>
                <a:lnTo>
                  <a:pt x="56173" y="325949"/>
                </a:lnTo>
                <a:lnTo>
                  <a:pt x="56654" y="325949"/>
                </a:lnTo>
                <a:lnTo>
                  <a:pt x="58426" y="325625"/>
                </a:lnTo>
                <a:close/>
              </a:path>
              <a:path w="1884045" h="340994">
                <a:moveTo>
                  <a:pt x="156287" y="308018"/>
                </a:moveTo>
                <a:lnTo>
                  <a:pt x="69857" y="308018"/>
                </a:lnTo>
                <a:lnTo>
                  <a:pt x="54228" y="310769"/>
                </a:lnTo>
                <a:lnTo>
                  <a:pt x="53975" y="310769"/>
                </a:lnTo>
                <a:lnTo>
                  <a:pt x="44958" y="312673"/>
                </a:lnTo>
                <a:lnTo>
                  <a:pt x="44323" y="312927"/>
                </a:lnTo>
                <a:lnTo>
                  <a:pt x="26068" y="318718"/>
                </a:lnTo>
                <a:lnTo>
                  <a:pt x="97994" y="318718"/>
                </a:lnTo>
                <a:lnTo>
                  <a:pt x="104266" y="317500"/>
                </a:lnTo>
                <a:lnTo>
                  <a:pt x="152146" y="308863"/>
                </a:lnTo>
                <a:lnTo>
                  <a:pt x="156287" y="308018"/>
                </a:lnTo>
                <a:close/>
              </a:path>
              <a:path w="1884045" h="340994">
                <a:moveTo>
                  <a:pt x="278338" y="283383"/>
                </a:moveTo>
                <a:lnTo>
                  <a:pt x="194191" y="283383"/>
                </a:lnTo>
                <a:lnTo>
                  <a:pt x="173227" y="287400"/>
                </a:lnTo>
                <a:lnTo>
                  <a:pt x="172974" y="287400"/>
                </a:lnTo>
                <a:lnTo>
                  <a:pt x="148844" y="292480"/>
                </a:lnTo>
                <a:lnTo>
                  <a:pt x="67852" y="308371"/>
                </a:lnTo>
                <a:lnTo>
                  <a:pt x="69857" y="308018"/>
                </a:lnTo>
                <a:lnTo>
                  <a:pt x="156287" y="308018"/>
                </a:lnTo>
                <a:lnTo>
                  <a:pt x="176402" y="303910"/>
                </a:lnTo>
                <a:lnTo>
                  <a:pt x="197485" y="300100"/>
                </a:lnTo>
                <a:lnTo>
                  <a:pt x="197738" y="299973"/>
                </a:lnTo>
                <a:lnTo>
                  <a:pt x="278338" y="283383"/>
                </a:lnTo>
                <a:close/>
              </a:path>
              <a:path w="1884045" h="340994">
                <a:moveTo>
                  <a:pt x="294894" y="261492"/>
                </a:moveTo>
                <a:lnTo>
                  <a:pt x="192447" y="283718"/>
                </a:lnTo>
                <a:lnTo>
                  <a:pt x="194191" y="283383"/>
                </a:lnTo>
                <a:lnTo>
                  <a:pt x="278338" y="283383"/>
                </a:lnTo>
                <a:lnTo>
                  <a:pt x="332866" y="272160"/>
                </a:lnTo>
                <a:lnTo>
                  <a:pt x="332994" y="272160"/>
                </a:lnTo>
                <a:lnTo>
                  <a:pt x="381571" y="261619"/>
                </a:lnTo>
                <a:lnTo>
                  <a:pt x="294894" y="261619"/>
                </a:lnTo>
                <a:lnTo>
                  <a:pt x="294894" y="261492"/>
                </a:lnTo>
                <a:close/>
              </a:path>
              <a:path w="1884045" h="340994">
                <a:moveTo>
                  <a:pt x="995442" y="149263"/>
                </a:moveTo>
                <a:lnTo>
                  <a:pt x="905897" y="149263"/>
                </a:lnTo>
                <a:lnTo>
                  <a:pt x="875411" y="154050"/>
                </a:lnTo>
                <a:lnTo>
                  <a:pt x="839219" y="160675"/>
                </a:lnTo>
                <a:lnTo>
                  <a:pt x="744177" y="177164"/>
                </a:lnTo>
                <a:lnTo>
                  <a:pt x="692531" y="185546"/>
                </a:lnTo>
                <a:lnTo>
                  <a:pt x="692403" y="185546"/>
                </a:lnTo>
                <a:lnTo>
                  <a:pt x="544068" y="211962"/>
                </a:lnTo>
                <a:lnTo>
                  <a:pt x="543940" y="211962"/>
                </a:lnTo>
                <a:lnTo>
                  <a:pt x="393093" y="241779"/>
                </a:lnTo>
                <a:lnTo>
                  <a:pt x="392307" y="241958"/>
                </a:lnTo>
                <a:lnTo>
                  <a:pt x="329184" y="254253"/>
                </a:lnTo>
                <a:lnTo>
                  <a:pt x="294894" y="261619"/>
                </a:lnTo>
                <a:lnTo>
                  <a:pt x="381571" y="261619"/>
                </a:lnTo>
                <a:lnTo>
                  <a:pt x="428498" y="251332"/>
                </a:lnTo>
                <a:lnTo>
                  <a:pt x="475774" y="241779"/>
                </a:lnTo>
                <a:lnTo>
                  <a:pt x="591144" y="219812"/>
                </a:lnTo>
                <a:lnTo>
                  <a:pt x="908812" y="165480"/>
                </a:lnTo>
                <a:lnTo>
                  <a:pt x="935482" y="160146"/>
                </a:lnTo>
                <a:lnTo>
                  <a:pt x="960247" y="155447"/>
                </a:lnTo>
                <a:lnTo>
                  <a:pt x="995442" y="149263"/>
                </a:lnTo>
                <a:close/>
              </a:path>
              <a:path w="1884045" h="340994">
                <a:moveTo>
                  <a:pt x="476269" y="241779"/>
                </a:moveTo>
                <a:lnTo>
                  <a:pt x="475784" y="241779"/>
                </a:lnTo>
                <a:lnTo>
                  <a:pt x="466724" y="243649"/>
                </a:lnTo>
                <a:lnTo>
                  <a:pt x="476269" y="241779"/>
                </a:lnTo>
                <a:close/>
              </a:path>
              <a:path w="1884045" h="340994">
                <a:moveTo>
                  <a:pt x="591710" y="219812"/>
                </a:moveTo>
                <a:lnTo>
                  <a:pt x="591157" y="219812"/>
                </a:lnTo>
                <a:lnTo>
                  <a:pt x="583648" y="221205"/>
                </a:lnTo>
                <a:lnTo>
                  <a:pt x="591710" y="219812"/>
                </a:lnTo>
                <a:close/>
              </a:path>
              <a:path w="1884045" h="340994">
                <a:moveTo>
                  <a:pt x="1879853" y="0"/>
                </a:moveTo>
                <a:lnTo>
                  <a:pt x="1876806" y="634"/>
                </a:lnTo>
                <a:lnTo>
                  <a:pt x="1862074" y="3555"/>
                </a:lnTo>
                <a:lnTo>
                  <a:pt x="1842389" y="6730"/>
                </a:lnTo>
                <a:lnTo>
                  <a:pt x="1801749" y="13969"/>
                </a:lnTo>
                <a:lnTo>
                  <a:pt x="1754251" y="21462"/>
                </a:lnTo>
                <a:lnTo>
                  <a:pt x="1695703" y="28701"/>
                </a:lnTo>
                <a:lnTo>
                  <a:pt x="1675130" y="30860"/>
                </a:lnTo>
                <a:lnTo>
                  <a:pt x="1674876" y="30860"/>
                </a:lnTo>
                <a:lnTo>
                  <a:pt x="1654683" y="33781"/>
                </a:lnTo>
                <a:lnTo>
                  <a:pt x="1358138" y="73405"/>
                </a:lnTo>
                <a:lnTo>
                  <a:pt x="1293876" y="83184"/>
                </a:lnTo>
                <a:lnTo>
                  <a:pt x="1258951" y="88137"/>
                </a:lnTo>
                <a:lnTo>
                  <a:pt x="1079500" y="117347"/>
                </a:lnTo>
                <a:lnTo>
                  <a:pt x="1079373" y="117475"/>
                </a:lnTo>
                <a:lnTo>
                  <a:pt x="1036827" y="125348"/>
                </a:lnTo>
                <a:lnTo>
                  <a:pt x="1036955" y="125348"/>
                </a:lnTo>
                <a:lnTo>
                  <a:pt x="957452" y="139826"/>
                </a:lnTo>
                <a:lnTo>
                  <a:pt x="932561" y="144525"/>
                </a:lnTo>
                <a:lnTo>
                  <a:pt x="903809" y="149591"/>
                </a:lnTo>
                <a:lnTo>
                  <a:pt x="905897" y="149263"/>
                </a:lnTo>
                <a:lnTo>
                  <a:pt x="995442" y="149263"/>
                </a:lnTo>
                <a:lnTo>
                  <a:pt x="1083713" y="132964"/>
                </a:lnTo>
                <a:lnTo>
                  <a:pt x="1111758" y="128269"/>
                </a:lnTo>
                <a:lnTo>
                  <a:pt x="1261364" y="104139"/>
                </a:lnTo>
                <a:lnTo>
                  <a:pt x="1296162" y="99186"/>
                </a:lnTo>
                <a:lnTo>
                  <a:pt x="1360297" y="89407"/>
                </a:lnTo>
                <a:lnTo>
                  <a:pt x="1513966" y="68452"/>
                </a:lnTo>
                <a:lnTo>
                  <a:pt x="1558925" y="62737"/>
                </a:lnTo>
                <a:lnTo>
                  <a:pt x="1558925" y="62610"/>
                </a:lnTo>
                <a:lnTo>
                  <a:pt x="1625853" y="53593"/>
                </a:lnTo>
                <a:lnTo>
                  <a:pt x="1625981" y="53593"/>
                </a:lnTo>
                <a:lnTo>
                  <a:pt x="1656841" y="49148"/>
                </a:lnTo>
                <a:lnTo>
                  <a:pt x="1656969" y="49148"/>
                </a:lnTo>
                <a:lnTo>
                  <a:pt x="1677035" y="46227"/>
                </a:lnTo>
                <a:lnTo>
                  <a:pt x="1677289" y="46227"/>
                </a:lnTo>
                <a:lnTo>
                  <a:pt x="1757329" y="32436"/>
                </a:lnTo>
                <a:lnTo>
                  <a:pt x="1783714" y="28320"/>
                </a:lnTo>
                <a:lnTo>
                  <a:pt x="1864106" y="14604"/>
                </a:lnTo>
                <a:lnTo>
                  <a:pt x="1878964" y="11683"/>
                </a:lnTo>
                <a:lnTo>
                  <a:pt x="1882013" y="11175"/>
                </a:lnTo>
                <a:lnTo>
                  <a:pt x="1884045" y="8127"/>
                </a:lnTo>
                <a:lnTo>
                  <a:pt x="1883410" y="5079"/>
                </a:lnTo>
                <a:lnTo>
                  <a:pt x="1882902" y="2031"/>
                </a:lnTo>
                <a:lnTo>
                  <a:pt x="1879853" y="0"/>
                </a:lnTo>
                <a:close/>
              </a:path>
            </a:pathLst>
          </a:custGeom>
          <a:solidFill>
            <a:srgbClr val="C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500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Simplified</a:t>
            </a:r>
            <a:r>
              <a:rPr dirty="0" sz="2750" spc="195"/>
              <a:t> </a:t>
            </a:r>
            <a:r>
              <a:rPr dirty="0" sz="2750">
                <a:solidFill>
                  <a:srgbClr val="0096FF"/>
                </a:solidFill>
              </a:rPr>
              <a:t>cost</a:t>
            </a:r>
            <a:r>
              <a:rPr dirty="0" sz="2750" spc="80">
                <a:solidFill>
                  <a:srgbClr val="0096FF"/>
                </a:solidFill>
              </a:rPr>
              <a:t> </a:t>
            </a:r>
            <a:r>
              <a:rPr dirty="0" sz="2750" spc="-10"/>
              <a:t>function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2647" y="896492"/>
            <a:ext cx="1925802" cy="760857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638935" y="1004188"/>
            <a:ext cx="3435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24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11422" y="1128267"/>
            <a:ext cx="197992" cy="17653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103120" y="1099438"/>
            <a:ext cx="2009139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727075" algn="l"/>
              </a:tabLst>
            </a:pP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4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2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r>
              <a:rPr dirty="0" baseline="27777" sz="2250"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8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31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>
                <a:latin typeface="Cambria Math"/>
                <a:cs typeface="Cambria Math"/>
              </a:rPr>
              <a:t>𝑖</a:t>
            </a:r>
            <a:r>
              <a:rPr dirty="0" baseline="27777" sz="2250" spc="652">
                <a:latin typeface="Cambria Math"/>
                <a:cs typeface="Cambria Math"/>
              </a:rPr>
              <a:t> </a:t>
            </a:r>
            <a:r>
              <a:rPr dirty="0" sz="2000" spc="-25">
                <a:latin typeface="Cambria Math"/>
                <a:cs typeface="Cambria Math"/>
              </a:rPr>
              <a:t>log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75025" y="972058"/>
            <a:ext cx="5519547" cy="148475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7875" y="1156588"/>
            <a:ext cx="395414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30"/>
              </a:spcBef>
              <a:tabLst>
                <a:tab pos="3444875" algn="l"/>
              </a:tabLst>
            </a:pPr>
            <a:r>
              <a:rPr dirty="0" baseline="12500" sz="3000">
                <a:solidFill>
                  <a:srgbClr val="0096FF"/>
                </a:solidFill>
                <a:latin typeface="Cambria Math"/>
                <a:cs typeface="Cambria Math"/>
              </a:rPr>
              <a:t>𝐿</a:t>
            </a:r>
            <a:r>
              <a:rPr dirty="0" baseline="12500" sz="3000" spc="52">
                <a:solidFill>
                  <a:srgbClr val="0096FF"/>
                </a:solidFill>
                <a:latin typeface="Cambria Math"/>
                <a:cs typeface="Cambria Math"/>
              </a:rPr>
              <a:t>  </a:t>
            </a: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15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baseline="12500" sz="3000" spc="-3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500" spc="-20">
                <a:latin typeface="Cambria Math"/>
                <a:cs typeface="Cambria Math"/>
              </a:rPr>
              <a:t>,</a:t>
            </a:r>
            <a:r>
              <a:rPr dirty="0" sz="1500" spc="-2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76215" y="1004188"/>
            <a:ext cx="35306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33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34076" y="1099438"/>
            <a:ext cx="118237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400050" algn="l"/>
              </a:tabLst>
            </a:pPr>
            <a:r>
              <a:rPr dirty="0" sz="2000" spc="-50">
                <a:latin typeface="Cambria Math"/>
                <a:cs typeface="Cambria Math"/>
              </a:rPr>
              <a:t>−</a:t>
            </a:r>
            <a:r>
              <a:rPr dirty="0" sz="2000">
                <a:latin typeface="Cambria Math"/>
                <a:cs typeface="Cambria Math"/>
              </a:rPr>
              <a:t>	1</a:t>
            </a:r>
            <a:r>
              <a:rPr dirty="0" sz="2000" spc="1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000" spc="23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7777" sz="2250" spc="-75">
                <a:latin typeface="Cambria Math"/>
                <a:cs typeface="Cambria Math"/>
              </a:rPr>
              <a:t>𝑖</a:t>
            </a:r>
            <a:endParaRPr baseline="27777" sz="225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49795" y="1099438"/>
            <a:ext cx="148145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523875" algn="l"/>
              </a:tabLst>
            </a:pPr>
            <a:r>
              <a:rPr dirty="0" sz="2000" spc="-25">
                <a:latin typeface="Cambria Math"/>
                <a:cs typeface="Cambria Math"/>
              </a:rPr>
              <a:t>log</a:t>
            </a:r>
            <a:r>
              <a:rPr dirty="0" sz="2000">
                <a:latin typeface="Cambria Math"/>
                <a:cs typeface="Cambria Math"/>
              </a:rPr>
              <a:t>	1</a:t>
            </a:r>
            <a:r>
              <a:rPr dirty="0" sz="2000" spc="2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 spc="-2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baseline="-16666" sz="2250" spc="-3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baseline="-16666" sz="2250" spc="-30">
                <a:latin typeface="Cambria Math"/>
                <a:cs typeface="Cambria Math"/>
              </a:rPr>
              <a:t>,</a:t>
            </a:r>
            <a:r>
              <a:rPr dirty="0" baseline="-16666" sz="2250" spc="-3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275319" y="1004188"/>
            <a:ext cx="35306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-20833" sz="30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baseline="-20833" sz="3000" spc="34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1500" spc="-50">
                <a:latin typeface="Cambria Math"/>
                <a:cs typeface="Cambria Math"/>
              </a:rPr>
              <a:t>𝑖</a:t>
            </a:r>
            <a:endParaRPr sz="1500">
              <a:latin typeface="Cambria Math"/>
              <a:cs typeface="Cambria Math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51586" y="1843025"/>
            <a:ext cx="723086" cy="466977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30897" y="1996757"/>
            <a:ext cx="103822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32485" algn="l"/>
              </a:tabLst>
            </a:pP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𝐽</a:t>
            </a:r>
            <a:r>
              <a:rPr dirty="0" sz="2000" spc="45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80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	</a:t>
            </a:r>
            <a:r>
              <a:rPr dirty="0" sz="2000" spc="-6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683258" y="3169792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4">
                <a:moveTo>
                  <a:pt x="154686" y="52070"/>
                </a:moveTo>
                <a:lnTo>
                  <a:pt x="0" y="52070"/>
                </a:lnTo>
                <a:lnTo>
                  <a:pt x="0" y="68707"/>
                </a:lnTo>
                <a:lnTo>
                  <a:pt x="154686" y="68707"/>
                </a:lnTo>
                <a:lnTo>
                  <a:pt x="154686" y="52070"/>
                </a:lnTo>
                <a:close/>
              </a:path>
              <a:path w="154939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940432" y="3195763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7" name="object 17"/>
          <p:cNvGrpSpPr/>
          <p:nvPr/>
        </p:nvGrpSpPr>
        <p:grpSpPr>
          <a:xfrm>
            <a:off x="2159761" y="2958592"/>
            <a:ext cx="581660" cy="644525"/>
            <a:chOff x="2159761" y="2958592"/>
            <a:chExt cx="581660" cy="644525"/>
          </a:xfrm>
        </p:grpSpPr>
        <p:sp>
          <p:nvSpPr>
            <p:cNvPr id="18" name="object 18"/>
            <p:cNvSpPr/>
            <p:nvPr/>
          </p:nvSpPr>
          <p:spPr>
            <a:xfrm>
              <a:off x="2159762" y="2958591"/>
              <a:ext cx="575945" cy="644525"/>
            </a:xfrm>
            <a:custGeom>
              <a:avLst/>
              <a:gdLst/>
              <a:ahLst/>
              <a:cxnLst/>
              <a:rect l="l" t="t" r="r" b="b"/>
              <a:pathLst>
                <a:path w="575944" h="644525">
                  <a:moveTo>
                    <a:pt x="219075" y="233299"/>
                  </a:moveTo>
                  <a:lnTo>
                    <a:pt x="0" y="233299"/>
                  </a:lnTo>
                  <a:lnTo>
                    <a:pt x="0" y="252349"/>
                  </a:lnTo>
                  <a:lnTo>
                    <a:pt x="219075" y="252349"/>
                  </a:lnTo>
                  <a:lnTo>
                    <a:pt x="219075" y="233299"/>
                  </a:lnTo>
                  <a:close/>
                </a:path>
                <a:path w="575944" h="644525">
                  <a:moveTo>
                    <a:pt x="324612" y="511302"/>
                  </a:moveTo>
                  <a:lnTo>
                    <a:pt x="305943" y="511302"/>
                  </a:lnTo>
                  <a:lnTo>
                    <a:pt x="301625" y="531380"/>
                  </a:lnTo>
                  <a:lnTo>
                    <a:pt x="320040" y="531380"/>
                  </a:lnTo>
                  <a:lnTo>
                    <a:pt x="324612" y="511302"/>
                  </a:lnTo>
                  <a:close/>
                </a:path>
                <a:path w="575944" h="644525">
                  <a:moveTo>
                    <a:pt x="328168" y="626618"/>
                  </a:moveTo>
                  <a:lnTo>
                    <a:pt x="321818" y="620522"/>
                  </a:lnTo>
                  <a:lnTo>
                    <a:pt x="318262" y="624332"/>
                  </a:lnTo>
                  <a:lnTo>
                    <a:pt x="316738" y="625856"/>
                  </a:lnTo>
                  <a:lnTo>
                    <a:pt x="306705" y="632079"/>
                  </a:lnTo>
                  <a:lnTo>
                    <a:pt x="303657" y="632079"/>
                  </a:lnTo>
                  <a:lnTo>
                    <a:pt x="302260" y="631571"/>
                  </a:lnTo>
                  <a:lnTo>
                    <a:pt x="300355" y="629412"/>
                  </a:lnTo>
                  <a:lnTo>
                    <a:pt x="299847" y="627761"/>
                  </a:lnTo>
                  <a:lnTo>
                    <a:pt x="299910" y="622681"/>
                  </a:lnTo>
                  <a:lnTo>
                    <a:pt x="299974" y="621665"/>
                  </a:lnTo>
                  <a:lnTo>
                    <a:pt x="300736" y="617347"/>
                  </a:lnTo>
                  <a:lnTo>
                    <a:pt x="301371" y="614426"/>
                  </a:lnTo>
                  <a:lnTo>
                    <a:pt x="302133" y="610743"/>
                  </a:lnTo>
                  <a:lnTo>
                    <a:pt x="315976" y="548767"/>
                  </a:lnTo>
                  <a:lnTo>
                    <a:pt x="311404" y="548767"/>
                  </a:lnTo>
                  <a:lnTo>
                    <a:pt x="284353" y="549783"/>
                  </a:lnTo>
                  <a:lnTo>
                    <a:pt x="283311" y="556260"/>
                  </a:lnTo>
                  <a:lnTo>
                    <a:pt x="287274" y="556260"/>
                  </a:lnTo>
                  <a:lnTo>
                    <a:pt x="290195" y="556895"/>
                  </a:lnTo>
                  <a:lnTo>
                    <a:pt x="293243" y="559193"/>
                  </a:lnTo>
                  <a:lnTo>
                    <a:pt x="294132" y="560959"/>
                  </a:lnTo>
                  <a:lnTo>
                    <a:pt x="294132" y="566039"/>
                  </a:lnTo>
                  <a:lnTo>
                    <a:pt x="289179" y="590677"/>
                  </a:lnTo>
                  <a:lnTo>
                    <a:pt x="287401" y="598551"/>
                  </a:lnTo>
                  <a:lnTo>
                    <a:pt x="285623" y="606171"/>
                  </a:lnTo>
                  <a:lnTo>
                    <a:pt x="284099" y="613283"/>
                  </a:lnTo>
                  <a:lnTo>
                    <a:pt x="283464" y="616585"/>
                  </a:lnTo>
                  <a:lnTo>
                    <a:pt x="282448" y="622681"/>
                  </a:lnTo>
                  <a:lnTo>
                    <a:pt x="282575" y="632079"/>
                  </a:lnTo>
                  <a:lnTo>
                    <a:pt x="283337" y="634238"/>
                  </a:lnTo>
                  <a:lnTo>
                    <a:pt x="284099" y="636270"/>
                  </a:lnTo>
                  <a:lnTo>
                    <a:pt x="285115" y="638175"/>
                  </a:lnTo>
                  <a:lnTo>
                    <a:pt x="286512" y="639699"/>
                  </a:lnTo>
                  <a:lnTo>
                    <a:pt x="287782" y="641223"/>
                  </a:lnTo>
                  <a:lnTo>
                    <a:pt x="289433" y="642366"/>
                  </a:lnTo>
                  <a:lnTo>
                    <a:pt x="293509" y="644271"/>
                  </a:lnTo>
                  <a:lnTo>
                    <a:pt x="293954" y="644271"/>
                  </a:lnTo>
                  <a:lnTo>
                    <a:pt x="295402" y="644525"/>
                  </a:lnTo>
                  <a:lnTo>
                    <a:pt x="300228" y="644525"/>
                  </a:lnTo>
                  <a:lnTo>
                    <a:pt x="302641" y="644271"/>
                  </a:lnTo>
                  <a:lnTo>
                    <a:pt x="322605" y="632079"/>
                  </a:lnTo>
                  <a:lnTo>
                    <a:pt x="324866" y="629920"/>
                  </a:lnTo>
                  <a:lnTo>
                    <a:pt x="328168" y="626618"/>
                  </a:lnTo>
                  <a:close/>
                </a:path>
                <a:path w="575944" h="644525">
                  <a:moveTo>
                    <a:pt x="465836" y="601599"/>
                  </a:moveTo>
                  <a:lnTo>
                    <a:pt x="358648" y="601599"/>
                  </a:lnTo>
                  <a:lnTo>
                    <a:pt x="358648" y="615823"/>
                  </a:lnTo>
                  <a:lnTo>
                    <a:pt x="465836" y="615823"/>
                  </a:lnTo>
                  <a:lnTo>
                    <a:pt x="465836" y="601599"/>
                  </a:lnTo>
                  <a:close/>
                </a:path>
                <a:path w="575944" h="644525">
                  <a:moveTo>
                    <a:pt x="465836" y="561086"/>
                  </a:moveTo>
                  <a:lnTo>
                    <a:pt x="358648" y="561086"/>
                  </a:lnTo>
                  <a:lnTo>
                    <a:pt x="358648" y="575310"/>
                  </a:lnTo>
                  <a:lnTo>
                    <a:pt x="465836" y="575310"/>
                  </a:lnTo>
                  <a:lnTo>
                    <a:pt x="465836" y="561086"/>
                  </a:lnTo>
                  <a:close/>
                </a:path>
                <a:path w="575944" h="644525">
                  <a:moveTo>
                    <a:pt x="575691" y="399034"/>
                  </a:moveTo>
                  <a:lnTo>
                    <a:pt x="557149" y="399034"/>
                  </a:lnTo>
                  <a:lnTo>
                    <a:pt x="554240" y="415086"/>
                  </a:lnTo>
                  <a:lnTo>
                    <a:pt x="551065" y="428015"/>
                  </a:lnTo>
                  <a:lnTo>
                    <a:pt x="547624" y="437807"/>
                  </a:lnTo>
                  <a:lnTo>
                    <a:pt x="543941" y="444500"/>
                  </a:lnTo>
                  <a:lnTo>
                    <a:pt x="538734" y="451231"/>
                  </a:lnTo>
                  <a:lnTo>
                    <a:pt x="531368" y="454660"/>
                  </a:lnTo>
                  <a:lnTo>
                    <a:pt x="303911" y="454660"/>
                  </a:lnTo>
                  <a:lnTo>
                    <a:pt x="465709" y="235077"/>
                  </a:lnTo>
                  <a:lnTo>
                    <a:pt x="465709" y="219964"/>
                  </a:lnTo>
                  <a:lnTo>
                    <a:pt x="315849" y="16510"/>
                  </a:lnTo>
                  <a:lnTo>
                    <a:pt x="513969" y="16510"/>
                  </a:lnTo>
                  <a:lnTo>
                    <a:pt x="544652" y="40563"/>
                  </a:lnTo>
                  <a:lnTo>
                    <a:pt x="552323" y="74422"/>
                  </a:lnTo>
                  <a:lnTo>
                    <a:pt x="568833" y="74422"/>
                  </a:lnTo>
                  <a:lnTo>
                    <a:pt x="568833" y="0"/>
                  </a:lnTo>
                  <a:lnTo>
                    <a:pt x="265684" y="0"/>
                  </a:lnTo>
                  <a:lnTo>
                    <a:pt x="265684" y="11938"/>
                  </a:lnTo>
                  <a:lnTo>
                    <a:pt x="436372" y="240157"/>
                  </a:lnTo>
                  <a:lnTo>
                    <a:pt x="260477" y="478663"/>
                  </a:lnTo>
                  <a:lnTo>
                    <a:pt x="260477" y="491109"/>
                  </a:lnTo>
                  <a:lnTo>
                    <a:pt x="569214" y="491109"/>
                  </a:lnTo>
                  <a:lnTo>
                    <a:pt x="575691" y="3990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62554" y="3481705"/>
              <a:ext cx="78867" cy="119760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220214" y="2913633"/>
            <a:ext cx="99949" cy="173482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162810" y="3326891"/>
            <a:ext cx="209550" cy="124206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496947" y="2792095"/>
            <a:ext cx="171069" cy="96647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6725290" y="2991866"/>
            <a:ext cx="1805939" cy="424815"/>
            <a:chOff x="6725290" y="2991866"/>
            <a:chExt cx="1805939" cy="424815"/>
          </a:xfrm>
        </p:grpSpPr>
        <p:sp>
          <p:nvSpPr>
            <p:cNvPr id="24" name="object 24"/>
            <p:cNvSpPr/>
            <p:nvPr/>
          </p:nvSpPr>
          <p:spPr>
            <a:xfrm>
              <a:off x="8471027" y="2993389"/>
              <a:ext cx="59690" cy="421640"/>
            </a:xfrm>
            <a:custGeom>
              <a:avLst/>
              <a:gdLst/>
              <a:ahLst/>
              <a:cxnLst/>
              <a:rect l="l" t="t" r="r" b="b"/>
              <a:pathLst>
                <a:path w="59690" h="421639">
                  <a:moveTo>
                    <a:pt x="5969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6576" y="10160"/>
                  </a:lnTo>
                  <a:lnTo>
                    <a:pt x="36576" y="410210"/>
                  </a:lnTo>
                  <a:lnTo>
                    <a:pt x="0" y="410210"/>
                  </a:lnTo>
                  <a:lnTo>
                    <a:pt x="0" y="421640"/>
                  </a:lnTo>
                  <a:lnTo>
                    <a:pt x="59690" y="421640"/>
                  </a:lnTo>
                  <a:lnTo>
                    <a:pt x="59690" y="410210"/>
                  </a:lnTo>
                  <a:lnTo>
                    <a:pt x="59690" y="10160"/>
                  </a:lnTo>
                  <a:lnTo>
                    <a:pt x="596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25290" y="2991866"/>
              <a:ext cx="1720204" cy="424306"/>
            </a:xfrm>
            <a:prstGeom prst="rect">
              <a:avLst/>
            </a:prstGeom>
          </p:spPr>
        </p:pic>
      </p:grpSp>
      <p:grpSp>
        <p:nvGrpSpPr>
          <p:cNvPr id="26" name="object 26"/>
          <p:cNvGrpSpPr/>
          <p:nvPr/>
        </p:nvGrpSpPr>
        <p:grpSpPr>
          <a:xfrm>
            <a:off x="2826511" y="2993389"/>
            <a:ext cx="782320" cy="421640"/>
            <a:chOff x="2826511" y="2993389"/>
            <a:chExt cx="782320" cy="421640"/>
          </a:xfrm>
        </p:grpSpPr>
        <p:sp>
          <p:nvSpPr>
            <p:cNvPr id="27" name="object 27"/>
            <p:cNvSpPr/>
            <p:nvPr/>
          </p:nvSpPr>
          <p:spPr>
            <a:xfrm>
              <a:off x="2826512" y="2993389"/>
              <a:ext cx="59690" cy="421640"/>
            </a:xfrm>
            <a:custGeom>
              <a:avLst/>
              <a:gdLst/>
              <a:ahLst/>
              <a:cxnLst/>
              <a:rect l="l" t="t" r="r" b="b"/>
              <a:pathLst>
                <a:path w="59689" h="421639">
                  <a:moveTo>
                    <a:pt x="59690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410210"/>
                  </a:lnTo>
                  <a:lnTo>
                    <a:pt x="0" y="421640"/>
                  </a:lnTo>
                  <a:lnTo>
                    <a:pt x="59690" y="421640"/>
                  </a:lnTo>
                  <a:lnTo>
                    <a:pt x="59690" y="410210"/>
                  </a:lnTo>
                  <a:lnTo>
                    <a:pt x="23241" y="410210"/>
                  </a:lnTo>
                  <a:lnTo>
                    <a:pt x="23241" y="10160"/>
                  </a:lnTo>
                  <a:lnTo>
                    <a:pt x="59690" y="10160"/>
                  </a:lnTo>
                  <a:lnTo>
                    <a:pt x="596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94075" y="3155568"/>
              <a:ext cx="139319" cy="176783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3062350" y="3038474"/>
              <a:ext cx="197993" cy="176402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291712" y="3097910"/>
              <a:ext cx="316865" cy="236220"/>
            </a:xfrm>
            <a:custGeom>
              <a:avLst/>
              <a:gdLst/>
              <a:ahLst/>
              <a:cxnLst/>
              <a:rect l="l" t="t" r="r" b="b"/>
              <a:pathLst>
                <a:path w="316864" h="236220">
                  <a:moveTo>
                    <a:pt x="260476" y="57531"/>
                  </a:moveTo>
                  <a:lnTo>
                    <a:pt x="247776" y="57531"/>
                  </a:lnTo>
                  <a:lnTo>
                    <a:pt x="241553" y="58419"/>
                  </a:lnTo>
                  <a:lnTo>
                    <a:pt x="208407" y="86359"/>
                  </a:lnTo>
                  <a:lnTo>
                    <a:pt x="207263" y="92709"/>
                  </a:lnTo>
                  <a:lnTo>
                    <a:pt x="207320" y="107822"/>
                  </a:lnTo>
                  <a:lnTo>
                    <a:pt x="208787" y="114426"/>
                  </a:lnTo>
                  <a:lnTo>
                    <a:pt x="211962" y="120395"/>
                  </a:lnTo>
                  <a:lnTo>
                    <a:pt x="215137" y="126491"/>
                  </a:lnTo>
                  <a:lnTo>
                    <a:pt x="219710" y="131190"/>
                  </a:lnTo>
                  <a:lnTo>
                    <a:pt x="225678" y="134746"/>
                  </a:lnTo>
                  <a:lnTo>
                    <a:pt x="218874" y="139898"/>
                  </a:lnTo>
                  <a:lnTo>
                    <a:pt x="214249" y="144399"/>
                  </a:lnTo>
                  <a:lnTo>
                    <a:pt x="211582" y="148336"/>
                  </a:lnTo>
                  <a:lnTo>
                    <a:pt x="208787" y="152400"/>
                  </a:lnTo>
                  <a:lnTo>
                    <a:pt x="207517" y="156718"/>
                  </a:lnTo>
                  <a:lnTo>
                    <a:pt x="207517" y="165607"/>
                  </a:lnTo>
                  <a:lnTo>
                    <a:pt x="208661" y="169290"/>
                  </a:lnTo>
                  <a:lnTo>
                    <a:pt x="210947" y="172465"/>
                  </a:lnTo>
                  <a:lnTo>
                    <a:pt x="213106" y="175513"/>
                  </a:lnTo>
                  <a:lnTo>
                    <a:pt x="216281" y="177800"/>
                  </a:lnTo>
                  <a:lnTo>
                    <a:pt x="220217" y="179450"/>
                  </a:lnTo>
                  <a:lnTo>
                    <a:pt x="213740" y="182752"/>
                  </a:lnTo>
                  <a:lnTo>
                    <a:pt x="208787" y="186436"/>
                  </a:lnTo>
                  <a:lnTo>
                    <a:pt x="201675" y="195071"/>
                  </a:lnTo>
                  <a:lnTo>
                    <a:pt x="200198" y="199389"/>
                  </a:lnTo>
                  <a:lnTo>
                    <a:pt x="200125" y="211455"/>
                  </a:lnTo>
                  <a:lnTo>
                    <a:pt x="201295" y="215900"/>
                  </a:lnTo>
                  <a:lnTo>
                    <a:pt x="204088" y="219837"/>
                  </a:lnTo>
                  <a:lnTo>
                    <a:pt x="206756" y="223646"/>
                  </a:lnTo>
                  <a:lnTo>
                    <a:pt x="210565" y="226821"/>
                  </a:lnTo>
                  <a:lnTo>
                    <a:pt x="215646" y="229234"/>
                  </a:lnTo>
                  <a:lnTo>
                    <a:pt x="220599" y="231647"/>
                  </a:lnTo>
                  <a:lnTo>
                    <a:pt x="226567" y="233299"/>
                  </a:lnTo>
                  <a:lnTo>
                    <a:pt x="240537" y="235331"/>
                  </a:lnTo>
                  <a:lnTo>
                    <a:pt x="248285" y="235838"/>
                  </a:lnTo>
                  <a:lnTo>
                    <a:pt x="256794" y="235838"/>
                  </a:lnTo>
                  <a:lnTo>
                    <a:pt x="295148" y="227202"/>
                  </a:lnTo>
                  <a:lnTo>
                    <a:pt x="296932" y="225932"/>
                  </a:lnTo>
                  <a:lnTo>
                    <a:pt x="256539" y="225932"/>
                  </a:lnTo>
                  <a:lnTo>
                    <a:pt x="247896" y="225599"/>
                  </a:lnTo>
                  <a:lnTo>
                    <a:pt x="220090" y="211455"/>
                  </a:lnTo>
                  <a:lnTo>
                    <a:pt x="220090" y="199389"/>
                  </a:lnTo>
                  <a:lnTo>
                    <a:pt x="232917" y="181737"/>
                  </a:lnTo>
                  <a:lnTo>
                    <a:pt x="310806" y="181737"/>
                  </a:lnTo>
                  <a:lnTo>
                    <a:pt x="309372" y="178943"/>
                  </a:lnTo>
                  <a:lnTo>
                    <a:pt x="307086" y="174370"/>
                  </a:lnTo>
                  <a:lnTo>
                    <a:pt x="303022" y="170687"/>
                  </a:lnTo>
                  <a:lnTo>
                    <a:pt x="291846" y="165100"/>
                  </a:lnTo>
                  <a:lnTo>
                    <a:pt x="284607" y="163702"/>
                  </a:lnTo>
                  <a:lnTo>
                    <a:pt x="239902" y="163702"/>
                  </a:lnTo>
                  <a:lnTo>
                    <a:pt x="235585" y="163449"/>
                  </a:lnTo>
                  <a:lnTo>
                    <a:pt x="232790" y="162687"/>
                  </a:lnTo>
                  <a:lnTo>
                    <a:pt x="229997" y="162051"/>
                  </a:lnTo>
                  <a:lnTo>
                    <a:pt x="227964" y="160908"/>
                  </a:lnTo>
                  <a:lnTo>
                    <a:pt x="225551" y="157733"/>
                  </a:lnTo>
                  <a:lnTo>
                    <a:pt x="224916" y="155447"/>
                  </a:lnTo>
                  <a:lnTo>
                    <a:pt x="224916" y="147574"/>
                  </a:lnTo>
                  <a:lnTo>
                    <a:pt x="228091" y="142875"/>
                  </a:lnTo>
                  <a:lnTo>
                    <a:pt x="234569" y="138049"/>
                  </a:lnTo>
                  <a:lnTo>
                    <a:pt x="272017" y="138049"/>
                  </a:lnTo>
                  <a:lnTo>
                    <a:pt x="273050" y="137826"/>
                  </a:lnTo>
                  <a:lnTo>
                    <a:pt x="281336" y="134373"/>
                  </a:lnTo>
                  <a:lnTo>
                    <a:pt x="286828" y="130556"/>
                  </a:lnTo>
                  <a:lnTo>
                    <a:pt x="246507" y="130556"/>
                  </a:lnTo>
                  <a:lnTo>
                    <a:pt x="240411" y="127762"/>
                  </a:lnTo>
                  <a:lnTo>
                    <a:pt x="236092" y="122046"/>
                  </a:lnTo>
                  <a:lnTo>
                    <a:pt x="231901" y="116331"/>
                  </a:lnTo>
                  <a:lnTo>
                    <a:pt x="229742" y="108331"/>
                  </a:lnTo>
                  <a:lnTo>
                    <a:pt x="229742" y="87883"/>
                  </a:lnTo>
                  <a:lnTo>
                    <a:pt x="231775" y="80263"/>
                  </a:lnTo>
                  <a:lnTo>
                    <a:pt x="235965" y="74930"/>
                  </a:lnTo>
                  <a:lnTo>
                    <a:pt x="240157" y="69722"/>
                  </a:lnTo>
                  <a:lnTo>
                    <a:pt x="246252" y="67056"/>
                  </a:lnTo>
                  <a:lnTo>
                    <a:pt x="316864" y="67056"/>
                  </a:lnTo>
                  <a:lnTo>
                    <a:pt x="316864" y="59689"/>
                  </a:lnTo>
                  <a:lnTo>
                    <a:pt x="272414" y="59689"/>
                  </a:lnTo>
                  <a:lnTo>
                    <a:pt x="266446" y="58165"/>
                  </a:lnTo>
                  <a:lnTo>
                    <a:pt x="260476" y="57531"/>
                  </a:lnTo>
                  <a:close/>
                </a:path>
                <a:path w="316864" h="236220">
                  <a:moveTo>
                    <a:pt x="310806" y="181737"/>
                  </a:moveTo>
                  <a:lnTo>
                    <a:pt x="232917" y="181737"/>
                  </a:lnTo>
                  <a:lnTo>
                    <a:pt x="238125" y="182244"/>
                  </a:lnTo>
                  <a:lnTo>
                    <a:pt x="244094" y="182499"/>
                  </a:lnTo>
                  <a:lnTo>
                    <a:pt x="274447" y="182499"/>
                  </a:lnTo>
                  <a:lnTo>
                    <a:pt x="278384" y="183006"/>
                  </a:lnTo>
                  <a:lnTo>
                    <a:pt x="281304" y="184022"/>
                  </a:lnTo>
                  <a:lnTo>
                    <a:pt x="284352" y="185038"/>
                  </a:lnTo>
                  <a:lnTo>
                    <a:pt x="286638" y="186436"/>
                  </a:lnTo>
                  <a:lnTo>
                    <a:pt x="289940" y="189991"/>
                  </a:lnTo>
                  <a:lnTo>
                    <a:pt x="291084" y="192024"/>
                  </a:lnTo>
                  <a:lnTo>
                    <a:pt x="291591" y="194182"/>
                  </a:lnTo>
                  <a:lnTo>
                    <a:pt x="292226" y="196469"/>
                  </a:lnTo>
                  <a:lnTo>
                    <a:pt x="292481" y="198755"/>
                  </a:lnTo>
                  <a:lnTo>
                    <a:pt x="292481" y="206120"/>
                  </a:lnTo>
                  <a:lnTo>
                    <a:pt x="291166" y="210184"/>
                  </a:lnTo>
                  <a:lnTo>
                    <a:pt x="291084" y="210438"/>
                  </a:lnTo>
                  <a:lnTo>
                    <a:pt x="264033" y="225932"/>
                  </a:lnTo>
                  <a:lnTo>
                    <a:pt x="296932" y="225932"/>
                  </a:lnTo>
                  <a:lnTo>
                    <a:pt x="301751" y="222503"/>
                  </a:lnTo>
                  <a:lnTo>
                    <a:pt x="306197" y="216281"/>
                  </a:lnTo>
                  <a:lnTo>
                    <a:pt x="310769" y="210184"/>
                  </a:lnTo>
                  <a:lnTo>
                    <a:pt x="313054" y="203072"/>
                  </a:lnTo>
                  <a:lnTo>
                    <a:pt x="313054" y="189102"/>
                  </a:lnTo>
                  <a:lnTo>
                    <a:pt x="311873" y="184022"/>
                  </a:lnTo>
                  <a:lnTo>
                    <a:pt x="311785" y="183641"/>
                  </a:lnTo>
                  <a:lnTo>
                    <a:pt x="310806" y="181737"/>
                  </a:lnTo>
                  <a:close/>
                </a:path>
                <a:path w="316864" h="236220">
                  <a:moveTo>
                    <a:pt x="272017" y="138049"/>
                  </a:moveTo>
                  <a:lnTo>
                    <a:pt x="234569" y="138049"/>
                  </a:lnTo>
                  <a:lnTo>
                    <a:pt x="240117" y="139898"/>
                  </a:lnTo>
                  <a:lnTo>
                    <a:pt x="240854" y="139898"/>
                  </a:lnTo>
                  <a:lnTo>
                    <a:pt x="245490" y="140588"/>
                  </a:lnTo>
                  <a:lnTo>
                    <a:pt x="252475" y="140588"/>
                  </a:lnTo>
                  <a:lnTo>
                    <a:pt x="263429" y="139898"/>
                  </a:lnTo>
                  <a:lnTo>
                    <a:pt x="272017" y="138049"/>
                  </a:lnTo>
                  <a:close/>
                </a:path>
                <a:path w="316864" h="236220">
                  <a:moveTo>
                    <a:pt x="316864" y="67056"/>
                  </a:moveTo>
                  <a:lnTo>
                    <a:pt x="258952" y="67056"/>
                  </a:lnTo>
                  <a:lnTo>
                    <a:pt x="263016" y="68199"/>
                  </a:lnTo>
                  <a:lnTo>
                    <a:pt x="266700" y="70484"/>
                  </a:lnTo>
                  <a:lnTo>
                    <a:pt x="278384" y="92709"/>
                  </a:lnTo>
                  <a:lnTo>
                    <a:pt x="278384" y="103886"/>
                  </a:lnTo>
                  <a:lnTo>
                    <a:pt x="277903" y="107608"/>
                  </a:lnTo>
                  <a:lnTo>
                    <a:pt x="277875" y="107822"/>
                  </a:lnTo>
                  <a:lnTo>
                    <a:pt x="258825" y="130556"/>
                  </a:lnTo>
                  <a:lnTo>
                    <a:pt x="286828" y="130556"/>
                  </a:lnTo>
                  <a:lnTo>
                    <a:pt x="288289" y="129539"/>
                  </a:lnTo>
                  <a:lnTo>
                    <a:pt x="293810" y="123420"/>
                  </a:lnTo>
                  <a:lnTo>
                    <a:pt x="297662" y="116331"/>
                  </a:lnTo>
                  <a:lnTo>
                    <a:pt x="297783" y="116109"/>
                  </a:lnTo>
                  <a:lnTo>
                    <a:pt x="300123" y="107822"/>
                  </a:lnTo>
                  <a:lnTo>
                    <a:pt x="300184" y="107608"/>
                  </a:lnTo>
                  <a:lnTo>
                    <a:pt x="300989" y="97916"/>
                  </a:lnTo>
                  <a:lnTo>
                    <a:pt x="300989" y="92709"/>
                  </a:lnTo>
                  <a:lnTo>
                    <a:pt x="300227" y="87883"/>
                  </a:lnTo>
                  <a:lnTo>
                    <a:pt x="297179" y="78993"/>
                  </a:lnTo>
                  <a:lnTo>
                    <a:pt x="295148" y="75437"/>
                  </a:lnTo>
                  <a:lnTo>
                    <a:pt x="292481" y="72770"/>
                  </a:lnTo>
                  <a:lnTo>
                    <a:pt x="293624" y="71500"/>
                  </a:lnTo>
                  <a:lnTo>
                    <a:pt x="316864" y="71500"/>
                  </a:lnTo>
                  <a:lnTo>
                    <a:pt x="316864" y="67056"/>
                  </a:lnTo>
                  <a:close/>
                </a:path>
                <a:path w="316864" h="236220">
                  <a:moveTo>
                    <a:pt x="316864" y="71500"/>
                  </a:moveTo>
                  <a:lnTo>
                    <a:pt x="293624" y="71500"/>
                  </a:lnTo>
                  <a:lnTo>
                    <a:pt x="316864" y="72389"/>
                  </a:lnTo>
                  <a:lnTo>
                    <a:pt x="316864" y="71500"/>
                  </a:lnTo>
                  <a:close/>
                </a:path>
                <a:path w="316864" h="236220">
                  <a:moveTo>
                    <a:pt x="127508" y="57531"/>
                  </a:moveTo>
                  <a:lnTo>
                    <a:pt x="87693" y="73263"/>
                  </a:lnTo>
                  <a:lnTo>
                    <a:pt x="72334" y="110799"/>
                  </a:lnTo>
                  <a:lnTo>
                    <a:pt x="71935" y="121665"/>
                  </a:lnTo>
                  <a:lnTo>
                    <a:pt x="72721" y="134619"/>
                  </a:lnTo>
                  <a:lnTo>
                    <a:pt x="93293" y="173057"/>
                  </a:lnTo>
                  <a:lnTo>
                    <a:pt x="125475" y="181737"/>
                  </a:lnTo>
                  <a:lnTo>
                    <a:pt x="133858" y="181286"/>
                  </a:lnTo>
                  <a:lnTo>
                    <a:pt x="141668" y="179943"/>
                  </a:lnTo>
                  <a:lnTo>
                    <a:pt x="148907" y="177718"/>
                  </a:lnTo>
                  <a:lnTo>
                    <a:pt x="155575" y="174625"/>
                  </a:lnTo>
                  <a:lnTo>
                    <a:pt x="159734" y="171831"/>
                  </a:lnTo>
                  <a:lnTo>
                    <a:pt x="127381" y="171831"/>
                  </a:lnTo>
                  <a:lnTo>
                    <a:pt x="120191" y="170951"/>
                  </a:lnTo>
                  <a:lnTo>
                    <a:pt x="96152" y="130321"/>
                  </a:lnTo>
                  <a:lnTo>
                    <a:pt x="95782" y="121665"/>
                  </a:lnTo>
                  <a:lnTo>
                    <a:pt x="95744" y="120776"/>
                  </a:lnTo>
                  <a:lnTo>
                    <a:pt x="103759" y="80644"/>
                  </a:lnTo>
                  <a:lnTo>
                    <a:pt x="127000" y="67437"/>
                  </a:lnTo>
                  <a:lnTo>
                    <a:pt x="161783" y="67437"/>
                  </a:lnTo>
                  <a:lnTo>
                    <a:pt x="160512" y="66317"/>
                  </a:lnTo>
                  <a:lnTo>
                    <a:pt x="151141" y="61442"/>
                  </a:lnTo>
                  <a:lnTo>
                    <a:pt x="140128" y="58507"/>
                  </a:lnTo>
                  <a:lnTo>
                    <a:pt x="127508" y="57531"/>
                  </a:lnTo>
                  <a:close/>
                </a:path>
                <a:path w="316864" h="236220">
                  <a:moveTo>
                    <a:pt x="161783" y="67437"/>
                  </a:moveTo>
                  <a:lnTo>
                    <a:pt x="133096" y="67437"/>
                  </a:lnTo>
                  <a:lnTo>
                    <a:pt x="138429" y="69341"/>
                  </a:lnTo>
                  <a:lnTo>
                    <a:pt x="147827" y="76962"/>
                  </a:lnTo>
                  <a:lnTo>
                    <a:pt x="158144" y="118109"/>
                  </a:lnTo>
                  <a:lnTo>
                    <a:pt x="158241" y="128269"/>
                  </a:lnTo>
                  <a:lnTo>
                    <a:pt x="157734" y="134619"/>
                  </a:lnTo>
                  <a:lnTo>
                    <a:pt x="141732" y="167639"/>
                  </a:lnTo>
                  <a:lnTo>
                    <a:pt x="137795" y="170433"/>
                  </a:lnTo>
                  <a:lnTo>
                    <a:pt x="132969" y="171831"/>
                  </a:lnTo>
                  <a:lnTo>
                    <a:pt x="159734" y="171831"/>
                  </a:lnTo>
                  <a:lnTo>
                    <a:pt x="180276" y="137239"/>
                  </a:lnTo>
                  <a:lnTo>
                    <a:pt x="181833" y="121665"/>
                  </a:lnTo>
                  <a:lnTo>
                    <a:pt x="181871" y="120776"/>
                  </a:lnTo>
                  <a:lnTo>
                    <a:pt x="174275" y="81817"/>
                  </a:lnTo>
                  <a:lnTo>
                    <a:pt x="165552" y="70754"/>
                  </a:lnTo>
                  <a:lnTo>
                    <a:pt x="161783" y="67437"/>
                  </a:lnTo>
                  <a:close/>
                </a:path>
                <a:path w="316864" h="236220">
                  <a:moveTo>
                    <a:pt x="37719" y="0"/>
                  </a:moveTo>
                  <a:lnTo>
                    <a:pt x="30225" y="0"/>
                  </a:lnTo>
                  <a:lnTo>
                    <a:pt x="0" y="1269"/>
                  </a:lnTo>
                  <a:lnTo>
                    <a:pt x="0" y="7746"/>
                  </a:lnTo>
                  <a:lnTo>
                    <a:pt x="4190" y="8508"/>
                  </a:lnTo>
                  <a:lnTo>
                    <a:pt x="7112" y="9270"/>
                  </a:lnTo>
                  <a:lnTo>
                    <a:pt x="15875" y="23240"/>
                  </a:lnTo>
                  <a:lnTo>
                    <a:pt x="15748" y="159257"/>
                  </a:lnTo>
                  <a:lnTo>
                    <a:pt x="1904" y="173481"/>
                  </a:lnTo>
                  <a:lnTo>
                    <a:pt x="1904" y="179705"/>
                  </a:lnTo>
                  <a:lnTo>
                    <a:pt x="51815" y="179705"/>
                  </a:lnTo>
                  <a:lnTo>
                    <a:pt x="51815" y="173481"/>
                  </a:lnTo>
                  <a:lnTo>
                    <a:pt x="47498" y="172465"/>
                  </a:lnTo>
                  <a:lnTo>
                    <a:pt x="44754" y="171322"/>
                  </a:lnTo>
                  <a:lnTo>
                    <a:pt x="44608" y="171322"/>
                  </a:lnTo>
                  <a:lnTo>
                    <a:pt x="42545" y="169671"/>
                  </a:lnTo>
                  <a:lnTo>
                    <a:pt x="40639" y="168275"/>
                  </a:lnTo>
                  <a:lnTo>
                    <a:pt x="39370" y="166115"/>
                  </a:lnTo>
                  <a:lnTo>
                    <a:pt x="38100" y="160527"/>
                  </a:lnTo>
                  <a:lnTo>
                    <a:pt x="37719" y="155447"/>
                  </a:lnTo>
                  <a:lnTo>
                    <a:pt x="377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1" name="object 31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3677290" y="2991866"/>
            <a:ext cx="1272529" cy="424306"/>
          </a:xfrm>
          <a:prstGeom prst="rect">
            <a:avLst/>
          </a:prstGeom>
        </p:spPr>
      </p:pic>
      <p:sp>
        <p:nvSpPr>
          <p:cNvPr id="32" name="object 32"/>
          <p:cNvSpPr/>
          <p:nvPr/>
        </p:nvSpPr>
        <p:spPr>
          <a:xfrm>
            <a:off x="5036058" y="3122929"/>
            <a:ext cx="154940" cy="161290"/>
          </a:xfrm>
          <a:custGeom>
            <a:avLst/>
            <a:gdLst/>
            <a:ahLst/>
            <a:cxnLst/>
            <a:rect l="l" t="t" r="r" b="b"/>
            <a:pathLst>
              <a:path w="154939" h="161289">
                <a:moveTo>
                  <a:pt x="154686" y="72390"/>
                </a:moveTo>
                <a:lnTo>
                  <a:pt x="86233" y="72390"/>
                </a:lnTo>
                <a:lnTo>
                  <a:pt x="86233" y="0"/>
                </a:lnTo>
                <a:lnTo>
                  <a:pt x="68453" y="0"/>
                </a:lnTo>
                <a:lnTo>
                  <a:pt x="68453" y="72390"/>
                </a:lnTo>
                <a:lnTo>
                  <a:pt x="0" y="72390"/>
                </a:lnTo>
                <a:lnTo>
                  <a:pt x="0" y="90170"/>
                </a:lnTo>
                <a:lnTo>
                  <a:pt x="68453" y="90170"/>
                </a:lnTo>
                <a:lnTo>
                  <a:pt x="68453" y="161290"/>
                </a:lnTo>
                <a:lnTo>
                  <a:pt x="86233" y="161290"/>
                </a:lnTo>
                <a:lnTo>
                  <a:pt x="86233" y="90170"/>
                </a:lnTo>
                <a:lnTo>
                  <a:pt x="154686" y="90170"/>
                </a:lnTo>
                <a:lnTo>
                  <a:pt x="154686" y="72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3" name="object 33"/>
          <p:cNvGrpSpPr/>
          <p:nvPr/>
        </p:nvGrpSpPr>
        <p:grpSpPr>
          <a:xfrm>
            <a:off x="5287517" y="3038475"/>
            <a:ext cx="1369060" cy="321310"/>
            <a:chOff x="5287517" y="3038475"/>
            <a:chExt cx="1369060" cy="321310"/>
          </a:xfrm>
        </p:grpSpPr>
        <p:sp>
          <p:nvSpPr>
            <p:cNvPr id="34" name="object 34"/>
            <p:cNvSpPr/>
            <p:nvPr/>
          </p:nvSpPr>
          <p:spPr>
            <a:xfrm>
              <a:off x="5287517" y="3048762"/>
              <a:ext cx="1022985" cy="311150"/>
            </a:xfrm>
            <a:custGeom>
              <a:avLst/>
              <a:gdLst/>
              <a:ahLst/>
              <a:cxnLst/>
              <a:rect l="l" t="t" r="r" b="b"/>
              <a:pathLst>
                <a:path w="1022985" h="311150">
                  <a:moveTo>
                    <a:pt x="941197" y="0"/>
                  </a:moveTo>
                  <a:lnTo>
                    <a:pt x="938149" y="10287"/>
                  </a:lnTo>
                  <a:lnTo>
                    <a:pt x="952386" y="17692"/>
                  </a:lnTo>
                  <a:lnTo>
                    <a:pt x="964803" y="28479"/>
                  </a:lnTo>
                  <a:lnTo>
                    <a:pt x="990957" y="80581"/>
                  </a:lnTo>
                  <a:lnTo>
                    <a:pt x="998767" y="128206"/>
                  </a:lnTo>
                  <a:lnTo>
                    <a:pt x="999739" y="155320"/>
                  </a:lnTo>
                  <a:lnTo>
                    <a:pt x="998767" y="182687"/>
                  </a:lnTo>
                  <a:lnTo>
                    <a:pt x="990957" y="230260"/>
                  </a:lnTo>
                  <a:lnTo>
                    <a:pt x="975385" y="268120"/>
                  </a:lnTo>
                  <a:lnTo>
                    <a:pt x="938149" y="300481"/>
                  </a:lnTo>
                  <a:lnTo>
                    <a:pt x="941197" y="310769"/>
                  </a:lnTo>
                  <a:lnTo>
                    <a:pt x="975947" y="292226"/>
                  </a:lnTo>
                  <a:lnTo>
                    <a:pt x="1001649" y="257301"/>
                  </a:lnTo>
                  <a:lnTo>
                    <a:pt x="1017539" y="210312"/>
                  </a:lnTo>
                  <a:lnTo>
                    <a:pt x="1022852" y="155448"/>
                  </a:lnTo>
                  <a:lnTo>
                    <a:pt x="1021588" y="128206"/>
                  </a:lnTo>
                  <a:lnTo>
                    <a:pt x="1010910" y="75971"/>
                  </a:lnTo>
                  <a:lnTo>
                    <a:pt x="989935" y="33968"/>
                  </a:lnTo>
                  <a:lnTo>
                    <a:pt x="959697" y="7211"/>
                  </a:lnTo>
                  <a:lnTo>
                    <a:pt x="941197" y="0"/>
                  </a:lnTo>
                  <a:close/>
                </a:path>
                <a:path w="1022985" h="311150">
                  <a:moveTo>
                    <a:pt x="81661" y="0"/>
                  </a:moveTo>
                  <a:lnTo>
                    <a:pt x="46958" y="18542"/>
                  </a:lnTo>
                  <a:lnTo>
                    <a:pt x="21209" y="53467"/>
                  </a:lnTo>
                  <a:lnTo>
                    <a:pt x="5318" y="100441"/>
                  </a:lnTo>
                  <a:lnTo>
                    <a:pt x="0" y="155320"/>
                  </a:lnTo>
                  <a:lnTo>
                    <a:pt x="1278" y="182687"/>
                  </a:lnTo>
                  <a:lnTo>
                    <a:pt x="11947" y="234795"/>
                  </a:lnTo>
                  <a:lnTo>
                    <a:pt x="32976" y="276800"/>
                  </a:lnTo>
                  <a:lnTo>
                    <a:pt x="63178" y="303557"/>
                  </a:lnTo>
                  <a:lnTo>
                    <a:pt x="81661" y="310769"/>
                  </a:lnTo>
                  <a:lnTo>
                    <a:pt x="84836" y="300481"/>
                  </a:lnTo>
                  <a:lnTo>
                    <a:pt x="70524" y="293076"/>
                  </a:lnTo>
                  <a:lnTo>
                    <a:pt x="58070" y="282289"/>
                  </a:lnTo>
                  <a:lnTo>
                    <a:pt x="31900" y="230260"/>
                  </a:lnTo>
                  <a:lnTo>
                    <a:pt x="24090" y="182687"/>
                  </a:lnTo>
                  <a:lnTo>
                    <a:pt x="23114" y="155448"/>
                  </a:lnTo>
                  <a:lnTo>
                    <a:pt x="24090" y="128206"/>
                  </a:lnTo>
                  <a:lnTo>
                    <a:pt x="31900" y="80581"/>
                  </a:lnTo>
                  <a:lnTo>
                    <a:pt x="47474" y="42648"/>
                  </a:lnTo>
                  <a:lnTo>
                    <a:pt x="84836" y="10287"/>
                  </a:lnTo>
                  <a:lnTo>
                    <a:pt x="816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401563" y="3104134"/>
              <a:ext cx="99949" cy="173482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598032" y="3195763"/>
              <a:ext cx="154940" cy="17145"/>
            </a:xfrm>
            <a:custGeom>
              <a:avLst/>
              <a:gdLst/>
              <a:ahLst/>
              <a:cxnLst/>
              <a:rect l="l" t="t" r="r" b="b"/>
              <a:pathLst>
                <a:path w="154939" h="17144">
                  <a:moveTo>
                    <a:pt x="154711" y="0"/>
                  </a:moveTo>
                  <a:lnTo>
                    <a:pt x="0" y="0"/>
                  </a:lnTo>
                  <a:lnTo>
                    <a:pt x="0" y="16701"/>
                  </a:lnTo>
                  <a:lnTo>
                    <a:pt x="154711" y="16701"/>
                  </a:lnTo>
                  <a:lnTo>
                    <a:pt x="1547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7" name="object 3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27775" y="3155569"/>
              <a:ext cx="139319" cy="176783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96050" y="3038475"/>
              <a:ext cx="197993" cy="176402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339712" y="3097910"/>
              <a:ext cx="316865" cy="236220"/>
            </a:xfrm>
            <a:custGeom>
              <a:avLst/>
              <a:gdLst/>
              <a:ahLst/>
              <a:cxnLst/>
              <a:rect l="l" t="t" r="r" b="b"/>
              <a:pathLst>
                <a:path w="316865" h="236220">
                  <a:moveTo>
                    <a:pt x="260477" y="57531"/>
                  </a:moveTo>
                  <a:lnTo>
                    <a:pt x="247777" y="57531"/>
                  </a:lnTo>
                  <a:lnTo>
                    <a:pt x="241554" y="58419"/>
                  </a:lnTo>
                  <a:lnTo>
                    <a:pt x="208407" y="86359"/>
                  </a:lnTo>
                  <a:lnTo>
                    <a:pt x="207263" y="92709"/>
                  </a:lnTo>
                  <a:lnTo>
                    <a:pt x="207320" y="107822"/>
                  </a:lnTo>
                  <a:lnTo>
                    <a:pt x="208787" y="114426"/>
                  </a:lnTo>
                  <a:lnTo>
                    <a:pt x="211962" y="120395"/>
                  </a:lnTo>
                  <a:lnTo>
                    <a:pt x="215137" y="126491"/>
                  </a:lnTo>
                  <a:lnTo>
                    <a:pt x="219710" y="131190"/>
                  </a:lnTo>
                  <a:lnTo>
                    <a:pt x="225679" y="134746"/>
                  </a:lnTo>
                  <a:lnTo>
                    <a:pt x="218874" y="139898"/>
                  </a:lnTo>
                  <a:lnTo>
                    <a:pt x="214248" y="144399"/>
                  </a:lnTo>
                  <a:lnTo>
                    <a:pt x="211582" y="148336"/>
                  </a:lnTo>
                  <a:lnTo>
                    <a:pt x="208787" y="152400"/>
                  </a:lnTo>
                  <a:lnTo>
                    <a:pt x="207517" y="156718"/>
                  </a:lnTo>
                  <a:lnTo>
                    <a:pt x="207517" y="165607"/>
                  </a:lnTo>
                  <a:lnTo>
                    <a:pt x="208661" y="169290"/>
                  </a:lnTo>
                  <a:lnTo>
                    <a:pt x="210946" y="172465"/>
                  </a:lnTo>
                  <a:lnTo>
                    <a:pt x="213106" y="175513"/>
                  </a:lnTo>
                  <a:lnTo>
                    <a:pt x="216281" y="177800"/>
                  </a:lnTo>
                  <a:lnTo>
                    <a:pt x="220217" y="179450"/>
                  </a:lnTo>
                  <a:lnTo>
                    <a:pt x="213740" y="182752"/>
                  </a:lnTo>
                  <a:lnTo>
                    <a:pt x="208787" y="186436"/>
                  </a:lnTo>
                  <a:lnTo>
                    <a:pt x="201676" y="195071"/>
                  </a:lnTo>
                  <a:lnTo>
                    <a:pt x="200198" y="199389"/>
                  </a:lnTo>
                  <a:lnTo>
                    <a:pt x="200125" y="211455"/>
                  </a:lnTo>
                  <a:lnTo>
                    <a:pt x="201294" y="215900"/>
                  </a:lnTo>
                  <a:lnTo>
                    <a:pt x="204088" y="219837"/>
                  </a:lnTo>
                  <a:lnTo>
                    <a:pt x="206756" y="223646"/>
                  </a:lnTo>
                  <a:lnTo>
                    <a:pt x="210565" y="226821"/>
                  </a:lnTo>
                  <a:lnTo>
                    <a:pt x="215645" y="229234"/>
                  </a:lnTo>
                  <a:lnTo>
                    <a:pt x="220598" y="231647"/>
                  </a:lnTo>
                  <a:lnTo>
                    <a:pt x="226567" y="233299"/>
                  </a:lnTo>
                  <a:lnTo>
                    <a:pt x="240537" y="235331"/>
                  </a:lnTo>
                  <a:lnTo>
                    <a:pt x="248285" y="235838"/>
                  </a:lnTo>
                  <a:lnTo>
                    <a:pt x="256793" y="235838"/>
                  </a:lnTo>
                  <a:lnTo>
                    <a:pt x="295147" y="227202"/>
                  </a:lnTo>
                  <a:lnTo>
                    <a:pt x="296932" y="225932"/>
                  </a:lnTo>
                  <a:lnTo>
                    <a:pt x="256539" y="225932"/>
                  </a:lnTo>
                  <a:lnTo>
                    <a:pt x="247896" y="225599"/>
                  </a:lnTo>
                  <a:lnTo>
                    <a:pt x="220090" y="211455"/>
                  </a:lnTo>
                  <a:lnTo>
                    <a:pt x="220090" y="199389"/>
                  </a:lnTo>
                  <a:lnTo>
                    <a:pt x="232917" y="181737"/>
                  </a:lnTo>
                  <a:lnTo>
                    <a:pt x="310806" y="181737"/>
                  </a:lnTo>
                  <a:lnTo>
                    <a:pt x="309371" y="178943"/>
                  </a:lnTo>
                  <a:lnTo>
                    <a:pt x="307086" y="174370"/>
                  </a:lnTo>
                  <a:lnTo>
                    <a:pt x="303021" y="170687"/>
                  </a:lnTo>
                  <a:lnTo>
                    <a:pt x="291845" y="165100"/>
                  </a:lnTo>
                  <a:lnTo>
                    <a:pt x="284607" y="163702"/>
                  </a:lnTo>
                  <a:lnTo>
                    <a:pt x="239903" y="163702"/>
                  </a:lnTo>
                  <a:lnTo>
                    <a:pt x="235585" y="163449"/>
                  </a:lnTo>
                  <a:lnTo>
                    <a:pt x="232790" y="162687"/>
                  </a:lnTo>
                  <a:lnTo>
                    <a:pt x="229996" y="162051"/>
                  </a:lnTo>
                  <a:lnTo>
                    <a:pt x="227964" y="160908"/>
                  </a:lnTo>
                  <a:lnTo>
                    <a:pt x="225552" y="157733"/>
                  </a:lnTo>
                  <a:lnTo>
                    <a:pt x="224916" y="155447"/>
                  </a:lnTo>
                  <a:lnTo>
                    <a:pt x="224916" y="147574"/>
                  </a:lnTo>
                  <a:lnTo>
                    <a:pt x="228091" y="142875"/>
                  </a:lnTo>
                  <a:lnTo>
                    <a:pt x="234568" y="138049"/>
                  </a:lnTo>
                  <a:lnTo>
                    <a:pt x="272017" y="138049"/>
                  </a:lnTo>
                  <a:lnTo>
                    <a:pt x="273049" y="137826"/>
                  </a:lnTo>
                  <a:lnTo>
                    <a:pt x="281336" y="134373"/>
                  </a:lnTo>
                  <a:lnTo>
                    <a:pt x="286828" y="130556"/>
                  </a:lnTo>
                  <a:lnTo>
                    <a:pt x="246507" y="130556"/>
                  </a:lnTo>
                  <a:lnTo>
                    <a:pt x="240411" y="127762"/>
                  </a:lnTo>
                  <a:lnTo>
                    <a:pt x="236092" y="122046"/>
                  </a:lnTo>
                  <a:lnTo>
                    <a:pt x="231902" y="116331"/>
                  </a:lnTo>
                  <a:lnTo>
                    <a:pt x="229742" y="108331"/>
                  </a:lnTo>
                  <a:lnTo>
                    <a:pt x="229742" y="87883"/>
                  </a:lnTo>
                  <a:lnTo>
                    <a:pt x="231775" y="80263"/>
                  </a:lnTo>
                  <a:lnTo>
                    <a:pt x="235965" y="74930"/>
                  </a:lnTo>
                  <a:lnTo>
                    <a:pt x="240157" y="69722"/>
                  </a:lnTo>
                  <a:lnTo>
                    <a:pt x="246253" y="67056"/>
                  </a:lnTo>
                  <a:lnTo>
                    <a:pt x="316864" y="67056"/>
                  </a:lnTo>
                  <a:lnTo>
                    <a:pt x="316864" y="59689"/>
                  </a:lnTo>
                  <a:lnTo>
                    <a:pt x="272414" y="59689"/>
                  </a:lnTo>
                  <a:lnTo>
                    <a:pt x="266445" y="58165"/>
                  </a:lnTo>
                  <a:lnTo>
                    <a:pt x="260477" y="57531"/>
                  </a:lnTo>
                  <a:close/>
                </a:path>
                <a:path w="316865" h="236220">
                  <a:moveTo>
                    <a:pt x="310806" y="181737"/>
                  </a:moveTo>
                  <a:lnTo>
                    <a:pt x="232917" y="181737"/>
                  </a:lnTo>
                  <a:lnTo>
                    <a:pt x="238125" y="182244"/>
                  </a:lnTo>
                  <a:lnTo>
                    <a:pt x="244093" y="182499"/>
                  </a:lnTo>
                  <a:lnTo>
                    <a:pt x="274446" y="182499"/>
                  </a:lnTo>
                  <a:lnTo>
                    <a:pt x="278384" y="183006"/>
                  </a:lnTo>
                  <a:lnTo>
                    <a:pt x="281305" y="184022"/>
                  </a:lnTo>
                  <a:lnTo>
                    <a:pt x="284353" y="185038"/>
                  </a:lnTo>
                  <a:lnTo>
                    <a:pt x="286638" y="186436"/>
                  </a:lnTo>
                  <a:lnTo>
                    <a:pt x="289940" y="189991"/>
                  </a:lnTo>
                  <a:lnTo>
                    <a:pt x="291084" y="192024"/>
                  </a:lnTo>
                  <a:lnTo>
                    <a:pt x="291591" y="194182"/>
                  </a:lnTo>
                  <a:lnTo>
                    <a:pt x="292227" y="196469"/>
                  </a:lnTo>
                  <a:lnTo>
                    <a:pt x="292481" y="198755"/>
                  </a:lnTo>
                  <a:lnTo>
                    <a:pt x="292481" y="206120"/>
                  </a:lnTo>
                  <a:lnTo>
                    <a:pt x="291166" y="210184"/>
                  </a:lnTo>
                  <a:lnTo>
                    <a:pt x="291084" y="210438"/>
                  </a:lnTo>
                  <a:lnTo>
                    <a:pt x="264033" y="225932"/>
                  </a:lnTo>
                  <a:lnTo>
                    <a:pt x="296932" y="225932"/>
                  </a:lnTo>
                  <a:lnTo>
                    <a:pt x="301752" y="222503"/>
                  </a:lnTo>
                  <a:lnTo>
                    <a:pt x="306196" y="216281"/>
                  </a:lnTo>
                  <a:lnTo>
                    <a:pt x="310768" y="210184"/>
                  </a:lnTo>
                  <a:lnTo>
                    <a:pt x="313055" y="203072"/>
                  </a:lnTo>
                  <a:lnTo>
                    <a:pt x="313055" y="189102"/>
                  </a:lnTo>
                  <a:lnTo>
                    <a:pt x="311873" y="184022"/>
                  </a:lnTo>
                  <a:lnTo>
                    <a:pt x="311785" y="183641"/>
                  </a:lnTo>
                  <a:lnTo>
                    <a:pt x="310806" y="181737"/>
                  </a:lnTo>
                  <a:close/>
                </a:path>
                <a:path w="316865" h="236220">
                  <a:moveTo>
                    <a:pt x="272017" y="138049"/>
                  </a:moveTo>
                  <a:lnTo>
                    <a:pt x="234568" y="138049"/>
                  </a:lnTo>
                  <a:lnTo>
                    <a:pt x="240117" y="139898"/>
                  </a:lnTo>
                  <a:lnTo>
                    <a:pt x="240854" y="139898"/>
                  </a:lnTo>
                  <a:lnTo>
                    <a:pt x="245490" y="140588"/>
                  </a:lnTo>
                  <a:lnTo>
                    <a:pt x="252476" y="140588"/>
                  </a:lnTo>
                  <a:lnTo>
                    <a:pt x="263429" y="139898"/>
                  </a:lnTo>
                  <a:lnTo>
                    <a:pt x="272017" y="138049"/>
                  </a:lnTo>
                  <a:close/>
                </a:path>
                <a:path w="316865" h="236220">
                  <a:moveTo>
                    <a:pt x="316864" y="67056"/>
                  </a:moveTo>
                  <a:lnTo>
                    <a:pt x="258953" y="67056"/>
                  </a:lnTo>
                  <a:lnTo>
                    <a:pt x="263016" y="68199"/>
                  </a:lnTo>
                  <a:lnTo>
                    <a:pt x="266700" y="70484"/>
                  </a:lnTo>
                  <a:lnTo>
                    <a:pt x="278384" y="92709"/>
                  </a:lnTo>
                  <a:lnTo>
                    <a:pt x="278384" y="103886"/>
                  </a:lnTo>
                  <a:lnTo>
                    <a:pt x="258826" y="130556"/>
                  </a:lnTo>
                  <a:lnTo>
                    <a:pt x="286828" y="130556"/>
                  </a:lnTo>
                  <a:lnTo>
                    <a:pt x="288289" y="129539"/>
                  </a:lnTo>
                  <a:lnTo>
                    <a:pt x="293810" y="123420"/>
                  </a:lnTo>
                  <a:lnTo>
                    <a:pt x="297662" y="116331"/>
                  </a:lnTo>
                  <a:lnTo>
                    <a:pt x="297783" y="116109"/>
                  </a:lnTo>
                  <a:lnTo>
                    <a:pt x="300123" y="107822"/>
                  </a:lnTo>
                  <a:lnTo>
                    <a:pt x="300184" y="107608"/>
                  </a:lnTo>
                  <a:lnTo>
                    <a:pt x="300989" y="97916"/>
                  </a:lnTo>
                  <a:lnTo>
                    <a:pt x="300989" y="92709"/>
                  </a:lnTo>
                  <a:lnTo>
                    <a:pt x="300228" y="87883"/>
                  </a:lnTo>
                  <a:lnTo>
                    <a:pt x="297180" y="78993"/>
                  </a:lnTo>
                  <a:lnTo>
                    <a:pt x="295147" y="75437"/>
                  </a:lnTo>
                  <a:lnTo>
                    <a:pt x="292481" y="72770"/>
                  </a:lnTo>
                  <a:lnTo>
                    <a:pt x="293623" y="71500"/>
                  </a:lnTo>
                  <a:lnTo>
                    <a:pt x="316864" y="71500"/>
                  </a:lnTo>
                  <a:lnTo>
                    <a:pt x="316864" y="67056"/>
                  </a:lnTo>
                  <a:close/>
                </a:path>
                <a:path w="316865" h="236220">
                  <a:moveTo>
                    <a:pt x="316864" y="71500"/>
                  </a:moveTo>
                  <a:lnTo>
                    <a:pt x="293623" y="71500"/>
                  </a:lnTo>
                  <a:lnTo>
                    <a:pt x="316864" y="72389"/>
                  </a:lnTo>
                  <a:lnTo>
                    <a:pt x="316864" y="71500"/>
                  </a:lnTo>
                  <a:close/>
                </a:path>
                <a:path w="316865" h="236220">
                  <a:moveTo>
                    <a:pt x="127508" y="57531"/>
                  </a:moveTo>
                  <a:lnTo>
                    <a:pt x="87693" y="73263"/>
                  </a:lnTo>
                  <a:lnTo>
                    <a:pt x="72334" y="110799"/>
                  </a:lnTo>
                  <a:lnTo>
                    <a:pt x="71935" y="121665"/>
                  </a:lnTo>
                  <a:lnTo>
                    <a:pt x="72721" y="134619"/>
                  </a:lnTo>
                  <a:lnTo>
                    <a:pt x="93293" y="173057"/>
                  </a:lnTo>
                  <a:lnTo>
                    <a:pt x="125475" y="181737"/>
                  </a:lnTo>
                  <a:lnTo>
                    <a:pt x="133858" y="181286"/>
                  </a:lnTo>
                  <a:lnTo>
                    <a:pt x="141668" y="179943"/>
                  </a:lnTo>
                  <a:lnTo>
                    <a:pt x="148907" y="177718"/>
                  </a:lnTo>
                  <a:lnTo>
                    <a:pt x="155575" y="174625"/>
                  </a:lnTo>
                  <a:lnTo>
                    <a:pt x="159734" y="171831"/>
                  </a:lnTo>
                  <a:lnTo>
                    <a:pt x="127381" y="171831"/>
                  </a:lnTo>
                  <a:lnTo>
                    <a:pt x="120191" y="170951"/>
                  </a:lnTo>
                  <a:lnTo>
                    <a:pt x="96152" y="130321"/>
                  </a:lnTo>
                  <a:lnTo>
                    <a:pt x="95782" y="121665"/>
                  </a:lnTo>
                  <a:lnTo>
                    <a:pt x="95744" y="120776"/>
                  </a:lnTo>
                  <a:lnTo>
                    <a:pt x="103759" y="80644"/>
                  </a:lnTo>
                  <a:lnTo>
                    <a:pt x="127000" y="67437"/>
                  </a:lnTo>
                  <a:lnTo>
                    <a:pt x="161783" y="67437"/>
                  </a:lnTo>
                  <a:lnTo>
                    <a:pt x="160512" y="66317"/>
                  </a:lnTo>
                  <a:lnTo>
                    <a:pt x="151141" y="61442"/>
                  </a:lnTo>
                  <a:lnTo>
                    <a:pt x="140128" y="58507"/>
                  </a:lnTo>
                  <a:lnTo>
                    <a:pt x="127508" y="57531"/>
                  </a:lnTo>
                  <a:close/>
                </a:path>
                <a:path w="316865" h="236220">
                  <a:moveTo>
                    <a:pt x="161783" y="67437"/>
                  </a:moveTo>
                  <a:lnTo>
                    <a:pt x="133096" y="67437"/>
                  </a:lnTo>
                  <a:lnTo>
                    <a:pt x="138429" y="69341"/>
                  </a:lnTo>
                  <a:lnTo>
                    <a:pt x="147827" y="76962"/>
                  </a:lnTo>
                  <a:lnTo>
                    <a:pt x="158144" y="118109"/>
                  </a:lnTo>
                  <a:lnTo>
                    <a:pt x="158241" y="128269"/>
                  </a:lnTo>
                  <a:lnTo>
                    <a:pt x="157734" y="134619"/>
                  </a:lnTo>
                  <a:lnTo>
                    <a:pt x="141732" y="167639"/>
                  </a:lnTo>
                  <a:lnTo>
                    <a:pt x="137795" y="170433"/>
                  </a:lnTo>
                  <a:lnTo>
                    <a:pt x="132969" y="171831"/>
                  </a:lnTo>
                  <a:lnTo>
                    <a:pt x="159734" y="171831"/>
                  </a:lnTo>
                  <a:lnTo>
                    <a:pt x="180276" y="137239"/>
                  </a:lnTo>
                  <a:lnTo>
                    <a:pt x="181529" y="128269"/>
                  </a:lnTo>
                  <a:lnTo>
                    <a:pt x="181562" y="128033"/>
                  </a:lnTo>
                  <a:lnTo>
                    <a:pt x="181833" y="121665"/>
                  </a:lnTo>
                  <a:lnTo>
                    <a:pt x="181871" y="120776"/>
                  </a:lnTo>
                  <a:lnTo>
                    <a:pt x="181985" y="118109"/>
                  </a:lnTo>
                  <a:lnTo>
                    <a:pt x="168351" y="73263"/>
                  </a:lnTo>
                  <a:lnTo>
                    <a:pt x="165552" y="70754"/>
                  </a:lnTo>
                  <a:lnTo>
                    <a:pt x="161783" y="67437"/>
                  </a:lnTo>
                  <a:close/>
                </a:path>
                <a:path w="316865" h="236220">
                  <a:moveTo>
                    <a:pt x="37719" y="0"/>
                  </a:moveTo>
                  <a:lnTo>
                    <a:pt x="30225" y="0"/>
                  </a:lnTo>
                  <a:lnTo>
                    <a:pt x="0" y="1269"/>
                  </a:lnTo>
                  <a:lnTo>
                    <a:pt x="0" y="7746"/>
                  </a:lnTo>
                  <a:lnTo>
                    <a:pt x="4190" y="8508"/>
                  </a:lnTo>
                  <a:lnTo>
                    <a:pt x="7112" y="9270"/>
                  </a:lnTo>
                  <a:lnTo>
                    <a:pt x="15875" y="23240"/>
                  </a:lnTo>
                  <a:lnTo>
                    <a:pt x="15748" y="159257"/>
                  </a:lnTo>
                  <a:lnTo>
                    <a:pt x="1904" y="173481"/>
                  </a:lnTo>
                  <a:lnTo>
                    <a:pt x="1904" y="179705"/>
                  </a:lnTo>
                  <a:lnTo>
                    <a:pt x="51815" y="179705"/>
                  </a:lnTo>
                  <a:lnTo>
                    <a:pt x="51815" y="173481"/>
                  </a:lnTo>
                  <a:lnTo>
                    <a:pt x="47498" y="172465"/>
                  </a:lnTo>
                  <a:lnTo>
                    <a:pt x="44754" y="171322"/>
                  </a:lnTo>
                  <a:lnTo>
                    <a:pt x="44608" y="171322"/>
                  </a:lnTo>
                  <a:lnTo>
                    <a:pt x="42545" y="169671"/>
                  </a:lnTo>
                  <a:lnTo>
                    <a:pt x="40639" y="168275"/>
                  </a:lnTo>
                  <a:lnTo>
                    <a:pt x="39370" y="166115"/>
                  </a:lnTo>
                  <a:lnTo>
                    <a:pt x="38100" y="160527"/>
                  </a:lnTo>
                  <a:lnTo>
                    <a:pt x="37719" y="155447"/>
                  </a:lnTo>
                  <a:lnTo>
                    <a:pt x="377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40" name="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2016632" y="1876170"/>
            <a:ext cx="99949" cy="173354"/>
          </a:xfrm>
          <a:prstGeom prst="rect">
            <a:avLst/>
          </a:prstGeom>
        </p:spPr>
      </p:pic>
      <p:grpSp>
        <p:nvGrpSpPr>
          <p:cNvPr id="41" name="object 41"/>
          <p:cNvGrpSpPr/>
          <p:nvPr/>
        </p:nvGrpSpPr>
        <p:grpSpPr>
          <a:xfrm>
            <a:off x="1771650" y="1921129"/>
            <a:ext cx="766445" cy="717550"/>
            <a:chOff x="1771650" y="1921129"/>
            <a:chExt cx="766445" cy="717550"/>
          </a:xfrm>
        </p:grpSpPr>
        <p:sp>
          <p:nvSpPr>
            <p:cNvPr id="42" name="object 42"/>
            <p:cNvSpPr/>
            <p:nvPr/>
          </p:nvSpPr>
          <p:spPr>
            <a:xfrm>
              <a:off x="1956180" y="2154301"/>
              <a:ext cx="219075" cy="19050"/>
            </a:xfrm>
            <a:custGeom>
              <a:avLst/>
              <a:gdLst/>
              <a:ahLst/>
              <a:cxnLst/>
              <a:rect l="l" t="t" r="r" b="b"/>
              <a:pathLst>
                <a:path w="219075" h="19050">
                  <a:moveTo>
                    <a:pt x="21907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219075" y="19050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959229" y="2289302"/>
              <a:ext cx="209550" cy="124206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2216658" y="1921128"/>
              <a:ext cx="315595" cy="644525"/>
            </a:xfrm>
            <a:custGeom>
              <a:avLst/>
              <a:gdLst/>
              <a:ahLst/>
              <a:cxnLst/>
              <a:rect l="l" t="t" r="r" b="b"/>
              <a:pathLst>
                <a:path w="315594" h="644525">
                  <a:moveTo>
                    <a:pt x="64135" y="511302"/>
                  </a:moveTo>
                  <a:lnTo>
                    <a:pt x="45466" y="511302"/>
                  </a:lnTo>
                  <a:lnTo>
                    <a:pt x="41148" y="531241"/>
                  </a:lnTo>
                  <a:lnTo>
                    <a:pt x="59563" y="531241"/>
                  </a:lnTo>
                  <a:lnTo>
                    <a:pt x="64135" y="511302"/>
                  </a:lnTo>
                  <a:close/>
                </a:path>
                <a:path w="315594" h="644525">
                  <a:moveTo>
                    <a:pt x="67691" y="626618"/>
                  </a:moveTo>
                  <a:lnTo>
                    <a:pt x="61341" y="620395"/>
                  </a:lnTo>
                  <a:lnTo>
                    <a:pt x="59436" y="622554"/>
                  </a:lnTo>
                  <a:lnTo>
                    <a:pt x="56261" y="625729"/>
                  </a:lnTo>
                  <a:lnTo>
                    <a:pt x="53340" y="628396"/>
                  </a:lnTo>
                  <a:lnTo>
                    <a:pt x="50800" y="630174"/>
                  </a:lnTo>
                  <a:lnTo>
                    <a:pt x="49657" y="630936"/>
                  </a:lnTo>
                  <a:lnTo>
                    <a:pt x="48514" y="631317"/>
                  </a:lnTo>
                  <a:lnTo>
                    <a:pt x="46799" y="632079"/>
                  </a:lnTo>
                  <a:lnTo>
                    <a:pt x="43522" y="632079"/>
                  </a:lnTo>
                  <a:lnTo>
                    <a:pt x="41783" y="631444"/>
                  </a:lnTo>
                  <a:lnTo>
                    <a:pt x="40767" y="630428"/>
                  </a:lnTo>
                  <a:lnTo>
                    <a:pt x="39878" y="629412"/>
                  </a:lnTo>
                  <a:lnTo>
                    <a:pt x="39370" y="627634"/>
                  </a:lnTo>
                  <a:lnTo>
                    <a:pt x="39433" y="622554"/>
                  </a:lnTo>
                  <a:lnTo>
                    <a:pt x="39497" y="621665"/>
                  </a:lnTo>
                  <a:lnTo>
                    <a:pt x="39878" y="619379"/>
                  </a:lnTo>
                  <a:lnTo>
                    <a:pt x="40767" y="614299"/>
                  </a:lnTo>
                  <a:lnTo>
                    <a:pt x="41656" y="610743"/>
                  </a:lnTo>
                  <a:lnTo>
                    <a:pt x="55499" y="548767"/>
                  </a:lnTo>
                  <a:lnTo>
                    <a:pt x="50927" y="548767"/>
                  </a:lnTo>
                  <a:lnTo>
                    <a:pt x="23876" y="549783"/>
                  </a:lnTo>
                  <a:lnTo>
                    <a:pt x="22834" y="556260"/>
                  </a:lnTo>
                  <a:lnTo>
                    <a:pt x="26797" y="556260"/>
                  </a:lnTo>
                  <a:lnTo>
                    <a:pt x="29591" y="556895"/>
                  </a:lnTo>
                  <a:lnTo>
                    <a:pt x="31242" y="557911"/>
                  </a:lnTo>
                  <a:lnTo>
                    <a:pt x="32766" y="559054"/>
                  </a:lnTo>
                  <a:lnTo>
                    <a:pt x="33655" y="560832"/>
                  </a:lnTo>
                  <a:lnTo>
                    <a:pt x="33655" y="565912"/>
                  </a:lnTo>
                  <a:lnTo>
                    <a:pt x="33274" y="568833"/>
                  </a:lnTo>
                  <a:lnTo>
                    <a:pt x="32766" y="572135"/>
                  </a:lnTo>
                  <a:lnTo>
                    <a:pt x="32004" y="575691"/>
                  </a:lnTo>
                  <a:lnTo>
                    <a:pt x="31369" y="579247"/>
                  </a:lnTo>
                  <a:lnTo>
                    <a:pt x="30607" y="582930"/>
                  </a:lnTo>
                  <a:lnTo>
                    <a:pt x="29591" y="586740"/>
                  </a:lnTo>
                  <a:lnTo>
                    <a:pt x="28702" y="590677"/>
                  </a:lnTo>
                  <a:lnTo>
                    <a:pt x="27813" y="594487"/>
                  </a:lnTo>
                  <a:lnTo>
                    <a:pt x="26035" y="602361"/>
                  </a:lnTo>
                  <a:lnTo>
                    <a:pt x="25146" y="606044"/>
                  </a:lnTo>
                  <a:lnTo>
                    <a:pt x="23622" y="613156"/>
                  </a:lnTo>
                  <a:lnTo>
                    <a:pt x="22987" y="616458"/>
                  </a:lnTo>
                  <a:lnTo>
                    <a:pt x="21971" y="622554"/>
                  </a:lnTo>
                  <a:lnTo>
                    <a:pt x="22098" y="632079"/>
                  </a:lnTo>
                  <a:lnTo>
                    <a:pt x="22860" y="634111"/>
                  </a:lnTo>
                  <a:lnTo>
                    <a:pt x="23495" y="636270"/>
                  </a:lnTo>
                  <a:lnTo>
                    <a:pt x="24638" y="638048"/>
                  </a:lnTo>
                  <a:lnTo>
                    <a:pt x="26035" y="639572"/>
                  </a:lnTo>
                  <a:lnTo>
                    <a:pt x="27305" y="641096"/>
                  </a:lnTo>
                  <a:lnTo>
                    <a:pt x="28956" y="642239"/>
                  </a:lnTo>
                  <a:lnTo>
                    <a:pt x="32766" y="644017"/>
                  </a:lnTo>
                  <a:lnTo>
                    <a:pt x="34925" y="644398"/>
                  </a:lnTo>
                  <a:lnTo>
                    <a:pt x="39751" y="644398"/>
                  </a:lnTo>
                  <a:lnTo>
                    <a:pt x="42164" y="644144"/>
                  </a:lnTo>
                  <a:lnTo>
                    <a:pt x="46736" y="642874"/>
                  </a:lnTo>
                  <a:lnTo>
                    <a:pt x="49022" y="641858"/>
                  </a:lnTo>
                  <a:lnTo>
                    <a:pt x="51308" y="640461"/>
                  </a:lnTo>
                  <a:lnTo>
                    <a:pt x="53721" y="639064"/>
                  </a:lnTo>
                  <a:lnTo>
                    <a:pt x="56261" y="637159"/>
                  </a:lnTo>
                  <a:lnTo>
                    <a:pt x="58801" y="634873"/>
                  </a:lnTo>
                  <a:lnTo>
                    <a:pt x="61468" y="632714"/>
                  </a:lnTo>
                  <a:lnTo>
                    <a:pt x="62128" y="632079"/>
                  </a:lnTo>
                  <a:lnTo>
                    <a:pt x="64389" y="629920"/>
                  </a:lnTo>
                  <a:lnTo>
                    <a:pt x="67691" y="626618"/>
                  </a:lnTo>
                  <a:close/>
                </a:path>
                <a:path w="315594" h="644525">
                  <a:moveTo>
                    <a:pt x="205359" y="601472"/>
                  </a:moveTo>
                  <a:lnTo>
                    <a:pt x="98171" y="601472"/>
                  </a:lnTo>
                  <a:lnTo>
                    <a:pt x="98171" y="615696"/>
                  </a:lnTo>
                  <a:lnTo>
                    <a:pt x="205359" y="615696"/>
                  </a:lnTo>
                  <a:lnTo>
                    <a:pt x="205359" y="601472"/>
                  </a:lnTo>
                  <a:close/>
                </a:path>
                <a:path w="315594" h="644525">
                  <a:moveTo>
                    <a:pt x="205359" y="560959"/>
                  </a:moveTo>
                  <a:lnTo>
                    <a:pt x="98171" y="560959"/>
                  </a:lnTo>
                  <a:lnTo>
                    <a:pt x="98171" y="575310"/>
                  </a:lnTo>
                  <a:lnTo>
                    <a:pt x="205359" y="575310"/>
                  </a:lnTo>
                  <a:lnTo>
                    <a:pt x="205359" y="560959"/>
                  </a:lnTo>
                  <a:close/>
                </a:path>
                <a:path w="315594" h="644525">
                  <a:moveTo>
                    <a:pt x="315214" y="398907"/>
                  </a:moveTo>
                  <a:lnTo>
                    <a:pt x="296545" y="398907"/>
                  </a:lnTo>
                  <a:lnTo>
                    <a:pt x="293649" y="414985"/>
                  </a:lnTo>
                  <a:lnTo>
                    <a:pt x="290525" y="427926"/>
                  </a:lnTo>
                  <a:lnTo>
                    <a:pt x="287121" y="437743"/>
                  </a:lnTo>
                  <a:lnTo>
                    <a:pt x="283464" y="444373"/>
                  </a:lnTo>
                  <a:lnTo>
                    <a:pt x="278257" y="451104"/>
                  </a:lnTo>
                  <a:lnTo>
                    <a:pt x="270891" y="454533"/>
                  </a:lnTo>
                  <a:lnTo>
                    <a:pt x="43434" y="454533"/>
                  </a:lnTo>
                  <a:lnTo>
                    <a:pt x="205232" y="235077"/>
                  </a:lnTo>
                  <a:lnTo>
                    <a:pt x="205232" y="219837"/>
                  </a:lnTo>
                  <a:lnTo>
                    <a:pt x="55372" y="16383"/>
                  </a:lnTo>
                  <a:lnTo>
                    <a:pt x="253492" y="16383"/>
                  </a:lnTo>
                  <a:lnTo>
                    <a:pt x="284175" y="40513"/>
                  </a:lnTo>
                  <a:lnTo>
                    <a:pt x="291846" y="74295"/>
                  </a:lnTo>
                  <a:lnTo>
                    <a:pt x="308356" y="74295"/>
                  </a:lnTo>
                  <a:lnTo>
                    <a:pt x="308356" y="0"/>
                  </a:lnTo>
                  <a:lnTo>
                    <a:pt x="5080" y="0"/>
                  </a:lnTo>
                  <a:lnTo>
                    <a:pt x="5080" y="11938"/>
                  </a:lnTo>
                  <a:lnTo>
                    <a:pt x="175895" y="240030"/>
                  </a:lnTo>
                  <a:lnTo>
                    <a:pt x="0" y="478536"/>
                  </a:lnTo>
                  <a:lnTo>
                    <a:pt x="0" y="490982"/>
                  </a:lnTo>
                  <a:lnTo>
                    <a:pt x="308737" y="490982"/>
                  </a:lnTo>
                  <a:lnTo>
                    <a:pt x="315214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5" name="object 4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458973" y="2444115"/>
              <a:ext cx="78867" cy="119761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771650" y="2457450"/>
              <a:ext cx="180975" cy="180975"/>
            </a:xfrm>
            <a:prstGeom prst="rect">
              <a:avLst/>
            </a:prstGeom>
          </p:spPr>
        </p:pic>
      </p:grpSp>
      <p:pic>
        <p:nvPicPr>
          <p:cNvPr id="47" name="object 4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2293366" y="1754504"/>
            <a:ext cx="170941" cy="96647"/>
          </a:xfrm>
          <a:prstGeom prst="rect">
            <a:avLst/>
          </a:prstGeom>
        </p:spPr>
      </p:pic>
      <p:grpSp>
        <p:nvGrpSpPr>
          <p:cNvPr id="48" name="object 48"/>
          <p:cNvGrpSpPr/>
          <p:nvPr/>
        </p:nvGrpSpPr>
        <p:grpSpPr>
          <a:xfrm>
            <a:off x="2584957" y="1010538"/>
            <a:ext cx="4603115" cy="1488440"/>
            <a:chOff x="2584957" y="1010538"/>
            <a:chExt cx="4603115" cy="1488440"/>
          </a:xfrm>
        </p:grpSpPr>
        <p:sp>
          <p:nvSpPr>
            <p:cNvPr id="49" name="object 49"/>
            <p:cNvSpPr/>
            <p:nvPr/>
          </p:nvSpPr>
          <p:spPr>
            <a:xfrm>
              <a:off x="2584958" y="2011679"/>
              <a:ext cx="2034539" cy="309880"/>
            </a:xfrm>
            <a:custGeom>
              <a:avLst/>
              <a:gdLst/>
              <a:ahLst/>
              <a:cxnLst/>
              <a:rect l="l" t="t" r="r" b="b"/>
              <a:pathLst>
                <a:path w="2034539" h="309880">
                  <a:moveTo>
                    <a:pt x="57277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299720"/>
                  </a:lnTo>
                  <a:lnTo>
                    <a:pt x="0" y="309880"/>
                  </a:lnTo>
                  <a:lnTo>
                    <a:pt x="57277" y="309880"/>
                  </a:lnTo>
                  <a:lnTo>
                    <a:pt x="57277" y="299720"/>
                  </a:lnTo>
                  <a:lnTo>
                    <a:pt x="23368" y="299720"/>
                  </a:lnTo>
                  <a:lnTo>
                    <a:pt x="23368" y="10160"/>
                  </a:lnTo>
                  <a:lnTo>
                    <a:pt x="57277" y="10160"/>
                  </a:lnTo>
                  <a:lnTo>
                    <a:pt x="57277" y="0"/>
                  </a:lnTo>
                  <a:close/>
                </a:path>
                <a:path w="2034539" h="309880">
                  <a:moveTo>
                    <a:pt x="2034540" y="0"/>
                  </a:moveTo>
                  <a:lnTo>
                    <a:pt x="1977263" y="0"/>
                  </a:lnTo>
                  <a:lnTo>
                    <a:pt x="1977263" y="10160"/>
                  </a:lnTo>
                  <a:lnTo>
                    <a:pt x="2011172" y="10160"/>
                  </a:lnTo>
                  <a:lnTo>
                    <a:pt x="2011172" y="299720"/>
                  </a:lnTo>
                  <a:lnTo>
                    <a:pt x="1977263" y="299720"/>
                  </a:lnTo>
                  <a:lnTo>
                    <a:pt x="1977263" y="309880"/>
                  </a:lnTo>
                  <a:lnTo>
                    <a:pt x="2034540" y="309880"/>
                  </a:lnTo>
                  <a:lnTo>
                    <a:pt x="2034540" y="299720"/>
                  </a:lnTo>
                  <a:lnTo>
                    <a:pt x="2034540" y="10160"/>
                  </a:lnTo>
                  <a:lnTo>
                    <a:pt x="203454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0" name="object 50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2658744" y="2068702"/>
              <a:ext cx="118872" cy="17132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2670174" y="2010410"/>
              <a:ext cx="1864989" cy="488569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129533" y="1010538"/>
              <a:ext cx="102870" cy="203200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429882" y="2217419"/>
              <a:ext cx="53720" cy="200406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6559042" y="2166238"/>
              <a:ext cx="628776" cy="251841"/>
            </a:xfrm>
            <a:prstGeom prst="rect">
              <a:avLst/>
            </a:prstGeom>
          </p:spPr>
        </p:pic>
      </p:grpSp>
      <p:pic>
        <p:nvPicPr>
          <p:cNvPr id="55" name="object 55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925066" y="2936875"/>
            <a:ext cx="127696" cy="20193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993770" y="3882034"/>
            <a:ext cx="520835" cy="226415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580003" y="3954360"/>
            <a:ext cx="401700" cy="145541"/>
          </a:xfrm>
          <a:prstGeom prst="rect">
            <a:avLst/>
          </a:prstGeom>
        </p:spPr>
      </p:pic>
      <p:sp>
        <p:nvSpPr>
          <p:cNvPr id="58" name="object 58"/>
          <p:cNvSpPr/>
          <p:nvPr/>
        </p:nvSpPr>
        <p:spPr>
          <a:xfrm>
            <a:off x="4148201" y="3867150"/>
            <a:ext cx="31115" cy="223520"/>
          </a:xfrm>
          <a:custGeom>
            <a:avLst/>
            <a:gdLst/>
            <a:ahLst/>
            <a:cxnLst/>
            <a:rect l="l" t="t" r="r" b="b"/>
            <a:pathLst>
              <a:path w="31114" h="223520">
                <a:moveTo>
                  <a:pt x="18643" y="219662"/>
                </a:moveTo>
                <a:lnTo>
                  <a:pt x="17399" y="220954"/>
                </a:lnTo>
                <a:lnTo>
                  <a:pt x="10604" y="222673"/>
                </a:lnTo>
                <a:lnTo>
                  <a:pt x="12573" y="223342"/>
                </a:lnTo>
                <a:lnTo>
                  <a:pt x="17907" y="221145"/>
                </a:lnTo>
                <a:lnTo>
                  <a:pt x="18643" y="219662"/>
                </a:lnTo>
                <a:close/>
              </a:path>
              <a:path w="31114" h="223520">
                <a:moveTo>
                  <a:pt x="4838" y="220716"/>
                </a:moveTo>
                <a:lnTo>
                  <a:pt x="5461" y="221526"/>
                </a:lnTo>
                <a:lnTo>
                  <a:pt x="9651" y="222910"/>
                </a:lnTo>
                <a:lnTo>
                  <a:pt x="10604" y="222673"/>
                </a:lnTo>
                <a:lnTo>
                  <a:pt x="4838" y="220716"/>
                </a:lnTo>
                <a:close/>
              </a:path>
              <a:path w="31114" h="223520">
                <a:moveTo>
                  <a:pt x="23105" y="204457"/>
                </a:moveTo>
                <a:lnTo>
                  <a:pt x="3301" y="204457"/>
                </a:lnTo>
                <a:lnTo>
                  <a:pt x="2861" y="205391"/>
                </a:lnTo>
                <a:lnTo>
                  <a:pt x="2590" y="205803"/>
                </a:lnTo>
                <a:lnTo>
                  <a:pt x="1777" y="207340"/>
                </a:lnTo>
                <a:lnTo>
                  <a:pt x="1190" y="208527"/>
                </a:lnTo>
                <a:lnTo>
                  <a:pt x="888" y="210045"/>
                </a:lnTo>
                <a:lnTo>
                  <a:pt x="293" y="213430"/>
                </a:lnTo>
                <a:lnTo>
                  <a:pt x="490" y="215099"/>
                </a:lnTo>
                <a:lnTo>
                  <a:pt x="557" y="215313"/>
                </a:lnTo>
                <a:lnTo>
                  <a:pt x="3048" y="218389"/>
                </a:lnTo>
                <a:lnTo>
                  <a:pt x="4838" y="220716"/>
                </a:lnTo>
                <a:lnTo>
                  <a:pt x="10604" y="222673"/>
                </a:lnTo>
                <a:lnTo>
                  <a:pt x="17399" y="220954"/>
                </a:lnTo>
                <a:lnTo>
                  <a:pt x="18643" y="219662"/>
                </a:lnTo>
                <a:lnTo>
                  <a:pt x="20193" y="216547"/>
                </a:lnTo>
                <a:lnTo>
                  <a:pt x="20845" y="215313"/>
                </a:lnTo>
                <a:lnTo>
                  <a:pt x="20958" y="215099"/>
                </a:lnTo>
                <a:lnTo>
                  <a:pt x="21082" y="213842"/>
                </a:lnTo>
                <a:lnTo>
                  <a:pt x="22388" y="207340"/>
                </a:lnTo>
                <a:lnTo>
                  <a:pt x="23105" y="204457"/>
                </a:lnTo>
                <a:close/>
              </a:path>
              <a:path w="31114" h="223520">
                <a:moveTo>
                  <a:pt x="342" y="213842"/>
                </a:moveTo>
                <a:lnTo>
                  <a:pt x="0" y="215099"/>
                </a:lnTo>
                <a:lnTo>
                  <a:pt x="2921" y="220065"/>
                </a:lnTo>
                <a:lnTo>
                  <a:pt x="4838" y="220716"/>
                </a:lnTo>
                <a:lnTo>
                  <a:pt x="3048" y="218389"/>
                </a:lnTo>
                <a:lnTo>
                  <a:pt x="557" y="215313"/>
                </a:lnTo>
                <a:lnTo>
                  <a:pt x="490" y="215099"/>
                </a:lnTo>
                <a:lnTo>
                  <a:pt x="342" y="213842"/>
                </a:lnTo>
                <a:close/>
              </a:path>
              <a:path w="31114" h="223520">
                <a:moveTo>
                  <a:pt x="20845" y="215313"/>
                </a:moveTo>
                <a:lnTo>
                  <a:pt x="20193" y="216547"/>
                </a:lnTo>
                <a:lnTo>
                  <a:pt x="18643" y="219662"/>
                </a:lnTo>
                <a:lnTo>
                  <a:pt x="20447" y="217792"/>
                </a:lnTo>
                <a:lnTo>
                  <a:pt x="20845" y="215313"/>
                </a:lnTo>
                <a:close/>
              </a:path>
              <a:path w="31114" h="223520">
                <a:moveTo>
                  <a:pt x="23722" y="200841"/>
                </a:moveTo>
                <a:lnTo>
                  <a:pt x="23240" y="203428"/>
                </a:lnTo>
                <a:lnTo>
                  <a:pt x="23146" y="204292"/>
                </a:lnTo>
                <a:lnTo>
                  <a:pt x="22388" y="207340"/>
                </a:lnTo>
                <a:lnTo>
                  <a:pt x="22225" y="208076"/>
                </a:lnTo>
                <a:lnTo>
                  <a:pt x="21163" y="213430"/>
                </a:lnTo>
                <a:lnTo>
                  <a:pt x="20879" y="215099"/>
                </a:lnTo>
                <a:lnTo>
                  <a:pt x="21623" y="213842"/>
                </a:lnTo>
                <a:lnTo>
                  <a:pt x="25070" y="203911"/>
                </a:lnTo>
                <a:lnTo>
                  <a:pt x="25146" y="203682"/>
                </a:lnTo>
                <a:lnTo>
                  <a:pt x="23722" y="200841"/>
                </a:lnTo>
                <a:close/>
              </a:path>
              <a:path w="31114" h="223520">
                <a:moveTo>
                  <a:pt x="1190" y="208527"/>
                </a:moveTo>
                <a:lnTo>
                  <a:pt x="0" y="210934"/>
                </a:lnTo>
                <a:lnTo>
                  <a:pt x="293" y="213430"/>
                </a:lnTo>
                <a:lnTo>
                  <a:pt x="888" y="210045"/>
                </a:lnTo>
                <a:lnTo>
                  <a:pt x="1080" y="209080"/>
                </a:lnTo>
                <a:lnTo>
                  <a:pt x="1190" y="208527"/>
                </a:lnTo>
                <a:close/>
              </a:path>
              <a:path w="31114" h="223520">
                <a:moveTo>
                  <a:pt x="3200" y="204292"/>
                </a:moveTo>
                <a:lnTo>
                  <a:pt x="2032" y="204292"/>
                </a:lnTo>
                <a:lnTo>
                  <a:pt x="1777" y="205391"/>
                </a:lnTo>
                <a:lnTo>
                  <a:pt x="1731" y="205803"/>
                </a:lnTo>
                <a:lnTo>
                  <a:pt x="1280" y="208076"/>
                </a:lnTo>
                <a:lnTo>
                  <a:pt x="1190" y="208527"/>
                </a:lnTo>
                <a:lnTo>
                  <a:pt x="1777" y="207340"/>
                </a:lnTo>
                <a:lnTo>
                  <a:pt x="2808" y="205391"/>
                </a:lnTo>
                <a:lnTo>
                  <a:pt x="3142" y="204457"/>
                </a:lnTo>
                <a:lnTo>
                  <a:pt x="3200" y="204292"/>
                </a:lnTo>
                <a:close/>
              </a:path>
              <a:path w="31114" h="223520">
                <a:moveTo>
                  <a:pt x="22351" y="0"/>
                </a:moveTo>
                <a:lnTo>
                  <a:pt x="12191" y="2031"/>
                </a:lnTo>
                <a:lnTo>
                  <a:pt x="8509" y="6362"/>
                </a:lnTo>
                <a:lnTo>
                  <a:pt x="7762" y="36846"/>
                </a:lnTo>
                <a:lnTo>
                  <a:pt x="7365" y="47701"/>
                </a:lnTo>
                <a:lnTo>
                  <a:pt x="6603" y="78828"/>
                </a:lnTo>
                <a:lnTo>
                  <a:pt x="6476" y="89128"/>
                </a:lnTo>
                <a:lnTo>
                  <a:pt x="6826" y="98031"/>
                </a:lnTo>
                <a:lnTo>
                  <a:pt x="6721" y="127927"/>
                </a:lnTo>
                <a:lnTo>
                  <a:pt x="6350" y="145110"/>
                </a:lnTo>
                <a:lnTo>
                  <a:pt x="6236" y="157162"/>
                </a:lnTo>
                <a:lnTo>
                  <a:pt x="4737" y="176751"/>
                </a:lnTo>
                <a:lnTo>
                  <a:pt x="4698" y="177261"/>
                </a:lnTo>
                <a:lnTo>
                  <a:pt x="4580" y="178765"/>
                </a:lnTo>
                <a:lnTo>
                  <a:pt x="3810" y="185051"/>
                </a:lnTo>
                <a:lnTo>
                  <a:pt x="3810" y="185229"/>
                </a:lnTo>
                <a:lnTo>
                  <a:pt x="2286" y="200418"/>
                </a:lnTo>
                <a:lnTo>
                  <a:pt x="2159" y="200685"/>
                </a:lnTo>
                <a:lnTo>
                  <a:pt x="2006" y="202565"/>
                </a:lnTo>
                <a:lnTo>
                  <a:pt x="1897" y="203911"/>
                </a:lnTo>
                <a:lnTo>
                  <a:pt x="1777" y="205391"/>
                </a:lnTo>
                <a:lnTo>
                  <a:pt x="1999" y="204457"/>
                </a:lnTo>
                <a:lnTo>
                  <a:pt x="2032" y="204292"/>
                </a:lnTo>
                <a:lnTo>
                  <a:pt x="3200" y="204292"/>
                </a:lnTo>
                <a:lnTo>
                  <a:pt x="3810" y="202565"/>
                </a:lnTo>
                <a:lnTo>
                  <a:pt x="5587" y="197167"/>
                </a:lnTo>
                <a:lnTo>
                  <a:pt x="11429" y="194259"/>
                </a:lnTo>
                <a:lnTo>
                  <a:pt x="24947" y="194259"/>
                </a:lnTo>
                <a:lnTo>
                  <a:pt x="26035" y="188417"/>
                </a:lnTo>
                <a:lnTo>
                  <a:pt x="26162" y="187959"/>
                </a:lnTo>
                <a:lnTo>
                  <a:pt x="27432" y="178765"/>
                </a:lnTo>
                <a:lnTo>
                  <a:pt x="28701" y="157162"/>
                </a:lnTo>
                <a:lnTo>
                  <a:pt x="28711" y="145110"/>
                </a:lnTo>
                <a:lnTo>
                  <a:pt x="29083" y="127927"/>
                </a:lnTo>
                <a:lnTo>
                  <a:pt x="28956" y="98031"/>
                </a:lnTo>
                <a:lnTo>
                  <a:pt x="28490" y="89128"/>
                </a:lnTo>
                <a:lnTo>
                  <a:pt x="28458" y="78828"/>
                </a:lnTo>
                <a:lnTo>
                  <a:pt x="29083" y="48374"/>
                </a:lnTo>
                <a:lnTo>
                  <a:pt x="29337" y="38011"/>
                </a:lnTo>
                <a:lnTo>
                  <a:pt x="30094" y="15976"/>
                </a:lnTo>
                <a:lnTo>
                  <a:pt x="29463" y="15976"/>
                </a:lnTo>
                <a:lnTo>
                  <a:pt x="30225" y="12153"/>
                </a:lnTo>
                <a:lnTo>
                  <a:pt x="30734" y="12153"/>
                </a:lnTo>
                <a:lnTo>
                  <a:pt x="30734" y="10680"/>
                </a:lnTo>
                <a:lnTo>
                  <a:pt x="29845" y="8737"/>
                </a:lnTo>
                <a:lnTo>
                  <a:pt x="29463" y="7581"/>
                </a:lnTo>
                <a:lnTo>
                  <a:pt x="27432" y="2793"/>
                </a:lnTo>
                <a:lnTo>
                  <a:pt x="22351" y="0"/>
                </a:lnTo>
                <a:close/>
              </a:path>
              <a:path w="31114" h="223520">
                <a:moveTo>
                  <a:pt x="11429" y="194259"/>
                </a:moveTo>
                <a:lnTo>
                  <a:pt x="5587" y="197167"/>
                </a:lnTo>
                <a:lnTo>
                  <a:pt x="3810" y="202565"/>
                </a:lnTo>
                <a:lnTo>
                  <a:pt x="2812" y="205391"/>
                </a:lnTo>
                <a:lnTo>
                  <a:pt x="3301" y="204457"/>
                </a:lnTo>
                <a:lnTo>
                  <a:pt x="23105" y="204457"/>
                </a:lnTo>
                <a:lnTo>
                  <a:pt x="23146" y="204292"/>
                </a:lnTo>
                <a:lnTo>
                  <a:pt x="23240" y="203428"/>
                </a:lnTo>
                <a:lnTo>
                  <a:pt x="23722" y="200841"/>
                </a:lnTo>
                <a:lnTo>
                  <a:pt x="22225" y="197853"/>
                </a:lnTo>
                <a:lnTo>
                  <a:pt x="11429" y="194259"/>
                </a:lnTo>
                <a:close/>
              </a:path>
              <a:path w="31114" h="223520">
                <a:moveTo>
                  <a:pt x="24947" y="194259"/>
                </a:moveTo>
                <a:lnTo>
                  <a:pt x="11429" y="194259"/>
                </a:lnTo>
                <a:lnTo>
                  <a:pt x="22225" y="197853"/>
                </a:lnTo>
                <a:lnTo>
                  <a:pt x="23644" y="200685"/>
                </a:lnTo>
                <a:lnTo>
                  <a:pt x="23801" y="200418"/>
                </a:lnTo>
                <a:lnTo>
                  <a:pt x="24947" y="194259"/>
                </a:lnTo>
                <a:close/>
              </a:path>
              <a:path w="31114" h="223520">
                <a:moveTo>
                  <a:pt x="30201" y="12877"/>
                </a:moveTo>
                <a:lnTo>
                  <a:pt x="29828" y="14146"/>
                </a:lnTo>
                <a:lnTo>
                  <a:pt x="29463" y="15976"/>
                </a:lnTo>
                <a:lnTo>
                  <a:pt x="29845" y="14833"/>
                </a:lnTo>
                <a:lnTo>
                  <a:pt x="30157" y="14146"/>
                </a:lnTo>
                <a:lnTo>
                  <a:pt x="30201" y="12877"/>
                </a:lnTo>
                <a:close/>
              </a:path>
              <a:path w="31114" h="223520">
                <a:moveTo>
                  <a:pt x="30157" y="14146"/>
                </a:moveTo>
                <a:lnTo>
                  <a:pt x="29845" y="14833"/>
                </a:lnTo>
                <a:lnTo>
                  <a:pt x="29463" y="15976"/>
                </a:lnTo>
                <a:lnTo>
                  <a:pt x="30094" y="15976"/>
                </a:lnTo>
                <a:lnTo>
                  <a:pt x="30157" y="14146"/>
                </a:lnTo>
                <a:close/>
              </a:path>
              <a:path w="31114" h="223520">
                <a:moveTo>
                  <a:pt x="30734" y="12153"/>
                </a:moveTo>
                <a:lnTo>
                  <a:pt x="30225" y="12153"/>
                </a:lnTo>
                <a:lnTo>
                  <a:pt x="30157" y="14146"/>
                </a:lnTo>
                <a:lnTo>
                  <a:pt x="30734" y="12877"/>
                </a:lnTo>
                <a:lnTo>
                  <a:pt x="30734" y="12153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59" name="object 59"/>
          <p:cNvGrpSpPr/>
          <p:nvPr/>
        </p:nvGrpSpPr>
        <p:grpSpPr>
          <a:xfrm>
            <a:off x="4244466" y="3866769"/>
            <a:ext cx="366395" cy="228600"/>
            <a:chOff x="4244466" y="3866769"/>
            <a:chExt cx="366395" cy="228600"/>
          </a:xfrm>
        </p:grpSpPr>
        <p:sp>
          <p:nvSpPr>
            <p:cNvPr id="60" name="object 60"/>
            <p:cNvSpPr/>
            <p:nvPr/>
          </p:nvSpPr>
          <p:spPr>
            <a:xfrm>
              <a:off x="4244466" y="3973563"/>
              <a:ext cx="27940" cy="105410"/>
            </a:xfrm>
            <a:custGeom>
              <a:avLst/>
              <a:gdLst/>
              <a:ahLst/>
              <a:cxnLst/>
              <a:rect l="l" t="t" r="r" b="b"/>
              <a:pathLst>
                <a:path w="27939" h="105410">
                  <a:moveTo>
                    <a:pt x="11365" y="103855"/>
                  </a:moveTo>
                  <a:lnTo>
                    <a:pt x="13462" y="105181"/>
                  </a:lnTo>
                  <a:lnTo>
                    <a:pt x="16637" y="104683"/>
                  </a:lnTo>
                  <a:lnTo>
                    <a:pt x="11365" y="103855"/>
                  </a:lnTo>
                  <a:close/>
                </a:path>
                <a:path w="27939" h="105410">
                  <a:moveTo>
                    <a:pt x="21908" y="103855"/>
                  </a:moveTo>
                  <a:lnTo>
                    <a:pt x="16637" y="104683"/>
                  </a:lnTo>
                  <a:lnTo>
                    <a:pt x="19812" y="105181"/>
                  </a:lnTo>
                  <a:lnTo>
                    <a:pt x="21908" y="103855"/>
                  </a:lnTo>
                  <a:close/>
                </a:path>
                <a:path w="27939" h="105410">
                  <a:moveTo>
                    <a:pt x="7465" y="97196"/>
                  </a:moveTo>
                  <a:lnTo>
                    <a:pt x="8914" y="101733"/>
                  </a:lnTo>
                  <a:lnTo>
                    <a:pt x="10024" y="103007"/>
                  </a:lnTo>
                  <a:lnTo>
                    <a:pt x="11365" y="103855"/>
                  </a:lnTo>
                  <a:lnTo>
                    <a:pt x="16637" y="104683"/>
                  </a:lnTo>
                  <a:lnTo>
                    <a:pt x="21908" y="103855"/>
                  </a:lnTo>
                  <a:lnTo>
                    <a:pt x="23249" y="103007"/>
                  </a:lnTo>
                  <a:lnTo>
                    <a:pt x="24359" y="101733"/>
                  </a:lnTo>
                  <a:lnTo>
                    <a:pt x="25509" y="98132"/>
                  </a:lnTo>
                  <a:lnTo>
                    <a:pt x="8000" y="98132"/>
                  </a:lnTo>
                  <a:lnTo>
                    <a:pt x="7465" y="97196"/>
                  </a:lnTo>
                  <a:close/>
                </a:path>
                <a:path w="27939" h="105410">
                  <a:moveTo>
                    <a:pt x="10024" y="103007"/>
                  </a:moveTo>
                  <a:lnTo>
                    <a:pt x="10763" y="103855"/>
                  </a:lnTo>
                  <a:lnTo>
                    <a:pt x="11365" y="103855"/>
                  </a:lnTo>
                  <a:lnTo>
                    <a:pt x="10024" y="103007"/>
                  </a:lnTo>
                  <a:close/>
                </a:path>
                <a:path w="27939" h="105410">
                  <a:moveTo>
                    <a:pt x="23249" y="103007"/>
                  </a:moveTo>
                  <a:lnTo>
                    <a:pt x="21908" y="103855"/>
                  </a:lnTo>
                  <a:lnTo>
                    <a:pt x="22510" y="103855"/>
                  </a:lnTo>
                  <a:lnTo>
                    <a:pt x="23249" y="103007"/>
                  </a:lnTo>
                  <a:close/>
                </a:path>
                <a:path w="27939" h="105410">
                  <a:moveTo>
                    <a:pt x="8914" y="101733"/>
                  </a:moveTo>
                  <a:lnTo>
                    <a:pt x="9144" y="102450"/>
                  </a:lnTo>
                  <a:lnTo>
                    <a:pt x="10024" y="103007"/>
                  </a:lnTo>
                  <a:lnTo>
                    <a:pt x="8914" y="101733"/>
                  </a:lnTo>
                  <a:close/>
                </a:path>
                <a:path w="27939" h="105410">
                  <a:moveTo>
                    <a:pt x="24359" y="101733"/>
                  </a:moveTo>
                  <a:lnTo>
                    <a:pt x="23249" y="103007"/>
                  </a:lnTo>
                  <a:lnTo>
                    <a:pt x="24130" y="102450"/>
                  </a:lnTo>
                  <a:lnTo>
                    <a:pt x="24359" y="101733"/>
                  </a:lnTo>
                  <a:close/>
                </a:path>
                <a:path w="27939" h="105410">
                  <a:moveTo>
                    <a:pt x="7238" y="96799"/>
                  </a:moveTo>
                  <a:lnTo>
                    <a:pt x="7238" y="99809"/>
                  </a:lnTo>
                  <a:lnTo>
                    <a:pt x="8914" y="101733"/>
                  </a:lnTo>
                  <a:lnTo>
                    <a:pt x="7465" y="97196"/>
                  </a:lnTo>
                  <a:lnTo>
                    <a:pt x="7238" y="96799"/>
                  </a:lnTo>
                  <a:close/>
                </a:path>
                <a:path w="27939" h="105410">
                  <a:moveTo>
                    <a:pt x="26055" y="96799"/>
                  </a:moveTo>
                  <a:lnTo>
                    <a:pt x="25808" y="97196"/>
                  </a:lnTo>
                  <a:lnTo>
                    <a:pt x="24359" y="101733"/>
                  </a:lnTo>
                  <a:lnTo>
                    <a:pt x="26035" y="99809"/>
                  </a:lnTo>
                  <a:lnTo>
                    <a:pt x="26055" y="96799"/>
                  </a:lnTo>
                  <a:close/>
                </a:path>
                <a:path w="27939" h="105410">
                  <a:moveTo>
                    <a:pt x="7421" y="96799"/>
                  </a:moveTo>
                  <a:lnTo>
                    <a:pt x="7465" y="97196"/>
                  </a:lnTo>
                  <a:lnTo>
                    <a:pt x="8000" y="98132"/>
                  </a:lnTo>
                  <a:lnTo>
                    <a:pt x="7421" y="96799"/>
                  </a:lnTo>
                  <a:close/>
                </a:path>
                <a:path w="27939" h="105410">
                  <a:moveTo>
                    <a:pt x="13716" y="75996"/>
                  </a:moveTo>
                  <a:lnTo>
                    <a:pt x="9144" y="79806"/>
                  </a:lnTo>
                  <a:lnTo>
                    <a:pt x="9018" y="81508"/>
                  </a:lnTo>
                  <a:lnTo>
                    <a:pt x="8954" y="82372"/>
                  </a:lnTo>
                  <a:lnTo>
                    <a:pt x="8852" y="83756"/>
                  </a:lnTo>
                  <a:lnTo>
                    <a:pt x="8762" y="84975"/>
                  </a:lnTo>
                  <a:lnTo>
                    <a:pt x="8636" y="87502"/>
                  </a:lnTo>
                  <a:lnTo>
                    <a:pt x="8487" y="87835"/>
                  </a:lnTo>
                  <a:lnTo>
                    <a:pt x="8255" y="88938"/>
                  </a:lnTo>
                  <a:lnTo>
                    <a:pt x="8128" y="89382"/>
                  </a:lnTo>
                  <a:lnTo>
                    <a:pt x="7559" y="92062"/>
                  </a:lnTo>
                  <a:lnTo>
                    <a:pt x="7460" y="92532"/>
                  </a:lnTo>
                  <a:lnTo>
                    <a:pt x="7359" y="93065"/>
                  </a:lnTo>
                  <a:lnTo>
                    <a:pt x="7284" y="96485"/>
                  </a:lnTo>
                  <a:lnTo>
                    <a:pt x="8000" y="98132"/>
                  </a:lnTo>
                  <a:lnTo>
                    <a:pt x="25273" y="98132"/>
                  </a:lnTo>
                  <a:lnTo>
                    <a:pt x="25989" y="96485"/>
                  </a:lnTo>
                  <a:lnTo>
                    <a:pt x="26034" y="94830"/>
                  </a:lnTo>
                  <a:lnTo>
                    <a:pt x="26299" y="94830"/>
                  </a:lnTo>
                  <a:lnTo>
                    <a:pt x="26797" y="92062"/>
                  </a:lnTo>
                  <a:lnTo>
                    <a:pt x="27050" y="90627"/>
                  </a:lnTo>
                  <a:lnTo>
                    <a:pt x="27172" y="89382"/>
                  </a:lnTo>
                  <a:lnTo>
                    <a:pt x="27215" y="88938"/>
                  </a:lnTo>
                  <a:lnTo>
                    <a:pt x="27323" y="87835"/>
                  </a:lnTo>
                  <a:lnTo>
                    <a:pt x="27355" y="87502"/>
                  </a:lnTo>
                  <a:lnTo>
                    <a:pt x="27172" y="86296"/>
                  </a:lnTo>
                  <a:lnTo>
                    <a:pt x="27043" y="84975"/>
                  </a:lnTo>
                  <a:lnTo>
                    <a:pt x="26928" y="82372"/>
                  </a:lnTo>
                  <a:lnTo>
                    <a:pt x="26872" y="81508"/>
                  </a:lnTo>
                  <a:lnTo>
                    <a:pt x="26783" y="80121"/>
                  </a:lnTo>
                  <a:lnTo>
                    <a:pt x="24130" y="76936"/>
                  </a:lnTo>
                  <a:lnTo>
                    <a:pt x="13716" y="75996"/>
                  </a:lnTo>
                  <a:close/>
                </a:path>
                <a:path w="27939" h="105410">
                  <a:moveTo>
                    <a:pt x="25934" y="96799"/>
                  </a:moveTo>
                  <a:lnTo>
                    <a:pt x="25680" y="97196"/>
                  </a:lnTo>
                  <a:lnTo>
                    <a:pt x="25273" y="98132"/>
                  </a:lnTo>
                  <a:lnTo>
                    <a:pt x="25808" y="97196"/>
                  </a:lnTo>
                  <a:lnTo>
                    <a:pt x="25934" y="96799"/>
                  </a:lnTo>
                  <a:close/>
                </a:path>
                <a:path w="27939" h="105410">
                  <a:moveTo>
                    <a:pt x="25808" y="97196"/>
                  </a:moveTo>
                  <a:lnTo>
                    <a:pt x="25273" y="98132"/>
                  </a:lnTo>
                  <a:lnTo>
                    <a:pt x="25509" y="98132"/>
                  </a:lnTo>
                  <a:lnTo>
                    <a:pt x="25808" y="97196"/>
                  </a:lnTo>
                  <a:close/>
                </a:path>
                <a:path w="27939" h="105410">
                  <a:moveTo>
                    <a:pt x="17525" y="0"/>
                  </a:moveTo>
                  <a:lnTo>
                    <a:pt x="4953" y="0"/>
                  </a:lnTo>
                  <a:lnTo>
                    <a:pt x="0" y="5054"/>
                  </a:lnTo>
                  <a:lnTo>
                    <a:pt x="35" y="28987"/>
                  </a:lnTo>
                  <a:lnTo>
                    <a:pt x="199" y="32931"/>
                  </a:lnTo>
                  <a:lnTo>
                    <a:pt x="270" y="34655"/>
                  </a:lnTo>
                  <a:lnTo>
                    <a:pt x="611" y="51381"/>
                  </a:lnTo>
                  <a:lnTo>
                    <a:pt x="635" y="53136"/>
                  </a:lnTo>
                  <a:lnTo>
                    <a:pt x="1161" y="59969"/>
                  </a:lnTo>
                  <a:lnTo>
                    <a:pt x="1397" y="62636"/>
                  </a:lnTo>
                  <a:lnTo>
                    <a:pt x="1397" y="63423"/>
                  </a:lnTo>
                  <a:lnTo>
                    <a:pt x="2159" y="68097"/>
                  </a:lnTo>
                  <a:lnTo>
                    <a:pt x="2286" y="68402"/>
                  </a:lnTo>
                  <a:lnTo>
                    <a:pt x="2456" y="69468"/>
                  </a:lnTo>
                  <a:lnTo>
                    <a:pt x="2794" y="71348"/>
                  </a:lnTo>
                  <a:lnTo>
                    <a:pt x="3175" y="75666"/>
                  </a:lnTo>
                  <a:lnTo>
                    <a:pt x="3216" y="75996"/>
                  </a:lnTo>
                  <a:lnTo>
                    <a:pt x="3302" y="76669"/>
                  </a:lnTo>
                  <a:lnTo>
                    <a:pt x="4207" y="81508"/>
                  </a:lnTo>
                  <a:lnTo>
                    <a:pt x="4318" y="82372"/>
                  </a:lnTo>
                  <a:lnTo>
                    <a:pt x="4953" y="86296"/>
                  </a:lnTo>
                  <a:lnTo>
                    <a:pt x="5642" y="92062"/>
                  </a:lnTo>
                  <a:lnTo>
                    <a:pt x="5715" y="92671"/>
                  </a:lnTo>
                  <a:lnTo>
                    <a:pt x="6922" y="95940"/>
                  </a:lnTo>
                  <a:lnTo>
                    <a:pt x="7021" y="96211"/>
                  </a:lnTo>
                  <a:lnTo>
                    <a:pt x="7123" y="96485"/>
                  </a:lnTo>
                  <a:lnTo>
                    <a:pt x="7238" y="94830"/>
                  </a:lnTo>
                  <a:lnTo>
                    <a:pt x="7359" y="93065"/>
                  </a:lnTo>
                  <a:lnTo>
                    <a:pt x="8128" y="89382"/>
                  </a:lnTo>
                  <a:lnTo>
                    <a:pt x="8547" y="87835"/>
                  </a:lnTo>
                  <a:lnTo>
                    <a:pt x="8635" y="86296"/>
                  </a:lnTo>
                  <a:lnTo>
                    <a:pt x="8762" y="84975"/>
                  </a:lnTo>
                  <a:lnTo>
                    <a:pt x="8852" y="83756"/>
                  </a:lnTo>
                  <a:lnTo>
                    <a:pt x="8954" y="82372"/>
                  </a:lnTo>
                  <a:lnTo>
                    <a:pt x="9018" y="81508"/>
                  </a:lnTo>
                  <a:lnTo>
                    <a:pt x="9144" y="79806"/>
                  </a:lnTo>
                  <a:lnTo>
                    <a:pt x="13716" y="75996"/>
                  </a:lnTo>
                  <a:lnTo>
                    <a:pt x="26195" y="75996"/>
                  </a:lnTo>
                  <a:lnTo>
                    <a:pt x="25828" y="73786"/>
                  </a:lnTo>
                  <a:lnTo>
                    <a:pt x="25706" y="73170"/>
                  </a:lnTo>
                  <a:lnTo>
                    <a:pt x="25655" y="72364"/>
                  </a:lnTo>
                  <a:lnTo>
                    <a:pt x="25400" y="69468"/>
                  </a:lnTo>
                  <a:lnTo>
                    <a:pt x="25284" y="68402"/>
                  </a:lnTo>
                  <a:lnTo>
                    <a:pt x="24569" y="64655"/>
                  </a:lnTo>
                  <a:lnTo>
                    <a:pt x="24511" y="64350"/>
                  </a:lnTo>
                  <a:lnTo>
                    <a:pt x="24437" y="63423"/>
                  </a:lnTo>
                  <a:lnTo>
                    <a:pt x="23875" y="59969"/>
                  </a:lnTo>
                  <a:lnTo>
                    <a:pt x="23774" y="58165"/>
                  </a:lnTo>
                  <a:lnTo>
                    <a:pt x="23366" y="53136"/>
                  </a:lnTo>
                  <a:lnTo>
                    <a:pt x="23241" y="51511"/>
                  </a:lnTo>
                  <a:lnTo>
                    <a:pt x="23004" y="34655"/>
                  </a:lnTo>
                  <a:lnTo>
                    <a:pt x="22987" y="33400"/>
                  </a:lnTo>
                  <a:lnTo>
                    <a:pt x="22860" y="32931"/>
                  </a:lnTo>
                  <a:lnTo>
                    <a:pt x="22614" y="28987"/>
                  </a:lnTo>
                  <a:lnTo>
                    <a:pt x="22490" y="11290"/>
                  </a:lnTo>
                  <a:lnTo>
                    <a:pt x="22479" y="5054"/>
                  </a:lnTo>
                  <a:lnTo>
                    <a:pt x="17525" y="0"/>
                  </a:lnTo>
                  <a:close/>
                </a:path>
                <a:path w="27939" h="105410">
                  <a:moveTo>
                    <a:pt x="27323" y="87835"/>
                  </a:moveTo>
                  <a:lnTo>
                    <a:pt x="27215" y="88938"/>
                  </a:lnTo>
                  <a:lnTo>
                    <a:pt x="27172" y="89382"/>
                  </a:lnTo>
                  <a:lnTo>
                    <a:pt x="27050" y="90627"/>
                  </a:lnTo>
                  <a:lnTo>
                    <a:pt x="26797" y="92062"/>
                  </a:lnTo>
                  <a:lnTo>
                    <a:pt x="26672" y="92532"/>
                  </a:lnTo>
                  <a:lnTo>
                    <a:pt x="26635" y="92671"/>
                  </a:lnTo>
                  <a:lnTo>
                    <a:pt x="26543" y="93065"/>
                  </a:lnTo>
                  <a:lnTo>
                    <a:pt x="26145" y="95940"/>
                  </a:lnTo>
                  <a:lnTo>
                    <a:pt x="26083" y="96485"/>
                  </a:lnTo>
                  <a:lnTo>
                    <a:pt x="26353" y="96211"/>
                  </a:lnTo>
                  <a:lnTo>
                    <a:pt x="27305" y="94830"/>
                  </a:lnTo>
                  <a:lnTo>
                    <a:pt x="27599" y="93497"/>
                  </a:lnTo>
                  <a:lnTo>
                    <a:pt x="27695" y="93065"/>
                  </a:lnTo>
                  <a:lnTo>
                    <a:pt x="27760" y="92062"/>
                  </a:lnTo>
                  <a:lnTo>
                    <a:pt x="27601" y="90627"/>
                  </a:lnTo>
                  <a:lnTo>
                    <a:pt x="27474" y="89382"/>
                  </a:lnTo>
                  <a:lnTo>
                    <a:pt x="27431" y="88938"/>
                  </a:lnTo>
                  <a:lnTo>
                    <a:pt x="27323" y="87835"/>
                  </a:lnTo>
                  <a:close/>
                </a:path>
                <a:path w="27939" h="105410">
                  <a:moveTo>
                    <a:pt x="26299" y="94830"/>
                  </a:moveTo>
                  <a:lnTo>
                    <a:pt x="26035" y="94830"/>
                  </a:lnTo>
                  <a:lnTo>
                    <a:pt x="26035" y="95940"/>
                  </a:lnTo>
                  <a:lnTo>
                    <a:pt x="26299" y="94830"/>
                  </a:lnTo>
                  <a:close/>
                </a:path>
                <a:path w="27939" h="105410">
                  <a:moveTo>
                    <a:pt x="26890" y="80249"/>
                  </a:moveTo>
                  <a:lnTo>
                    <a:pt x="26928" y="82372"/>
                  </a:lnTo>
                  <a:lnTo>
                    <a:pt x="27043" y="84975"/>
                  </a:lnTo>
                  <a:lnTo>
                    <a:pt x="27172" y="86296"/>
                  </a:lnTo>
                  <a:lnTo>
                    <a:pt x="27290" y="87502"/>
                  </a:lnTo>
                  <a:lnTo>
                    <a:pt x="27473" y="86296"/>
                  </a:lnTo>
                  <a:lnTo>
                    <a:pt x="27601" y="84975"/>
                  </a:lnTo>
                  <a:lnTo>
                    <a:pt x="27720" y="83756"/>
                  </a:lnTo>
                  <a:lnTo>
                    <a:pt x="27816" y="82778"/>
                  </a:lnTo>
                  <a:lnTo>
                    <a:pt x="27940" y="81508"/>
                  </a:lnTo>
                  <a:lnTo>
                    <a:pt x="26890" y="80249"/>
                  </a:lnTo>
                  <a:close/>
                </a:path>
                <a:path w="27939" h="105410">
                  <a:moveTo>
                    <a:pt x="26195" y="75996"/>
                  </a:moveTo>
                  <a:lnTo>
                    <a:pt x="13716" y="75996"/>
                  </a:lnTo>
                  <a:lnTo>
                    <a:pt x="24130" y="76936"/>
                  </a:lnTo>
                  <a:lnTo>
                    <a:pt x="26783" y="80121"/>
                  </a:lnTo>
                  <a:lnTo>
                    <a:pt x="26820" y="79806"/>
                  </a:lnTo>
                  <a:lnTo>
                    <a:pt x="26351" y="76936"/>
                  </a:lnTo>
                  <a:lnTo>
                    <a:pt x="26307" y="76669"/>
                  </a:lnTo>
                  <a:lnTo>
                    <a:pt x="26195" y="75996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1" name="object 6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245101" y="3866769"/>
              <a:ext cx="365378" cy="228600"/>
            </a:xfrm>
            <a:prstGeom prst="rect">
              <a:avLst/>
            </a:prstGeom>
          </p:spPr>
        </p:pic>
      </p:grpSp>
      <p:pic>
        <p:nvPicPr>
          <p:cNvPr id="62" name="object 62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4679188" y="3842258"/>
            <a:ext cx="661035" cy="249161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3015488" y="4264786"/>
            <a:ext cx="621284" cy="191401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3747896" y="4291698"/>
            <a:ext cx="590041" cy="224205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4457019" y="4210405"/>
            <a:ext cx="567228" cy="188899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5092191" y="4231601"/>
            <a:ext cx="196977" cy="185737"/>
          </a:xfrm>
          <a:prstGeom prst="rect">
            <a:avLst/>
          </a:prstGeom>
        </p:spPr>
      </p:pic>
      <p:pic>
        <p:nvPicPr>
          <p:cNvPr id="67" name="object 67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356225" y="4167009"/>
            <a:ext cx="165085" cy="284988"/>
          </a:xfrm>
          <a:prstGeom prst="rect">
            <a:avLst/>
          </a:prstGeom>
        </p:spPr>
      </p:pic>
      <p:pic>
        <p:nvPicPr>
          <p:cNvPr id="68" name="object 68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1857375" y="3543300"/>
            <a:ext cx="171450" cy="180975"/>
          </a:xfrm>
          <a:prstGeom prst="rect">
            <a:avLst/>
          </a:prstGeom>
        </p:spPr>
      </p:pic>
      <p:sp>
        <p:nvSpPr>
          <p:cNvPr id="69" name="object 6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473703" y="3037403"/>
            <a:ext cx="4901565" cy="1572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12725" marR="5080" indent="-200660">
              <a:lnSpc>
                <a:spcPct val="115300"/>
              </a:lnSpc>
              <a:spcBef>
                <a:spcPts val="95"/>
              </a:spcBef>
            </a:pPr>
            <a:r>
              <a:rPr dirty="0" sz="4400">
                <a:latin typeface="Verdana"/>
                <a:cs typeface="Verdana"/>
              </a:rPr>
              <a:t>Gradient</a:t>
            </a:r>
            <a:r>
              <a:rPr dirty="0" sz="4400" spc="-175">
                <a:latin typeface="Verdana"/>
                <a:cs typeface="Verdana"/>
              </a:rPr>
              <a:t> </a:t>
            </a:r>
            <a:r>
              <a:rPr dirty="0" sz="4400" spc="-10">
                <a:latin typeface="Verdana"/>
                <a:cs typeface="Verdana"/>
              </a:rPr>
              <a:t>Descent Implementation</a:t>
            </a:r>
            <a:endParaRPr sz="4400">
              <a:latin typeface="Verdana"/>
              <a:cs typeface="Verdana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43592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4800">
                <a:solidFill>
                  <a:srgbClr val="0070EA"/>
                </a:solidFill>
              </a:rPr>
              <a:t>Gradient</a:t>
            </a:r>
            <a:r>
              <a:rPr dirty="0" sz="4800" spc="-80">
                <a:solidFill>
                  <a:srgbClr val="0070EA"/>
                </a:solidFill>
              </a:rPr>
              <a:t> </a:t>
            </a:r>
            <a:r>
              <a:rPr dirty="0" sz="4800" spc="-10">
                <a:solidFill>
                  <a:srgbClr val="0070EA"/>
                </a:solidFill>
              </a:rPr>
              <a:t>Descent</a:t>
            </a:r>
            <a:endParaRPr sz="4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34583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Training</a:t>
            </a:r>
            <a:r>
              <a:rPr dirty="0" sz="2750" spc="180"/>
              <a:t> </a:t>
            </a:r>
            <a:r>
              <a:rPr dirty="0" sz="2750"/>
              <a:t>logistic</a:t>
            </a:r>
            <a:r>
              <a:rPr dirty="0" sz="2750" spc="95"/>
              <a:t> </a:t>
            </a:r>
            <a:r>
              <a:rPr dirty="0" sz="2750" spc="-10"/>
              <a:t>regression</a:t>
            </a:r>
            <a:endParaRPr sz="275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91840" y="2461767"/>
            <a:ext cx="150368" cy="731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863465" y="2595879"/>
            <a:ext cx="194945" cy="52705"/>
          </a:xfrm>
          <a:custGeom>
            <a:avLst/>
            <a:gdLst/>
            <a:ahLst/>
            <a:cxnLst/>
            <a:rect l="l" t="t" r="r" b="b"/>
            <a:pathLst>
              <a:path w="194945" h="52705">
                <a:moveTo>
                  <a:pt x="168148" y="0"/>
                </a:moveTo>
                <a:lnTo>
                  <a:pt x="162433" y="6350"/>
                </a:lnTo>
                <a:lnTo>
                  <a:pt x="179577" y="21336"/>
                </a:lnTo>
                <a:lnTo>
                  <a:pt x="0" y="21336"/>
                </a:lnTo>
                <a:lnTo>
                  <a:pt x="0" y="31368"/>
                </a:lnTo>
                <a:lnTo>
                  <a:pt x="179577" y="31368"/>
                </a:lnTo>
                <a:lnTo>
                  <a:pt x="162433" y="46227"/>
                </a:lnTo>
                <a:lnTo>
                  <a:pt x="168148" y="52577"/>
                </a:lnTo>
                <a:lnTo>
                  <a:pt x="194945" y="29463"/>
                </a:lnTo>
                <a:lnTo>
                  <a:pt x="194945" y="23240"/>
                </a:lnTo>
                <a:lnTo>
                  <a:pt x="168148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855845" y="2540888"/>
            <a:ext cx="395605" cy="2895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700" spc="8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700" spc="80">
                <a:latin typeface="Cambria Math"/>
                <a:cs typeface="Cambria Math"/>
              </a:rPr>
              <a:t>,</a:t>
            </a:r>
            <a:r>
              <a:rPr dirty="0" sz="1700" spc="8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1700">
              <a:latin typeface="Cambria Math"/>
              <a:cs typeface="Cambria Math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5280786" y="2461767"/>
            <a:ext cx="349250" cy="297815"/>
            <a:chOff x="5280786" y="2461767"/>
            <a:chExt cx="349250" cy="297815"/>
          </a:xfrm>
        </p:grpSpPr>
        <p:sp>
          <p:nvSpPr>
            <p:cNvPr id="7" name="object 7"/>
            <p:cNvSpPr/>
            <p:nvPr/>
          </p:nvSpPr>
          <p:spPr>
            <a:xfrm>
              <a:off x="5280786" y="2477007"/>
              <a:ext cx="349250" cy="282575"/>
            </a:xfrm>
            <a:custGeom>
              <a:avLst/>
              <a:gdLst/>
              <a:ahLst/>
              <a:cxnLst/>
              <a:rect l="l" t="t" r="r" b="b"/>
              <a:pathLst>
                <a:path w="349250" h="282575">
                  <a:moveTo>
                    <a:pt x="259207" y="0"/>
                  </a:moveTo>
                  <a:lnTo>
                    <a:pt x="255142" y="11556"/>
                  </a:lnTo>
                  <a:lnTo>
                    <a:pt x="271506" y="18631"/>
                  </a:lnTo>
                  <a:lnTo>
                    <a:pt x="285559" y="28432"/>
                  </a:lnTo>
                  <a:lnTo>
                    <a:pt x="314092" y="73925"/>
                  </a:lnTo>
                  <a:lnTo>
                    <a:pt x="322370" y="115359"/>
                  </a:lnTo>
                  <a:lnTo>
                    <a:pt x="322423" y="115732"/>
                  </a:lnTo>
                  <a:lnTo>
                    <a:pt x="322421" y="164707"/>
                  </a:lnTo>
                  <a:lnTo>
                    <a:pt x="314039" y="207656"/>
                  </a:lnTo>
                  <a:lnTo>
                    <a:pt x="285543" y="253857"/>
                  </a:lnTo>
                  <a:lnTo>
                    <a:pt x="255524" y="270891"/>
                  </a:lnTo>
                  <a:lnTo>
                    <a:pt x="259207" y="282321"/>
                  </a:lnTo>
                  <a:lnTo>
                    <a:pt x="297656" y="264302"/>
                  </a:lnTo>
                  <a:lnTo>
                    <a:pt x="326009" y="233044"/>
                  </a:lnTo>
                  <a:lnTo>
                    <a:pt x="343439" y="191135"/>
                  </a:lnTo>
                  <a:lnTo>
                    <a:pt x="349250" y="141224"/>
                  </a:lnTo>
                  <a:lnTo>
                    <a:pt x="347798" y="115732"/>
                  </a:lnTo>
                  <a:lnTo>
                    <a:pt x="336069" y="69536"/>
                  </a:lnTo>
                  <a:lnTo>
                    <a:pt x="312999" y="32146"/>
                  </a:lnTo>
                  <a:lnTo>
                    <a:pt x="279661" y="7381"/>
                  </a:lnTo>
                  <a:lnTo>
                    <a:pt x="259207" y="0"/>
                  </a:lnTo>
                  <a:close/>
                </a:path>
                <a:path w="349250" h="282575">
                  <a:moveTo>
                    <a:pt x="90042" y="0"/>
                  </a:moveTo>
                  <a:lnTo>
                    <a:pt x="51657" y="18097"/>
                  </a:lnTo>
                  <a:lnTo>
                    <a:pt x="23367" y="49530"/>
                  </a:lnTo>
                  <a:lnTo>
                    <a:pt x="5826" y="91471"/>
                  </a:lnTo>
                  <a:lnTo>
                    <a:pt x="78" y="139827"/>
                  </a:lnTo>
                  <a:lnTo>
                    <a:pt x="0" y="141224"/>
                  </a:lnTo>
                  <a:lnTo>
                    <a:pt x="1452" y="167179"/>
                  </a:lnTo>
                  <a:lnTo>
                    <a:pt x="13073" y="213090"/>
                  </a:lnTo>
                  <a:lnTo>
                    <a:pt x="36125" y="250334"/>
                  </a:lnTo>
                  <a:lnTo>
                    <a:pt x="69514" y="274960"/>
                  </a:lnTo>
                  <a:lnTo>
                    <a:pt x="90042" y="282321"/>
                  </a:lnTo>
                  <a:lnTo>
                    <a:pt x="93599" y="270891"/>
                  </a:lnTo>
                  <a:lnTo>
                    <a:pt x="77549" y="263773"/>
                  </a:lnTo>
                  <a:lnTo>
                    <a:pt x="63690" y="253857"/>
                  </a:lnTo>
                  <a:lnTo>
                    <a:pt x="35210" y="207656"/>
                  </a:lnTo>
                  <a:lnTo>
                    <a:pt x="26828" y="164707"/>
                  </a:lnTo>
                  <a:lnTo>
                    <a:pt x="25839" y="141224"/>
                  </a:lnTo>
                  <a:lnTo>
                    <a:pt x="25780" y="139827"/>
                  </a:lnTo>
                  <a:lnTo>
                    <a:pt x="29971" y="93757"/>
                  </a:lnTo>
                  <a:lnTo>
                    <a:pt x="42545" y="56261"/>
                  </a:lnTo>
                  <a:lnTo>
                    <a:pt x="77817" y="18631"/>
                  </a:lnTo>
                  <a:lnTo>
                    <a:pt x="94107" y="11556"/>
                  </a:lnTo>
                  <a:lnTo>
                    <a:pt x="9004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68289" y="2461767"/>
              <a:ext cx="150368" cy="73151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75816" y="2388488"/>
            <a:ext cx="4411345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807460" algn="l"/>
                <a:tab pos="4169410" algn="l"/>
              </a:tabLst>
            </a:pPr>
            <a:r>
              <a:rPr dirty="0" sz="2400">
                <a:latin typeface="Verdana"/>
                <a:cs typeface="Verdana"/>
              </a:rPr>
              <a:t>Given</a:t>
            </a:r>
            <a:r>
              <a:rPr dirty="0" sz="2400" spc="-75">
                <a:latin typeface="Verdana"/>
                <a:cs typeface="Verdana"/>
              </a:rPr>
              <a:t> </a:t>
            </a:r>
            <a:r>
              <a:rPr dirty="0" sz="2400">
                <a:latin typeface="Verdana"/>
                <a:cs typeface="Verdana"/>
              </a:rPr>
              <a:t>new</a:t>
            </a:r>
            <a:r>
              <a:rPr dirty="0" sz="2400" spc="-5">
                <a:latin typeface="Verdana"/>
                <a:cs typeface="Verdana"/>
              </a:rPr>
              <a:t> 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x,</a:t>
            </a:r>
            <a:r>
              <a:rPr dirty="0" sz="2400" spc="-65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Verdana"/>
                <a:cs typeface="Verdana"/>
              </a:rPr>
              <a:t>output</a:t>
            </a:r>
            <a:r>
              <a:rPr dirty="0" sz="2400" spc="50">
                <a:latin typeface="Verdana"/>
                <a:cs typeface="Verdana"/>
              </a:rPr>
              <a:t> </a:t>
            </a:r>
            <a:r>
              <a:rPr dirty="0" sz="2400" spc="-5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2400">
                <a:solidFill>
                  <a:srgbClr val="FF40FF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400" spc="-50">
                <a:latin typeface="Cambria Math"/>
                <a:cs typeface="Cambria Math"/>
              </a:rPr>
              <a:t>=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044565" y="2606420"/>
            <a:ext cx="1314450" cy="19050"/>
          </a:xfrm>
          <a:custGeom>
            <a:avLst/>
            <a:gdLst/>
            <a:ahLst/>
            <a:cxnLst/>
            <a:rect l="l" t="t" r="r" b="b"/>
            <a:pathLst>
              <a:path w="1314450" h="19050">
                <a:moveTo>
                  <a:pt x="1314450" y="0"/>
                </a:moveTo>
                <a:lnTo>
                  <a:pt x="0" y="0"/>
                </a:lnTo>
                <a:lnTo>
                  <a:pt x="0" y="19050"/>
                </a:lnTo>
                <a:lnTo>
                  <a:pt x="1314450" y="19050"/>
                </a:lnTo>
                <a:lnTo>
                  <a:pt x="13144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629400" y="2293302"/>
            <a:ext cx="15240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700" spc="5">
                <a:latin typeface="Cambria Math"/>
                <a:cs typeface="Cambria Math"/>
              </a:rPr>
              <a:t>1</a:t>
            </a:r>
            <a:endParaRPr sz="17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82740" y="2644901"/>
            <a:ext cx="333375" cy="43815"/>
            <a:chOff x="6682740" y="2644901"/>
            <a:chExt cx="333375" cy="43815"/>
          </a:xfrm>
        </p:grpSpPr>
        <p:sp>
          <p:nvSpPr>
            <p:cNvPr id="13" name="object 13"/>
            <p:cNvSpPr/>
            <p:nvPr/>
          </p:nvSpPr>
          <p:spPr>
            <a:xfrm>
              <a:off x="6682740" y="2644901"/>
              <a:ext cx="171450" cy="43815"/>
            </a:xfrm>
            <a:custGeom>
              <a:avLst/>
              <a:gdLst/>
              <a:ahLst/>
              <a:cxnLst/>
              <a:rect l="l" t="t" r="r" b="b"/>
              <a:pathLst>
                <a:path w="171450" h="43814">
                  <a:moveTo>
                    <a:pt x="149225" y="0"/>
                  </a:moveTo>
                  <a:lnTo>
                    <a:pt x="144652" y="5334"/>
                  </a:lnTo>
                  <a:lnTo>
                    <a:pt x="158750" y="17525"/>
                  </a:lnTo>
                  <a:lnTo>
                    <a:pt x="0" y="17525"/>
                  </a:lnTo>
                  <a:lnTo>
                    <a:pt x="0" y="25908"/>
                  </a:lnTo>
                  <a:lnTo>
                    <a:pt x="158750" y="25908"/>
                  </a:lnTo>
                  <a:lnTo>
                    <a:pt x="144652" y="38227"/>
                  </a:lnTo>
                  <a:lnTo>
                    <a:pt x="149225" y="43434"/>
                  </a:lnTo>
                  <a:lnTo>
                    <a:pt x="171450" y="24256"/>
                  </a:lnTo>
                  <a:lnTo>
                    <a:pt x="171450" y="19177"/>
                  </a:lnTo>
                  <a:lnTo>
                    <a:pt x="149225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911340" y="2644901"/>
              <a:ext cx="104775" cy="43815"/>
            </a:xfrm>
            <a:custGeom>
              <a:avLst/>
              <a:gdLst/>
              <a:ahLst/>
              <a:cxnLst/>
              <a:rect l="l" t="t" r="r" b="b"/>
              <a:pathLst>
                <a:path w="104775" h="43814">
                  <a:moveTo>
                    <a:pt x="82550" y="0"/>
                  </a:moveTo>
                  <a:lnTo>
                    <a:pt x="77977" y="5334"/>
                  </a:lnTo>
                  <a:lnTo>
                    <a:pt x="92075" y="17525"/>
                  </a:lnTo>
                  <a:lnTo>
                    <a:pt x="0" y="17525"/>
                  </a:lnTo>
                  <a:lnTo>
                    <a:pt x="0" y="25908"/>
                  </a:lnTo>
                  <a:lnTo>
                    <a:pt x="92075" y="25908"/>
                  </a:lnTo>
                  <a:lnTo>
                    <a:pt x="77977" y="38227"/>
                  </a:lnTo>
                  <a:lnTo>
                    <a:pt x="82550" y="43434"/>
                  </a:lnTo>
                  <a:lnTo>
                    <a:pt x="104775" y="24256"/>
                  </a:lnTo>
                  <a:lnTo>
                    <a:pt x="104775" y="19177"/>
                  </a:lnTo>
                  <a:lnTo>
                    <a:pt x="82550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6012815" y="2569781"/>
            <a:ext cx="1381760" cy="2889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baseline="-17973" sz="2550" spc="120">
                <a:latin typeface="Cambria Math"/>
                <a:cs typeface="Cambria Math"/>
              </a:rPr>
              <a:t>1+𝑒</a:t>
            </a:r>
            <a:r>
              <a:rPr dirty="0" sz="1400" spc="80">
                <a:latin typeface="Cambria Math"/>
                <a:cs typeface="Cambria Math"/>
              </a:rPr>
              <a:t>−(</a:t>
            </a:r>
            <a:r>
              <a:rPr dirty="0" sz="1400" spc="8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400" spc="80">
                <a:latin typeface="Cambria Math"/>
                <a:cs typeface="Cambria Math"/>
              </a:rPr>
              <a:t>∙</a:t>
            </a:r>
            <a:r>
              <a:rPr dirty="0" sz="1400" spc="8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400" spc="80">
                <a:latin typeface="Cambria Math"/>
                <a:cs typeface="Cambria Math"/>
              </a:rPr>
              <a:t>+</a:t>
            </a:r>
            <a:r>
              <a:rPr dirty="0" sz="1400" spc="80">
                <a:solidFill>
                  <a:srgbClr val="0096FF"/>
                </a:solidFill>
                <a:latin typeface="Cambria Math"/>
                <a:cs typeface="Cambria Math"/>
              </a:rPr>
              <a:t>𝑏)</a:t>
            </a:r>
            <a:endParaRPr sz="1400">
              <a:latin typeface="Cambria Math"/>
              <a:cs typeface="Cambria Math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334128" y="3088004"/>
            <a:ext cx="1835150" cy="297815"/>
            <a:chOff x="4334128" y="3088004"/>
            <a:chExt cx="1835150" cy="297815"/>
          </a:xfrm>
        </p:grpSpPr>
        <p:sp>
          <p:nvSpPr>
            <p:cNvPr id="17" name="object 17"/>
            <p:cNvSpPr/>
            <p:nvPr/>
          </p:nvSpPr>
          <p:spPr>
            <a:xfrm>
              <a:off x="4334128" y="3103371"/>
              <a:ext cx="1835150" cy="282575"/>
            </a:xfrm>
            <a:custGeom>
              <a:avLst/>
              <a:gdLst/>
              <a:ahLst/>
              <a:cxnLst/>
              <a:rect l="l" t="t" r="r" b="b"/>
              <a:pathLst>
                <a:path w="1835150" h="282575">
                  <a:moveTo>
                    <a:pt x="899668" y="2031"/>
                  </a:moveTo>
                  <a:lnTo>
                    <a:pt x="876681" y="2031"/>
                  </a:lnTo>
                  <a:lnTo>
                    <a:pt x="876681" y="279019"/>
                  </a:lnTo>
                  <a:lnTo>
                    <a:pt x="899668" y="279019"/>
                  </a:lnTo>
                  <a:lnTo>
                    <a:pt x="899668" y="2031"/>
                  </a:lnTo>
                  <a:close/>
                </a:path>
                <a:path w="1835150" h="282575">
                  <a:moveTo>
                    <a:pt x="90043" y="0"/>
                  </a:moveTo>
                  <a:lnTo>
                    <a:pt x="51641" y="18081"/>
                  </a:lnTo>
                  <a:lnTo>
                    <a:pt x="23241" y="49402"/>
                  </a:lnTo>
                  <a:lnTo>
                    <a:pt x="5810" y="91408"/>
                  </a:lnTo>
                  <a:lnTo>
                    <a:pt x="85" y="139700"/>
                  </a:lnTo>
                  <a:lnTo>
                    <a:pt x="0" y="141223"/>
                  </a:lnTo>
                  <a:lnTo>
                    <a:pt x="1452" y="167159"/>
                  </a:lnTo>
                  <a:lnTo>
                    <a:pt x="13073" y="212982"/>
                  </a:lnTo>
                  <a:lnTo>
                    <a:pt x="36125" y="250209"/>
                  </a:lnTo>
                  <a:lnTo>
                    <a:pt x="69514" y="274887"/>
                  </a:lnTo>
                  <a:lnTo>
                    <a:pt x="90043" y="282320"/>
                  </a:lnTo>
                  <a:lnTo>
                    <a:pt x="93599" y="270763"/>
                  </a:lnTo>
                  <a:lnTo>
                    <a:pt x="77529" y="263663"/>
                  </a:lnTo>
                  <a:lnTo>
                    <a:pt x="63627" y="253777"/>
                  </a:lnTo>
                  <a:lnTo>
                    <a:pt x="35157" y="207529"/>
                  </a:lnTo>
                  <a:lnTo>
                    <a:pt x="26826" y="164580"/>
                  </a:lnTo>
                  <a:lnTo>
                    <a:pt x="25781" y="139700"/>
                  </a:lnTo>
                  <a:lnTo>
                    <a:pt x="26826" y="115623"/>
                  </a:lnTo>
                  <a:lnTo>
                    <a:pt x="35157" y="73852"/>
                  </a:lnTo>
                  <a:lnTo>
                    <a:pt x="63722" y="28305"/>
                  </a:lnTo>
                  <a:lnTo>
                    <a:pt x="93980" y="11429"/>
                  </a:lnTo>
                  <a:lnTo>
                    <a:pt x="90043" y="0"/>
                  </a:lnTo>
                  <a:close/>
                </a:path>
                <a:path w="1835150" h="282575">
                  <a:moveTo>
                    <a:pt x="1744980" y="0"/>
                  </a:moveTo>
                  <a:lnTo>
                    <a:pt x="1740916" y="11429"/>
                  </a:lnTo>
                  <a:lnTo>
                    <a:pt x="1757297" y="18504"/>
                  </a:lnTo>
                  <a:lnTo>
                    <a:pt x="1771380" y="28305"/>
                  </a:lnTo>
                  <a:lnTo>
                    <a:pt x="1799919" y="73852"/>
                  </a:lnTo>
                  <a:lnTo>
                    <a:pt x="1808174" y="115339"/>
                  </a:lnTo>
                  <a:lnTo>
                    <a:pt x="1808214" y="115623"/>
                  </a:lnTo>
                  <a:lnTo>
                    <a:pt x="1808196" y="164580"/>
                  </a:lnTo>
                  <a:lnTo>
                    <a:pt x="1799865" y="207529"/>
                  </a:lnTo>
                  <a:lnTo>
                    <a:pt x="1771396" y="253777"/>
                  </a:lnTo>
                  <a:lnTo>
                    <a:pt x="1741424" y="270763"/>
                  </a:lnTo>
                  <a:lnTo>
                    <a:pt x="1744980" y="282320"/>
                  </a:lnTo>
                  <a:lnTo>
                    <a:pt x="1783476" y="264191"/>
                  </a:lnTo>
                  <a:lnTo>
                    <a:pt x="1811782" y="232917"/>
                  </a:lnTo>
                  <a:lnTo>
                    <a:pt x="1829212" y="191071"/>
                  </a:lnTo>
                  <a:lnTo>
                    <a:pt x="1835023" y="141223"/>
                  </a:lnTo>
                  <a:lnTo>
                    <a:pt x="1833586" y="115623"/>
                  </a:lnTo>
                  <a:lnTo>
                    <a:pt x="1821949" y="69429"/>
                  </a:lnTo>
                  <a:lnTo>
                    <a:pt x="1798826" y="32093"/>
                  </a:lnTo>
                  <a:lnTo>
                    <a:pt x="1765436" y="7379"/>
                  </a:lnTo>
                  <a:lnTo>
                    <a:pt x="17449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259831" y="3088004"/>
              <a:ext cx="150367" cy="73151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55106" y="3088004"/>
              <a:ext cx="236092" cy="73151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4108450" y="3015869"/>
            <a:ext cx="1973580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latin typeface="Cambria Math"/>
                <a:cs typeface="Cambria Math"/>
              </a:rPr>
              <a:t>𝑃</a:t>
            </a:r>
            <a:r>
              <a:rPr dirty="0" sz="2400" spc="459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2400" spc="229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latin typeface="Cambria Math"/>
                <a:cs typeface="Cambria Math"/>
              </a:rPr>
              <a:t>=</a:t>
            </a:r>
            <a:r>
              <a:rPr dirty="0" sz="2400" spc="85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945200"/>
                </a:solidFill>
                <a:latin typeface="Cambria Math"/>
                <a:cs typeface="Cambria Math"/>
              </a:rPr>
              <a:t>1</a:t>
            </a:r>
            <a:r>
              <a:rPr dirty="0" sz="2400" spc="250">
                <a:solidFill>
                  <a:srgbClr val="945200"/>
                </a:solidFill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2400">
                <a:latin typeface="Cambria Math"/>
                <a:cs typeface="Cambria Math"/>
              </a:rPr>
              <a:t>;</a:t>
            </a:r>
            <a:r>
              <a:rPr dirty="0" sz="2400" spc="-110">
                <a:latin typeface="Cambria Math"/>
                <a:cs typeface="Cambria Math"/>
              </a:rPr>
              <a:t> </a:t>
            </a:r>
            <a:r>
              <a:rPr dirty="0" sz="24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90"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pic>
        <p:nvPicPr>
          <p:cNvPr id="21" name="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39339" y="1464944"/>
            <a:ext cx="236093" cy="73278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575816" y="1390014"/>
            <a:ext cx="1296670" cy="3924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latin typeface="Verdana"/>
                <a:cs typeface="Verdana"/>
              </a:rPr>
              <a:t>Find </a:t>
            </a:r>
            <a:r>
              <a:rPr dirty="0" sz="240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2400">
                <a:latin typeface="Cambria Math"/>
                <a:cs typeface="Cambria Math"/>
              </a:rPr>
              <a:t>,</a:t>
            </a:r>
            <a:r>
              <a:rPr dirty="0" sz="2400" spc="-130">
                <a:latin typeface="Cambria Math"/>
                <a:cs typeface="Cambria Math"/>
              </a:rPr>
              <a:t> </a:t>
            </a:r>
            <a:r>
              <a:rPr dirty="0" sz="2400" spc="-5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40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2033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Gradient</a:t>
            </a:r>
            <a:r>
              <a:rPr dirty="0" sz="2750" spc="175"/>
              <a:t> </a:t>
            </a:r>
            <a:r>
              <a:rPr dirty="0" sz="2750" spc="-10"/>
              <a:t>descent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556894" y="2064067"/>
            <a:ext cx="9340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repeat</a:t>
            </a:r>
            <a:r>
              <a:rPr dirty="0" sz="1800" spc="-65">
                <a:latin typeface="Verdana"/>
                <a:cs typeface="Verdana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{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45232" y="2710942"/>
            <a:ext cx="361950" cy="9525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361950" y="0"/>
                </a:moveTo>
                <a:lnTo>
                  <a:pt x="0" y="0"/>
                </a:lnTo>
                <a:lnTo>
                  <a:pt x="0" y="9525"/>
                </a:lnTo>
                <a:lnTo>
                  <a:pt x="361950" y="9525"/>
                </a:lnTo>
                <a:lnTo>
                  <a:pt x="3619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2349245" y="2368930"/>
            <a:ext cx="15303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50">
                <a:latin typeface="Cambria Math"/>
                <a:cs typeface="Cambria Math"/>
              </a:rPr>
              <a:t>𝜕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234945" y="2693288"/>
            <a:ext cx="32893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25">
                <a:latin typeface="Cambria Math"/>
                <a:cs typeface="Cambria Math"/>
              </a:rPr>
              <a:t>𝜕𝑤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511425" y="2798762"/>
            <a:ext cx="10604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95">
                <a:latin typeface="Cambria Math"/>
                <a:cs typeface="Cambria Math"/>
              </a:rPr>
              <a:t>𝑗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38350" y="2146554"/>
            <a:ext cx="2241160" cy="671957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976312" y="2540635"/>
            <a:ext cx="229171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671320" algn="l"/>
              </a:tabLst>
            </a:pP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𝑗</a:t>
            </a:r>
            <a:r>
              <a:rPr dirty="0" baseline="-16460" sz="2025" spc="33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8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𝑗</a:t>
            </a:r>
            <a:r>
              <a:rPr dirty="0" baseline="-16460" sz="2025" spc="13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2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𝛼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𝐽</a:t>
            </a:r>
            <a:r>
              <a:rPr dirty="0" sz="1800" spc="42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w,</a:t>
            </a:r>
            <a:r>
              <a:rPr dirty="0" sz="1800" spc="-9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035682" y="3311016"/>
            <a:ext cx="257175" cy="9525"/>
          </a:xfrm>
          <a:custGeom>
            <a:avLst/>
            <a:gdLst/>
            <a:ahLst/>
            <a:cxnLst/>
            <a:rect l="l" t="t" r="r" b="b"/>
            <a:pathLst>
              <a:path w="257175" h="9525">
                <a:moveTo>
                  <a:pt x="257175" y="0"/>
                </a:moveTo>
                <a:lnTo>
                  <a:pt x="0" y="0"/>
                </a:lnTo>
                <a:lnTo>
                  <a:pt x="0" y="9524"/>
                </a:lnTo>
                <a:lnTo>
                  <a:pt x="257175" y="9524"/>
                </a:lnTo>
                <a:lnTo>
                  <a:pt x="257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025014" y="3295078"/>
            <a:ext cx="2698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𝜕𝑏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96675" y="3197732"/>
            <a:ext cx="2292241" cy="586994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014412" y="2970466"/>
            <a:ext cx="1903730" cy="47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85445">
              <a:lnSpc>
                <a:spcPts val="1755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𝜕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ts val="1755"/>
              </a:lnSpc>
              <a:tabLst>
                <a:tab pos="1306195" algn="l"/>
              </a:tabLst>
            </a:pPr>
            <a:r>
              <a:rPr dirty="0" sz="1800">
                <a:latin typeface="Cambria Math"/>
                <a:cs typeface="Cambria Math"/>
              </a:rPr>
              <a:t>𝑏</a:t>
            </a:r>
            <a:r>
              <a:rPr dirty="0" sz="1800" spc="114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𝑏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𝛼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𝐽</a:t>
            </a:r>
            <a:r>
              <a:rPr dirty="0" sz="1800" spc="35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w,</a:t>
            </a:r>
            <a:r>
              <a:rPr dirty="0" sz="1800" spc="-9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85494" y="3791267"/>
            <a:ext cx="1143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}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51426" y="2678429"/>
            <a:ext cx="361950" cy="9525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361950" y="0"/>
                </a:moveTo>
                <a:lnTo>
                  <a:pt x="0" y="0"/>
                </a:lnTo>
                <a:lnTo>
                  <a:pt x="0" y="9525"/>
                </a:lnTo>
                <a:lnTo>
                  <a:pt x="361950" y="9525"/>
                </a:lnTo>
                <a:lnTo>
                  <a:pt x="3619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657978" y="2336736"/>
            <a:ext cx="1530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𝜕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518025" y="2661221"/>
            <a:ext cx="43370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𝜕𝑤</a:t>
            </a:r>
            <a:r>
              <a:rPr dirty="0" baseline="-16460" sz="2025" spc="-37">
                <a:latin typeface="Cambria Math"/>
                <a:cs typeface="Cambria Math"/>
              </a:rPr>
              <a:t>𝑗</a:t>
            </a:r>
            <a:endParaRPr baseline="-16460" sz="2025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66919" y="2565145"/>
            <a:ext cx="540385" cy="220979"/>
          </a:xfrm>
          <a:custGeom>
            <a:avLst/>
            <a:gdLst/>
            <a:ahLst/>
            <a:cxnLst/>
            <a:rect l="l" t="t" r="r" b="b"/>
            <a:pathLst>
              <a:path w="540385" h="220980">
                <a:moveTo>
                  <a:pt x="70485" y="17780"/>
                </a:moveTo>
                <a:lnTo>
                  <a:pt x="67437" y="9144"/>
                </a:lnTo>
                <a:lnTo>
                  <a:pt x="52095" y="14681"/>
                </a:lnTo>
                <a:lnTo>
                  <a:pt x="38646" y="22694"/>
                </a:lnTo>
                <a:lnTo>
                  <a:pt x="9804" y="61239"/>
                </a:lnTo>
                <a:lnTo>
                  <a:pt x="63" y="113919"/>
                </a:lnTo>
                <a:lnTo>
                  <a:pt x="0" y="115062"/>
                </a:lnTo>
                <a:lnTo>
                  <a:pt x="965" y="132588"/>
                </a:lnTo>
                <a:lnTo>
                  <a:pt x="1066" y="134518"/>
                </a:lnTo>
                <a:lnTo>
                  <a:pt x="17399" y="183896"/>
                </a:lnTo>
                <a:lnTo>
                  <a:pt x="52070" y="215328"/>
                </a:lnTo>
                <a:lnTo>
                  <a:pt x="67437" y="220853"/>
                </a:lnTo>
                <a:lnTo>
                  <a:pt x="70231" y="212344"/>
                </a:lnTo>
                <a:lnTo>
                  <a:pt x="58127" y="206946"/>
                </a:lnTo>
                <a:lnTo>
                  <a:pt x="47713" y="199478"/>
                </a:lnTo>
                <a:lnTo>
                  <a:pt x="26365" y="164782"/>
                </a:lnTo>
                <a:lnTo>
                  <a:pt x="19342" y="115062"/>
                </a:lnTo>
                <a:lnTo>
                  <a:pt x="19304" y="113919"/>
                </a:lnTo>
                <a:lnTo>
                  <a:pt x="20078" y="95872"/>
                </a:lnTo>
                <a:lnTo>
                  <a:pt x="31877" y="51308"/>
                </a:lnTo>
                <a:lnTo>
                  <a:pt x="58280" y="23101"/>
                </a:lnTo>
                <a:lnTo>
                  <a:pt x="70485" y="17780"/>
                </a:lnTo>
                <a:close/>
              </a:path>
              <a:path w="540385" h="220980">
                <a:moveTo>
                  <a:pt x="254508" y="24257"/>
                </a:moveTo>
                <a:lnTo>
                  <a:pt x="226568" y="0"/>
                </a:lnTo>
                <a:lnTo>
                  <a:pt x="220599" y="6731"/>
                </a:lnTo>
                <a:lnTo>
                  <a:pt x="238506" y="22225"/>
                </a:lnTo>
                <a:lnTo>
                  <a:pt x="75057" y="22225"/>
                </a:lnTo>
                <a:lnTo>
                  <a:pt x="75057" y="32766"/>
                </a:lnTo>
                <a:lnTo>
                  <a:pt x="238506" y="32766"/>
                </a:lnTo>
                <a:lnTo>
                  <a:pt x="220599" y="48260"/>
                </a:lnTo>
                <a:lnTo>
                  <a:pt x="226568" y="54991"/>
                </a:lnTo>
                <a:lnTo>
                  <a:pt x="254508" y="30734"/>
                </a:lnTo>
                <a:lnTo>
                  <a:pt x="254508" y="24257"/>
                </a:lnTo>
                <a:close/>
              </a:path>
              <a:path w="540385" h="220980">
                <a:moveTo>
                  <a:pt x="540385" y="115062"/>
                </a:moveTo>
                <a:lnTo>
                  <a:pt x="539292" y="95872"/>
                </a:lnTo>
                <a:lnTo>
                  <a:pt x="539280" y="95631"/>
                </a:lnTo>
                <a:lnTo>
                  <a:pt x="536016" y="77698"/>
                </a:lnTo>
                <a:lnTo>
                  <a:pt x="513283" y="33210"/>
                </a:lnTo>
                <a:lnTo>
                  <a:pt x="472948" y="9144"/>
                </a:lnTo>
                <a:lnTo>
                  <a:pt x="469900" y="17780"/>
                </a:lnTo>
                <a:lnTo>
                  <a:pt x="482155" y="23101"/>
                </a:lnTo>
                <a:lnTo>
                  <a:pt x="492696" y="30454"/>
                </a:lnTo>
                <a:lnTo>
                  <a:pt x="514057" y="64579"/>
                </a:lnTo>
                <a:lnTo>
                  <a:pt x="520255" y="95631"/>
                </a:lnTo>
                <a:lnTo>
                  <a:pt x="520293" y="95872"/>
                </a:lnTo>
                <a:lnTo>
                  <a:pt x="521081" y="113919"/>
                </a:lnTo>
                <a:lnTo>
                  <a:pt x="520293" y="132588"/>
                </a:lnTo>
                <a:lnTo>
                  <a:pt x="517931" y="149542"/>
                </a:lnTo>
                <a:lnTo>
                  <a:pt x="501459" y="189941"/>
                </a:lnTo>
                <a:lnTo>
                  <a:pt x="470281" y="212344"/>
                </a:lnTo>
                <a:lnTo>
                  <a:pt x="472948" y="220853"/>
                </a:lnTo>
                <a:lnTo>
                  <a:pt x="513334" y="196850"/>
                </a:lnTo>
                <a:lnTo>
                  <a:pt x="536067" y="152488"/>
                </a:lnTo>
                <a:lnTo>
                  <a:pt x="539305" y="134518"/>
                </a:lnTo>
                <a:lnTo>
                  <a:pt x="540385" y="115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970651" y="2678429"/>
            <a:ext cx="200025" cy="9525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  <a:lnTo>
                  <a:pt x="0" y="9525"/>
                </a:lnTo>
                <a:lnTo>
                  <a:pt x="200025" y="9525"/>
                </a:lnTo>
                <a:lnTo>
                  <a:pt x="200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964301" y="2661221"/>
            <a:ext cx="21780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12204" y="2861627"/>
            <a:ext cx="3155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69354" y="2212657"/>
            <a:ext cx="1860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5"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944109" y="2336736"/>
            <a:ext cx="1896110" cy="47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372745">
              <a:lnSpc>
                <a:spcPts val="1755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ts val="1755"/>
              </a:lnSpc>
              <a:tabLst>
                <a:tab pos="790575" algn="l"/>
                <a:tab pos="1257935" algn="l"/>
              </a:tabLst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𝐽</a:t>
            </a:r>
            <a:r>
              <a:rPr dirty="0" sz="1800" spc="42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w,</a:t>
            </a:r>
            <a:r>
              <a:rPr dirty="0" sz="1800" spc="-17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=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290">
                <a:latin typeface="Cambria Math"/>
                <a:cs typeface="Cambria Math"/>
              </a:rPr>
              <a:t> </a:t>
            </a:r>
            <a:r>
              <a:rPr dirty="0" sz="1800" spc="-570">
                <a:latin typeface="Cambria Math"/>
                <a:cs typeface="Cambria Math"/>
              </a:rPr>
              <a:t>(</a:t>
            </a:r>
            <a:r>
              <a:rPr dirty="0" sz="1800" spc="-57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6818376" y="2648204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9" y="0"/>
                </a:moveTo>
                <a:lnTo>
                  <a:pt x="123444" y="5079"/>
                </a:lnTo>
                <a:lnTo>
                  <a:pt x="136905" y="16637"/>
                </a:lnTo>
                <a:lnTo>
                  <a:pt x="0" y="16637"/>
                </a:lnTo>
                <a:lnTo>
                  <a:pt x="0" y="24510"/>
                </a:lnTo>
                <a:lnTo>
                  <a:pt x="136905" y="24510"/>
                </a:lnTo>
                <a:lnTo>
                  <a:pt x="123444" y="36194"/>
                </a:lnTo>
                <a:lnTo>
                  <a:pt x="127889" y="41275"/>
                </a:lnTo>
                <a:lnTo>
                  <a:pt x="148844" y="23113"/>
                </a:lnTo>
                <a:lnTo>
                  <a:pt x="148844" y="18160"/>
                </a:lnTo>
                <a:lnTo>
                  <a:pt x="127889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6812915" y="2613342"/>
            <a:ext cx="31877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7143368" y="2538348"/>
            <a:ext cx="501015" cy="280035"/>
            <a:chOff x="7143368" y="2538348"/>
            <a:chExt cx="501015" cy="280035"/>
          </a:xfrm>
        </p:grpSpPr>
        <p:sp>
          <p:nvSpPr>
            <p:cNvPr id="27" name="object 27"/>
            <p:cNvSpPr/>
            <p:nvPr/>
          </p:nvSpPr>
          <p:spPr>
            <a:xfrm>
              <a:off x="7143368" y="2541777"/>
              <a:ext cx="501015" cy="276225"/>
            </a:xfrm>
            <a:custGeom>
              <a:avLst/>
              <a:gdLst/>
              <a:ahLst/>
              <a:cxnLst/>
              <a:rect l="l" t="t" r="r" b="b"/>
              <a:pathLst>
                <a:path w="501015" h="276225">
                  <a:moveTo>
                    <a:pt x="75311" y="9144"/>
                  </a:moveTo>
                  <a:lnTo>
                    <a:pt x="72517" y="0"/>
                  </a:lnTo>
                  <a:lnTo>
                    <a:pt x="56083" y="6388"/>
                  </a:lnTo>
                  <a:lnTo>
                    <a:pt x="41656" y="16408"/>
                  </a:lnTo>
                  <a:lnTo>
                    <a:pt x="18796" y="47371"/>
                  </a:lnTo>
                  <a:lnTo>
                    <a:pt x="4673" y="89192"/>
                  </a:lnTo>
                  <a:lnTo>
                    <a:pt x="0" y="138049"/>
                  </a:lnTo>
                  <a:lnTo>
                    <a:pt x="1117" y="162331"/>
                  </a:lnTo>
                  <a:lnTo>
                    <a:pt x="10553" y="208597"/>
                  </a:lnTo>
                  <a:lnTo>
                    <a:pt x="29222" y="245935"/>
                  </a:lnTo>
                  <a:lnTo>
                    <a:pt x="72517" y="276098"/>
                  </a:lnTo>
                  <a:lnTo>
                    <a:pt x="75311" y="266954"/>
                  </a:lnTo>
                  <a:lnTo>
                    <a:pt x="62611" y="260388"/>
                  </a:lnTo>
                  <a:lnTo>
                    <a:pt x="51574" y="250799"/>
                  </a:lnTo>
                  <a:lnTo>
                    <a:pt x="28321" y="204571"/>
                  </a:lnTo>
                  <a:lnTo>
                    <a:pt x="21437" y="163347"/>
                  </a:lnTo>
                  <a:lnTo>
                    <a:pt x="20447" y="138176"/>
                  </a:lnTo>
                  <a:lnTo>
                    <a:pt x="21323" y="113893"/>
                  </a:lnTo>
                  <a:lnTo>
                    <a:pt x="28321" y="71551"/>
                  </a:lnTo>
                  <a:lnTo>
                    <a:pt x="51574" y="25260"/>
                  </a:lnTo>
                  <a:lnTo>
                    <a:pt x="62611" y="15697"/>
                  </a:lnTo>
                  <a:lnTo>
                    <a:pt x="75311" y="9144"/>
                  </a:lnTo>
                  <a:close/>
                </a:path>
                <a:path w="501015" h="276225">
                  <a:moveTo>
                    <a:pt x="197358" y="47625"/>
                  </a:moveTo>
                  <a:lnTo>
                    <a:pt x="169418" y="23368"/>
                  </a:lnTo>
                  <a:lnTo>
                    <a:pt x="163449" y="30099"/>
                  </a:lnTo>
                  <a:lnTo>
                    <a:pt x="181356" y="45593"/>
                  </a:lnTo>
                  <a:lnTo>
                    <a:pt x="84582" y="45593"/>
                  </a:lnTo>
                  <a:lnTo>
                    <a:pt x="84582" y="56134"/>
                  </a:lnTo>
                  <a:lnTo>
                    <a:pt x="181356" y="56134"/>
                  </a:lnTo>
                  <a:lnTo>
                    <a:pt x="163449" y="71628"/>
                  </a:lnTo>
                  <a:lnTo>
                    <a:pt x="169418" y="78359"/>
                  </a:lnTo>
                  <a:lnTo>
                    <a:pt x="197358" y="54102"/>
                  </a:lnTo>
                  <a:lnTo>
                    <a:pt x="197358" y="47625"/>
                  </a:lnTo>
                  <a:close/>
                </a:path>
                <a:path w="501015" h="276225">
                  <a:moveTo>
                    <a:pt x="500621" y="138176"/>
                  </a:moveTo>
                  <a:lnTo>
                    <a:pt x="499491" y="113893"/>
                  </a:lnTo>
                  <a:lnTo>
                    <a:pt x="499440" y="112737"/>
                  </a:lnTo>
                  <a:lnTo>
                    <a:pt x="495884" y="89192"/>
                  </a:lnTo>
                  <a:lnTo>
                    <a:pt x="481711" y="47371"/>
                  </a:lnTo>
                  <a:lnTo>
                    <a:pt x="458863" y="16408"/>
                  </a:lnTo>
                  <a:lnTo>
                    <a:pt x="428117" y="0"/>
                  </a:lnTo>
                  <a:lnTo>
                    <a:pt x="425323" y="9144"/>
                  </a:lnTo>
                  <a:lnTo>
                    <a:pt x="437959" y="15697"/>
                  </a:lnTo>
                  <a:lnTo>
                    <a:pt x="449008" y="25260"/>
                  </a:lnTo>
                  <a:lnTo>
                    <a:pt x="472287" y="71551"/>
                  </a:lnTo>
                  <a:lnTo>
                    <a:pt x="479196" y="113893"/>
                  </a:lnTo>
                  <a:lnTo>
                    <a:pt x="480047" y="138049"/>
                  </a:lnTo>
                  <a:lnTo>
                    <a:pt x="479196" y="162331"/>
                  </a:lnTo>
                  <a:lnTo>
                    <a:pt x="472287" y="204571"/>
                  </a:lnTo>
                  <a:lnTo>
                    <a:pt x="448995" y="250799"/>
                  </a:lnTo>
                  <a:lnTo>
                    <a:pt x="425323" y="266954"/>
                  </a:lnTo>
                  <a:lnTo>
                    <a:pt x="428117" y="276098"/>
                  </a:lnTo>
                  <a:lnTo>
                    <a:pt x="471271" y="245935"/>
                  </a:lnTo>
                  <a:lnTo>
                    <a:pt x="489966" y="208597"/>
                  </a:lnTo>
                  <a:lnTo>
                    <a:pt x="499440" y="163347"/>
                  </a:lnTo>
                  <a:lnTo>
                    <a:pt x="500621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6888" y="2538348"/>
              <a:ext cx="174370" cy="158876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7197343" y="2422842"/>
            <a:ext cx="3276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latin typeface="Cambria Math"/>
                <a:cs typeface="Cambria Math"/>
              </a:rPr>
              <a:t>x</a:t>
            </a:r>
            <a:r>
              <a:rPr dirty="0" baseline="-21604" sz="2700" spc="337"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30" name="object 3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081264" y="2538348"/>
            <a:ext cx="174370" cy="158876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8471789" y="2641917"/>
            <a:ext cx="10604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95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32" name="object 3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528939" y="2509773"/>
            <a:ext cx="174370" cy="158876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674229" y="2508567"/>
            <a:ext cx="101409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2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>
                <a:latin typeface="Cambria Math"/>
                <a:cs typeface="Cambria Math"/>
              </a:rPr>
              <a:t>𝑖</a:t>
            </a:r>
            <a:r>
              <a:rPr dirty="0" baseline="26748" sz="2025" spc="532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)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30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37037" sz="2025" spc="-75">
                <a:latin typeface="Cambria Math"/>
                <a:cs typeface="Cambria Math"/>
              </a:rPr>
              <a:t>𝑖</a:t>
            </a:r>
            <a:endParaRPr baseline="37037" sz="2025">
              <a:latin typeface="Cambria Math"/>
              <a:cs typeface="Cambria Math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4579492" y="3457066"/>
            <a:ext cx="257175" cy="9525"/>
          </a:xfrm>
          <a:custGeom>
            <a:avLst/>
            <a:gdLst/>
            <a:ahLst/>
            <a:cxnLst/>
            <a:rect l="l" t="t" r="r" b="b"/>
            <a:pathLst>
              <a:path w="257175" h="9525">
                <a:moveTo>
                  <a:pt x="257175" y="0"/>
                </a:moveTo>
                <a:lnTo>
                  <a:pt x="0" y="0"/>
                </a:lnTo>
                <a:lnTo>
                  <a:pt x="0" y="9524"/>
                </a:lnTo>
                <a:lnTo>
                  <a:pt x="257175" y="9524"/>
                </a:lnTo>
                <a:lnTo>
                  <a:pt x="2571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4628896" y="3116897"/>
            <a:ext cx="1530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𝜕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71746" y="3441382"/>
            <a:ext cx="2692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𝜕𝑏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990211" y="3343782"/>
            <a:ext cx="540385" cy="220979"/>
          </a:xfrm>
          <a:custGeom>
            <a:avLst/>
            <a:gdLst/>
            <a:ahLst/>
            <a:cxnLst/>
            <a:rect l="l" t="t" r="r" b="b"/>
            <a:pathLst>
              <a:path w="540385" h="220979">
                <a:moveTo>
                  <a:pt x="70485" y="17780"/>
                </a:moveTo>
                <a:lnTo>
                  <a:pt x="67437" y="9144"/>
                </a:lnTo>
                <a:lnTo>
                  <a:pt x="52095" y="14681"/>
                </a:lnTo>
                <a:lnTo>
                  <a:pt x="38646" y="22694"/>
                </a:lnTo>
                <a:lnTo>
                  <a:pt x="9740" y="61252"/>
                </a:lnTo>
                <a:lnTo>
                  <a:pt x="50" y="113919"/>
                </a:lnTo>
                <a:lnTo>
                  <a:pt x="0" y="115062"/>
                </a:lnTo>
                <a:lnTo>
                  <a:pt x="965" y="132588"/>
                </a:lnTo>
                <a:lnTo>
                  <a:pt x="1066" y="134518"/>
                </a:lnTo>
                <a:lnTo>
                  <a:pt x="17399" y="183896"/>
                </a:lnTo>
                <a:lnTo>
                  <a:pt x="52070" y="215328"/>
                </a:lnTo>
                <a:lnTo>
                  <a:pt x="67437" y="220853"/>
                </a:lnTo>
                <a:lnTo>
                  <a:pt x="70104" y="212344"/>
                </a:lnTo>
                <a:lnTo>
                  <a:pt x="58051" y="206946"/>
                </a:lnTo>
                <a:lnTo>
                  <a:pt x="47637" y="199478"/>
                </a:lnTo>
                <a:lnTo>
                  <a:pt x="26314" y="164782"/>
                </a:lnTo>
                <a:lnTo>
                  <a:pt x="19342" y="115062"/>
                </a:lnTo>
                <a:lnTo>
                  <a:pt x="19304" y="113919"/>
                </a:lnTo>
                <a:lnTo>
                  <a:pt x="20078" y="95872"/>
                </a:lnTo>
                <a:lnTo>
                  <a:pt x="31750" y="51308"/>
                </a:lnTo>
                <a:lnTo>
                  <a:pt x="58267" y="23101"/>
                </a:lnTo>
                <a:lnTo>
                  <a:pt x="70485" y="17780"/>
                </a:lnTo>
                <a:close/>
              </a:path>
              <a:path w="540385" h="220979">
                <a:moveTo>
                  <a:pt x="254508" y="24257"/>
                </a:moveTo>
                <a:lnTo>
                  <a:pt x="226441" y="0"/>
                </a:lnTo>
                <a:lnTo>
                  <a:pt x="220599" y="6731"/>
                </a:lnTo>
                <a:lnTo>
                  <a:pt x="238379" y="22225"/>
                </a:lnTo>
                <a:lnTo>
                  <a:pt x="75057" y="22225"/>
                </a:lnTo>
                <a:lnTo>
                  <a:pt x="75057" y="32766"/>
                </a:lnTo>
                <a:lnTo>
                  <a:pt x="238379" y="32766"/>
                </a:lnTo>
                <a:lnTo>
                  <a:pt x="220599" y="48260"/>
                </a:lnTo>
                <a:lnTo>
                  <a:pt x="226441" y="54991"/>
                </a:lnTo>
                <a:lnTo>
                  <a:pt x="254508" y="30734"/>
                </a:lnTo>
                <a:lnTo>
                  <a:pt x="254508" y="24257"/>
                </a:lnTo>
                <a:close/>
              </a:path>
              <a:path w="540385" h="220979">
                <a:moveTo>
                  <a:pt x="540385" y="115062"/>
                </a:moveTo>
                <a:lnTo>
                  <a:pt x="530567" y="61252"/>
                </a:lnTo>
                <a:lnTo>
                  <a:pt x="501713" y="22694"/>
                </a:lnTo>
                <a:lnTo>
                  <a:pt x="472821" y="9144"/>
                </a:lnTo>
                <a:lnTo>
                  <a:pt x="469900" y="17780"/>
                </a:lnTo>
                <a:lnTo>
                  <a:pt x="482104" y="23101"/>
                </a:lnTo>
                <a:lnTo>
                  <a:pt x="492645" y="30454"/>
                </a:lnTo>
                <a:lnTo>
                  <a:pt x="514057" y="64579"/>
                </a:lnTo>
                <a:lnTo>
                  <a:pt x="521081" y="113919"/>
                </a:lnTo>
                <a:lnTo>
                  <a:pt x="520293" y="132588"/>
                </a:lnTo>
                <a:lnTo>
                  <a:pt x="508508" y="178308"/>
                </a:lnTo>
                <a:lnTo>
                  <a:pt x="482244" y="206946"/>
                </a:lnTo>
                <a:lnTo>
                  <a:pt x="470154" y="212344"/>
                </a:lnTo>
                <a:lnTo>
                  <a:pt x="472821" y="220853"/>
                </a:lnTo>
                <a:lnTo>
                  <a:pt x="513334" y="196850"/>
                </a:lnTo>
                <a:lnTo>
                  <a:pt x="536067" y="152488"/>
                </a:lnTo>
                <a:lnTo>
                  <a:pt x="539305" y="134518"/>
                </a:lnTo>
                <a:lnTo>
                  <a:pt x="540385" y="115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4867275" y="3288728"/>
            <a:ext cx="5969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𝐽</a:t>
            </a:r>
            <a:r>
              <a:rPr dirty="0" sz="1800" spc="42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w,</a:t>
            </a:r>
            <a:r>
              <a:rPr dirty="0" sz="1800" spc="-17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846317" y="3457066"/>
            <a:ext cx="200025" cy="9525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  <a:lnTo>
                  <a:pt x="0" y="9524"/>
                </a:lnTo>
                <a:lnTo>
                  <a:pt x="200025" y="9524"/>
                </a:lnTo>
                <a:lnTo>
                  <a:pt x="200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5877814" y="3116897"/>
            <a:ext cx="15240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839840" y="3441382"/>
            <a:ext cx="21780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087745" y="3641661"/>
            <a:ext cx="3155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144895" y="2992691"/>
            <a:ext cx="1860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5"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694043" y="3426840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3" y="5079"/>
                </a:lnTo>
                <a:lnTo>
                  <a:pt x="136778" y="16763"/>
                </a:lnTo>
                <a:lnTo>
                  <a:pt x="0" y="16763"/>
                </a:lnTo>
                <a:lnTo>
                  <a:pt x="0" y="24637"/>
                </a:lnTo>
                <a:lnTo>
                  <a:pt x="136778" y="24637"/>
                </a:lnTo>
                <a:lnTo>
                  <a:pt x="123443" y="36194"/>
                </a:lnTo>
                <a:lnTo>
                  <a:pt x="127888" y="41274"/>
                </a:lnTo>
                <a:lnTo>
                  <a:pt x="148843" y="23113"/>
                </a:lnTo>
                <a:lnTo>
                  <a:pt x="148843" y="18160"/>
                </a:lnTo>
                <a:lnTo>
                  <a:pt x="127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5575934" y="3288728"/>
            <a:ext cx="145669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514350" algn="l"/>
              </a:tabLst>
            </a:pPr>
            <a:r>
              <a:rPr dirty="0" sz="1800" spc="-50">
                <a:latin typeface="Cambria Math"/>
                <a:cs typeface="Cambria Math"/>
              </a:rPr>
              <a:t>=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295">
                <a:latin typeface="Cambria Math"/>
                <a:cs typeface="Cambria Math"/>
              </a:rPr>
              <a:t> </a:t>
            </a:r>
            <a:r>
              <a:rPr dirty="0" sz="1800" spc="-155">
                <a:latin typeface="Cambria Math"/>
                <a:cs typeface="Cambria Math"/>
              </a:rPr>
              <a:t>(</a:t>
            </a:r>
            <a:r>
              <a:rPr dirty="0" sz="1800" spc="-155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baseline="-16460" sz="2025" spc="-232">
                <a:latin typeface="Cambria Math"/>
                <a:cs typeface="Cambria Math"/>
              </a:rPr>
              <a:t>w,𝑏</a:t>
            </a:r>
            <a:endParaRPr baseline="-16460" sz="2025">
              <a:latin typeface="Cambria Math"/>
              <a:cs typeface="Cambria Math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7019035" y="3316985"/>
            <a:ext cx="491490" cy="280035"/>
            <a:chOff x="7019035" y="3316985"/>
            <a:chExt cx="491490" cy="280035"/>
          </a:xfrm>
        </p:grpSpPr>
        <p:sp>
          <p:nvSpPr>
            <p:cNvPr id="47" name="object 47"/>
            <p:cNvSpPr/>
            <p:nvPr/>
          </p:nvSpPr>
          <p:spPr>
            <a:xfrm>
              <a:off x="7019036" y="3320414"/>
              <a:ext cx="491490" cy="276225"/>
            </a:xfrm>
            <a:custGeom>
              <a:avLst/>
              <a:gdLst/>
              <a:ahLst/>
              <a:cxnLst/>
              <a:rect l="l" t="t" r="r" b="b"/>
              <a:pathLst>
                <a:path w="491490" h="276225">
                  <a:moveTo>
                    <a:pt x="75311" y="9144"/>
                  </a:moveTo>
                  <a:lnTo>
                    <a:pt x="72517" y="0"/>
                  </a:lnTo>
                  <a:lnTo>
                    <a:pt x="56083" y="6388"/>
                  </a:lnTo>
                  <a:lnTo>
                    <a:pt x="41643" y="16408"/>
                  </a:lnTo>
                  <a:lnTo>
                    <a:pt x="18796" y="47371"/>
                  </a:lnTo>
                  <a:lnTo>
                    <a:pt x="4673" y="89192"/>
                  </a:lnTo>
                  <a:lnTo>
                    <a:pt x="0" y="138049"/>
                  </a:lnTo>
                  <a:lnTo>
                    <a:pt x="1117" y="162382"/>
                  </a:lnTo>
                  <a:lnTo>
                    <a:pt x="10553" y="208711"/>
                  </a:lnTo>
                  <a:lnTo>
                    <a:pt x="29222" y="245999"/>
                  </a:lnTo>
                  <a:lnTo>
                    <a:pt x="72517" y="276098"/>
                  </a:lnTo>
                  <a:lnTo>
                    <a:pt x="75311" y="266954"/>
                  </a:lnTo>
                  <a:lnTo>
                    <a:pt x="62611" y="260388"/>
                  </a:lnTo>
                  <a:lnTo>
                    <a:pt x="51574" y="250799"/>
                  </a:lnTo>
                  <a:lnTo>
                    <a:pt x="28321" y="204584"/>
                  </a:lnTo>
                  <a:lnTo>
                    <a:pt x="21437" y="163372"/>
                  </a:lnTo>
                  <a:lnTo>
                    <a:pt x="20447" y="138176"/>
                  </a:lnTo>
                  <a:lnTo>
                    <a:pt x="21323" y="113893"/>
                  </a:lnTo>
                  <a:lnTo>
                    <a:pt x="28321" y="71551"/>
                  </a:lnTo>
                  <a:lnTo>
                    <a:pt x="51574" y="25260"/>
                  </a:lnTo>
                  <a:lnTo>
                    <a:pt x="62611" y="15697"/>
                  </a:lnTo>
                  <a:lnTo>
                    <a:pt x="75311" y="9144"/>
                  </a:lnTo>
                  <a:close/>
                </a:path>
                <a:path w="491490" h="276225">
                  <a:moveTo>
                    <a:pt x="187833" y="47625"/>
                  </a:moveTo>
                  <a:lnTo>
                    <a:pt x="159766" y="23368"/>
                  </a:lnTo>
                  <a:lnTo>
                    <a:pt x="153924" y="30099"/>
                  </a:lnTo>
                  <a:lnTo>
                    <a:pt x="171704" y="45593"/>
                  </a:lnTo>
                  <a:lnTo>
                    <a:pt x="75057" y="45593"/>
                  </a:lnTo>
                  <a:lnTo>
                    <a:pt x="75057" y="56134"/>
                  </a:lnTo>
                  <a:lnTo>
                    <a:pt x="171704" y="56134"/>
                  </a:lnTo>
                  <a:lnTo>
                    <a:pt x="153924" y="71628"/>
                  </a:lnTo>
                  <a:lnTo>
                    <a:pt x="159766" y="78359"/>
                  </a:lnTo>
                  <a:lnTo>
                    <a:pt x="187833" y="54102"/>
                  </a:lnTo>
                  <a:lnTo>
                    <a:pt x="187833" y="47625"/>
                  </a:lnTo>
                  <a:close/>
                </a:path>
                <a:path w="491490" h="276225">
                  <a:moveTo>
                    <a:pt x="491096" y="138176"/>
                  </a:moveTo>
                  <a:lnTo>
                    <a:pt x="489966" y="113893"/>
                  </a:lnTo>
                  <a:lnTo>
                    <a:pt x="489915" y="112737"/>
                  </a:lnTo>
                  <a:lnTo>
                    <a:pt x="486359" y="89192"/>
                  </a:lnTo>
                  <a:lnTo>
                    <a:pt x="472186" y="47371"/>
                  </a:lnTo>
                  <a:lnTo>
                    <a:pt x="449326" y="16408"/>
                  </a:lnTo>
                  <a:lnTo>
                    <a:pt x="418465" y="0"/>
                  </a:lnTo>
                  <a:lnTo>
                    <a:pt x="415671" y="9144"/>
                  </a:lnTo>
                  <a:lnTo>
                    <a:pt x="428383" y="15697"/>
                  </a:lnTo>
                  <a:lnTo>
                    <a:pt x="439458" y="25260"/>
                  </a:lnTo>
                  <a:lnTo>
                    <a:pt x="462762" y="71551"/>
                  </a:lnTo>
                  <a:lnTo>
                    <a:pt x="469671" y="113893"/>
                  </a:lnTo>
                  <a:lnTo>
                    <a:pt x="470522" y="138049"/>
                  </a:lnTo>
                  <a:lnTo>
                    <a:pt x="469671" y="162382"/>
                  </a:lnTo>
                  <a:lnTo>
                    <a:pt x="462762" y="204584"/>
                  </a:lnTo>
                  <a:lnTo>
                    <a:pt x="439458" y="250799"/>
                  </a:lnTo>
                  <a:lnTo>
                    <a:pt x="415671" y="266954"/>
                  </a:lnTo>
                  <a:lnTo>
                    <a:pt x="418465" y="276098"/>
                  </a:lnTo>
                  <a:lnTo>
                    <a:pt x="461746" y="245999"/>
                  </a:lnTo>
                  <a:lnTo>
                    <a:pt x="480441" y="208711"/>
                  </a:lnTo>
                  <a:lnTo>
                    <a:pt x="489915" y="163372"/>
                  </a:lnTo>
                  <a:lnTo>
                    <a:pt x="491096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33030" y="3316985"/>
              <a:ext cx="174371" cy="158876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7072883" y="3203003"/>
            <a:ext cx="3181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latin typeface="Cambria Math"/>
                <a:cs typeface="Cambria Math"/>
              </a:rPr>
              <a:t>x</a:t>
            </a:r>
            <a:r>
              <a:rPr dirty="0" baseline="-21604" sz="2700" spc="225"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50" name="object 5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956931" y="3316985"/>
            <a:ext cx="174371" cy="158876"/>
          </a:xfrm>
          <a:prstGeom prst="rect">
            <a:avLst/>
          </a:prstGeom>
        </p:spPr>
      </p:pic>
      <p:sp>
        <p:nvSpPr>
          <p:cNvPr id="51" name="object 51"/>
          <p:cNvSpPr txBox="1"/>
          <p:nvPr/>
        </p:nvSpPr>
        <p:spPr>
          <a:xfrm>
            <a:off x="7549515" y="3288728"/>
            <a:ext cx="7435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54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𝑖</a:t>
            </a:r>
            <a:r>
              <a:rPr dirty="0" baseline="28806" sz="2025" spc="547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52" name="object 5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389476" y="2858770"/>
            <a:ext cx="380000" cy="9055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03438" y="3546983"/>
            <a:ext cx="427636" cy="76200"/>
          </a:xfrm>
          <a:prstGeom prst="rect">
            <a:avLst/>
          </a:prstGeom>
        </p:spPr>
      </p:pic>
      <p:grpSp>
        <p:nvGrpSpPr>
          <p:cNvPr id="54" name="object 54"/>
          <p:cNvGrpSpPr/>
          <p:nvPr/>
        </p:nvGrpSpPr>
        <p:grpSpPr>
          <a:xfrm>
            <a:off x="589394" y="1500124"/>
            <a:ext cx="755015" cy="251460"/>
            <a:chOff x="589394" y="1500124"/>
            <a:chExt cx="755015" cy="251460"/>
          </a:xfrm>
        </p:grpSpPr>
        <p:pic>
          <p:nvPicPr>
            <p:cNvPr id="55" name="object 5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9394" y="1531112"/>
              <a:ext cx="114134" cy="220090"/>
            </a:xfrm>
            <a:prstGeom prst="rect">
              <a:avLst/>
            </a:prstGeom>
          </p:spPr>
        </p:pic>
        <p:sp>
          <p:nvSpPr>
            <p:cNvPr id="56" name="object 56"/>
            <p:cNvSpPr/>
            <p:nvPr/>
          </p:nvSpPr>
          <p:spPr>
            <a:xfrm>
              <a:off x="739876" y="1500123"/>
              <a:ext cx="604520" cy="250190"/>
            </a:xfrm>
            <a:custGeom>
              <a:avLst/>
              <a:gdLst/>
              <a:ahLst/>
              <a:cxnLst/>
              <a:rect l="l" t="t" r="r" b="b"/>
              <a:pathLst>
                <a:path w="604519" h="250189">
                  <a:moveTo>
                    <a:pt x="79362" y="21082"/>
                  </a:moveTo>
                  <a:lnTo>
                    <a:pt x="75958" y="11430"/>
                  </a:lnTo>
                  <a:lnTo>
                    <a:pt x="58699" y="17691"/>
                  </a:lnTo>
                  <a:lnTo>
                    <a:pt x="43548" y="26758"/>
                  </a:lnTo>
                  <a:lnTo>
                    <a:pt x="11036" y="70129"/>
                  </a:lnTo>
                  <a:lnTo>
                    <a:pt x="1219" y="108851"/>
                  </a:lnTo>
                  <a:lnTo>
                    <a:pt x="0" y="130683"/>
                  </a:lnTo>
                  <a:lnTo>
                    <a:pt x="1104" y="150444"/>
                  </a:lnTo>
                  <a:lnTo>
                    <a:pt x="1219" y="152539"/>
                  </a:lnTo>
                  <a:lnTo>
                    <a:pt x="11010" y="191249"/>
                  </a:lnTo>
                  <a:lnTo>
                    <a:pt x="43472" y="234429"/>
                  </a:lnTo>
                  <a:lnTo>
                    <a:pt x="75958" y="249682"/>
                  </a:lnTo>
                  <a:lnTo>
                    <a:pt x="78981" y="240030"/>
                  </a:lnTo>
                  <a:lnTo>
                    <a:pt x="65405" y="234010"/>
                  </a:lnTo>
                  <a:lnTo>
                    <a:pt x="53682" y="225640"/>
                  </a:lnTo>
                  <a:lnTo>
                    <a:pt x="29667" y="186639"/>
                  </a:lnTo>
                  <a:lnTo>
                    <a:pt x="21767" y="130683"/>
                  </a:lnTo>
                  <a:lnTo>
                    <a:pt x="21717" y="129413"/>
                  </a:lnTo>
                  <a:lnTo>
                    <a:pt x="22593" y="109080"/>
                  </a:lnTo>
                  <a:lnTo>
                    <a:pt x="35852" y="58928"/>
                  </a:lnTo>
                  <a:lnTo>
                    <a:pt x="65608" y="27089"/>
                  </a:lnTo>
                  <a:lnTo>
                    <a:pt x="79362" y="21082"/>
                  </a:lnTo>
                  <a:close/>
                </a:path>
                <a:path w="604519" h="250189">
                  <a:moveTo>
                    <a:pt x="281622" y="27305"/>
                  </a:moveTo>
                  <a:lnTo>
                    <a:pt x="250101" y="0"/>
                  </a:lnTo>
                  <a:lnTo>
                    <a:pt x="243446" y="7620"/>
                  </a:lnTo>
                  <a:lnTo>
                    <a:pt x="263537" y="25019"/>
                  </a:lnTo>
                  <a:lnTo>
                    <a:pt x="82156" y="25019"/>
                  </a:lnTo>
                  <a:lnTo>
                    <a:pt x="82156" y="36830"/>
                  </a:lnTo>
                  <a:lnTo>
                    <a:pt x="263537" y="36830"/>
                  </a:lnTo>
                  <a:lnTo>
                    <a:pt x="243446" y="54229"/>
                  </a:lnTo>
                  <a:lnTo>
                    <a:pt x="250101" y="61849"/>
                  </a:lnTo>
                  <a:lnTo>
                    <a:pt x="281622" y="34544"/>
                  </a:lnTo>
                  <a:lnTo>
                    <a:pt x="281622" y="27305"/>
                  </a:lnTo>
                  <a:close/>
                </a:path>
                <a:path w="604519" h="250189">
                  <a:moveTo>
                    <a:pt x="604418" y="130683"/>
                  </a:moveTo>
                  <a:lnTo>
                    <a:pt x="603211" y="109080"/>
                  </a:lnTo>
                  <a:lnTo>
                    <a:pt x="603199" y="108851"/>
                  </a:lnTo>
                  <a:lnTo>
                    <a:pt x="599541" y="88671"/>
                  </a:lnTo>
                  <a:lnTo>
                    <a:pt x="584860" y="53213"/>
                  </a:lnTo>
                  <a:lnTo>
                    <a:pt x="545769" y="17691"/>
                  </a:lnTo>
                  <a:lnTo>
                    <a:pt x="528485" y="11430"/>
                  </a:lnTo>
                  <a:lnTo>
                    <a:pt x="525094" y="21082"/>
                  </a:lnTo>
                  <a:lnTo>
                    <a:pt x="538861" y="27089"/>
                  </a:lnTo>
                  <a:lnTo>
                    <a:pt x="550722" y="35394"/>
                  </a:lnTo>
                  <a:lnTo>
                    <a:pt x="574763" y="73837"/>
                  </a:lnTo>
                  <a:lnTo>
                    <a:pt x="582701" y="129413"/>
                  </a:lnTo>
                  <a:lnTo>
                    <a:pt x="581812" y="150444"/>
                  </a:lnTo>
                  <a:lnTo>
                    <a:pt x="568604" y="201803"/>
                  </a:lnTo>
                  <a:lnTo>
                    <a:pt x="539051" y="234010"/>
                  </a:lnTo>
                  <a:lnTo>
                    <a:pt x="525462" y="240030"/>
                  </a:lnTo>
                  <a:lnTo>
                    <a:pt x="528485" y="249682"/>
                  </a:lnTo>
                  <a:lnTo>
                    <a:pt x="573976" y="222631"/>
                  </a:lnTo>
                  <a:lnTo>
                    <a:pt x="599541" y="172745"/>
                  </a:lnTo>
                  <a:lnTo>
                    <a:pt x="603199" y="152539"/>
                  </a:lnTo>
                  <a:lnTo>
                    <a:pt x="604418" y="1306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5690" y="1582547"/>
              <a:ext cx="236943" cy="15468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119415" y="1522984"/>
              <a:ext cx="113830" cy="181610"/>
            </a:xfrm>
            <a:prstGeom prst="rect">
              <a:avLst/>
            </a:prstGeom>
          </p:spPr>
        </p:pic>
      </p:grpSp>
      <p:sp>
        <p:nvSpPr>
          <p:cNvPr id="59" name="object 59"/>
          <p:cNvSpPr/>
          <p:nvPr/>
        </p:nvSpPr>
        <p:spPr>
          <a:xfrm>
            <a:off x="1450340" y="1594738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4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40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1707514" y="1620709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61" name="object 61"/>
          <p:cNvGrpSpPr/>
          <p:nvPr/>
        </p:nvGrpSpPr>
        <p:grpSpPr>
          <a:xfrm>
            <a:off x="1926970" y="1383664"/>
            <a:ext cx="581660" cy="644525"/>
            <a:chOff x="1926970" y="1383664"/>
            <a:chExt cx="581660" cy="644525"/>
          </a:xfrm>
        </p:grpSpPr>
        <p:sp>
          <p:nvSpPr>
            <p:cNvPr id="62" name="object 62"/>
            <p:cNvSpPr/>
            <p:nvPr/>
          </p:nvSpPr>
          <p:spPr>
            <a:xfrm>
              <a:off x="1926971" y="1383664"/>
              <a:ext cx="575945" cy="644525"/>
            </a:xfrm>
            <a:custGeom>
              <a:avLst/>
              <a:gdLst/>
              <a:ahLst/>
              <a:cxnLst/>
              <a:rect l="l" t="t" r="r" b="b"/>
              <a:pathLst>
                <a:path w="575944" h="644525">
                  <a:moveTo>
                    <a:pt x="219075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219075" y="252222"/>
                  </a:lnTo>
                  <a:lnTo>
                    <a:pt x="219075" y="233172"/>
                  </a:lnTo>
                  <a:close/>
                </a:path>
                <a:path w="575944" h="644525">
                  <a:moveTo>
                    <a:pt x="324485" y="511175"/>
                  </a:moveTo>
                  <a:lnTo>
                    <a:pt x="305943" y="511175"/>
                  </a:lnTo>
                  <a:lnTo>
                    <a:pt x="301498" y="531241"/>
                  </a:lnTo>
                  <a:lnTo>
                    <a:pt x="319913" y="531241"/>
                  </a:lnTo>
                  <a:lnTo>
                    <a:pt x="324485" y="511175"/>
                  </a:lnTo>
                  <a:close/>
                </a:path>
                <a:path w="575944" h="644525">
                  <a:moveTo>
                    <a:pt x="328041" y="626618"/>
                  </a:moveTo>
                  <a:lnTo>
                    <a:pt x="321691" y="620395"/>
                  </a:lnTo>
                  <a:lnTo>
                    <a:pt x="319786" y="622554"/>
                  </a:lnTo>
                  <a:lnTo>
                    <a:pt x="315214" y="627126"/>
                  </a:lnTo>
                  <a:lnTo>
                    <a:pt x="313817" y="628396"/>
                  </a:lnTo>
                  <a:lnTo>
                    <a:pt x="312547" y="629285"/>
                  </a:lnTo>
                  <a:lnTo>
                    <a:pt x="311150" y="630174"/>
                  </a:lnTo>
                  <a:lnTo>
                    <a:pt x="310007" y="630936"/>
                  </a:lnTo>
                  <a:lnTo>
                    <a:pt x="308521" y="631444"/>
                  </a:lnTo>
                  <a:lnTo>
                    <a:pt x="307848" y="631698"/>
                  </a:lnTo>
                  <a:lnTo>
                    <a:pt x="306705" y="631952"/>
                  </a:lnTo>
                  <a:lnTo>
                    <a:pt x="303657" y="631952"/>
                  </a:lnTo>
                  <a:lnTo>
                    <a:pt x="302133" y="631444"/>
                  </a:lnTo>
                  <a:lnTo>
                    <a:pt x="300228" y="629285"/>
                  </a:lnTo>
                  <a:lnTo>
                    <a:pt x="299847" y="627634"/>
                  </a:lnTo>
                  <a:lnTo>
                    <a:pt x="299974" y="621538"/>
                  </a:lnTo>
                  <a:lnTo>
                    <a:pt x="300355" y="619379"/>
                  </a:lnTo>
                  <a:lnTo>
                    <a:pt x="300609" y="617220"/>
                  </a:lnTo>
                  <a:lnTo>
                    <a:pt x="301244" y="614299"/>
                  </a:lnTo>
                  <a:lnTo>
                    <a:pt x="302133" y="610616"/>
                  </a:lnTo>
                  <a:lnTo>
                    <a:pt x="315849" y="548767"/>
                  </a:lnTo>
                  <a:lnTo>
                    <a:pt x="311277" y="548767"/>
                  </a:lnTo>
                  <a:lnTo>
                    <a:pt x="284353" y="549783"/>
                  </a:lnTo>
                  <a:lnTo>
                    <a:pt x="283210" y="556133"/>
                  </a:lnTo>
                  <a:lnTo>
                    <a:pt x="287274" y="556133"/>
                  </a:lnTo>
                  <a:lnTo>
                    <a:pt x="290068" y="556768"/>
                  </a:lnTo>
                  <a:lnTo>
                    <a:pt x="291592" y="557911"/>
                  </a:lnTo>
                  <a:lnTo>
                    <a:pt x="293243" y="559054"/>
                  </a:lnTo>
                  <a:lnTo>
                    <a:pt x="294132" y="560832"/>
                  </a:lnTo>
                  <a:lnTo>
                    <a:pt x="294259" y="563245"/>
                  </a:lnTo>
                  <a:lnTo>
                    <a:pt x="294259" y="564896"/>
                  </a:lnTo>
                  <a:lnTo>
                    <a:pt x="294005" y="565912"/>
                  </a:lnTo>
                  <a:lnTo>
                    <a:pt x="293751" y="568833"/>
                  </a:lnTo>
                  <a:lnTo>
                    <a:pt x="293243" y="572135"/>
                  </a:lnTo>
                  <a:lnTo>
                    <a:pt x="291719" y="579247"/>
                  </a:lnTo>
                  <a:lnTo>
                    <a:pt x="290957" y="582930"/>
                  </a:lnTo>
                  <a:lnTo>
                    <a:pt x="289179" y="590550"/>
                  </a:lnTo>
                  <a:lnTo>
                    <a:pt x="288290" y="594487"/>
                  </a:lnTo>
                  <a:lnTo>
                    <a:pt x="287274" y="598424"/>
                  </a:lnTo>
                  <a:lnTo>
                    <a:pt x="286385" y="602361"/>
                  </a:lnTo>
                  <a:lnTo>
                    <a:pt x="285496" y="606044"/>
                  </a:lnTo>
                  <a:lnTo>
                    <a:pt x="283972" y="613156"/>
                  </a:lnTo>
                  <a:lnTo>
                    <a:pt x="283337" y="616458"/>
                  </a:lnTo>
                  <a:lnTo>
                    <a:pt x="282321" y="622554"/>
                  </a:lnTo>
                  <a:lnTo>
                    <a:pt x="282067" y="625094"/>
                  </a:lnTo>
                  <a:lnTo>
                    <a:pt x="282143" y="630174"/>
                  </a:lnTo>
                  <a:lnTo>
                    <a:pt x="282270" y="630936"/>
                  </a:lnTo>
                  <a:lnTo>
                    <a:pt x="282359" y="631444"/>
                  </a:lnTo>
                  <a:lnTo>
                    <a:pt x="282448" y="631952"/>
                  </a:lnTo>
                  <a:lnTo>
                    <a:pt x="291338" y="643128"/>
                  </a:lnTo>
                  <a:lnTo>
                    <a:pt x="293357" y="644144"/>
                  </a:lnTo>
                  <a:lnTo>
                    <a:pt x="293827" y="644144"/>
                  </a:lnTo>
                  <a:lnTo>
                    <a:pt x="295275" y="644398"/>
                  </a:lnTo>
                  <a:lnTo>
                    <a:pt x="300228" y="644398"/>
                  </a:lnTo>
                  <a:lnTo>
                    <a:pt x="302641" y="644144"/>
                  </a:lnTo>
                  <a:lnTo>
                    <a:pt x="304800" y="643509"/>
                  </a:lnTo>
                  <a:lnTo>
                    <a:pt x="307086" y="642874"/>
                  </a:lnTo>
                  <a:lnTo>
                    <a:pt x="322630" y="631952"/>
                  </a:lnTo>
                  <a:lnTo>
                    <a:pt x="324866" y="629920"/>
                  </a:lnTo>
                  <a:lnTo>
                    <a:pt x="328041" y="626618"/>
                  </a:lnTo>
                  <a:close/>
                </a:path>
                <a:path w="575944" h="644525">
                  <a:moveTo>
                    <a:pt x="465709" y="601472"/>
                  </a:moveTo>
                  <a:lnTo>
                    <a:pt x="358648" y="601472"/>
                  </a:lnTo>
                  <a:lnTo>
                    <a:pt x="358648" y="615696"/>
                  </a:lnTo>
                  <a:lnTo>
                    <a:pt x="465709" y="615696"/>
                  </a:lnTo>
                  <a:lnTo>
                    <a:pt x="465709" y="601472"/>
                  </a:lnTo>
                  <a:close/>
                </a:path>
                <a:path w="575944" h="644525">
                  <a:moveTo>
                    <a:pt x="465709" y="560959"/>
                  </a:moveTo>
                  <a:lnTo>
                    <a:pt x="358648" y="560959"/>
                  </a:lnTo>
                  <a:lnTo>
                    <a:pt x="358648" y="575183"/>
                  </a:lnTo>
                  <a:lnTo>
                    <a:pt x="465709" y="575183"/>
                  </a:lnTo>
                  <a:lnTo>
                    <a:pt x="465709" y="560959"/>
                  </a:lnTo>
                  <a:close/>
                </a:path>
                <a:path w="575944" h="644525">
                  <a:moveTo>
                    <a:pt x="575564" y="398907"/>
                  </a:moveTo>
                  <a:lnTo>
                    <a:pt x="557022" y="398907"/>
                  </a:lnTo>
                  <a:lnTo>
                    <a:pt x="554113" y="414985"/>
                  </a:lnTo>
                  <a:lnTo>
                    <a:pt x="550938" y="427926"/>
                  </a:lnTo>
                  <a:lnTo>
                    <a:pt x="547497" y="437743"/>
                  </a:lnTo>
                  <a:lnTo>
                    <a:pt x="543814" y="444373"/>
                  </a:lnTo>
                  <a:lnTo>
                    <a:pt x="538734" y="451116"/>
                  </a:lnTo>
                  <a:lnTo>
                    <a:pt x="531368" y="454533"/>
                  </a:lnTo>
                  <a:lnTo>
                    <a:pt x="303911" y="454533"/>
                  </a:lnTo>
                  <a:lnTo>
                    <a:pt x="465582" y="235077"/>
                  </a:lnTo>
                  <a:lnTo>
                    <a:pt x="465582" y="219837"/>
                  </a:lnTo>
                  <a:lnTo>
                    <a:pt x="315849" y="16383"/>
                  </a:lnTo>
                  <a:lnTo>
                    <a:pt x="513969" y="16383"/>
                  </a:lnTo>
                  <a:lnTo>
                    <a:pt x="544576" y="40513"/>
                  </a:lnTo>
                  <a:lnTo>
                    <a:pt x="552196" y="74295"/>
                  </a:lnTo>
                  <a:lnTo>
                    <a:pt x="568833" y="74295"/>
                  </a:lnTo>
                  <a:lnTo>
                    <a:pt x="568833" y="0"/>
                  </a:lnTo>
                  <a:lnTo>
                    <a:pt x="265557" y="0"/>
                  </a:lnTo>
                  <a:lnTo>
                    <a:pt x="265557" y="11938"/>
                  </a:lnTo>
                  <a:lnTo>
                    <a:pt x="436372" y="240030"/>
                  </a:lnTo>
                  <a:lnTo>
                    <a:pt x="260350" y="478536"/>
                  </a:lnTo>
                  <a:lnTo>
                    <a:pt x="260350" y="490982"/>
                  </a:lnTo>
                  <a:lnTo>
                    <a:pt x="569214" y="490982"/>
                  </a:lnTo>
                  <a:lnTo>
                    <a:pt x="575564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3" name="object 63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429763" y="1906650"/>
              <a:ext cx="78867" cy="119761"/>
            </a:xfrm>
            <a:prstGeom prst="rect">
              <a:avLst/>
            </a:prstGeom>
          </p:spPr>
        </p:pic>
      </p:grpSp>
      <p:pic>
        <p:nvPicPr>
          <p:cNvPr id="64" name="object 64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987423" y="1338707"/>
            <a:ext cx="99949" cy="173354"/>
          </a:xfrm>
          <a:prstGeom prst="rect">
            <a:avLst/>
          </a:prstGeom>
        </p:spPr>
      </p:pic>
      <p:pic>
        <p:nvPicPr>
          <p:cNvPr id="65" name="object 65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930019" y="1751838"/>
            <a:ext cx="209550" cy="124206"/>
          </a:xfrm>
          <a:prstGeom prst="rect">
            <a:avLst/>
          </a:prstGeom>
        </p:spPr>
      </p:pic>
      <p:pic>
        <p:nvPicPr>
          <p:cNvPr id="66" name="object 66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2264155" y="1217041"/>
            <a:ext cx="170942" cy="96647"/>
          </a:xfrm>
          <a:prstGeom prst="rect">
            <a:avLst/>
          </a:prstGeom>
        </p:spPr>
      </p:pic>
      <p:grpSp>
        <p:nvGrpSpPr>
          <p:cNvPr id="67" name="object 67"/>
          <p:cNvGrpSpPr/>
          <p:nvPr/>
        </p:nvGrpSpPr>
        <p:grpSpPr>
          <a:xfrm>
            <a:off x="6492494" y="1416938"/>
            <a:ext cx="1805939" cy="424180"/>
            <a:chOff x="6492494" y="1416938"/>
            <a:chExt cx="1805939" cy="424180"/>
          </a:xfrm>
        </p:grpSpPr>
        <p:sp>
          <p:nvSpPr>
            <p:cNvPr id="68" name="object 68"/>
            <p:cNvSpPr/>
            <p:nvPr/>
          </p:nvSpPr>
          <p:spPr>
            <a:xfrm>
              <a:off x="8238109" y="1418589"/>
              <a:ext cx="60325" cy="421640"/>
            </a:xfrm>
            <a:custGeom>
              <a:avLst/>
              <a:gdLst/>
              <a:ahLst/>
              <a:cxnLst/>
              <a:rect l="l" t="t" r="r" b="b"/>
              <a:pathLst>
                <a:path w="60325" h="421639">
                  <a:moveTo>
                    <a:pt x="59817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36576" y="10160"/>
                  </a:lnTo>
                  <a:lnTo>
                    <a:pt x="36576" y="410210"/>
                  </a:lnTo>
                  <a:lnTo>
                    <a:pt x="0" y="410210"/>
                  </a:lnTo>
                  <a:lnTo>
                    <a:pt x="0" y="421640"/>
                  </a:lnTo>
                  <a:lnTo>
                    <a:pt x="59817" y="421640"/>
                  </a:lnTo>
                  <a:lnTo>
                    <a:pt x="59817" y="410210"/>
                  </a:lnTo>
                  <a:lnTo>
                    <a:pt x="59817" y="10160"/>
                  </a:lnTo>
                  <a:lnTo>
                    <a:pt x="598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9" name="object 6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492494" y="1416938"/>
              <a:ext cx="1720087" cy="424180"/>
            </a:xfrm>
            <a:prstGeom prst="rect">
              <a:avLst/>
            </a:prstGeom>
          </p:spPr>
        </p:pic>
      </p:grpSp>
      <p:grpSp>
        <p:nvGrpSpPr>
          <p:cNvPr id="70" name="object 70"/>
          <p:cNvGrpSpPr/>
          <p:nvPr/>
        </p:nvGrpSpPr>
        <p:grpSpPr>
          <a:xfrm>
            <a:off x="2593594" y="1418589"/>
            <a:ext cx="782320" cy="421640"/>
            <a:chOff x="2593594" y="1418589"/>
            <a:chExt cx="782320" cy="421640"/>
          </a:xfrm>
        </p:grpSpPr>
        <p:sp>
          <p:nvSpPr>
            <p:cNvPr id="71" name="object 71"/>
            <p:cNvSpPr/>
            <p:nvPr/>
          </p:nvSpPr>
          <p:spPr>
            <a:xfrm>
              <a:off x="2593594" y="1418589"/>
              <a:ext cx="60325" cy="421640"/>
            </a:xfrm>
            <a:custGeom>
              <a:avLst/>
              <a:gdLst/>
              <a:ahLst/>
              <a:cxnLst/>
              <a:rect l="l" t="t" r="r" b="b"/>
              <a:pathLst>
                <a:path w="60325" h="421639">
                  <a:moveTo>
                    <a:pt x="59817" y="0"/>
                  </a:moveTo>
                  <a:lnTo>
                    <a:pt x="0" y="0"/>
                  </a:lnTo>
                  <a:lnTo>
                    <a:pt x="0" y="10160"/>
                  </a:lnTo>
                  <a:lnTo>
                    <a:pt x="0" y="410210"/>
                  </a:lnTo>
                  <a:lnTo>
                    <a:pt x="0" y="421640"/>
                  </a:lnTo>
                  <a:lnTo>
                    <a:pt x="59817" y="421640"/>
                  </a:lnTo>
                  <a:lnTo>
                    <a:pt x="59817" y="410210"/>
                  </a:lnTo>
                  <a:lnTo>
                    <a:pt x="23241" y="410210"/>
                  </a:lnTo>
                  <a:lnTo>
                    <a:pt x="23241" y="10160"/>
                  </a:lnTo>
                  <a:lnTo>
                    <a:pt x="59817" y="10160"/>
                  </a:lnTo>
                  <a:lnTo>
                    <a:pt x="5981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2" name="object 7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661285" y="1580514"/>
              <a:ext cx="139191" cy="176784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29560" y="1463420"/>
              <a:ext cx="197992" cy="176402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3058795" y="1522856"/>
              <a:ext cx="317500" cy="236220"/>
            </a:xfrm>
            <a:custGeom>
              <a:avLst/>
              <a:gdLst/>
              <a:ahLst/>
              <a:cxnLst/>
              <a:rect l="l" t="t" r="r" b="b"/>
              <a:pathLst>
                <a:path w="317500" h="236219">
                  <a:moveTo>
                    <a:pt x="260604" y="57530"/>
                  </a:moveTo>
                  <a:lnTo>
                    <a:pt x="247777" y="57530"/>
                  </a:lnTo>
                  <a:lnTo>
                    <a:pt x="241554" y="58419"/>
                  </a:lnTo>
                  <a:lnTo>
                    <a:pt x="235839" y="60070"/>
                  </a:lnTo>
                  <a:lnTo>
                    <a:pt x="229996" y="61848"/>
                  </a:lnTo>
                  <a:lnTo>
                    <a:pt x="225044" y="64388"/>
                  </a:lnTo>
                  <a:lnTo>
                    <a:pt x="220853" y="67944"/>
                  </a:lnTo>
                  <a:lnTo>
                    <a:pt x="216534" y="71373"/>
                  </a:lnTo>
                  <a:lnTo>
                    <a:pt x="213232" y="75818"/>
                  </a:lnTo>
                  <a:lnTo>
                    <a:pt x="210946" y="81025"/>
                  </a:lnTo>
                  <a:lnTo>
                    <a:pt x="208533" y="86359"/>
                  </a:lnTo>
                  <a:lnTo>
                    <a:pt x="207314" y="92455"/>
                  </a:lnTo>
                  <a:lnTo>
                    <a:pt x="207325" y="107822"/>
                  </a:lnTo>
                  <a:lnTo>
                    <a:pt x="208915" y="114426"/>
                  </a:lnTo>
                  <a:lnTo>
                    <a:pt x="212090" y="120395"/>
                  </a:lnTo>
                  <a:lnTo>
                    <a:pt x="215138" y="126491"/>
                  </a:lnTo>
                  <a:lnTo>
                    <a:pt x="219709" y="131190"/>
                  </a:lnTo>
                  <a:lnTo>
                    <a:pt x="225806" y="134746"/>
                  </a:lnTo>
                  <a:lnTo>
                    <a:pt x="218947" y="139826"/>
                  </a:lnTo>
                  <a:lnTo>
                    <a:pt x="214249" y="144398"/>
                  </a:lnTo>
                  <a:lnTo>
                    <a:pt x="211581" y="148335"/>
                  </a:lnTo>
                  <a:lnTo>
                    <a:pt x="208915" y="152400"/>
                  </a:lnTo>
                  <a:lnTo>
                    <a:pt x="207518" y="156717"/>
                  </a:lnTo>
                  <a:lnTo>
                    <a:pt x="207518" y="165734"/>
                  </a:lnTo>
                  <a:lnTo>
                    <a:pt x="220218" y="179450"/>
                  </a:lnTo>
                  <a:lnTo>
                    <a:pt x="213868" y="182752"/>
                  </a:lnTo>
                  <a:lnTo>
                    <a:pt x="208788" y="186562"/>
                  </a:lnTo>
                  <a:lnTo>
                    <a:pt x="205358" y="190880"/>
                  </a:lnTo>
                  <a:lnTo>
                    <a:pt x="201803" y="195198"/>
                  </a:lnTo>
                  <a:lnTo>
                    <a:pt x="200217" y="199389"/>
                  </a:lnTo>
                  <a:lnTo>
                    <a:pt x="200135" y="211454"/>
                  </a:lnTo>
                  <a:lnTo>
                    <a:pt x="201421" y="215900"/>
                  </a:lnTo>
                  <a:lnTo>
                    <a:pt x="240665" y="235330"/>
                  </a:lnTo>
                  <a:lnTo>
                    <a:pt x="248284" y="235838"/>
                  </a:lnTo>
                  <a:lnTo>
                    <a:pt x="256794" y="235838"/>
                  </a:lnTo>
                  <a:lnTo>
                    <a:pt x="295275" y="227329"/>
                  </a:lnTo>
                  <a:lnTo>
                    <a:pt x="297149" y="225932"/>
                  </a:lnTo>
                  <a:lnTo>
                    <a:pt x="256540" y="225932"/>
                  </a:lnTo>
                  <a:lnTo>
                    <a:pt x="247896" y="225599"/>
                  </a:lnTo>
                  <a:lnTo>
                    <a:pt x="220091" y="211454"/>
                  </a:lnTo>
                  <a:lnTo>
                    <a:pt x="220091" y="199389"/>
                  </a:lnTo>
                  <a:lnTo>
                    <a:pt x="232918" y="181737"/>
                  </a:lnTo>
                  <a:lnTo>
                    <a:pt x="310906" y="181737"/>
                  </a:lnTo>
                  <a:lnTo>
                    <a:pt x="309499" y="179069"/>
                  </a:lnTo>
                  <a:lnTo>
                    <a:pt x="307085" y="174370"/>
                  </a:lnTo>
                  <a:lnTo>
                    <a:pt x="303149" y="170687"/>
                  </a:lnTo>
                  <a:lnTo>
                    <a:pt x="297433" y="167893"/>
                  </a:lnTo>
                  <a:lnTo>
                    <a:pt x="291845" y="165100"/>
                  </a:lnTo>
                  <a:lnTo>
                    <a:pt x="284606" y="163829"/>
                  </a:lnTo>
                  <a:lnTo>
                    <a:pt x="239903" y="163829"/>
                  </a:lnTo>
                  <a:lnTo>
                    <a:pt x="235712" y="163448"/>
                  </a:lnTo>
                  <a:lnTo>
                    <a:pt x="225044" y="155447"/>
                  </a:lnTo>
                  <a:lnTo>
                    <a:pt x="225044" y="147700"/>
                  </a:lnTo>
                  <a:lnTo>
                    <a:pt x="228219" y="142875"/>
                  </a:lnTo>
                  <a:lnTo>
                    <a:pt x="234569" y="138048"/>
                  </a:lnTo>
                  <a:lnTo>
                    <a:pt x="272342" y="138048"/>
                  </a:lnTo>
                  <a:lnTo>
                    <a:pt x="273065" y="137890"/>
                  </a:lnTo>
                  <a:lnTo>
                    <a:pt x="281390" y="134393"/>
                  </a:lnTo>
                  <a:lnTo>
                    <a:pt x="286762" y="130682"/>
                  </a:lnTo>
                  <a:lnTo>
                    <a:pt x="246633" y="130682"/>
                  </a:lnTo>
                  <a:lnTo>
                    <a:pt x="240410" y="127762"/>
                  </a:lnTo>
                  <a:lnTo>
                    <a:pt x="236219" y="122046"/>
                  </a:lnTo>
                  <a:lnTo>
                    <a:pt x="231902" y="116331"/>
                  </a:lnTo>
                  <a:lnTo>
                    <a:pt x="229743" y="108330"/>
                  </a:lnTo>
                  <a:lnTo>
                    <a:pt x="229743" y="88010"/>
                  </a:lnTo>
                  <a:lnTo>
                    <a:pt x="230174" y="86359"/>
                  </a:lnTo>
                  <a:lnTo>
                    <a:pt x="231902" y="80263"/>
                  </a:lnTo>
                  <a:lnTo>
                    <a:pt x="236093" y="74929"/>
                  </a:lnTo>
                  <a:lnTo>
                    <a:pt x="240283" y="69722"/>
                  </a:lnTo>
                  <a:lnTo>
                    <a:pt x="246380" y="67055"/>
                  </a:lnTo>
                  <a:lnTo>
                    <a:pt x="316992" y="67055"/>
                  </a:lnTo>
                  <a:lnTo>
                    <a:pt x="316992" y="59689"/>
                  </a:lnTo>
                  <a:lnTo>
                    <a:pt x="272542" y="59689"/>
                  </a:lnTo>
                  <a:lnTo>
                    <a:pt x="267115" y="58419"/>
                  </a:lnTo>
                  <a:lnTo>
                    <a:pt x="267567" y="58419"/>
                  </a:lnTo>
                  <a:lnTo>
                    <a:pt x="260604" y="57530"/>
                  </a:lnTo>
                  <a:close/>
                </a:path>
                <a:path w="317500" h="236219">
                  <a:moveTo>
                    <a:pt x="310906" y="181737"/>
                  </a:moveTo>
                  <a:lnTo>
                    <a:pt x="232918" y="181737"/>
                  </a:lnTo>
                  <a:lnTo>
                    <a:pt x="238125" y="182244"/>
                  </a:lnTo>
                  <a:lnTo>
                    <a:pt x="244094" y="182498"/>
                  </a:lnTo>
                  <a:lnTo>
                    <a:pt x="274446" y="182498"/>
                  </a:lnTo>
                  <a:lnTo>
                    <a:pt x="278383" y="183006"/>
                  </a:lnTo>
                  <a:lnTo>
                    <a:pt x="292607" y="198754"/>
                  </a:lnTo>
                  <a:lnTo>
                    <a:pt x="292607" y="206120"/>
                  </a:lnTo>
                  <a:lnTo>
                    <a:pt x="291293" y="210184"/>
                  </a:lnTo>
                  <a:lnTo>
                    <a:pt x="291210" y="210438"/>
                  </a:lnTo>
                  <a:lnTo>
                    <a:pt x="288290" y="214248"/>
                  </a:lnTo>
                  <a:lnTo>
                    <a:pt x="285495" y="218058"/>
                  </a:lnTo>
                  <a:lnTo>
                    <a:pt x="281305" y="220852"/>
                  </a:lnTo>
                  <a:lnTo>
                    <a:pt x="270509" y="224916"/>
                  </a:lnTo>
                  <a:lnTo>
                    <a:pt x="264032" y="225932"/>
                  </a:lnTo>
                  <a:lnTo>
                    <a:pt x="297149" y="225932"/>
                  </a:lnTo>
                  <a:lnTo>
                    <a:pt x="301752" y="222503"/>
                  </a:lnTo>
                  <a:lnTo>
                    <a:pt x="306324" y="216280"/>
                  </a:lnTo>
                  <a:lnTo>
                    <a:pt x="310769" y="210184"/>
                  </a:lnTo>
                  <a:lnTo>
                    <a:pt x="313055" y="203200"/>
                  </a:lnTo>
                  <a:lnTo>
                    <a:pt x="313055" y="189102"/>
                  </a:lnTo>
                  <a:lnTo>
                    <a:pt x="311912" y="183641"/>
                  </a:lnTo>
                  <a:lnTo>
                    <a:pt x="310906" y="181737"/>
                  </a:lnTo>
                  <a:close/>
                </a:path>
                <a:path w="317500" h="236219">
                  <a:moveTo>
                    <a:pt x="272342" y="138048"/>
                  </a:moveTo>
                  <a:lnTo>
                    <a:pt x="234569" y="138048"/>
                  </a:lnTo>
                  <a:lnTo>
                    <a:pt x="239649" y="139826"/>
                  </a:lnTo>
                  <a:lnTo>
                    <a:pt x="245618" y="140715"/>
                  </a:lnTo>
                  <a:lnTo>
                    <a:pt x="252476" y="140715"/>
                  </a:lnTo>
                  <a:lnTo>
                    <a:pt x="263431" y="140005"/>
                  </a:lnTo>
                  <a:lnTo>
                    <a:pt x="272342" y="138048"/>
                  </a:lnTo>
                  <a:close/>
                </a:path>
                <a:path w="317500" h="236219">
                  <a:moveTo>
                    <a:pt x="316992" y="67055"/>
                  </a:moveTo>
                  <a:lnTo>
                    <a:pt x="258953" y="67055"/>
                  </a:lnTo>
                  <a:lnTo>
                    <a:pt x="263144" y="68198"/>
                  </a:lnTo>
                  <a:lnTo>
                    <a:pt x="266700" y="70484"/>
                  </a:lnTo>
                  <a:lnTo>
                    <a:pt x="270256" y="72897"/>
                  </a:lnTo>
                  <a:lnTo>
                    <a:pt x="273177" y="76453"/>
                  </a:lnTo>
                  <a:lnTo>
                    <a:pt x="275208" y="81406"/>
                  </a:lnTo>
                  <a:lnTo>
                    <a:pt x="277368" y="86359"/>
                  </a:lnTo>
                  <a:lnTo>
                    <a:pt x="278383" y="92455"/>
                  </a:lnTo>
                  <a:lnTo>
                    <a:pt x="278383" y="104012"/>
                  </a:lnTo>
                  <a:lnTo>
                    <a:pt x="272922" y="121412"/>
                  </a:lnTo>
                  <a:lnTo>
                    <a:pt x="271018" y="124332"/>
                  </a:lnTo>
                  <a:lnTo>
                    <a:pt x="268605" y="126491"/>
                  </a:lnTo>
                  <a:lnTo>
                    <a:pt x="262508" y="129793"/>
                  </a:lnTo>
                  <a:lnTo>
                    <a:pt x="258953" y="130682"/>
                  </a:lnTo>
                  <a:lnTo>
                    <a:pt x="286762" y="130682"/>
                  </a:lnTo>
                  <a:lnTo>
                    <a:pt x="300990" y="97916"/>
                  </a:lnTo>
                  <a:lnTo>
                    <a:pt x="300929" y="92455"/>
                  </a:lnTo>
                  <a:lnTo>
                    <a:pt x="292607" y="72897"/>
                  </a:lnTo>
                  <a:lnTo>
                    <a:pt x="293751" y="71500"/>
                  </a:lnTo>
                  <a:lnTo>
                    <a:pt x="316992" y="71500"/>
                  </a:lnTo>
                  <a:lnTo>
                    <a:pt x="316992" y="67055"/>
                  </a:lnTo>
                  <a:close/>
                </a:path>
                <a:path w="317500" h="236219">
                  <a:moveTo>
                    <a:pt x="316992" y="71500"/>
                  </a:moveTo>
                  <a:lnTo>
                    <a:pt x="293751" y="71500"/>
                  </a:lnTo>
                  <a:lnTo>
                    <a:pt x="316992" y="72389"/>
                  </a:lnTo>
                  <a:lnTo>
                    <a:pt x="316992" y="71500"/>
                  </a:lnTo>
                  <a:close/>
                </a:path>
                <a:path w="317500" h="236219">
                  <a:moveTo>
                    <a:pt x="127635" y="57530"/>
                  </a:moveTo>
                  <a:lnTo>
                    <a:pt x="87693" y="73326"/>
                  </a:lnTo>
                  <a:lnTo>
                    <a:pt x="72459" y="110872"/>
                  </a:lnTo>
                  <a:lnTo>
                    <a:pt x="72062" y="121665"/>
                  </a:lnTo>
                  <a:lnTo>
                    <a:pt x="72844" y="134619"/>
                  </a:lnTo>
                  <a:lnTo>
                    <a:pt x="72866" y="134973"/>
                  </a:lnTo>
                  <a:lnTo>
                    <a:pt x="93366" y="173110"/>
                  </a:lnTo>
                  <a:lnTo>
                    <a:pt x="125603" y="181737"/>
                  </a:lnTo>
                  <a:lnTo>
                    <a:pt x="133983" y="181286"/>
                  </a:lnTo>
                  <a:lnTo>
                    <a:pt x="141779" y="179943"/>
                  </a:lnTo>
                  <a:lnTo>
                    <a:pt x="148980" y="177718"/>
                  </a:lnTo>
                  <a:lnTo>
                    <a:pt x="155575" y="174625"/>
                  </a:lnTo>
                  <a:lnTo>
                    <a:pt x="159792" y="171830"/>
                  </a:lnTo>
                  <a:lnTo>
                    <a:pt x="127507" y="171830"/>
                  </a:lnTo>
                  <a:lnTo>
                    <a:pt x="120245" y="170953"/>
                  </a:lnTo>
                  <a:lnTo>
                    <a:pt x="96152" y="130377"/>
                  </a:lnTo>
                  <a:lnTo>
                    <a:pt x="95636" y="118109"/>
                  </a:lnTo>
                  <a:lnTo>
                    <a:pt x="96150" y="106737"/>
                  </a:lnTo>
                  <a:lnTo>
                    <a:pt x="113680" y="70754"/>
                  </a:lnTo>
                  <a:lnTo>
                    <a:pt x="127127" y="67437"/>
                  </a:lnTo>
                  <a:lnTo>
                    <a:pt x="161799" y="67437"/>
                  </a:lnTo>
                  <a:lnTo>
                    <a:pt x="160531" y="66317"/>
                  </a:lnTo>
                  <a:lnTo>
                    <a:pt x="151204" y="61442"/>
                  </a:lnTo>
                  <a:lnTo>
                    <a:pt x="140235" y="58507"/>
                  </a:lnTo>
                  <a:lnTo>
                    <a:pt x="127635" y="57530"/>
                  </a:lnTo>
                  <a:close/>
                </a:path>
                <a:path w="317500" h="236219">
                  <a:moveTo>
                    <a:pt x="161799" y="67437"/>
                  </a:moveTo>
                  <a:lnTo>
                    <a:pt x="133096" y="67437"/>
                  </a:lnTo>
                  <a:lnTo>
                    <a:pt x="138430" y="69341"/>
                  </a:lnTo>
                  <a:lnTo>
                    <a:pt x="147828" y="76962"/>
                  </a:lnTo>
                  <a:lnTo>
                    <a:pt x="151511" y="82930"/>
                  </a:lnTo>
                  <a:lnTo>
                    <a:pt x="154305" y="91058"/>
                  </a:lnTo>
                  <a:lnTo>
                    <a:pt x="156065" y="97537"/>
                  </a:lnTo>
                  <a:lnTo>
                    <a:pt x="157250" y="104298"/>
                  </a:lnTo>
                  <a:lnTo>
                    <a:pt x="157337" y="104790"/>
                  </a:lnTo>
                  <a:lnTo>
                    <a:pt x="158109" y="112829"/>
                  </a:lnTo>
                  <a:lnTo>
                    <a:pt x="158264" y="118109"/>
                  </a:lnTo>
                  <a:lnTo>
                    <a:pt x="158369" y="128269"/>
                  </a:lnTo>
                  <a:lnTo>
                    <a:pt x="157861" y="134619"/>
                  </a:lnTo>
                  <a:lnTo>
                    <a:pt x="137794" y="170433"/>
                  </a:lnTo>
                  <a:lnTo>
                    <a:pt x="133096" y="171830"/>
                  </a:lnTo>
                  <a:lnTo>
                    <a:pt x="159792" y="171830"/>
                  </a:lnTo>
                  <a:lnTo>
                    <a:pt x="180387" y="137271"/>
                  </a:lnTo>
                  <a:lnTo>
                    <a:pt x="181661" y="128269"/>
                  </a:lnTo>
                  <a:lnTo>
                    <a:pt x="181687" y="128089"/>
                  </a:lnTo>
                  <a:lnTo>
                    <a:pt x="181964" y="121665"/>
                  </a:lnTo>
                  <a:lnTo>
                    <a:pt x="182002" y="120776"/>
                  </a:lnTo>
                  <a:lnTo>
                    <a:pt x="182118" y="118109"/>
                  </a:lnTo>
                  <a:lnTo>
                    <a:pt x="181410" y="106737"/>
                  </a:lnTo>
                  <a:lnTo>
                    <a:pt x="181289" y="104790"/>
                  </a:lnTo>
                  <a:lnTo>
                    <a:pt x="181258" y="104298"/>
                  </a:lnTo>
                  <a:lnTo>
                    <a:pt x="178673" y="92201"/>
                  </a:lnTo>
                  <a:lnTo>
                    <a:pt x="174349" y="81819"/>
                  </a:lnTo>
                  <a:lnTo>
                    <a:pt x="168397" y="73326"/>
                  </a:lnTo>
                  <a:lnTo>
                    <a:pt x="168275" y="73151"/>
                  </a:lnTo>
                  <a:lnTo>
                    <a:pt x="161799" y="67437"/>
                  </a:lnTo>
                  <a:close/>
                </a:path>
                <a:path w="317500" h="236219">
                  <a:moveTo>
                    <a:pt x="37846" y="0"/>
                  </a:moveTo>
                  <a:lnTo>
                    <a:pt x="30225" y="0"/>
                  </a:lnTo>
                  <a:lnTo>
                    <a:pt x="0" y="1269"/>
                  </a:lnTo>
                  <a:lnTo>
                    <a:pt x="0" y="7873"/>
                  </a:lnTo>
                  <a:lnTo>
                    <a:pt x="4318" y="8508"/>
                  </a:lnTo>
                  <a:lnTo>
                    <a:pt x="7238" y="9270"/>
                  </a:lnTo>
                  <a:lnTo>
                    <a:pt x="10541" y="10794"/>
                  </a:lnTo>
                  <a:lnTo>
                    <a:pt x="11811" y="11810"/>
                  </a:lnTo>
                  <a:lnTo>
                    <a:pt x="12700" y="13080"/>
                  </a:lnTo>
                  <a:lnTo>
                    <a:pt x="13716" y="14350"/>
                  </a:lnTo>
                  <a:lnTo>
                    <a:pt x="14478" y="16128"/>
                  </a:lnTo>
                  <a:lnTo>
                    <a:pt x="14986" y="18287"/>
                  </a:lnTo>
                  <a:lnTo>
                    <a:pt x="15621" y="20573"/>
                  </a:lnTo>
                  <a:lnTo>
                    <a:pt x="15875" y="23240"/>
                  </a:lnTo>
                  <a:lnTo>
                    <a:pt x="16002" y="26415"/>
                  </a:lnTo>
                  <a:lnTo>
                    <a:pt x="16002" y="156463"/>
                  </a:lnTo>
                  <a:lnTo>
                    <a:pt x="15493" y="162178"/>
                  </a:lnTo>
                  <a:lnTo>
                    <a:pt x="14986" y="164337"/>
                  </a:lnTo>
                  <a:lnTo>
                    <a:pt x="14175" y="166115"/>
                  </a:lnTo>
                  <a:lnTo>
                    <a:pt x="13588" y="167639"/>
                  </a:lnTo>
                  <a:lnTo>
                    <a:pt x="2031" y="173608"/>
                  </a:lnTo>
                  <a:lnTo>
                    <a:pt x="2031" y="179704"/>
                  </a:lnTo>
                  <a:lnTo>
                    <a:pt x="51816" y="179704"/>
                  </a:lnTo>
                  <a:lnTo>
                    <a:pt x="51816" y="173608"/>
                  </a:lnTo>
                  <a:lnTo>
                    <a:pt x="47625" y="172465"/>
                  </a:lnTo>
                  <a:lnTo>
                    <a:pt x="44881" y="171322"/>
                  </a:lnTo>
                  <a:lnTo>
                    <a:pt x="44750" y="171322"/>
                  </a:lnTo>
                  <a:lnTo>
                    <a:pt x="42672" y="169798"/>
                  </a:lnTo>
                  <a:lnTo>
                    <a:pt x="40767" y="168275"/>
                  </a:lnTo>
                  <a:lnTo>
                    <a:pt x="39497" y="166115"/>
                  </a:lnTo>
                  <a:lnTo>
                    <a:pt x="38862" y="163321"/>
                  </a:lnTo>
                  <a:lnTo>
                    <a:pt x="38100" y="160527"/>
                  </a:lnTo>
                  <a:lnTo>
                    <a:pt x="37891" y="156463"/>
                  </a:lnTo>
                  <a:lnTo>
                    <a:pt x="378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5" name="object 7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434969" y="1416938"/>
            <a:ext cx="1281938" cy="424180"/>
          </a:xfrm>
          <a:prstGeom prst="rect">
            <a:avLst/>
          </a:prstGeom>
        </p:spPr>
      </p:pic>
      <p:sp>
        <p:nvSpPr>
          <p:cNvPr id="76" name="object 76"/>
          <p:cNvSpPr/>
          <p:nvPr/>
        </p:nvSpPr>
        <p:spPr>
          <a:xfrm>
            <a:off x="4803140" y="1548129"/>
            <a:ext cx="154940" cy="161290"/>
          </a:xfrm>
          <a:custGeom>
            <a:avLst/>
            <a:gdLst/>
            <a:ahLst/>
            <a:cxnLst/>
            <a:rect l="l" t="t" r="r" b="b"/>
            <a:pathLst>
              <a:path w="154939" h="161289">
                <a:moveTo>
                  <a:pt x="154686" y="72390"/>
                </a:moveTo>
                <a:lnTo>
                  <a:pt x="86233" y="72390"/>
                </a:lnTo>
                <a:lnTo>
                  <a:pt x="86233" y="0"/>
                </a:lnTo>
                <a:lnTo>
                  <a:pt x="68453" y="0"/>
                </a:lnTo>
                <a:lnTo>
                  <a:pt x="68453" y="72390"/>
                </a:lnTo>
                <a:lnTo>
                  <a:pt x="0" y="72390"/>
                </a:lnTo>
                <a:lnTo>
                  <a:pt x="0" y="88900"/>
                </a:lnTo>
                <a:lnTo>
                  <a:pt x="68453" y="88900"/>
                </a:lnTo>
                <a:lnTo>
                  <a:pt x="68453" y="161290"/>
                </a:lnTo>
                <a:lnTo>
                  <a:pt x="86233" y="161290"/>
                </a:lnTo>
                <a:lnTo>
                  <a:pt x="86233" y="88900"/>
                </a:lnTo>
                <a:lnTo>
                  <a:pt x="154686" y="88900"/>
                </a:lnTo>
                <a:lnTo>
                  <a:pt x="154686" y="72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77" name="object 77"/>
          <p:cNvGrpSpPr/>
          <p:nvPr/>
        </p:nvGrpSpPr>
        <p:grpSpPr>
          <a:xfrm>
            <a:off x="5054727" y="1463421"/>
            <a:ext cx="1369060" cy="321310"/>
            <a:chOff x="5054727" y="1463421"/>
            <a:chExt cx="1369060" cy="321310"/>
          </a:xfrm>
        </p:grpSpPr>
        <p:sp>
          <p:nvSpPr>
            <p:cNvPr id="78" name="object 78"/>
            <p:cNvSpPr/>
            <p:nvPr/>
          </p:nvSpPr>
          <p:spPr>
            <a:xfrm>
              <a:off x="5054727" y="1473835"/>
              <a:ext cx="1022985" cy="311150"/>
            </a:xfrm>
            <a:custGeom>
              <a:avLst/>
              <a:gdLst/>
              <a:ahLst/>
              <a:cxnLst/>
              <a:rect l="l" t="t" r="r" b="b"/>
              <a:pathLst>
                <a:path w="1022985" h="311150">
                  <a:moveTo>
                    <a:pt x="941197" y="0"/>
                  </a:moveTo>
                  <a:lnTo>
                    <a:pt x="938022" y="10287"/>
                  </a:lnTo>
                  <a:lnTo>
                    <a:pt x="952313" y="17690"/>
                  </a:lnTo>
                  <a:lnTo>
                    <a:pt x="964723" y="28463"/>
                  </a:lnTo>
                  <a:lnTo>
                    <a:pt x="990903" y="80456"/>
                  </a:lnTo>
                  <a:lnTo>
                    <a:pt x="998765" y="128133"/>
                  </a:lnTo>
                  <a:lnTo>
                    <a:pt x="999739" y="155320"/>
                  </a:lnTo>
                  <a:lnTo>
                    <a:pt x="998765" y="182669"/>
                  </a:lnTo>
                  <a:lnTo>
                    <a:pt x="990903" y="230207"/>
                  </a:lnTo>
                  <a:lnTo>
                    <a:pt x="975276" y="268047"/>
                  </a:lnTo>
                  <a:lnTo>
                    <a:pt x="938022" y="300354"/>
                  </a:lnTo>
                  <a:lnTo>
                    <a:pt x="941197" y="310641"/>
                  </a:lnTo>
                  <a:lnTo>
                    <a:pt x="975836" y="292163"/>
                  </a:lnTo>
                  <a:lnTo>
                    <a:pt x="1001522" y="257301"/>
                  </a:lnTo>
                  <a:lnTo>
                    <a:pt x="1017460" y="210216"/>
                  </a:lnTo>
                  <a:lnTo>
                    <a:pt x="1022725" y="155448"/>
                  </a:lnTo>
                  <a:lnTo>
                    <a:pt x="1021475" y="128133"/>
                  </a:lnTo>
                  <a:lnTo>
                    <a:pt x="1010836" y="75864"/>
                  </a:lnTo>
                  <a:lnTo>
                    <a:pt x="989810" y="33861"/>
                  </a:lnTo>
                  <a:lnTo>
                    <a:pt x="959623" y="7191"/>
                  </a:lnTo>
                  <a:lnTo>
                    <a:pt x="941197" y="0"/>
                  </a:lnTo>
                  <a:close/>
                </a:path>
                <a:path w="1022985" h="311150">
                  <a:moveTo>
                    <a:pt x="81534" y="0"/>
                  </a:moveTo>
                  <a:lnTo>
                    <a:pt x="46894" y="18478"/>
                  </a:lnTo>
                  <a:lnTo>
                    <a:pt x="21209" y="53339"/>
                  </a:lnTo>
                  <a:lnTo>
                    <a:pt x="5270" y="100377"/>
                  </a:lnTo>
                  <a:lnTo>
                    <a:pt x="0" y="155320"/>
                  </a:lnTo>
                  <a:lnTo>
                    <a:pt x="1263" y="182669"/>
                  </a:lnTo>
                  <a:lnTo>
                    <a:pt x="11894" y="234723"/>
                  </a:lnTo>
                  <a:lnTo>
                    <a:pt x="32920" y="276780"/>
                  </a:lnTo>
                  <a:lnTo>
                    <a:pt x="63107" y="303450"/>
                  </a:lnTo>
                  <a:lnTo>
                    <a:pt x="81534" y="310641"/>
                  </a:lnTo>
                  <a:lnTo>
                    <a:pt x="84709" y="300354"/>
                  </a:lnTo>
                  <a:lnTo>
                    <a:pt x="70471" y="292951"/>
                  </a:lnTo>
                  <a:lnTo>
                    <a:pt x="58054" y="282178"/>
                  </a:lnTo>
                  <a:lnTo>
                    <a:pt x="31900" y="230207"/>
                  </a:lnTo>
                  <a:lnTo>
                    <a:pt x="24090" y="182669"/>
                  </a:lnTo>
                  <a:lnTo>
                    <a:pt x="23113" y="155448"/>
                  </a:lnTo>
                  <a:lnTo>
                    <a:pt x="24090" y="128133"/>
                  </a:lnTo>
                  <a:lnTo>
                    <a:pt x="31900" y="80456"/>
                  </a:lnTo>
                  <a:lnTo>
                    <a:pt x="47472" y="42594"/>
                  </a:lnTo>
                  <a:lnTo>
                    <a:pt x="84709" y="10287"/>
                  </a:lnTo>
                  <a:lnTo>
                    <a:pt x="8153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168773" y="1529207"/>
              <a:ext cx="99949" cy="173354"/>
            </a:xfrm>
            <a:prstGeom prst="rect">
              <a:avLst/>
            </a:prstGeom>
          </p:spPr>
        </p:pic>
        <p:sp>
          <p:nvSpPr>
            <p:cNvPr id="80" name="object 80"/>
            <p:cNvSpPr/>
            <p:nvPr/>
          </p:nvSpPr>
          <p:spPr>
            <a:xfrm>
              <a:off x="5365115" y="1620709"/>
              <a:ext cx="154940" cy="17145"/>
            </a:xfrm>
            <a:custGeom>
              <a:avLst/>
              <a:gdLst/>
              <a:ahLst/>
              <a:cxnLst/>
              <a:rect l="l" t="t" r="r" b="b"/>
              <a:pathLst>
                <a:path w="154939" h="17144">
                  <a:moveTo>
                    <a:pt x="154711" y="0"/>
                  </a:moveTo>
                  <a:lnTo>
                    <a:pt x="0" y="0"/>
                  </a:lnTo>
                  <a:lnTo>
                    <a:pt x="0" y="16701"/>
                  </a:lnTo>
                  <a:lnTo>
                    <a:pt x="154711" y="16701"/>
                  </a:lnTo>
                  <a:lnTo>
                    <a:pt x="15471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81" name="object 81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594985" y="1580515"/>
              <a:ext cx="139191" cy="176784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763260" y="1463421"/>
              <a:ext cx="197992" cy="176402"/>
            </a:xfrm>
            <a:prstGeom prst="rect">
              <a:avLst/>
            </a:prstGeom>
          </p:spPr>
        </p:pic>
        <p:sp>
          <p:nvSpPr>
            <p:cNvPr id="83" name="object 83"/>
            <p:cNvSpPr/>
            <p:nvPr/>
          </p:nvSpPr>
          <p:spPr>
            <a:xfrm>
              <a:off x="6106795" y="1522857"/>
              <a:ext cx="317500" cy="236220"/>
            </a:xfrm>
            <a:custGeom>
              <a:avLst/>
              <a:gdLst/>
              <a:ahLst/>
              <a:cxnLst/>
              <a:rect l="l" t="t" r="r" b="b"/>
              <a:pathLst>
                <a:path w="317500" h="236219">
                  <a:moveTo>
                    <a:pt x="260603" y="57530"/>
                  </a:moveTo>
                  <a:lnTo>
                    <a:pt x="247776" y="57530"/>
                  </a:lnTo>
                  <a:lnTo>
                    <a:pt x="241553" y="58419"/>
                  </a:lnTo>
                  <a:lnTo>
                    <a:pt x="235838" y="60070"/>
                  </a:lnTo>
                  <a:lnTo>
                    <a:pt x="229996" y="61848"/>
                  </a:lnTo>
                  <a:lnTo>
                    <a:pt x="225043" y="64388"/>
                  </a:lnTo>
                  <a:lnTo>
                    <a:pt x="220852" y="67944"/>
                  </a:lnTo>
                  <a:lnTo>
                    <a:pt x="216534" y="71373"/>
                  </a:lnTo>
                  <a:lnTo>
                    <a:pt x="213232" y="75818"/>
                  </a:lnTo>
                  <a:lnTo>
                    <a:pt x="210946" y="81025"/>
                  </a:lnTo>
                  <a:lnTo>
                    <a:pt x="208533" y="86359"/>
                  </a:lnTo>
                  <a:lnTo>
                    <a:pt x="207314" y="92455"/>
                  </a:lnTo>
                  <a:lnTo>
                    <a:pt x="207325" y="107822"/>
                  </a:lnTo>
                  <a:lnTo>
                    <a:pt x="208914" y="114426"/>
                  </a:lnTo>
                  <a:lnTo>
                    <a:pt x="212089" y="120395"/>
                  </a:lnTo>
                  <a:lnTo>
                    <a:pt x="215137" y="126491"/>
                  </a:lnTo>
                  <a:lnTo>
                    <a:pt x="219709" y="131190"/>
                  </a:lnTo>
                  <a:lnTo>
                    <a:pt x="225805" y="134746"/>
                  </a:lnTo>
                  <a:lnTo>
                    <a:pt x="218947" y="139826"/>
                  </a:lnTo>
                  <a:lnTo>
                    <a:pt x="214249" y="144398"/>
                  </a:lnTo>
                  <a:lnTo>
                    <a:pt x="211581" y="148335"/>
                  </a:lnTo>
                  <a:lnTo>
                    <a:pt x="208914" y="152400"/>
                  </a:lnTo>
                  <a:lnTo>
                    <a:pt x="207517" y="156717"/>
                  </a:lnTo>
                  <a:lnTo>
                    <a:pt x="207517" y="165734"/>
                  </a:lnTo>
                  <a:lnTo>
                    <a:pt x="220217" y="179450"/>
                  </a:lnTo>
                  <a:lnTo>
                    <a:pt x="213867" y="182752"/>
                  </a:lnTo>
                  <a:lnTo>
                    <a:pt x="208787" y="186562"/>
                  </a:lnTo>
                  <a:lnTo>
                    <a:pt x="205358" y="190880"/>
                  </a:lnTo>
                  <a:lnTo>
                    <a:pt x="201802" y="195198"/>
                  </a:lnTo>
                  <a:lnTo>
                    <a:pt x="200217" y="199389"/>
                  </a:lnTo>
                  <a:lnTo>
                    <a:pt x="200135" y="211454"/>
                  </a:lnTo>
                  <a:lnTo>
                    <a:pt x="201421" y="215900"/>
                  </a:lnTo>
                  <a:lnTo>
                    <a:pt x="240664" y="235330"/>
                  </a:lnTo>
                  <a:lnTo>
                    <a:pt x="248284" y="235838"/>
                  </a:lnTo>
                  <a:lnTo>
                    <a:pt x="256793" y="235838"/>
                  </a:lnTo>
                  <a:lnTo>
                    <a:pt x="295275" y="227329"/>
                  </a:lnTo>
                  <a:lnTo>
                    <a:pt x="297149" y="225932"/>
                  </a:lnTo>
                  <a:lnTo>
                    <a:pt x="256539" y="225932"/>
                  </a:lnTo>
                  <a:lnTo>
                    <a:pt x="247896" y="225599"/>
                  </a:lnTo>
                  <a:lnTo>
                    <a:pt x="220090" y="211454"/>
                  </a:lnTo>
                  <a:lnTo>
                    <a:pt x="220090" y="199389"/>
                  </a:lnTo>
                  <a:lnTo>
                    <a:pt x="232917" y="181737"/>
                  </a:lnTo>
                  <a:lnTo>
                    <a:pt x="310906" y="181737"/>
                  </a:lnTo>
                  <a:lnTo>
                    <a:pt x="309499" y="179069"/>
                  </a:lnTo>
                  <a:lnTo>
                    <a:pt x="307085" y="174370"/>
                  </a:lnTo>
                  <a:lnTo>
                    <a:pt x="303149" y="170687"/>
                  </a:lnTo>
                  <a:lnTo>
                    <a:pt x="297433" y="167893"/>
                  </a:lnTo>
                  <a:lnTo>
                    <a:pt x="291845" y="165100"/>
                  </a:lnTo>
                  <a:lnTo>
                    <a:pt x="284606" y="163829"/>
                  </a:lnTo>
                  <a:lnTo>
                    <a:pt x="239902" y="163829"/>
                  </a:lnTo>
                  <a:lnTo>
                    <a:pt x="235712" y="163448"/>
                  </a:lnTo>
                  <a:lnTo>
                    <a:pt x="225043" y="155447"/>
                  </a:lnTo>
                  <a:lnTo>
                    <a:pt x="225043" y="147700"/>
                  </a:lnTo>
                  <a:lnTo>
                    <a:pt x="228218" y="142875"/>
                  </a:lnTo>
                  <a:lnTo>
                    <a:pt x="234568" y="138048"/>
                  </a:lnTo>
                  <a:lnTo>
                    <a:pt x="272342" y="138048"/>
                  </a:lnTo>
                  <a:lnTo>
                    <a:pt x="273065" y="137890"/>
                  </a:lnTo>
                  <a:lnTo>
                    <a:pt x="281390" y="134393"/>
                  </a:lnTo>
                  <a:lnTo>
                    <a:pt x="286762" y="130682"/>
                  </a:lnTo>
                  <a:lnTo>
                    <a:pt x="246633" y="130682"/>
                  </a:lnTo>
                  <a:lnTo>
                    <a:pt x="240410" y="127762"/>
                  </a:lnTo>
                  <a:lnTo>
                    <a:pt x="236219" y="122046"/>
                  </a:lnTo>
                  <a:lnTo>
                    <a:pt x="231901" y="116331"/>
                  </a:lnTo>
                  <a:lnTo>
                    <a:pt x="229742" y="108330"/>
                  </a:lnTo>
                  <a:lnTo>
                    <a:pt x="229742" y="88010"/>
                  </a:lnTo>
                  <a:lnTo>
                    <a:pt x="230174" y="86359"/>
                  </a:lnTo>
                  <a:lnTo>
                    <a:pt x="231901" y="80263"/>
                  </a:lnTo>
                  <a:lnTo>
                    <a:pt x="236092" y="74929"/>
                  </a:lnTo>
                  <a:lnTo>
                    <a:pt x="240283" y="69722"/>
                  </a:lnTo>
                  <a:lnTo>
                    <a:pt x="246379" y="67055"/>
                  </a:lnTo>
                  <a:lnTo>
                    <a:pt x="316991" y="67055"/>
                  </a:lnTo>
                  <a:lnTo>
                    <a:pt x="316991" y="59689"/>
                  </a:lnTo>
                  <a:lnTo>
                    <a:pt x="272541" y="59689"/>
                  </a:lnTo>
                  <a:lnTo>
                    <a:pt x="267115" y="58419"/>
                  </a:lnTo>
                  <a:lnTo>
                    <a:pt x="267567" y="58419"/>
                  </a:lnTo>
                  <a:lnTo>
                    <a:pt x="260603" y="57530"/>
                  </a:lnTo>
                  <a:close/>
                </a:path>
                <a:path w="317500" h="236219">
                  <a:moveTo>
                    <a:pt x="310906" y="181737"/>
                  </a:moveTo>
                  <a:lnTo>
                    <a:pt x="232917" y="181737"/>
                  </a:lnTo>
                  <a:lnTo>
                    <a:pt x="238125" y="182244"/>
                  </a:lnTo>
                  <a:lnTo>
                    <a:pt x="244093" y="182498"/>
                  </a:lnTo>
                  <a:lnTo>
                    <a:pt x="274446" y="182498"/>
                  </a:lnTo>
                  <a:lnTo>
                    <a:pt x="278383" y="183006"/>
                  </a:lnTo>
                  <a:lnTo>
                    <a:pt x="292607" y="198754"/>
                  </a:lnTo>
                  <a:lnTo>
                    <a:pt x="292607" y="206120"/>
                  </a:lnTo>
                  <a:lnTo>
                    <a:pt x="291293" y="210184"/>
                  </a:lnTo>
                  <a:lnTo>
                    <a:pt x="291210" y="210438"/>
                  </a:lnTo>
                  <a:lnTo>
                    <a:pt x="288289" y="214248"/>
                  </a:lnTo>
                  <a:lnTo>
                    <a:pt x="285495" y="218058"/>
                  </a:lnTo>
                  <a:lnTo>
                    <a:pt x="281304" y="220852"/>
                  </a:lnTo>
                  <a:lnTo>
                    <a:pt x="270509" y="224916"/>
                  </a:lnTo>
                  <a:lnTo>
                    <a:pt x="264032" y="225932"/>
                  </a:lnTo>
                  <a:lnTo>
                    <a:pt x="297149" y="225932"/>
                  </a:lnTo>
                  <a:lnTo>
                    <a:pt x="301751" y="222503"/>
                  </a:lnTo>
                  <a:lnTo>
                    <a:pt x="306324" y="216280"/>
                  </a:lnTo>
                  <a:lnTo>
                    <a:pt x="310768" y="210184"/>
                  </a:lnTo>
                  <a:lnTo>
                    <a:pt x="313054" y="203200"/>
                  </a:lnTo>
                  <a:lnTo>
                    <a:pt x="313054" y="189102"/>
                  </a:lnTo>
                  <a:lnTo>
                    <a:pt x="311912" y="183641"/>
                  </a:lnTo>
                  <a:lnTo>
                    <a:pt x="310906" y="181737"/>
                  </a:lnTo>
                  <a:close/>
                </a:path>
                <a:path w="317500" h="236219">
                  <a:moveTo>
                    <a:pt x="272342" y="138048"/>
                  </a:moveTo>
                  <a:lnTo>
                    <a:pt x="234568" y="138048"/>
                  </a:lnTo>
                  <a:lnTo>
                    <a:pt x="239649" y="139826"/>
                  </a:lnTo>
                  <a:lnTo>
                    <a:pt x="245617" y="140715"/>
                  </a:lnTo>
                  <a:lnTo>
                    <a:pt x="252475" y="140715"/>
                  </a:lnTo>
                  <a:lnTo>
                    <a:pt x="263431" y="140005"/>
                  </a:lnTo>
                  <a:lnTo>
                    <a:pt x="272342" y="138048"/>
                  </a:lnTo>
                  <a:close/>
                </a:path>
                <a:path w="317500" h="236219">
                  <a:moveTo>
                    <a:pt x="316991" y="67055"/>
                  </a:moveTo>
                  <a:lnTo>
                    <a:pt x="258952" y="67055"/>
                  </a:lnTo>
                  <a:lnTo>
                    <a:pt x="263143" y="68198"/>
                  </a:lnTo>
                  <a:lnTo>
                    <a:pt x="266700" y="70484"/>
                  </a:lnTo>
                  <a:lnTo>
                    <a:pt x="270255" y="72897"/>
                  </a:lnTo>
                  <a:lnTo>
                    <a:pt x="273176" y="76453"/>
                  </a:lnTo>
                  <a:lnTo>
                    <a:pt x="275208" y="81406"/>
                  </a:lnTo>
                  <a:lnTo>
                    <a:pt x="277367" y="86359"/>
                  </a:lnTo>
                  <a:lnTo>
                    <a:pt x="278383" y="92455"/>
                  </a:lnTo>
                  <a:lnTo>
                    <a:pt x="278383" y="104012"/>
                  </a:lnTo>
                  <a:lnTo>
                    <a:pt x="272922" y="121412"/>
                  </a:lnTo>
                  <a:lnTo>
                    <a:pt x="271017" y="124332"/>
                  </a:lnTo>
                  <a:lnTo>
                    <a:pt x="268604" y="126491"/>
                  </a:lnTo>
                  <a:lnTo>
                    <a:pt x="262508" y="129793"/>
                  </a:lnTo>
                  <a:lnTo>
                    <a:pt x="258952" y="130682"/>
                  </a:lnTo>
                  <a:lnTo>
                    <a:pt x="286762" y="130682"/>
                  </a:lnTo>
                  <a:lnTo>
                    <a:pt x="300989" y="97916"/>
                  </a:lnTo>
                  <a:lnTo>
                    <a:pt x="300929" y="92455"/>
                  </a:lnTo>
                  <a:lnTo>
                    <a:pt x="292607" y="72897"/>
                  </a:lnTo>
                  <a:lnTo>
                    <a:pt x="293750" y="71500"/>
                  </a:lnTo>
                  <a:lnTo>
                    <a:pt x="316991" y="71500"/>
                  </a:lnTo>
                  <a:lnTo>
                    <a:pt x="316991" y="67055"/>
                  </a:lnTo>
                  <a:close/>
                </a:path>
                <a:path w="317500" h="236219">
                  <a:moveTo>
                    <a:pt x="316991" y="71500"/>
                  </a:moveTo>
                  <a:lnTo>
                    <a:pt x="293750" y="71500"/>
                  </a:lnTo>
                  <a:lnTo>
                    <a:pt x="316991" y="72389"/>
                  </a:lnTo>
                  <a:lnTo>
                    <a:pt x="316991" y="71500"/>
                  </a:lnTo>
                  <a:close/>
                </a:path>
                <a:path w="317500" h="236219">
                  <a:moveTo>
                    <a:pt x="127634" y="57530"/>
                  </a:moveTo>
                  <a:lnTo>
                    <a:pt x="87693" y="73326"/>
                  </a:lnTo>
                  <a:lnTo>
                    <a:pt x="72459" y="110872"/>
                  </a:lnTo>
                  <a:lnTo>
                    <a:pt x="72062" y="121665"/>
                  </a:lnTo>
                  <a:lnTo>
                    <a:pt x="72844" y="134619"/>
                  </a:lnTo>
                  <a:lnTo>
                    <a:pt x="72866" y="134973"/>
                  </a:lnTo>
                  <a:lnTo>
                    <a:pt x="75338" y="146812"/>
                  </a:lnTo>
                  <a:lnTo>
                    <a:pt x="75437" y="147288"/>
                  </a:lnTo>
                  <a:lnTo>
                    <a:pt x="102568" y="177911"/>
                  </a:lnTo>
                  <a:lnTo>
                    <a:pt x="125602" y="181737"/>
                  </a:lnTo>
                  <a:lnTo>
                    <a:pt x="133983" y="181286"/>
                  </a:lnTo>
                  <a:lnTo>
                    <a:pt x="141779" y="179943"/>
                  </a:lnTo>
                  <a:lnTo>
                    <a:pt x="148980" y="177718"/>
                  </a:lnTo>
                  <a:lnTo>
                    <a:pt x="155575" y="174625"/>
                  </a:lnTo>
                  <a:lnTo>
                    <a:pt x="159792" y="171830"/>
                  </a:lnTo>
                  <a:lnTo>
                    <a:pt x="127507" y="171830"/>
                  </a:lnTo>
                  <a:lnTo>
                    <a:pt x="120245" y="170953"/>
                  </a:lnTo>
                  <a:lnTo>
                    <a:pt x="96152" y="130377"/>
                  </a:lnTo>
                  <a:lnTo>
                    <a:pt x="95778" y="121665"/>
                  </a:lnTo>
                  <a:lnTo>
                    <a:pt x="95740" y="120776"/>
                  </a:lnTo>
                  <a:lnTo>
                    <a:pt x="103758" y="80644"/>
                  </a:lnTo>
                  <a:lnTo>
                    <a:pt x="127126" y="67437"/>
                  </a:lnTo>
                  <a:lnTo>
                    <a:pt x="161799" y="67437"/>
                  </a:lnTo>
                  <a:lnTo>
                    <a:pt x="160531" y="66317"/>
                  </a:lnTo>
                  <a:lnTo>
                    <a:pt x="151204" y="61442"/>
                  </a:lnTo>
                  <a:lnTo>
                    <a:pt x="140235" y="58507"/>
                  </a:lnTo>
                  <a:lnTo>
                    <a:pt x="127634" y="57530"/>
                  </a:lnTo>
                  <a:close/>
                </a:path>
                <a:path w="317500" h="236219">
                  <a:moveTo>
                    <a:pt x="161799" y="67437"/>
                  </a:moveTo>
                  <a:lnTo>
                    <a:pt x="133095" y="67437"/>
                  </a:lnTo>
                  <a:lnTo>
                    <a:pt x="138429" y="69341"/>
                  </a:lnTo>
                  <a:lnTo>
                    <a:pt x="147827" y="76962"/>
                  </a:lnTo>
                  <a:lnTo>
                    <a:pt x="158264" y="118109"/>
                  </a:lnTo>
                  <a:lnTo>
                    <a:pt x="158368" y="128269"/>
                  </a:lnTo>
                  <a:lnTo>
                    <a:pt x="157860" y="134619"/>
                  </a:lnTo>
                  <a:lnTo>
                    <a:pt x="137794" y="170433"/>
                  </a:lnTo>
                  <a:lnTo>
                    <a:pt x="133095" y="171830"/>
                  </a:lnTo>
                  <a:lnTo>
                    <a:pt x="159792" y="171830"/>
                  </a:lnTo>
                  <a:lnTo>
                    <a:pt x="180387" y="137271"/>
                  </a:lnTo>
                  <a:lnTo>
                    <a:pt x="182002" y="120776"/>
                  </a:lnTo>
                  <a:lnTo>
                    <a:pt x="182117" y="118109"/>
                  </a:lnTo>
                  <a:lnTo>
                    <a:pt x="168397" y="73326"/>
                  </a:lnTo>
                  <a:lnTo>
                    <a:pt x="168275" y="73151"/>
                  </a:lnTo>
                  <a:lnTo>
                    <a:pt x="161799" y="67437"/>
                  </a:lnTo>
                  <a:close/>
                </a:path>
                <a:path w="317500" h="236219">
                  <a:moveTo>
                    <a:pt x="37845" y="0"/>
                  </a:moveTo>
                  <a:lnTo>
                    <a:pt x="30225" y="0"/>
                  </a:lnTo>
                  <a:lnTo>
                    <a:pt x="0" y="1269"/>
                  </a:lnTo>
                  <a:lnTo>
                    <a:pt x="0" y="7873"/>
                  </a:lnTo>
                  <a:lnTo>
                    <a:pt x="4317" y="8508"/>
                  </a:lnTo>
                  <a:lnTo>
                    <a:pt x="7238" y="9270"/>
                  </a:lnTo>
                  <a:lnTo>
                    <a:pt x="10540" y="10794"/>
                  </a:lnTo>
                  <a:lnTo>
                    <a:pt x="11810" y="11810"/>
                  </a:lnTo>
                  <a:lnTo>
                    <a:pt x="12700" y="13080"/>
                  </a:lnTo>
                  <a:lnTo>
                    <a:pt x="13715" y="14350"/>
                  </a:lnTo>
                  <a:lnTo>
                    <a:pt x="14477" y="16128"/>
                  </a:lnTo>
                  <a:lnTo>
                    <a:pt x="14985" y="18287"/>
                  </a:lnTo>
                  <a:lnTo>
                    <a:pt x="15620" y="20573"/>
                  </a:lnTo>
                  <a:lnTo>
                    <a:pt x="15875" y="23240"/>
                  </a:lnTo>
                  <a:lnTo>
                    <a:pt x="16001" y="156463"/>
                  </a:lnTo>
                  <a:lnTo>
                    <a:pt x="15493" y="162178"/>
                  </a:lnTo>
                  <a:lnTo>
                    <a:pt x="14985" y="164337"/>
                  </a:lnTo>
                  <a:lnTo>
                    <a:pt x="14175" y="166115"/>
                  </a:lnTo>
                  <a:lnTo>
                    <a:pt x="13588" y="167639"/>
                  </a:lnTo>
                  <a:lnTo>
                    <a:pt x="2031" y="173608"/>
                  </a:lnTo>
                  <a:lnTo>
                    <a:pt x="2031" y="179704"/>
                  </a:lnTo>
                  <a:lnTo>
                    <a:pt x="51815" y="179704"/>
                  </a:lnTo>
                  <a:lnTo>
                    <a:pt x="51815" y="173608"/>
                  </a:lnTo>
                  <a:lnTo>
                    <a:pt x="47625" y="172465"/>
                  </a:lnTo>
                  <a:lnTo>
                    <a:pt x="44881" y="171322"/>
                  </a:lnTo>
                  <a:lnTo>
                    <a:pt x="44750" y="171322"/>
                  </a:lnTo>
                  <a:lnTo>
                    <a:pt x="42671" y="169798"/>
                  </a:lnTo>
                  <a:lnTo>
                    <a:pt x="40766" y="168275"/>
                  </a:lnTo>
                  <a:lnTo>
                    <a:pt x="39496" y="166115"/>
                  </a:lnTo>
                  <a:lnTo>
                    <a:pt x="38862" y="163321"/>
                  </a:lnTo>
                  <a:lnTo>
                    <a:pt x="38100" y="160527"/>
                  </a:lnTo>
                  <a:lnTo>
                    <a:pt x="37891" y="156463"/>
                  </a:lnTo>
                  <a:lnTo>
                    <a:pt x="378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4" name="object 84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436956" y="2412364"/>
            <a:ext cx="949121" cy="594232"/>
          </a:xfrm>
          <a:prstGeom prst="rect">
            <a:avLst/>
          </a:prstGeom>
        </p:spPr>
      </p:pic>
      <p:pic>
        <p:nvPicPr>
          <p:cNvPr id="85" name="object 85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261505" y="2434844"/>
            <a:ext cx="100092" cy="291719"/>
          </a:xfrm>
          <a:prstGeom prst="rect">
            <a:avLst/>
          </a:prstGeom>
        </p:spPr>
      </p:pic>
      <p:pic>
        <p:nvPicPr>
          <p:cNvPr id="86" name="object 86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746455" y="1111122"/>
            <a:ext cx="177368" cy="199389"/>
          </a:xfrm>
          <a:prstGeom prst="rect">
            <a:avLst/>
          </a:prstGeom>
        </p:spPr>
      </p:pic>
      <p:pic>
        <p:nvPicPr>
          <p:cNvPr id="87" name="object 87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004836" y="914653"/>
            <a:ext cx="729856" cy="351536"/>
          </a:xfrm>
          <a:prstGeom prst="rect">
            <a:avLst/>
          </a:prstGeom>
        </p:spPr>
      </p:pic>
      <p:sp>
        <p:nvSpPr>
          <p:cNvPr id="88" name="object 88"/>
          <p:cNvSpPr txBox="1"/>
          <p:nvPr/>
        </p:nvSpPr>
        <p:spPr>
          <a:xfrm>
            <a:off x="1052194" y="3836670"/>
            <a:ext cx="25317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simultaneous</a:t>
            </a:r>
            <a:r>
              <a:rPr dirty="0" sz="1800" spc="-8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updates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89" name="object 89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5619750" y="2219325"/>
            <a:ext cx="180975" cy="180975"/>
          </a:xfrm>
          <a:prstGeom prst="rect">
            <a:avLst/>
          </a:prstGeom>
        </p:spPr>
      </p:pic>
      <p:sp>
        <p:nvSpPr>
          <p:cNvPr id="90" name="object 9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02584" y="3454146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3" y="5079"/>
                </a:lnTo>
                <a:lnTo>
                  <a:pt x="136905" y="16636"/>
                </a:lnTo>
                <a:lnTo>
                  <a:pt x="0" y="16636"/>
                </a:lnTo>
                <a:lnTo>
                  <a:pt x="0" y="24510"/>
                </a:lnTo>
                <a:lnTo>
                  <a:pt x="136905" y="24510"/>
                </a:lnTo>
                <a:lnTo>
                  <a:pt x="123443" y="36194"/>
                </a:lnTo>
                <a:lnTo>
                  <a:pt x="127888" y="41147"/>
                </a:lnTo>
                <a:lnTo>
                  <a:pt x="148843" y="22986"/>
                </a:lnTo>
                <a:lnTo>
                  <a:pt x="148843" y="18160"/>
                </a:lnTo>
                <a:lnTo>
                  <a:pt x="127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44214" y="3363658"/>
            <a:ext cx="4940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0802" sz="2700" spc="52">
                <a:latin typeface="Cambria Math"/>
                <a:cs typeface="Cambria Math"/>
              </a:rPr>
              <a:t>𝑓</a:t>
            </a:r>
            <a:r>
              <a:rPr dirty="0" sz="1350" spc="35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727577" y="3371088"/>
            <a:ext cx="264160" cy="220979"/>
          </a:xfrm>
          <a:custGeom>
            <a:avLst/>
            <a:gdLst/>
            <a:ahLst/>
            <a:cxnLst/>
            <a:rect l="l" t="t" r="r" b="b"/>
            <a:pathLst>
              <a:path w="264160" h="220979">
                <a:moveTo>
                  <a:pt x="70485" y="17653"/>
                </a:moveTo>
                <a:lnTo>
                  <a:pt x="67437" y="9144"/>
                </a:lnTo>
                <a:lnTo>
                  <a:pt x="52095" y="14681"/>
                </a:lnTo>
                <a:lnTo>
                  <a:pt x="38646" y="22694"/>
                </a:lnTo>
                <a:lnTo>
                  <a:pt x="9740" y="61239"/>
                </a:lnTo>
                <a:lnTo>
                  <a:pt x="50" y="113919"/>
                </a:lnTo>
                <a:lnTo>
                  <a:pt x="0" y="115062"/>
                </a:lnTo>
                <a:lnTo>
                  <a:pt x="965" y="132588"/>
                </a:lnTo>
                <a:lnTo>
                  <a:pt x="1066" y="134518"/>
                </a:lnTo>
                <a:lnTo>
                  <a:pt x="17399" y="183896"/>
                </a:lnTo>
                <a:lnTo>
                  <a:pt x="52070" y="215328"/>
                </a:lnTo>
                <a:lnTo>
                  <a:pt x="67437" y="220853"/>
                </a:lnTo>
                <a:lnTo>
                  <a:pt x="70104" y="212217"/>
                </a:lnTo>
                <a:lnTo>
                  <a:pt x="58051" y="206895"/>
                </a:lnTo>
                <a:lnTo>
                  <a:pt x="47650" y="199466"/>
                </a:lnTo>
                <a:lnTo>
                  <a:pt x="26365" y="164782"/>
                </a:lnTo>
                <a:lnTo>
                  <a:pt x="19342" y="115062"/>
                </a:lnTo>
                <a:lnTo>
                  <a:pt x="19304" y="113919"/>
                </a:lnTo>
                <a:lnTo>
                  <a:pt x="20078" y="95872"/>
                </a:lnTo>
                <a:lnTo>
                  <a:pt x="31877" y="51308"/>
                </a:lnTo>
                <a:lnTo>
                  <a:pt x="58267" y="23037"/>
                </a:lnTo>
                <a:lnTo>
                  <a:pt x="70485" y="17653"/>
                </a:lnTo>
                <a:close/>
              </a:path>
              <a:path w="264160" h="220979">
                <a:moveTo>
                  <a:pt x="187833" y="24257"/>
                </a:moveTo>
                <a:lnTo>
                  <a:pt x="159893" y="0"/>
                </a:lnTo>
                <a:lnTo>
                  <a:pt x="153924" y="6731"/>
                </a:lnTo>
                <a:lnTo>
                  <a:pt x="171831" y="22225"/>
                </a:lnTo>
                <a:lnTo>
                  <a:pt x="75057" y="22225"/>
                </a:lnTo>
                <a:lnTo>
                  <a:pt x="75057" y="32766"/>
                </a:lnTo>
                <a:lnTo>
                  <a:pt x="171831" y="32766"/>
                </a:lnTo>
                <a:lnTo>
                  <a:pt x="153924" y="48260"/>
                </a:lnTo>
                <a:lnTo>
                  <a:pt x="159893" y="54864"/>
                </a:lnTo>
                <a:lnTo>
                  <a:pt x="187833" y="30734"/>
                </a:lnTo>
                <a:lnTo>
                  <a:pt x="187833" y="24257"/>
                </a:lnTo>
                <a:close/>
              </a:path>
              <a:path w="264160" h="220979">
                <a:moveTo>
                  <a:pt x="264160" y="115062"/>
                </a:moveTo>
                <a:lnTo>
                  <a:pt x="263067" y="95872"/>
                </a:lnTo>
                <a:lnTo>
                  <a:pt x="263055" y="95631"/>
                </a:lnTo>
                <a:lnTo>
                  <a:pt x="259791" y="77698"/>
                </a:lnTo>
                <a:lnTo>
                  <a:pt x="237058" y="33210"/>
                </a:lnTo>
                <a:lnTo>
                  <a:pt x="196723" y="9144"/>
                </a:lnTo>
                <a:lnTo>
                  <a:pt x="193675" y="17653"/>
                </a:lnTo>
                <a:lnTo>
                  <a:pt x="205930" y="23037"/>
                </a:lnTo>
                <a:lnTo>
                  <a:pt x="216458" y="30441"/>
                </a:lnTo>
                <a:lnTo>
                  <a:pt x="237832" y="64579"/>
                </a:lnTo>
                <a:lnTo>
                  <a:pt x="244030" y="95631"/>
                </a:lnTo>
                <a:lnTo>
                  <a:pt x="244068" y="95872"/>
                </a:lnTo>
                <a:lnTo>
                  <a:pt x="244856" y="113919"/>
                </a:lnTo>
                <a:lnTo>
                  <a:pt x="244068" y="132600"/>
                </a:lnTo>
                <a:lnTo>
                  <a:pt x="241706" y="149555"/>
                </a:lnTo>
                <a:lnTo>
                  <a:pt x="225171" y="189941"/>
                </a:lnTo>
                <a:lnTo>
                  <a:pt x="193929" y="212217"/>
                </a:lnTo>
                <a:lnTo>
                  <a:pt x="196723" y="220853"/>
                </a:lnTo>
                <a:lnTo>
                  <a:pt x="237109" y="196850"/>
                </a:lnTo>
                <a:lnTo>
                  <a:pt x="259842" y="152488"/>
                </a:lnTo>
                <a:lnTo>
                  <a:pt x="263080" y="134518"/>
                </a:lnTo>
                <a:lnTo>
                  <a:pt x="264160" y="115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297934" y="3371088"/>
            <a:ext cx="179705" cy="55244"/>
          </a:xfrm>
          <a:custGeom>
            <a:avLst/>
            <a:gdLst/>
            <a:ahLst/>
            <a:cxnLst/>
            <a:rect l="l" t="t" r="r" b="b"/>
            <a:pathLst>
              <a:path w="179704" h="55245">
                <a:moveTo>
                  <a:pt x="151511" y="0"/>
                </a:moveTo>
                <a:lnTo>
                  <a:pt x="145541" y="6731"/>
                </a:lnTo>
                <a:lnTo>
                  <a:pt x="163449" y="22225"/>
                </a:lnTo>
                <a:lnTo>
                  <a:pt x="0" y="22225"/>
                </a:lnTo>
                <a:lnTo>
                  <a:pt x="0" y="32766"/>
                </a:lnTo>
                <a:lnTo>
                  <a:pt x="163449" y="32766"/>
                </a:lnTo>
                <a:lnTo>
                  <a:pt x="145541" y="48260"/>
                </a:lnTo>
                <a:lnTo>
                  <a:pt x="151511" y="54863"/>
                </a:lnTo>
                <a:lnTo>
                  <a:pt x="179450" y="30734"/>
                </a:lnTo>
                <a:lnTo>
                  <a:pt x="179450" y="24256"/>
                </a:lnTo>
                <a:lnTo>
                  <a:pt x="1515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640834" y="3371088"/>
            <a:ext cx="113030" cy="55244"/>
          </a:xfrm>
          <a:custGeom>
            <a:avLst/>
            <a:gdLst/>
            <a:ahLst/>
            <a:cxnLst/>
            <a:rect l="l" t="t" r="r" b="b"/>
            <a:pathLst>
              <a:path w="113029" h="55245">
                <a:moveTo>
                  <a:pt x="84836" y="0"/>
                </a:moveTo>
                <a:lnTo>
                  <a:pt x="78866" y="6731"/>
                </a:lnTo>
                <a:lnTo>
                  <a:pt x="96774" y="22225"/>
                </a:lnTo>
                <a:lnTo>
                  <a:pt x="0" y="22225"/>
                </a:lnTo>
                <a:lnTo>
                  <a:pt x="0" y="32766"/>
                </a:lnTo>
                <a:lnTo>
                  <a:pt x="96774" y="32766"/>
                </a:lnTo>
                <a:lnTo>
                  <a:pt x="78866" y="48260"/>
                </a:lnTo>
                <a:lnTo>
                  <a:pt x="84836" y="54863"/>
                </a:lnTo>
                <a:lnTo>
                  <a:pt x="112775" y="30734"/>
                </a:lnTo>
                <a:lnTo>
                  <a:pt x="112775" y="24256"/>
                </a:lnTo>
                <a:lnTo>
                  <a:pt x="8483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410584" y="4047947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3" y="5029"/>
                </a:lnTo>
                <a:lnTo>
                  <a:pt x="136905" y="16662"/>
                </a:lnTo>
                <a:lnTo>
                  <a:pt x="0" y="16662"/>
                </a:lnTo>
                <a:lnTo>
                  <a:pt x="0" y="24536"/>
                </a:lnTo>
                <a:lnTo>
                  <a:pt x="136905" y="24536"/>
                </a:lnTo>
                <a:lnTo>
                  <a:pt x="123443" y="36169"/>
                </a:lnTo>
                <a:lnTo>
                  <a:pt x="127888" y="41198"/>
                </a:lnTo>
                <a:lnTo>
                  <a:pt x="148843" y="23025"/>
                </a:lnTo>
                <a:lnTo>
                  <a:pt x="148843" y="18173"/>
                </a:lnTo>
                <a:lnTo>
                  <a:pt x="127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401314" y="4015740"/>
            <a:ext cx="30988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0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26053" y="3964863"/>
            <a:ext cx="264160" cy="220979"/>
          </a:xfrm>
          <a:custGeom>
            <a:avLst/>
            <a:gdLst/>
            <a:ahLst/>
            <a:cxnLst/>
            <a:rect l="l" t="t" r="r" b="b"/>
            <a:pathLst>
              <a:path w="264160" h="220979">
                <a:moveTo>
                  <a:pt x="70485" y="17716"/>
                </a:moveTo>
                <a:lnTo>
                  <a:pt x="67437" y="9118"/>
                </a:lnTo>
                <a:lnTo>
                  <a:pt x="52095" y="14668"/>
                </a:lnTo>
                <a:lnTo>
                  <a:pt x="38646" y="22707"/>
                </a:lnTo>
                <a:lnTo>
                  <a:pt x="9740" y="61239"/>
                </a:lnTo>
                <a:lnTo>
                  <a:pt x="50" y="113931"/>
                </a:lnTo>
                <a:lnTo>
                  <a:pt x="0" y="115049"/>
                </a:lnTo>
                <a:lnTo>
                  <a:pt x="965" y="132613"/>
                </a:lnTo>
                <a:lnTo>
                  <a:pt x="1066" y="134505"/>
                </a:lnTo>
                <a:lnTo>
                  <a:pt x="17399" y="183870"/>
                </a:lnTo>
                <a:lnTo>
                  <a:pt x="52070" y="215341"/>
                </a:lnTo>
                <a:lnTo>
                  <a:pt x="67437" y="220865"/>
                </a:lnTo>
                <a:lnTo>
                  <a:pt x="70104" y="212267"/>
                </a:lnTo>
                <a:lnTo>
                  <a:pt x="58051" y="206933"/>
                </a:lnTo>
                <a:lnTo>
                  <a:pt x="47650" y="199491"/>
                </a:lnTo>
                <a:lnTo>
                  <a:pt x="26365" y="164807"/>
                </a:lnTo>
                <a:lnTo>
                  <a:pt x="19342" y="115049"/>
                </a:lnTo>
                <a:lnTo>
                  <a:pt x="19304" y="113931"/>
                </a:lnTo>
                <a:lnTo>
                  <a:pt x="20078" y="95872"/>
                </a:lnTo>
                <a:lnTo>
                  <a:pt x="31877" y="51257"/>
                </a:lnTo>
                <a:lnTo>
                  <a:pt x="58267" y="23037"/>
                </a:lnTo>
                <a:lnTo>
                  <a:pt x="70485" y="17716"/>
                </a:lnTo>
                <a:close/>
              </a:path>
              <a:path w="264160" h="220979">
                <a:moveTo>
                  <a:pt x="187833" y="24231"/>
                </a:moveTo>
                <a:lnTo>
                  <a:pt x="159893" y="0"/>
                </a:lnTo>
                <a:lnTo>
                  <a:pt x="153924" y="6705"/>
                </a:lnTo>
                <a:lnTo>
                  <a:pt x="171831" y="22212"/>
                </a:lnTo>
                <a:lnTo>
                  <a:pt x="75057" y="22212"/>
                </a:lnTo>
                <a:lnTo>
                  <a:pt x="75057" y="32715"/>
                </a:lnTo>
                <a:lnTo>
                  <a:pt x="171831" y="32715"/>
                </a:lnTo>
                <a:lnTo>
                  <a:pt x="153924" y="48221"/>
                </a:lnTo>
                <a:lnTo>
                  <a:pt x="159893" y="54927"/>
                </a:lnTo>
                <a:lnTo>
                  <a:pt x="187833" y="30695"/>
                </a:lnTo>
                <a:lnTo>
                  <a:pt x="187833" y="24231"/>
                </a:lnTo>
                <a:close/>
              </a:path>
              <a:path w="264160" h="220979">
                <a:moveTo>
                  <a:pt x="264160" y="115049"/>
                </a:moveTo>
                <a:lnTo>
                  <a:pt x="263067" y="95872"/>
                </a:lnTo>
                <a:lnTo>
                  <a:pt x="263055" y="95643"/>
                </a:lnTo>
                <a:lnTo>
                  <a:pt x="259791" y="77711"/>
                </a:lnTo>
                <a:lnTo>
                  <a:pt x="237058" y="33235"/>
                </a:lnTo>
                <a:lnTo>
                  <a:pt x="196723" y="9118"/>
                </a:lnTo>
                <a:lnTo>
                  <a:pt x="193675" y="17716"/>
                </a:lnTo>
                <a:lnTo>
                  <a:pt x="205930" y="23037"/>
                </a:lnTo>
                <a:lnTo>
                  <a:pt x="216458" y="30403"/>
                </a:lnTo>
                <a:lnTo>
                  <a:pt x="237832" y="64541"/>
                </a:lnTo>
                <a:lnTo>
                  <a:pt x="244030" y="95643"/>
                </a:lnTo>
                <a:lnTo>
                  <a:pt x="244068" y="95872"/>
                </a:lnTo>
                <a:lnTo>
                  <a:pt x="244856" y="113931"/>
                </a:lnTo>
                <a:lnTo>
                  <a:pt x="244068" y="132613"/>
                </a:lnTo>
                <a:lnTo>
                  <a:pt x="241706" y="149567"/>
                </a:lnTo>
                <a:lnTo>
                  <a:pt x="225171" y="189966"/>
                </a:lnTo>
                <a:lnTo>
                  <a:pt x="193929" y="212267"/>
                </a:lnTo>
                <a:lnTo>
                  <a:pt x="196723" y="220865"/>
                </a:lnTo>
                <a:lnTo>
                  <a:pt x="237109" y="196837"/>
                </a:lnTo>
                <a:lnTo>
                  <a:pt x="259842" y="152463"/>
                </a:lnTo>
                <a:lnTo>
                  <a:pt x="263080" y="134505"/>
                </a:lnTo>
                <a:lnTo>
                  <a:pt x="264160" y="1150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268090" y="3910965"/>
            <a:ext cx="6610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36575" algn="l"/>
              </a:tabLst>
            </a:pPr>
            <a:r>
              <a:rPr dirty="0" sz="1800" spc="-5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r>
              <a:rPr dirty="0" sz="1800">
                <a:solidFill>
                  <a:srgbClr val="FF40FF"/>
                </a:solidFill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x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059301" y="3910965"/>
            <a:ext cx="1968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296409" y="4078122"/>
            <a:ext cx="1304925" cy="68580"/>
            <a:chOff x="4296409" y="4078122"/>
            <a:chExt cx="1304925" cy="68580"/>
          </a:xfrm>
        </p:grpSpPr>
        <p:sp>
          <p:nvSpPr>
            <p:cNvPr id="13" name="object 13"/>
            <p:cNvSpPr/>
            <p:nvPr/>
          </p:nvSpPr>
          <p:spPr>
            <a:xfrm>
              <a:off x="4296409" y="4078122"/>
              <a:ext cx="1304925" cy="9525"/>
            </a:xfrm>
            <a:custGeom>
              <a:avLst/>
              <a:gdLst/>
              <a:ahLst/>
              <a:cxnLst/>
              <a:rect l="l" t="t" r="r" b="b"/>
              <a:pathLst>
                <a:path w="1304925" h="9525">
                  <a:moveTo>
                    <a:pt x="13049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1304925" y="9525"/>
                  </a:lnTo>
                  <a:lnTo>
                    <a:pt x="13049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5020309" y="4105097"/>
              <a:ext cx="149225" cy="41275"/>
            </a:xfrm>
            <a:custGeom>
              <a:avLst/>
              <a:gdLst/>
              <a:ahLst/>
              <a:cxnLst/>
              <a:rect l="l" t="t" r="r" b="b"/>
              <a:pathLst>
                <a:path w="149225" h="41275">
                  <a:moveTo>
                    <a:pt x="127888" y="0"/>
                  </a:moveTo>
                  <a:lnTo>
                    <a:pt x="123443" y="5029"/>
                  </a:lnTo>
                  <a:lnTo>
                    <a:pt x="136905" y="16662"/>
                  </a:lnTo>
                  <a:lnTo>
                    <a:pt x="0" y="16662"/>
                  </a:lnTo>
                  <a:lnTo>
                    <a:pt x="0" y="24536"/>
                  </a:lnTo>
                  <a:lnTo>
                    <a:pt x="136905" y="24536"/>
                  </a:lnTo>
                  <a:lnTo>
                    <a:pt x="123443" y="36169"/>
                  </a:lnTo>
                  <a:lnTo>
                    <a:pt x="127888" y="41198"/>
                  </a:lnTo>
                  <a:lnTo>
                    <a:pt x="148843" y="23025"/>
                  </a:lnTo>
                  <a:lnTo>
                    <a:pt x="148843" y="18173"/>
                  </a:lnTo>
                  <a:lnTo>
                    <a:pt x="12788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5210809" y="4105097"/>
              <a:ext cx="92075" cy="41275"/>
            </a:xfrm>
            <a:custGeom>
              <a:avLst/>
              <a:gdLst/>
              <a:ahLst/>
              <a:cxnLst/>
              <a:rect l="l" t="t" r="r" b="b"/>
              <a:pathLst>
                <a:path w="92075" h="41275">
                  <a:moveTo>
                    <a:pt x="70738" y="0"/>
                  </a:moveTo>
                  <a:lnTo>
                    <a:pt x="66293" y="5029"/>
                  </a:lnTo>
                  <a:lnTo>
                    <a:pt x="79755" y="16662"/>
                  </a:lnTo>
                  <a:lnTo>
                    <a:pt x="0" y="16662"/>
                  </a:lnTo>
                  <a:lnTo>
                    <a:pt x="0" y="24536"/>
                  </a:lnTo>
                  <a:lnTo>
                    <a:pt x="79755" y="24536"/>
                  </a:lnTo>
                  <a:lnTo>
                    <a:pt x="66293" y="36169"/>
                  </a:lnTo>
                  <a:lnTo>
                    <a:pt x="70738" y="41198"/>
                  </a:lnTo>
                  <a:lnTo>
                    <a:pt x="91693" y="23025"/>
                  </a:lnTo>
                  <a:lnTo>
                    <a:pt x="91693" y="18173"/>
                  </a:lnTo>
                  <a:lnTo>
                    <a:pt x="70738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3793744" y="3167570"/>
            <a:ext cx="1369695" cy="871855"/>
          </a:xfrm>
          <a:prstGeom prst="rect">
            <a:avLst/>
          </a:prstGeom>
        </p:spPr>
        <p:txBody>
          <a:bodyPr wrap="square" lIns="0" tIns="1612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70"/>
              </a:spcBef>
              <a:tabLst>
                <a:tab pos="269875" algn="l"/>
              </a:tabLst>
            </a:pPr>
            <a:r>
              <a:rPr dirty="0" sz="1800" spc="-50">
                <a:latin typeface="Cambria Math"/>
                <a:cs typeface="Cambria Math"/>
              </a:rPr>
              <a:t>x</a:t>
            </a:r>
            <a:r>
              <a:rPr dirty="0" sz="1800">
                <a:latin typeface="Cambria Math"/>
                <a:cs typeface="Cambria Math"/>
              </a:rPr>
              <a:t>	=</a:t>
            </a:r>
            <a:r>
              <a:rPr dirty="0" sz="1800" spc="114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w </a:t>
            </a:r>
            <a:r>
              <a:rPr dirty="0" sz="1800" spc="55">
                <a:latin typeface="Cambria Math"/>
                <a:cs typeface="Cambria Math"/>
              </a:rPr>
              <a:t>∙</a:t>
            </a:r>
            <a:r>
              <a:rPr dirty="0" sz="1800" spc="-1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x +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  <a:p>
            <a:pPr algn="r" marR="136525">
              <a:lnSpc>
                <a:spcPct val="100000"/>
              </a:lnSpc>
              <a:spcBef>
                <a:spcPts val="117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262754" y="4015740"/>
            <a:ext cx="137795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16975" sz="2700">
                <a:latin typeface="Cambria Math"/>
                <a:cs typeface="Cambria Math"/>
              </a:rPr>
              <a:t>1</a:t>
            </a:r>
            <a:r>
              <a:rPr dirty="0" baseline="-16975" sz="2700" spc="22">
                <a:latin typeface="Cambria Math"/>
                <a:cs typeface="Cambria Math"/>
              </a:rPr>
              <a:t> </a:t>
            </a:r>
            <a:r>
              <a:rPr dirty="0" baseline="-16975" sz="2700">
                <a:latin typeface="Cambria Math"/>
                <a:cs typeface="Cambria Math"/>
              </a:rPr>
              <a:t>+</a:t>
            </a:r>
            <a:r>
              <a:rPr dirty="0" baseline="-16975" sz="2700" spc="-44">
                <a:latin typeface="Cambria Math"/>
                <a:cs typeface="Cambria Math"/>
              </a:rPr>
              <a:t> </a:t>
            </a:r>
            <a:r>
              <a:rPr dirty="0" baseline="-16975" sz="2700" spc="-15">
                <a:latin typeface="Cambria Math"/>
                <a:cs typeface="Cambria Math"/>
              </a:rPr>
              <a:t>𝑒</a:t>
            </a:r>
            <a:r>
              <a:rPr dirty="0" sz="1350" spc="-10">
                <a:latin typeface="Cambria Math"/>
                <a:cs typeface="Cambria Math"/>
              </a:rPr>
              <a:t>(−</a:t>
            </a:r>
            <a:r>
              <a:rPr dirty="0" sz="1350" spc="-10">
                <a:solidFill>
                  <a:srgbClr val="0096FF"/>
                </a:solidFill>
                <a:latin typeface="Cambria Math"/>
                <a:cs typeface="Cambria Math"/>
              </a:rPr>
              <a:t>w</a:t>
            </a:r>
            <a:r>
              <a:rPr dirty="0" sz="1350" spc="-10">
                <a:latin typeface="Cambria Math"/>
                <a:cs typeface="Cambria Math"/>
              </a:rPr>
              <a:t>∙</a:t>
            </a:r>
            <a:r>
              <a:rPr dirty="0" sz="1350" spc="-10">
                <a:solidFill>
                  <a:srgbClr val="FF9300"/>
                </a:solidFill>
                <a:latin typeface="Cambria Math"/>
                <a:cs typeface="Cambria Math"/>
              </a:rPr>
              <a:t>x</a:t>
            </a:r>
            <a:r>
              <a:rPr dirty="0" sz="1350" spc="-10">
                <a:latin typeface="Cambria Math"/>
                <a:cs typeface="Cambria Math"/>
              </a:rPr>
              <a:t>+</a:t>
            </a:r>
            <a:r>
              <a:rPr dirty="0" sz="1350" spc="-10">
                <a:solidFill>
                  <a:srgbClr val="0096FF"/>
                </a:solidFill>
                <a:latin typeface="Cambria Math"/>
                <a:cs typeface="Cambria Math"/>
              </a:rPr>
              <a:t>𝑏)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2319" y="3320478"/>
            <a:ext cx="19989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Linear</a:t>
            </a:r>
            <a:r>
              <a:rPr dirty="0" sz="1800" spc="-8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regression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8987" y="3878897"/>
            <a:ext cx="21640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96FF"/>
                </a:solidFill>
                <a:latin typeface="Verdana"/>
                <a:cs typeface="Verdana"/>
              </a:rPr>
              <a:t>Logistic</a:t>
            </a:r>
            <a:r>
              <a:rPr dirty="0" sz="1800" spc="-55">
                <a:solidFill>
                  <a:srgbClr val="0096FF"/>
                </a:solidFill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regression</a:t>
            </a:r>
            <a:endParaRPr sz="1800">
              <a:latin typeface="Verdana"/>
              <a:cs typeface="Verdana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2646298" y="926846"/>
            <a:ext cx="639445" cy="920115"/>
            <a:chOff x="2646298" y="926846"/>
            <a:chExt cx="639445" cy="92011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46298" y="926846"/>
              <a:ext cx="639333" cy="91973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2767329" y="1505839"/>
              <a:ext cx="200025" cy="9525"/>
            </a:xfrm>
            <a:custGeom>
              <a:avLst/>
              <a:gdLst/>
              <a:ahLst/>
              <a:cxnLst/>
              <a:rect l="l" t="t" r="r" b="b"/>
              <a:pathLst>
                <a:path w="200025" h="9525">
                  <a:moveTo>
                    <a:pt x="200025" y="0"/>
                  </a:moveTo>
                  <a:lnTo>
                    <a:pt x="0" y="0"/>
                  </a:lnTo>
                  <a:lnTo>
                    <a:pt x="0" y="9525"/>
                  </a:lnTo>
                  <a:lnTo>
                    <a:pt x="200025" y="9525"/>
                  </a:lnTo>
                  <a:lnTo>
                    <a:pt x="2000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2757551" y="1486598"/>
            <a:ext cx="21780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995929" y="1686877"/>
            <a:ext cx="3155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03603" y="1161986"/>
            <a:ext cx="2245995" cy="47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404620">
              <a:lnSpc>
                <a:spcPts val="1755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50800">
              <a:lnSpc>
                <a:spcPts val="1755"/>
              </a:lnSpc>
              <a:tabLst>
                <a:tab pos="1595120" algn="l"/>
              </a:tabLst>
            </a:pP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𝑗</a:t>
            </a:r>
            <a:r>
              <a:rPr dirty="0" baseline="-16460" sz="2025" spc="33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9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𝑗</a:t>
            </a:r>
            <a:r>
              <a:rPr dirty="0" baseline="-16460" sz="2025" spc="12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2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𝛼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290">
                <a:latin typeface="Cambria Math"/>
                <a:cs typeface="Cambria Math"/>
              </a:rPr>
              <a:t> </a:t>
            </a:r>
            <a:r>
              <a:rPr dirty="0" sz="1800" spc="-525">
                <a:latin typeface="Cambria Math"/>
                <a:cs typeface="Cambria Math"/>
              </a:rPr>
              <a:t>(</a:t>
            </a:r>
            <a:r>
              <a:rPr dirty="0" sz="1800" spc="-525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605529" y="1475739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762" y="0"/>
                </a:moveTo>
                <a:lnTo>
                  <a:pt x="123444" y="4952"/>
                </a:lnTo>
                <a:lnTo>
                  <a:pt x="136779" y="16637"/>
                </a:lnTo>
                <a:lnTo>
                  <a:pt x="0" y="16637"/>
                </a:lnTo>
                <a:lnTo>
                  <a:pt x="0" y="24511"/>
                </a:lnTo>
                <a:lnTo>
                  <a:pt x="136779" y="24511"/>
                </a:lnTo>
                <a:lnTo>
                  <a:pt x="123444" y="36068"/>
                </a:lnTo>
                <a:lnTo>
                  <a:pt x="127762" y="41148"/>
                </a:lnTo>
                <a:lnTo>
                  <a:pt x="148844" y="22987"/>
                </a:lnTo>
                <a:lnTo>
                  <a:pt x="148844" y="18161"/>
                </a:lnTo>
                <a:lnTo>
                  <a:pt x="1277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596640" y="1438592"/>
            <a:ext cx="31877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930396" y="1365884"/>
            <a:ext cx="491490" cy="279400"/>
          </a:xfrm>
          <a:custGeom>
            <a:avLst/>
            <a:gdLst/>
            <a:ahLst/>
            <a:cxnLst/>
            <a:rect l="l" t="t" r="r" b="b"/>
            <a:pathLst>
              <a:path w="491489" h="279400">
                <a:moveTo>
                  <a:pt x="75311" y="12446"/>
                </a:moveTo>
                <a:lnTo>
                  <a:pt x="72517" y="3302"/>
                </a:lnTo>
                <a:lnTo>
                  <a:pt x="56159" y="9715"/>
                </a:lnTo>
                <a:lnTo>
                  <a:pt x="41757" y="19748"/>
                </a:lnTo>
                <a:lnTo>
                  <a:pt x="18923" y="50673"/>
                </a:lnTo>
                <a:lnTo>
                  <a:pt x="4737" y="92494"/>
                </a:lnTo>
                <a:lnTo>
                  <a:pt x="0" y="141478"/>
                </a:lnTo>
                <a:lnTo>
                  <a:pt x="1143" y="165696"/>
                </a:lnTo>
                <a:lnTo>
                  <a:pt x="1181" y="166674"/>
                </a:lnTo>
                <a:lnTo>
                  <a:pt x="10655" y="212013"/>
                </a:lnTo>
                <a:lnTo>
                  <a:pt x="29349" y="249351"/>
                </a:lnTo>
                <a:lnTo>
                  <a:pt x="72517" y="279400"/>
                </a:lnTo>
                <a:lnTo>
                  <a:pt x="75311" y="270256"/>
                </a:lnTo>
                <a:lnTo>
                  <a:pt x="62661" y="263715"/>
                </a:lnTo>
                <a:lnTo>
                  <a:pt x="51625" y="254165"/>
                </a:lnTo>
                <a:lnTo>
                  <a:pt x="28333" y="207987"/>
                </a:lnTo>
                <a:lnTo>
                  <a:pt x="21539" y="166674"/>
                </a:lnTo>
                <a:lnTo>
                  <a:pt x="21424" y="165696"/>
                </a:lnTo>
                <a:lnTo>
                  <a:pt x="20574" y="141478"/>
                </a:lnTo>
                <a:lnTo>
                  <a:pt x="21424" y="117246"/>
                </a:lnTo>
                <a:lnTo>
                  <a:pt x="24015" y="95034"/>
                </a:lnTo>
                <a:lnTo>
                  <a:pt x="34417" y="56769"/>
                </a:lnTo>
                <a:lnTo>
                  <a:pt x="62661" y="19024"/>
                </a:lnTo>
                <a:lnTo>
                  <a:pt x="75311" y="12446"/>
                </a:lnTo>
                <a:close/>
              </a:path>
              <a:path w="491489" h="279400">
                <a:moveTo>
                  <a:pt x="197485" y="50927"/>
                </a:moveTo>
                <a:lnTo>
                  <a:pt x="169418" y="26797"/>
                </a:lnTo>
                <a:lnTo>
                  <a:pt x="163449" y="33401"/>
                </a:lnTo>
                <a:lnTo>
                  <a:pt x="181356" y="48895"/>
                </a:lnTo>
                <a:lnTo>
                  <a:pt x="84709" y="48895"/>
                </a:lnTo>
                <a:lnTo>
                  <a:pt x="84709" y="59436"/>
                </a:lnTo>
                <a:lnTo>
                  <a:pt x="181356" y="59436"/>
                </a:lnTo>
                <a:lnTo>
                  <a:pt x="163449" y="74930"/>
                </a:lnTo>
                <a:lnTo>
                  <a:pt x="169418" y="81661"/>
                </a:lnTo>
                <a:lnTo>
                  <a:pt x="197485" y="57404"/>
                </a:lnTo>
                <a:lnTo>
                  <a:pt x="197485" y="50927"/>
                </a:lnTo>
                <a:close/>
              </a:path>
              <a:path w="491489" h="279400">
                <a:moveTo>
                  <a:pt x="266954" y="6477"/>
                </a:moveTo>
                <a:lnTo>
                  <a:pt x="264668" y="0"/>
                </a:lnTo>
                <a:lnTo>
                  <a:pt x="253161" y="4178"/>
                </a:lnTo>
                <a:lnTo>
                  <a:pt x="243078" y="10198"/>
                </a:lnTo>
                <a:lnTo>
                  <a:pt x="217373" y="51409"/>
                </a:lnTo>
                <a:lnTo>
                  <a:pt x="214122" y="79375"/>
                </a:lnTo>
                <a:lnTo>
                  <a:pt x="214845" y="92621"/>
                </a:lnTo>
                <a:lnTo>
                  <a:pt x="227076" y="131064"/>
                </a:lnTo>
                <a:lnTo>
                  <a:pt x="264668" y="158750"/>
                </a:lnTo>
                <a:lnTo>
                  <a:pt x="266700" y="152400"/>
                </a:lnTo>
                <a:lnTo>
                  <a:pt x="257670" y="148386"/>
                </a:lnTo>
                <a:lnTo>
                  <a:pt x="249872" y="142786"/>
                </a:lnTo>
                <a:lnTo>
                  <a:pt x="230911" y="105321"/>
                </a:lnTo>
                <a:lnTo>
                  <a:pt x="228600" y="78613"/>
                </a:lnTo>
                <a:lnTo>
                  <a:pt x="229171" y="65049"/>
                </a:lnTo>
                <a:lnTo>
                  <a:pt x="243306" y="22987"/>
                </a:lnTo>
                <a:lnTo>
                  <a:pt x="257784" y="10414"/>
                </a:lnTo>
                <a:lnTo>
                  <a:pt x="266954" y="6477"/>
                </a:lnTo>
                <a:close/>
              </a:path>
              <a:path w="491489" h="279400">
                <a:moveTo>
                  <a:pt x="388493" y="79375"/>
                </a:moveTo>
                <a:lnTo>
                  <a:pt x="381038" y="39052"/>
                </a:lnTo>
                <a:lnTo>
                  <a:pt x="349313" y="4178"/>
                </a:lnTo>
                <a:lnTo>
                  <a:pt x="337820" y="0"/>
                </a:lnTo>
                <a:lnTo>
                  <a:pt x="335534" y="6477"/>
                </a:lnTo>
                <a:lnTo>
                  <a:pt x="344703" y="10414"/>
                </a:lnTo>
                <a:lnTo>
                  <a:pt x="352590" y="15913"/>
                </a:lnTo>
                <a:lnTo>
                  <a:pt x="371576" y="52692"/>
                </a:lnTo>
                <a:lnTo>
                  <a:pt x="373888" y="78613"/>
                </a:lnTo>
                <a:lnTo>
                  <a:pt x="373303" y="92621"/>
                </a:lnTo>
                <a:lnTo>
                  <a:pt x="359181" y="135623"/>
                </a:lnTo>
                <a:lnTo>
                  <a:pt x="335788" y="152400"/>
                </a:lnTo>
                <a:lnTo>
                  <a:pt x="337820" y="158750"/>
                </a:lnTo>
                <a:lnTo>
                  <a:pt x="375412" y="131064"/>
                </a:lnTo>
                <a:lnTo>
                  <a:pt x="387654" y="93980"/>
                </a:lnTo>
                <a:lnTo>
                  <a:pt x="388493" y="79375"/>
                </a:lnTo>
                <a:close/>
              </a:path>
              <a:path w="491489" h="279400">
                <a:moveTo>
                  <a:pt x="491096" y="141478"/>
                </a:moveTo>
                <a:lnTo>
                  <a:pt x="486422" y="92494"/>
                </a:lnTo>
                <a:lnTo>
                  <a:pt x="472313" y="50673"/>
                </a:lnTo>
                <a:lnTo>
                  <a:pt x="449453" y="19748"/>
                </a:lnTo>
                <a:lnTo>
                  <a:pt x="418592" y="3302"/>
                </a:lnTo>
                <a:lnTo>
                  <a:pt x="415798" y="12446"/>
                </a:lnTo>
                <a:lnTo>
                  <a:pt x="428485" y="19024"/>
                </a:lnTo>
                <a:lnTo>
                  <a:pt x="439521" y="28613"/>
                </a:lnTo>
                <a:lnTo>
                  <a:pt x="462775" y="74866"/>
                </a:lnTo>
                <a:lnTo>
                  <a:pt x="469773" y="117246"/>
                </a:lnTo>
                <a:lnTo>
                  <a:pt x="470662" y="141478"/>
                </a:lnTo>
                <a:lnTo>
                  <a:pt x="469773" y="165696"/>
                </a:lnTo>
                <a:lnTo>
                  <a:pt x="462775" y="207987"/>
                </a:lnTo>
                <a:lnTo>
                  <a:pt x="439521" y="254165"/>
                </a:lnTo>
                <a:lnTo>
                  <a:pt x="415798" y="270256"/>
                </a:lnTo>
                <a:lnTo>
                  <a:pt x="418592" y="279400"/>
                </a:lnTo>
                <a:lnTo>
                  <a:pt x="461873" y="249351"/>
                </a:lnTo>
                <a:lnTo>
                  <a:pt x="480542" y="212013"/>
                </a:lnTo>
                <a:lnTo>
                  <a:pt x="489927" y="166674"/>
                </a:lnTo>
                <a:lnTo>
                  <a:pt x="491096" y="14147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3981069" y="1248092"/>
            <a:ext cx="3181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latin typeface="Cambria Math"/>
                <a:cs typeface="Cambria Math"/>
              </a:rPr>
              <a:t>x</a:t>
            </a:r>
            <a:r>
              <a:rPr dirty="0" baseline="-21604" sz="2700" spc="225"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868417" y="768223"/>
            <a:ext cx="1531620" cy="1078865"/>
            <a:chOff x="4868417" y="768223"/>
            <a:chExt cx="1531620" cy="107886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68417" y="1365885"/>
              <a:ext cx="174371" cy="15875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914391" y="768223"/>
              <a:ext cx="1485646" cy="1078356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5255640" y="1467548"/>
            <a:ext cx="10604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95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458080" y="1333817"/>
            <a:ext cx="10134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2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>
                <a:latin typeface="Cambria Math"/>
                <a:cs typeface="Cambria Math"/>
              </a:rPr>
              <a:t>𝑖</a:t>
            </a:r>
            <a:r>
              <a:rPr dirty="0" baseline="26748" sz="2025" spc="532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)</a:t>
            </a:r>
            <a:r>
              <a:rPr dirty="0" sz="1800">
                <a:solidFill>
                  <a:srgbClr val="FF9300"/>
                </a:solidFill>
                <a:latin typeface="Cambria Math"/>
                <a:cs typeface="Cambria Math"/>
              </a:rPr>
              <a:t>𝑥</a:t>
            </a:r>
            <a:r>
              <a:rPr dirty="0" sz="1800" spc="300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baseline="37037" sz="2025" spc="-75">
                <a:latin typeface="Cambria Math"/>
                <a:cs typeface="Cambria Math"/>
              </a:rPr>
              <a:t>𝑖</a:t>
            </a:r>
            <a:endParaRPr baseline="37037" sz="2025">
              <a:latin typeface="Cambria Math"/>
              <a:cs typeface="Cambria Math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220462" y="1943099"/>
            <a:ext cx="60960" cy="678180"/>
          </a:xfrm>
          <a:custGeom>
            <a:avLst/>
            <a:gdLst/>
            <a:ahLst/>
            <a:cxnLst/>
            <a:rect l="l" t="t" r="r" b="b"/>
            <a:pathLst>
              <a:path w="60960" h="678180">
                <a:moveTo>
                  <a:pt x="60706" y="0"/>
                </a:moveTo>
                <a:lnTo>
                  <a:pt x="0" y="0"/>
                </a:lnTo>
                <a:lnTo>
                  <a:pt x="0" y="11430"/>
                </a:lnTo>
                <a:lnTo>
                  <a:pt x="37719" y="11430"/>
                </a:lnTo>
                <a:lnTo>
                  <a:pt x="37719" y="668020"/>
                </a:lnTo>
                <a:lnTo>
                  <a:pt x="0" y="668020"/>
                </a:lnTo>
                <a:lnTo>
                  <a:pt x="0" y="678180"/>
                </a:lnTo>
                <a:lnTo>
                  <a:pt x="60706" y="678180"/>
                </a:lnTo>
                <a:lnTo>
                  <a:pt x="60706" y="668020"/>
                </a:lnTo>
                <a:lnTo>
                  <a:pt x="60706" y="11430"/>
                </a:lnTo>
                <a:lnTo>
                  <a:pt x="607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697734" y="1943099"/>
            <a:ext cx="269875" cy="678180"/>
          </a:xfrm>
          <a:custGeom>
            <a:avLst/>
            <a:gdLst/>
            <a:ahLst/>
            <a:cxnLst/>
            <a:rect l="l" t="t" r="r" b="b"/>
            <a:pathLst>
              <a:path w="269875" h="678180">
                <a:moveTo>
                  <a:pt x="60706" y="0"/>
                </a:moveTo>
                <a:lnTo>
                  <a:pt x="0" y="0"/>
                </a:lnTo>
                <a:lnTo>
                  <a:pt x="0" y="11430"/>
                </a:lnTo>
                <a:lnTo>
                  <a:pt x="0" y="668020"/>
                </a:lnTo>
                <a:lnTo>
                  <a:pt x="0" y="678180"/>
                </a:lnTo>
                <a:lnTo>
                  <a:pt x="60706" y="678180"/>
                </a:lnTo>
                <a:lnTo>
                  <a:pt x="60706" y="668020"/>
                </a:lnTo>
                <a:lnTo>
                  <a:pt x="22987" y="668020"/>
                </a:lnTo>
                <a:lnTo>
                  <a:pt x="22987" y="11430"/>
                </a:lnTo>
                <a:lnTo>
                  <a:pt x="60706" y="11430"/>
                </a:lnTo>
                <a:lnTo>
                  <a:pt x="60706" y="0"/>
                </a:lnTo>
                <a:close/>
              </a:path>
              <a:path w="269875" h="678180">
                <a:moveTo>
                  <a:pt x="269748" y="338074"/>
                </a:moveTo>
                <a:lnTo>
                  <a:pt x="69723" y="338074"/>
                </a:lnTo>
                <a:lnTo>
                  <a:pt x="69723" y="347599"/>
                </a:lnTo>
                <a:lnTo>
                  <a:pt x="269748" y="347599"/>
                </a:lnTo>
                <a:lnTo>
                  <a:pt x="269748" y="33807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757804" y="2262885"/>
            <a:ext cx="217804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5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995929" y="2463482"/>
            <a:ext cx="31623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3053460" y="1814512"/>
            <a:ext cx="1860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5"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51635" y="1938273"/>
            <a:ext cx="1972945" cy="47244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 marL="467995">
              <a:lnSpc>
                <a:spcPts val="1755"/>
              </a:lnSpc>
              <a:spcBef>
                <a:spcPts val="105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ts val="1755"/>
              </a:lnSpc>
              <a:tabLst>
                <a:tab pos="1334135" algn="l"/>
              </a:tabLst>
            </a:pPr>
            <a:r>
              <a:rPr dirty="0" sz="1800">
                <a:latin typeface="Cambria Math"/>
                <a:cs typeface="Cambria Math"/>
              </a:rPr>
              <a:t>𝑏</a:t>
            </a:r>
            <a:r>
              <a:rPr dirty="0" sz="1800" spc="114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114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𝑏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𝛼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290">
                <a:latin typeface="Cambria Math"/>
                <a:cs typeface="Cambria Math"/>
              </a:rPr>
              <a:t> </a:t>
            </a:r>
            <a:r>
              <a:rPr dirty="0" sz="1800" spc="-575">
                <a:latin typeface="Cambria Math"/>
                <a:cs typeface="Cambria Math"/>
              </a:rPr>
              <a:t>(</a:t>
            </a:r>
            <a:r>
              <a:rPr dirty="0" sz="1800" spc="-575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3605657" y="2250948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3" y="5079"/>
                </a:lnTo>
                <a:lnTo>
                  <a:pt x="136905" y="16637"/>
                </a:lnTo>
                <a:lnTo>
                  <a:pt x="0" y="16637"/>
                </a:lnTo>
                <a:lnTo>
                  <a:pt x="0" y="24510"/>
                </a:lnTo>
                <a:lnTo>
                  <a:pt x="136905" y="24510"/>
                </a:lnTo>
                <a:lnTo>
                  <a:pt x="123443" y="36194"/>
                </a:lnTo>
                <a:lnTo>
                  <a:pt x="127888" y="41147"/>
                </a:lnTo>
                <a:lnTo>
                  <a:pt x="148843" y="22987"/>
                </a:lnTo>
                <a:lnTo>
                  <a:pt x="148843" y="18160"/>
                </a:lnTo>
                <a:lnTo>
                  <a:pt x="127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3596640" y="2215578"/>
            <a:ext cx="3194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675957" y="773430"/>
            <a:ext cx="2563495" cy="4965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2120"/>
              </a:lnSpc>
              <a:spcBef>
                <a:spcPts val="105"/>
              </a:spcBef>
            </a:pPr>
            <a:r>
              <a:rPr dirty="0" sz="1800">
                <a:latin typeface="Verdana"/>
                <a:cs typeface="Verdana"/>
              </a:rPr>
              <a:t>repeat</a:t>
            </a:r>
            <a:r>
              <a:rPr dirty="0" sz="1800" spc="-45">
                <a:latin typeface="Verdana"/>
                <a:cs typeface="Verdana"/>
              </a:rPr>
              <a:t> </a:t>
            </a:r>
            <a:r>
              <a:rPr dirty="0" sz="1800" spc="-50">
                <a:latin typeface="Verdana"/>
                <a:cs typeface="Verdana"/>
              </a:rPr>
              <a:t>{</a:t>
            </a:r>
            <a:endParaRPr sz="1800">
              <a:latin typeface="Verdana"/>
              <a:cs typeface="Verdana"/>
            </a:endParaRPr>
          </a:p>
          <a:p>
            <a:pPr algn="r" marR="5080">
              <a:lnSpc>
                <a:spcPts val="1580"/>
              </a:lnSpc>
            </a:pPr>
            <a:r>
              <a:rPr dirty="0" sz="1350" spc="75"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3930650" y="2141092"/>
            <a:ext cx="501015" cy="280035"/>
            <a:chOff x="3930650" y="2141092"/>
            <a:chExt cx="501015" cy="280035"/>
          </a:xfrm>
        </p:grpSpPr>
        <p:sp>
          <p:nvSpPr>
            <p:cNvPr id="45" name="object 45"/>
            <p:cNvSpPr/>
            <p:nvPr/>
          </p:nvSpPr>
          <p:spPr>
            <a:xfrm>
              <a:off x="3930650" y="2144394"/>
              <a:ext cx="501015" cy="276225"/>
            </a:xfrm>
            <a:custGeom>
              <a:avLst/>
              <a:gdLst/>
              <a:ahLst/>
              <a:cxnLst/>
              <a:rect l="l" t="t" r="r" b="b"/>
              <a:pathLst>
                <a:path w="501014" h="276225">
                  <a:moveTo>
                    <a:pt x="75311" y="9144"/>
                  </a:moveTo>
                  <a:lnTo>
                    <a:pt x="72517" y="0"/>
                  </a:lnTo>
                  <a:lnTo>
                    <a:pt x="56083" y="6413"/>
                  </a:lnTo>
                  <a:lnTo>
                    <a:pt x="41656" y="16471"/>
                  </a:lnTo>
                  <a:lnTo>
                    <a:pt x="18796" y="47498"/>
                  </a:lnTo>
                  <a:lnTo>
                    <a:pt x="4673" y="89319"/>
                  </a:lnTo>
                  <a:lnTo>
                    <a:pt x="0" y="138176"/>
                  </a:lnTo>
                  <a:lnTo>
                    <a:pt x="1117" y="162394"/>
                  </a:lnTo>
                  <a:lnTo>
                    <a:pt x="10553" y="208711"/>
                  </a:lnTo>
                  <a:lnTo>
                    <a:pt x="29222" y="246062"/>
                  </a:lnTo>
                  <a:lnTo>
                    <a:pt x="72517" y="276225"/>
                  </a:lnTo>
                  <a:lnTo>
                    <a:pt x="75311" y="267081"/>
                  </a:lnTo>
                  <a:lnTo>
                    <a:pt x="62611" y="260464"/>
                  </a:lnTo>
                  <a:lnTo>
                    <a:pt x="51574" y="250875"/>
                  </a:lnTo>
                  <a:lnTo>
                    <a:pt x="28321" y="204685"/>
                  </a:lnTo>
                  <a:lnTo>
                    <a:pt x="21437" y="163423"/>
                  </a:lnTo>
                  <a:lnTo>
                    <a:pt x="20447" y="138176"/>
                  </a:lnTo>
                  <a:lnTo>
                    <a:pt x="21323" y="113957"/>
                  </a:lnTo>
                  <a:lnTo>
                    <a:pt x="28321" y="71615"/>
                  </a:lnTo>
                  <a:lnTo>
                    <a:pt x="51574" y="25361"/>
                  </a:lnTo>
                  <a:lnTo>
                    <a:pt x="62611" y="15773"/>
                  </a:lnTo>
                  <a:lnTo>
                    <a:pt x="75311" y="9144"/>
                  </a:lnTo>
                  <a:close/>
                </a:path>
                <a:path w="501014" h="276225">
                  <a:moveTo>
                    <a:pt x="197358" y="47752"/>
                  </a:moveTo>
                  <a:lnTo>
                    <a:pt x="169418" y="23495"/>
                  </a:lnTo>
                  <a:lnTo>
                    <a:pt x="163449" y="30226"/>
                  </a:lnTo>
                  <a:lnTo>
                    <a:pt x="181356" y="45720"/>
                  </a:lnTo>
                  <a:lnTo>
                    <a:pt x="84582" y="45720"/>
                  </a:lnTo>
                  <a:lnTo>
                    <a:pt x="84582" y="56134"/>
                  </a:lnTo>
                  <a:lnTo>
                    <a:pt x="181356" y="56134"/>
                  </a:lnTo>
                  <a:lnTo>
                    <a:pt x="163449" y="71755"/>
                  </a:lnTo>
                  <a:lnTo>
                    <a:pt x="169418" y="78359"/>
                  </a:lnTo>
                  <a:lnTo>
                    <a:pt x="197358" y="54229"/>
                  </a:lnTo>
                  <a:lnTo>
                    <a:pt x="197358" y="47752"/>
                  </a:lnTo>
                  <a:close/>
                </a:path>
                <a:path w="501014" h="276225">
                  <a:moveTo>
                    <a:pt x="500634" y="138176"/>
                  </a:moveTo>
                  <a:lnTo>
                    <a:pt x="499491" y="113957"/>
                  </a:lnTo>
                  <a:lnTo>
                    <a:pt x="499440" y="112864"/>
                  </a:lnTo>
                  <a:lnTo>
                    <a:pt x="495884" y="89319"/>
                  </a:lnTo>
                  <a:lnTo>
                    <a:pt x="481711" y="47498"/>
                  </a:lnTo>
                  <a:lnTo>
                    <a:pt x="458863" y="16471"/>
                  </a:lnTo>
                  <a:lnTo>
                    <a:pt x="428117" y="0"/>
                  </a:lnTo>
                  <a:lnTo>
                    <a:pt x="425323" y="9144"/>
                  </a:lnTo>
                  <a:lnTo>
                    <a:pt x="437959" y="15773"/>
                  </a:lnTo>
                  <a:lnTo>
                    <a:pt x="449008" y="25361"/>
                  </a:lnTo>
                  <a:lnTo>
                    <a:pt x="472287" y="71615"/>
                  </a:lnTo>
                  <a:lnTo>
                    <a:pt x="479196" y="113957"/>
                  </a:lnTo>
                  <a:lnTo>
                    <a:pt x="480060" y="138176"/>
                  </a:lnTo>
                  <a:lnTo>
                    <a:pt x="479196" y="162394"/>
                  </a:lnTo>
                  <a:lnTo>
                    <a:pt x="472287" y="204685"/>
                  </a:lnTo>
                  <a:lnTo>
                    <a:pt x="449008" y="250875"/>
                  </a:lnTo>
                  <a:lnTo>
                    <a:pt x="425323" y="267081"/>
                  </a:lnTo>
                  <a:lnTo>
                    <a:pt x="428117" y="276225"/>
                  </a:lnTo>
                  <a:lnTo>
                    <a:pt x="471271" y="246062"/>
                  </a:lnTo>
                  <a:lnTo>
                    <a:pt x="489966" y="208711"/>
                  </a:lnTo>
                  <a:lnTo>
                    <a:pt x="499440" y="163423"/>
                  </a:lnTo>
                  <a:lnTo>
                    <a:pt x="500634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154170" y="2141092"/>
              <a:ext cx="174370" cy="158876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3981450" y="2024379"/>
            <a:ext cx="32702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baseline="-21604" sz="2700">
                <a:latin typeface="Cambria Math"/>
                <a:cs typeface="Cambria Math"/>
              </a:rPr>
              <a:t>x</a:t>
            </a:r>
            <a:r>
              <a:rPr dirty="0" baseline="-21604" sz="2700" spc="330"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48" name="object 4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868545" y="2141092"/>
            <a:ext cx="174370" cy="158876"/>
          </a:xfrm>
          <a:prstGeom prst="rect">
            <a:avLst/>
          </a:prstGeom>
        </p:spPr>
      </p:pic>
      <p:sp>
        <p:nvSpPr>
          <p:cNvPr id="49" name="object 49"/>
          <p:cNvSpPr txBox="1"/>
          <p:nvPr/>
        </p:nvSpPr>
        <p:spPr>
          <a:xfrm>
            <a:off x="4458080" y="2110104"/>
            <a:ext cx="743585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15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54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>
                <a:latin typeface="Cambria Math"/>
                <a:cs typeface="Cambria Math"/>
              </a:rPr>
              <a:t>𝑖</a:t>
            </a:r>
            <a:r>
              <a:rPr dirty="0" baseline="26748" sz="2025" spc="547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)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52169" y="2659379"/>
            <a:ext cx="17145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 spc="-50">
                <a:latin typeface="Verdana"/>
                <a:cs typeface="Verdana"/>
              </a:rPr>
              <a:t>}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51" name="object 5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453638" y="913638"/>
            <a:ext cx="422528" cy="192404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067302" y="909319"/>
            <a:ext cx="704226" cy="150240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359917" y="1110361"/>
            <a:ext cx="78728" cy="43306"/>
          </a:xfrm>
          <a:prstGeom prst="rect">
            <a:avLst/>
          </a:prstGeom>
        </p:spPr>
      </p:pic>
      <p:sp>
        <p:nvSpPr>
          <p:cNvPr id="54" name="object 54" descr="$PPTXTitle"/>
          <p:cNvSpPr txBox="1">
            <a:spLocks noGrp="1"/>
          </p:cNvSpPr>
          <p:nvPr>
            <p:ph type="title"/>
          </p:nvPr>
        </p:nvSpPr>
        <p:spPr>
          <a:xfrm>
            <a:off x="392429" y="204469"/>
            <a:ext cx="7008495" cy="449580"/>
          </a:xfrm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Gradient</a:t>
            </a:r>
            <a:r>
              <a:rPr dirty="0" sz="2750" spc="140"/>
              <a:t> </a:t>
            </a:r>
            <a:r>
              <a:rPr dirty="0" sz="2750"/>
              <a:t>descent</a:t>
            </a:r>
            <a:r>
              <a:rPr dirty="0" sz="2750" spc="150"/>
              <a:t> </a:t>
            </a:r>
            <a:r>
              <a:rPr dirty="0" sz="2750"/>
              <a:t>for</a:t>
            </a:r>
            <a:r>
              <a:rPr dirty="0" sz="2750" spc="65"/>
              <a:t> </a:t>
            </a:r>
            <a:r>
              <a:rPr dirty="0" sz="2750"/>
              <a:t>logistic</a:t>
            </a:r>
            <a:r>
              <a:rPr dirty="0" sz="2750" spc="100"/>
              <a:t> </a:t>
            </a:r>
            <a:r>
              <a:rPr dirty="0" sz="2750" spc="-10"/>
              <a:t>regression</a:t>
            </a:r>
            <a:endParaRPr sz="2750"/>
          </a:p>
        </p:txBody>
      </p:sp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  <p:sp>
        <p:nvSpPr>
          <p:cNvPr id="55" name="object 55"/>
          <p:cNvSpPr txBox="1"/>
          <p:nvPr/>
        </p:nvSpPr>
        <p:spPr>
          <a:xfrm>
            <a:off x="5728334" y="2030031"/>
            <a:ext cx="164909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Same</a:t>
            </a:r>
            <a:r>
              <a:rPr dirty="0" sz="1550" spc="9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concepts: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5728334" y="2278062"/>
            <a:ext cx="3074670" cy="10007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55600" marR="167005" indent="-343535">
              <a:lnSpc>
                <a:spcPct val="101099"/>
              </a:lnSpc>
              <a:spcBef>
                <a:spcPts val="10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Verdana"/>
                <a:cs typeface="Verdana"/>
              </a:rPr>
              <a:t>Monitor</a:t>
            </a:r>
            <a:r>
              <a:rPr dirty="0" sz="1550" spc="160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gradient</a:t>
            </a:r>
            <a:r>
              <a:rPr dirty="0" sz="1550" spc="229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descent </a:t>
            </a:r>
            <a:r>
              <a:rPr dirty="0" sz="1550">
                <a:latin typeface="Verdana"/>
                <a:cs typeface="Verdana"/>
              </a:rPr>
              <a:t>(learning</a:t>
            </a:r>
            <a:r>
              <a:rPr dirty="0" sz="1550" spc="229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curve)</a:t>
            </a:r>
            <a:endParaRPr sz="15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Verdana"/>
                <a:cs typeface="Verdana"/>
              </a:rPr>
              <a:t>Vectorized</a:t>
            </a:r>
            <a:r>
              <a:rPr dirty="0" sz="1550" spc="17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implementation</a:t>
            </a:r>
            <a:endParaRPr sz="1550">
              <a:latin typeface="Verdana"/>
              <a:cs typeface="Verdana"/>
            </a:endParaRPr>
          </a:p>
          <a:p>
            <a:pPr marL="355600" indent="-342900">
              <a:lnSpc>
                <a:spcPct val="100000"/>
              </a:lnSpc>
              <a:spcBef>
                <a:spcPts val="90"/>
              </a:spcBef>
              <a:buFont typeface="Arial"/>
              <a:buChar char="•"/>
              <a:tabLst>
                <a:tab pos="355600" algn="l"/>
              </a:tabLst>
            </a:pPr>
            <a:r>
              <a:rPr dirty="0" sz="1550">
                <a:latin typeface="Verdana"/>
                <a:cs typeface="Verdana"/>
              </a:rPr>
              <a:t>Feature</a:t>
            </a:r>
            <a:r>
              <a:rPr dirty="0" sz="1550" spc="160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scaling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82675" y="2677477"/>
            <a:ext cx="25253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Verdana"/>
                <a:cs typeface="Verdana"/>
              </a:rPr>
              <a:t>simultaneous</a:t>
            </a:r>
            <a:r>
              <a:rPr dirty="0" sz="1800" spc="-12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updates</a:t>
            </a:r>
            <a:endParaRPr sz="18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50800" marR="5080" indent="228600">
              <a:lnSpc>
                <a:spcPct val="101000"/>
              </a:lnSpc>
              <a:spcBef>
                <a:spcPts val="80"/>
              </a:spcBef>
            </a:pPr>
            <a:r>
              <a:rPr dirty="0" sz="4400">
                <a:solidFill>
                  <a:srgbClr val="0070EA"/>
                </a:solidFill>
              </a:rPr>
              <a:t>Regularization</a:t>
            </a:r>
            <a:r>
              <a:rPr dirty="0" sz="4400" spc="-210">
                <a:solidFill>
                  <a:srgbClr val="0070EA"/>
                </a:solidFill>
              </a:rPr>
              <a:t> </a:t>
            </a:r>
            <a:r>
              <a:rPr dirty="0" sz="4400" spc="-25">
                <a:solidFill>
                  <a:srgbClr val="0070EA"/>
                </a:solidFill>
              </a:rPr>
              <a:t>to </a:t>
            </a:r>
            <a:r>
              <a:rPr dirty="0" sz="4400">
                <a:solidFill>
                  <a:srgbClr val="0070EA"/>
                </a:solidFill>
              </a:rPr>
              <a:t>Reduce</a:t>
            </a:r>
            <a:r>
              <a:rPr dirty="0" sz="4400" spc="-100">
                <a:solidFill>
                  <a:srgbClr val="0070EA"/>
                </a:solidFill>
              </a:rPr>
              <a:t> </a:t>
            </a:r>
            <a:r>
              <a:rPr dirty="0" sz="4400" spc="-10">
                <a:solidFill>
                  <a:srgbClr val="0070EA"/>
                </a:solidFill>
              </a:rPr>
              <a:t>Overfitting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94933" rIns="0" bIns="0" rtlCol="0" vert="horz">
            <a:spAutoFit/>
          </a:bodyPr>
          <a:lstStyle/>
          <a:p>
            <a:pPr marL="1504315" marR="5080" indent="-572135">
              <a:lnSpc>
                <a:spcPct val="117300"/>
              </a:lnSpc>
              <a:spcBef>
                <a:spcPts val="90"/>
              </a:spcBef>
            </a:pPr>
            <a:r>
              <a:rPr dirty="0" sz="3950">
                <a:solidFill>
                  <a:srgbClr val="000000"/>
                </a:solidFill>
              </a:rPr>
              <a:t>The</a:t>
            </a:r>
            <a:r>
              <a:rPr dirty="0" sz="3950" spc="30">
                <a:solidFill>
                  <a:srgbClr val="000000"/>
                </a:solidFill>
              </a:rPr>
              <a:t> </a:t>
            </a:r>
            <a:r>
              <a:rPr dirty="0" sz="3950">
                <a:solidFill>
                  <a:srgbClr val="000000"/>
                </a:solidFill>
              </a:rPr>
              <a:t>Problem</a:t>
            </a:r>
            <a:r>
              <a:rPr dirty="0" sz="3950" spc="105">
                <a:solidFill>
                  <a:srgbClr val="000000"/>
                </a:solidFill>
              </a:rPr>
              <a:t> </a:t>
            </a:r>
            <a:r>
              <a:rPr dirty="0" sz="3950" spc="-25">
                <a:solidFill>
                  <a:srgbClr val="000000"/>
                </a:solidFill>
              </a:rPr>
              <a:t>of </a:t>
            </a:r>
            <a:r>
              <a:rPr dirty="0" sz="3950" spc="-10">
                <a:solidFill>
                  <a:srgbClr val="000000"/>
                </a:solidFill>
              </a:rPr>
              <a:t>Overfitting</a:t>
            </a:r>
            <a:endParaRPr sz="395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73454" y="3892702"/>
            <a:ext cx="1276464" cy="21563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15860" y="3881691"/>
            <a:ext cx="294767" cy="30272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6992" y="2740151"/>
            <a:ext cx="1154049" cy="28930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528695" y="3811523"/>
            <a:ext cx="1868169" cy="30393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540383" y="3878059"/>
            <a:ext cx="245109" cy="23622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851914" y="3936263"/>
            <a:ext cx="382524" cy="17271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50338" y="3902138"/>
            <a:ext cx="572239" cy="32682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825622" y="2724911"/>
            <a:ext cx="1151824" cy="27889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57400" y="2768345"/>
            <a:ext cx="184531" cy="24574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333485" y="2199004"/>
            <a:ext cx="310642" cy="381000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6181725" y="552450"/>
            <a:ext cx="1842770" cy="2034539"/>
            <a:chOff x="6181725" y="552450"/>
            <a:chExt cx="1842770" cy="2034539"/>
          </a:xfrm>
        </p:grpSpPr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7589011" y="2205482"/>
              <a:ext cx="310642" cy="381000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826504" y="2198242"/>
              <a:ext cx="310642" cy="381000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81725" y="552450"/>
              <a:ext cx="1842389" cy="1620012"/>
            </a:xfrm>
            <a:prstGeom prst="rect">
              <a:avLst/>
            </a:prstGeom>
          </p:spPr>
        </p:pic>
      </p:grpSp>
      <p:pic>
        <p:nvPicPr>
          <p:cNvPr id="16" name="object 16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6140196" y="2290698"/>
            <a:ext cx="201929" cy="30861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495754" y="552450"/>
            <a:ext cx="2633345" cy="2005964"/>
            <a:chOff x="3495754" y="552450"/>
            <a:chExt cx="2633345" cy="2005964"/>
          </a:xfrm>
        </p:grpSpPr>
        <p:pic>
          <p:nvPicPr>
            <p:cNvPr id="18" name="object 18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60773" y="2208910"/>
              <a:ext cx="310641" cy="34925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367909" y="1128810"/>
              <a:ext cx="531558" cy="428336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95754" y="552450"/>
              <a:ext cx="2632961" cy="1620012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008628" y="2247138"/>
            <a:ext cx="201930" cy="308610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8433834" y="1025905"/>
            <a:ext cx="586296" cy="535813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8305165" y="799337"/>
            <a:ext cx="276540" cy="15227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8659748" y="764158"/>
            <a:ext cx="319404" cy="177418"/>
          </a:xfrm>
          <a:prstGeom prst="rect">
            <a:avLst/>
          </a:prstGeom>
        </p:spPr>
      </p:pic>
      <p:grpSp>
        <p:nvGrpSpPr>
          <p:cNvPr id="25" name="object 25"/>
          <p:cNvGrpSpPr/>
          <p:nvPr/>
        </p:nvGrpSpPr>
        <p:grpSpPr>
          <a:xfrm>
            <a:off x="723900" y="552450"/>
            <a:ext cx="2482215" cy="1620520"/>
            <a:chOff x="723900" y="552450"/>
            <a:chExt cx="2482215" cy="1620520"/>
          </a:xfrm>
        </p:grpSpPr>
        <p:pic>
          <p:nvPicPr>
            <p:cNvPr id="26" name="object 2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813816" y="868552"/>
              <a:ext cx="391790" cy="208407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23900" y="552450"/>
              <a:ext cx="2260219" cy="1620012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097270" y="3099117"/>
            <a:ext cx="2562860" cy="577215"/>
          </a:xfrm>
          <a:prstGeom prst="rect">
            <a:avLst/>
          </a:prstGeom>
        </p:spPr>
        <p:txBody>
          <a:bodyPr wrap="square" lIns="0" tIns="10160" rIns="0" bIns="0" rtlCol="0" vert="horz">
            <a:spAutoFit/>
          </a:bodyPr>
          <a:lstStyle/>
          <a:p>
            <a:pPr marL="298450" marR="5080" indent="-286385">
              <a:lnSpc>
                <a:spcPct val="100899"/>
              </a:lnSpc>
              <a:spcBef>
                <a:spcPts val="80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Verdana"/>
                <a:cs typeface="Verdana"/>
              </a:rPr>
              <a:t>Fits</a:t>
            </a:r>
            <a:r>
              <a:rPr dirty="0" sz="1800" spc="-7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the</a:t>
            </a:r>
            <a:r>
              <a:rPr dirty="0" sz="1800" spc="-114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training</a:t>
            </a:r>
            <a:r>
              <a:rPr dirty="0" sz="1800" spc="90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set </a:t>
            </a:r>
            <a:r>
              <a:rPr dirty="0" sz="1800">
                <a:latin typeface="Verdana"/>
                <a:cs typeface="Verdana"/>
              </a:rPr>
              <a:t>extremely</a:t>
            </a:r>
            <a:r>
              <a:rPr dirty="0" sz="1800" spc="-80">
                <a:latin typeface="Verdana"/>
                <a:cs typeface="Verdana"/>
              </a:rPr>
              <a:t> </a:t>
            </a:r>
            <a:r>
              <a:rPr dirty="0" sz="1800" spc="-20">
                <a:latin typeface="Verdana"/>
                <a:cs typeface="Verdana"/>
              </a:rPr>
              <a:t>well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29" name="object 29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454911" y="2262251"/>
            <a:ext cx="790829" cy="337057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486525" y="3879722"/>
            <a:ext cx="433577" cy="435102"/>
          </a:xfrm>
          <a:prstGeom prst="rect">
            <a:avLst/>
          </a:prstGeom>
        </p:spPr>
      </p:pic>
      <p:sp>
        <p:nvSpPr>
          <p:cNvPr id="31" name="object 31"/>
          <p:cNvSpPr txBox="1"/>
          <p:nvPr/>
        </p:nvSpPr>
        <p:spPr>
          <a:xfrm>
            <a:off x="3402965" y="3129216"/>
            <a:ext cx="210883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Verdana"/>
                <a:cs typeface="Verdana"/>
              </a:rPr>
              <a:t>Fits</a:t>
            </a:r>
            <a:r>
              <a:rPr dirty="0" sz="1800" spc="-9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training</a:t>
            </a:r>
            <a:r>
              <a:rPr dirty="0" sz="1800" spc="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set </a:t>
            </a:r>
            <a:r>
              <a:rPr dirty="0" sz="1800">
                <a:latin typeface="Verdana"/>
                <a:cs typeface="Verdana"/>
              </a:rPr>
              <a:t>pretty</a:t>
            </a:r>
            <a:r>
              <a:rPr dirty="0" sz="1800" spc="-55">
                <a:latin typeface="Verdana"/>
                <a:cs typeface="Verdana"/>
              </a:rPr>
              <a:t> </a:t>
            </a:r>
            <a:r>
              <a:rPr dirty="0" sz="1800" spc="-20">
                <a:latin typeface="Verdana"/>
                <a:cs typeface="Verdana"/>
              </a:rPr>
              <a:t>well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05777" y="3105467"/>
            <a:ext cx="2150745" cy="577215"/>
          </a:xfrm>
          <a:prstGeom prst="rect">
            <a:avLst/>
          </a:prstGeom>
        </p:spPr>
        <p:txBody>
          <a:bodyPr wrap="square" lIns="0" tIns="10795" rIns="0" bIns="0" rtlCol="0" vert="horz">
            <a:spAutoFit/>
          </a:bodyPr>
          <a:lstStyle/>
          <a:p>
            <a:pPr marL="298450" marR="5080" indent="-286385">
              <a:lnSpc>
                <a:spcPct val="100800"/>
              </a:lnSpc>
              <a:spcBef>
                <a:spcPts val="85"/>
              </a:spcBef>
              <a:buFont typeface="Arial"/>
              <a:buChar char="•"/>
              <a:tabLst>
                <a:tab pos="298450" algn="l"/>
              </a:tabLst>
            </a:pPr>
            <a:r>
              <a:rPr dirty="0" sz="1800">
                <a:latin typeface="Verdana"/>
                <a:cs typeface="Verdana"/>
              </a:rPr>
              <a:t>Does</a:t>
            </a:r>
            <a:r>
              <a:rPr dirty="0" sz="1800" spc="-9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not</a:t>
            </a:r>
            <a:r>
              <a:rPr dirty="0" sz="1800" spc="-1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fit</a:t>
            </a:r>
            <a:r>
              <a:rPr dirty="0" sz="1800" spc="55">
                <a:latin typeface="Verdana"/>
                <a:cs typeface="Verdana"/>
              </a:rPr>
              <a:t> </a:t>
            </a:r>
            <a:r>
              <a:rPr dirty="0" sz="1800" spc="-25">
                <a:latin typeface="Verdana"/>
                <a:cs typeface="Verdana"/>
              </a:rPr>
              <a:t>the </a:t>
            </a:r>
            <a:r>
              <a:rPr dirty="0" sz="1800">
                <a:latin typeface="Verdana"/>
                <a:cs typeface="Verdana"/>
              </a:rPr>
              <a:t>training</a:t>
            </a:r>
            <a:r>
              <a:rPr dirty="0" sz="1800" spc="5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set</a:t>
            </a:r>
            <a:r>
              <a:rPr dirty="0" sz="1800" spc="-100">
                <a:latin typeface="Verdana"/>
                <a:cs typeface="Verdana"/>
              </a:rPr>
              <a:t> </a:t>
            </a:r>
            <a:r>
              <a:rPr dirty="0" sz="1800" spc="-20">
                <a:latin typeface="Verdana"/>
                <a:cs typeface="Verdana"/>
              </a:rPr>
              <a:t>well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029959" y="2382456"/>
            <a:ext cx="235648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89610" algn="l"/>
                <a:tab pos="1471295" algn="l"/>
                <a:tab pos="2243455" algn="l"/>
              </a:tabLst>
            </a:pPr>
            <a:r>
              <a:rPr dirty="0" sz="1350" spc="-50">
                <a:latin typeface="Cambria Math"/>
                <a:cs typeface="Cambria Math"/>
              </a:rPr>
              <a:t>1</a:t>
            </a:r>
            <a:r>
              <a:rPr dirty="0" sz="1350">
                <a:latin typeface="Cambria Math"/>
                <a:cs typeface="Cambria Math"/>
              </a:rPr>
              <a:t>	</a:t>
            </a:r>
            <a:r>
              <a:rPr dirty="0" sz="1350" spc="-50">
                <a:latin typeface="Cambria Math"/>
                <a:cs typeface="Cambria Math"/>
              </a:rPr>
              <a:t>2</a:t>
            </a:r>
            <a:r>
              <a:rPr dirty="0" sz="1350">
                <a:latin typeface="Cambria Math"/>
                <a:cs typeface="Cambria Math"/>
              </a:rPr>
              <a:t>	</a:t>
            </a:r>
            <a:r>
              <a:rPr dirty="0" sz="1350" spc="-50">
                <a:latin typeface="Cambria Math"/>
                <a:cs typeface="Cambria Math"/>
              </a:rPr>
              <a:t>3</a:t>
            </a:r>
            <a:r>
              <a:rPr dirty="0" sz="1350">
                <a:latin typeface="Cambria Math"/>
                <a:cs typeface="Cambria Math"/>
              </a:rPr>
              <a:t>	</a:t>
            </a:r>
            <a:r>
              <a:rPr dirty="0" sz="1350" spc="-50">
                <a:latin typeface="Cambria Math"/>
                <a:cs typeface="Cambria Math"/>
              </a:rPr>
              <a:t>4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852159" y="2277681"/>
            <a:ext cx="320357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sz="1800" spc="37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7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sz="1800" spc="375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𝑥</a:t>
            </a:r>
            <a:r>
              <a:rPr dirty="0" sz="1800" spc="-229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2</a:t>
            </a:r>
            <a:r>
              <a:rPr dirty="0" baseline="28806" sz="2025" spc="179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sz="1800" spc="380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𝑥</a:t>
            </a:r>
            <a:r>
              <a:rPr dirty="0" sz="1800" spc="-229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3</a:t>
            </a:r>
            <a:r>
              <a:rPr dirty="0" baseline="28806" sz="2025" spc="179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sz="1800" spc="300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4</a:t>
            </a:r>
            <a:r>
              <a:rPr dirty="0" baseline="28806" sz="2025" spc="18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005319" y="2076386"/>
            <a:ext cx="41211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20">
                <a:latin typeface="Verdana"/>
                <a:cs typeface="Verdana"/>
              </a:rPr>
              <a:t>size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5934332" y="1094199"/>
            <a:ext cx="269240" cy="51752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0">
                <a:latin typeface="Verdana"/>
                <a:cs typeface="Verdana"/>
              </a:rPr>
              <a:t>price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291716" y="1086539"/>
            <a:ext cx="269240" cy="51562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0">
                <a:latin typeface="Verdana"/>
                <a:cs typeface="Verdana"/>
              </a:rPr>
              <a:t>price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3726815" y="2072385"/>
            <a:ext cx="1649095" cy="46355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ctr" marR="122555">
              <a:lnSpc>
                <a:spcPts val="1560"/>
              </a:lnSpc>
              <a:spcBef>
                <a:spcPts val="130"/>
              </a:spcBef>
            </a:pPr>
            <a:r>
              <a:rPr dirty="0" sz="1550" spc="-20">
                <a:latin typeface="Verdana"/>
                <a:cs typeface="Verdana"/>
              </a:rPr>
              <a:t>size</a:t>
            </a:r>
            <a:endParaRPr sz="1550">
              <a:latin typeface="Verdana"/>
              <a:cs typeface="Verdana"/>
            </a:endParaRPr>
          </a:p>
          <a:p>
            <a:pPr marL="38100">
              <a:lnSpc>
                <a:spcPts val="1860"/>
              </a:lnSpc>
            </a:pP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4403" sz="2025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6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1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4403" sz="2025">
                <a:latin typeface="Cambria Math"/>
                <a:cs typeface="Cambria Math"/>
              </a:rPr>
              <a:t>2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2</a:t>
            </a:r>
            <a:r>
              <a:rPr dirty="0" baseline="28806" sz="2025" spc="18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1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2498" y="1062532"/>
            <a:ext cx="268605" cy="515620"/>
          </a:xfrm>
          <a:prstGeom prst="rect">
            <a:avLst/>
          </a:prstGeom>
        </p:spPr>
        <p:txBody>
          <a:bodyPr wrap="square" lIns="0" tIns="1651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latin typeface="Verdana"/>
                <a:cs typeface="Verdana"/>
              </a:rPr>
              <a:t>price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464944" y="2072385"/>
            <a:ext cx="857885" cy="49466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50495">
              <a:lnSpc>
                <a:spcPts val="1680"/>
              </a:lnSpc>
              <a:spcBef>
                <a:spcPts val="130"/>
              </a:spcBef>
            </a:pPr>
            <a:r>
              <a:rPr dirty="0" sz="1550" spc="-20">
                <a:latin typeface="Verdana"/>
                <a:cs typeface="Verdana"/>
              </a:rPr>
              <a:t>size</a:t>
            </a:r>
            <a:endParaRPr sz="1550">
              <a:latin typeface="Verdana"/>
              <a:cs typeface="Verdana"/>
            </a:endParaRPr>
          </a:p>
          <a:p>
            <a:pPr marL="38100">
              <a:lnSpc>
                <a:spcPts val="1980"/>
              </a:lnSpc>
            </a:pP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6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xfrm>
            <a:off x="421322" y="13080"/>
            <a:ext cx="3477260" cy="43815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700"/>
              <a:t>Regression</a:t>
            </a:r>
            <a:r>
              <a:rPr dirty="0" sz="2700" spc="-80"/>
              <a:t> </a:t>
            </a:r>
            <a:r>
              <a:rPr dirty="0" sz="2700" spc="-10"/>
              <a:t>example</a:t>
            </a:r>
            <a:endParaRPr sz="2700"/>
          </a:p>
        </p:txBody>
      </p:sp>
      <p:pic>
        <p:nvPicPr>
          <p:cNvPr id="42" name="object 4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813809" y="2705735"/>
            <a:ext cx="617601" cy="298450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4563364" y="2692019"/>
            <a:ext cx="775970" cy="328675"/>
          </a:xfrm>
          <a:prstGeom prst="rect">
            <a:avLst/>
          </a:prstGeom>
        </p:spPr>
      </p:pic>
      <p:sp>
        <p:nvSpPr>
          <p:cNvPr id="44" name="object 4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89425" y="3458146"/>
            <a:ext cx="91694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03910" algn="l"/>
              </a:tabLst>
            </a:pPr>
            <a:r>
              <a:rPr dirty="0" sz="1350" spc="-50">
                <a:latin typeface="Cambria Math"/>
                <a:cs typeface="Cambria Math"/>
              </a:rPr>
              <a:t>1</a:t>
            </a:r>
            <a:r>
              <a:rPr dirty="0" sz="1350">
                <a:latin typeface="Cambria Math"/>
                <a:cs typeface="Cambria Math"/>
              </a:rPr>
              <a:t>	</a:t>
            </a:r>
            <a:r>
              <a:rPr dirty="0" sz="1350" spc="-5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711194" y="3343846"/>
            <a:ext cx="15392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mbria Math"/>
                <a:cs typeface="Cambria Math"/>
              </a:rPr>
              <a:t>+𝑤</a:t>
            </a:r>
            <a:r>
              <a:rPr dirty="0" baseline="-16460" sz="2025" spc="-15">
                <a:latin typeface="Cambria Math"/>
                <a:cs typeface="Cambria Math"/>
              </a:rPr>
              <a:t>3</a:t>
            </a:r>
            <a:r>
              <a:rPr dirty="0" sz="1800" spc="-10">
                <a:latin typeface="Cambria Math"/>
                <a:cs typeface="Cambria Math"/>
              </a:rPr>
              <a:t>𝑥</a:t>
            </a:r>
            <a:r>
              <a:rPr dirty="0" sz="1800" spc="-225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2</a:t>
            </a:r>
            <a:r>
              <a:rPr dirty="0" baseline="28806" sz="2025" spc="209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4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-229">
                <a:latin typeface="Cambria Math"/>
                <a:cs typeface="Cambria Math"/>
              </a:rPr>
              <a:t> </a:t>
            </a:r>
            <a:r>
              <a:rPr dirty="0" baseline="28806" sz="2025" spc="-75">
                <a:latin typeface="Cambria Math"/>
                <a:cs typeface="Cambria Math"/>
              </a:rPr>
              <a:t>2</a:t>
            </a:r>
            <a:endParaRPr baseline="28806" sz="2025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711194" y="3610927"/>
            <a:ext cx="136271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+𝑤</a:t>
            </a:r>
            <a:r>
              <a:rPr dirty="0" baseline="-16460" sz="2025">
                <a:latin typeface="Cambria Math"/>
                <a:cs typeface="Cambria Math"/>
              </a:rPr>
              <a:t>5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baseline="-16460" sz="2025">
                <a:latin typeface="Cambria Math"/>
                <a:cs typeface="Cambria Math"/>
              </a:rPr>
              <a:t>2</a:t>
            </a:r>
            <a:r>
              <a:rPr dirty="0" baseline="-16460" sz="2025" spc="254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2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191329" y="811212"/>
            <a:ext cx="2294255" cy="2043430"/>
            <a:chOff x="6191329" y="811212"/>
            <a:chExt cx="2294255" cy="204343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669530" y="856488"/>
              <a:ext cx="195706" cy="195707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158101" y="882522"/>
              <a:ext cx="195706" cy="19570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122922" y="120103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5">
                  <a:moveTo>
                    <a:pt x="12446" y="0"/>
                  </a:moveTo>
                  <a:lnTo>
                    <a:pt x="1524" y="10668"/>
                  </a:lnTo>
                  <a:lnTo>
                    <a:pt x="74422" y="85089"/>
                  </a:lnTo>
                  <a:lnTo>
                    <a:pt x="0" y="157861"/>
                  </a:lnTo>
                  <a:lnTo>
                    <a:pt x="10795" y="168783"/>
                  </a:lnTo>
                  <a:lnTo>
                    <a:pt x="85089" y="96012"/>
                  </a:lnTo>
                  <a:lnTo>
                    <a:pt x="157987" y="170307"/>
                  </a:lnTo>
                  <a:lnTo>
                    <a:pt x="168909" y="159638"/>
                  </a:lnTo>
                  <a:lnTo>
                    <a:pt x="96011" y="85216"/>
                  </a:lnTo>
                  <a:lnTo>
                    <a:pt x="170433" y="12319"/>
                  </a:lnTo>
                  <a:lnTo>
                    <a:pt x="159638" y="1397"/>
                  </a:lnTo>
                  <a:lnTo>
                    <a:pt x="85344" y="74295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7122922" y="120103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5">
                  <a:moveTo>
                    <a:pt x="12446" y="0"/>
                  </a:moveTo>
                  <a:lnTo>
                    <a:pt x="85344" y="74295"/>
                  </a:lnTo>
                  <a:lnTo>
                    <a:pt x="159638" y="1397"/>
                  </a:lnTo>
                  <a:lnTo>
                    <a:pt x="170433" y="12319"/>
                  </a:lnTo>
                  <a:lnTo>
                    <a:pt x="96011" y="85216"/>
                  </a:lnTo>
                  <a:lnTo>
                    <a:pt x="168909" y="159638"/>
                  </a:lnTo>
                  <a:lnTo>
                    <a:pt x="157987" y="170307"/>
                  </a:lnTo>
                  <a:lnTo>
                    <a:pt x="85089" y="96012"/>
                  </a:lnTo>
                  <a:lnTo>
                    <a:pt x="10795" y="168783"/>
                  </a:lnTo>
                  <a:lnTo>
                    <a:pt x="0" y="157861"/>
                  </a:lnTo>
                  <a:lnTo>
                    <a:pt x="74422" y="85089"/>
                  </a:lnTo>
                  <a:lnTo>
                    <a:pt x="1524" y="10668"/>
                  </a:lnTo>
                  <a:lnTo>
                    <a:pt x="12446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844411" y="1353058"/>
              <a:ext cx="195707" cy="195706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36560" y="1048131"/>
              <a:ext cx="195707" cy="19583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385812" y="1072006"/>
              <a:ext cx="195707" cy="19570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682230" y="116293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5">
                  <a:moveTo>
                    <a:pt x="12446" y="0"/>
                  </a:moveTo>
                  <a:lnTo>
                    <a:pt x="1524" y="10668"/>
                  </a:lnTo>
                  <a:lnTo>
                    <a:pt x="74422" y="84962"/>
                  </a:lnTo>
                  <a:lnTo>
                    <a:pt x="0" y="157861"/>
                  </a:lnTo>
                  <a:lnTo>
                    <a:pt x="10668" y="168783"/>
                  </a:lnTo>
                  <a:lnTo>
                    <a:pt x="85090" y="95885"/>
                  </a:lnTo>
                  <a:lnTo>
                    <a:pt x="157988" y="170307"/>
                  </a:lnTo>
                  <a:lnTo>
                    <a:pt x="168910" y="159638"/>
                  </a:lnTo>
                  <a:lnTo>
                    <a:pt x="96012" y="85216"/>
                  </a:lnTo>
                  <a:lnTo>
                    <a:pt x="170306" y="12319"/>
                  </a:lnTo>
                  <a:lnTo>
                    <a:pt x="159639" y="1397"/>
                  </a:lnTo>
                  <a:lnTo>
                    <a:pt x="85344" y="74295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682230" y="116293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5">
                  <a:moveTo>
                    <a:pt x="12446" y="0"/>
                  </a:moveTo>
                  <a:lnTo>
                    <a:pt x="85344" y="74295"/>
                  </a:lnTo>
                  <a:lnTo>
                    <a:pt x="159639" y="1397"/>
                  </a:lnTo>
                  <a:lnTo>
                    <a:pt x="170306" y="12319"/>
                  </a:lnTo>
                  <a:lnTo>
                    <a:pt x="96012" y="85216"/>
                  </a:lnTo>
                  <a:lnTo>
                    <a:pt x="168910" y="159638"/>
                  </a:lnTo>
                  <a:lnTo>
                    <a:pt x="157988" y="170307"/>
                  </a:lnTo>
                  <a:lnTo>
                    <a:pt x="85090" y="95885"/>
                  </a:lnTo>
                  <a:lnTo>
                    <a:pt x="10668" y="168783"/>
                  </a:lnTo>
                  <a:lnTo>
                    <a:pt x="0" y="157861"/>
                  </a:lnTo>
                  <a:lnTo>
                    <a:pt x="74422" y="84962"/>
                  </a:lnTo>
                  <a:lnTo>
                    <a:pt x="1524" y="10668"/>
                  </a:lnTo>
                  <a:lnTo>
                    <a:pt x="12446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847457" y="136575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5">
                  <a:moveTo>
                    <a:pt x="12446" y="0"/>
                  </a:moveTo>
                  <a:lnTo>
                    <a:pt x="1524" y="10667"/>
                  </a:lnTo>
                  <a:lnTo>
                    <a:pt x="74422" y="85089"/>
                  </a:lnTo>
                  <a:lnTo>
                    <a:pt x="0" y="157987"/>
                  </a:lnTo>
                  <a:lnTo>
                    <a:pt x="10668" y="168909"/>
                  </a:lnTo>
                  <a:lnTo>
                    <a:pt x="85090" y="96012"/>
                  </a:lnTo>
                  <a:lnTo>
                    <a:pt x="157988" y="170306"/>
                  </a:lnTo>
                  <a:lnTo>
                    <a:pt x="168910" y="159638"/>
                  </a:lnTo>
                  <a:lnTo>
                    <a:pt x="96012" y="85343"/>
                  </a:lnTo>
                  <a:lnTo>
                    <a:pt x="170307" y="12445"/>
                  </a:lnTo>
                  <a:lnTo>
                    <a:pt x="159639" y="1524"/>
                  </a:lnTo>
                  <a:lnTo>
                    <a:pt x="85344" y="74421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847457" y="136575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5">
                  <a:moveTo>
                    <a:pt x="12446" y="0"/>
                  </a:moveTo>
                  <a:lnTo>
                    <a:pt x="85344" y="74421"/>
                  </a:lnTo>
                  <a:lnTo>
                    <a:pt x="159639" y="1524"/>
                  </a:lnTo>
                  <a:lnTo>
                    <a:pt x="170307" y="12445"/>
                  </a:lnTo>
                  <a:lnTo>
                    <a:pt x="96012" y="85343"/>
                  </a:lnTo>
                  <a:lnTo>
                    <a:pt x="168910" y="159638"/>
                  </a:lnTo>
                  <a:lnTo>
                    <a:pt x="157988" y="170306"/>
                  </a:lnTo>
                  <a:lnTo>
                    <a:pt x="85090" y="96012"/>
                  </a:lnTo>
                  <a:lnTo>
                    <a:pt x="10668" y="168909"/>
                  </a:lnTo>
                  <a:lnTo>
                    <a:pt x="0" y="157987"/>
                  </a:lnTo>
                  <a:lnTo>
                    <a:pt x="74422" y="85089"/>
                  </a:lnTo>
                  <a:lnTo>
                    <a:pt x="1524" y="10667"/>
                  </a:lnTo>
                  <a:lnTo>
                    <a:pt x="12446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114157" y="1568704"/>
              <a:ext cx="195707" cy="195707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313676" y="136575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5">
                  <a:moveTo>
                    <a:pt x="12446" y="0"/>
                  </a:moveTo>
                  <a:lnTo>
                    <a:pt x="1524" y="10667"/>
                  </a:lnTo>
                  <a:lnTo>
                    <a:pt x="74422" y="85089"/>
                  </a:lnTo>
                  <a:lnTo>
                    <a:pt x="0" y="157987"/>
                  </a:lnTo>
                  <a:lnTo>
                    <a:pt x="10795" y="168909"/>
                  </a:lnTo>
                  <a:lnTo>
                    <a:pt x="85090" y="96012"/>
                  </a:lnTo>
                  <a:lnTo>
                    <a:pt x="157988" y="170306"/>
                  </a:lnTo>
                  <a:lnTo>
                    <a:pt x="168909" y="159638"/>
                  </a:lnTo>
                  <a:lnTo>
                    <a:pt x="96012" y="85343"/>
                  </a:lnTo>
                  <a:lnTo>
                    <a:pt x="170433" y="12445"/>
                  </a:lnTo>
                  <a:lnTo>
                    <a:pt x="159639" y="1524"/>
                  </a:lnTo>
                  <a:lnTo>
                    <a:pt x="85344" y="74421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7313676" y="136575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5">
                  <a:moveTo>
                    <a:pt x="12446" y="0"/>
                  </a:moveTo>
                  <a:lnTo>
                    <a:pt x="85344" y="74421"/>
                  </a:lnTo>
                  <a:lnTo>
                    <a:pt x="159639" y="1524"/>
                  </a:lnTo>
                  <a:lnTo>
                    <a:pt x="170433" y="12445"/>
                  </a:lnTo>
                  <a:lnTo>
                    <a:pt x="96012" y="85343"/>
                  </a:lnTo>
                  <a:lnTo>
                    <a:pt x="168909" y="159638"/>
                  </a:lnTo>
                  <a:lnTo>
                    <a:pt x="157988" y="170306"/>
                  </a:lnTo>
                  <a:lnTo>
                    <a:pt x="85090" y="96012"/>
                  </a:lnTo>
                  <a:lnTo>
                    <a:pt x="10795" y="168909"/>
                  </a:lnTo>
                  <a:lnTo>
                    <a:pt x="0" y="157987"/>
                  </a:lnTo>
                  <a:lnTo>
                    <a:pt x="74422" y="85089"/>
                  </a:lnTo>
                  <a:lnTo>
                    <a:pt x="1524" y="10667"/>
                  </a:lnTo>
                  <a:lnTo>
                    <a:pt x="12446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592060" y="1428750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5">
                  <a:moveTo>
                    <a:pt x="12319" y="0"/>
                  </a:moveTo>
                  <a:lnTo>
                    <a:pt x="1397" y="10667"/>
                  </a:lnTo>
                  <a:lnTo>
                    <a:pt x="74295" y="85089"/>
                  </a:lnTo>
                  <a:lnTo>
                    <a:pt x="0" y="157987"/>
                  </a:lnTo>
                  <a:lnTo>
                    <a:pt x="10668" y="168910"/>
                  </a:lnTo>
                  <a:lnTo>
                    <a:pt x="84963" y="96012"/>
                  </a:lnTo>
                  <a:lnTo>
                    <a:pt x="157861" y="170307"/>
                  </a:lnTo>
                  <a:lnTo>
                    <a:pt x="168783" y="159638"/>
                  </a:lnTo>
                  <a:lnTo>
                    <a:pt x="95885" y="85344"/>
                  </a:lnTo>
                  <a:lnTo>
                    <a:pt x="170307" y="12446"/>
                  </a:lnTo>
                  <a:lnTo>
                    <a:pt x="159639" y="1524"/>
                  </a:lnTo>
                  <a:lnTo>
                    <a:pt x="85217" y="74422"/>
                  </a:lnTo>
                  <a:lnTo>
                    <a:pt x="12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7592060" y="1428750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5">
                  <a:moveTo>
                    <a:pt x="12319" y="0"/>
                  </a:moveTo>
                  <a:lnTo>
                    <a:pt x="85217" y="74422"/>
                  </a:lnTo>
                  <a:lnTo>
                    <a:pt x="159639" y="1524"/>
                  </a:lnTo>
                  <a:lnTo>
                    <a:pt x="170307" y="12446"/>
                  </a:lnTo>
                  <a:lnTo>
                    <a:pt x="95885" y="85344"/>
                  </a:lnTo>
                  <a:lnTo>
                    <a:pt x="168783" y="159638"/>
                  </a:lnTo>
                  <a:lnTo>
                    <a:pt x="157861" y="170307"/>
                  </a:lnTo>
                  <a:lnTo>
                    <a:pt x="84963" y="96012"/>
                  </a:lnTo>
                  <a:lnTo>
                    <a:pt x="10668" y="168910"/>
                  </a:lnTo>
                  <a:lnTo>
                    <a:pt x="0" y="157987"/>
                  </a:lnTo>
                  <a:lnTo>
                    <a:pt x="74295" y="85089"/>
                  </a:lnTo>
                  <a:lnTo>
                    <a:pt x="1397" y="10667"/>
                  </a:lnTo>
                  <a:lnTo>
                    <a:pt x="12319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997700" y="1683385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4">
                  <a:moveTo>
                    <a:pt x="12319" y="0"/>
                  </a:moveTo>
                  <a:lnTo>
                    <a:pt x="1397" y="10667"/>
                  </a:lnTo>
                  <a:lnTo>
                    <a:pt x="74295" y="85089"/>
                  </a:lnTo>
                  <a:lnTo>
                    <a:pt x="0" y="157987"/>
                  </a:lnTo>
                  <a:lnTo>
                    <a:pt x="10668" y="168910"/>
                  </a:lnTo>
                  <a:lnTo>
                    <a:pt x="84963" y="96012"/>
                  </a:lnTo>
                  <a:lnTo>
                    <a:pt x="157860" y="170306"/>
                  </a:lnTo>
                  <a:lnTo>
                    <a:pt x="168782" y="159638"/>
                  </a:lnTo>
                  <a:lnTo>
                    <a:pt x="95884" y="85216"/>
                  </a:lnTo>
                  <a:lnTo>
                    <a:pt x="170306" y="12318"/>
                  </a:lnTo>
                  <a:lnTo>
                    <a:pt x="159639" y="1397"/>
                  </a:lnTo>
                  <a:lnTo>
                    <a:pt x="85217" y="74294"/>
                  </a:lnTo>
                  <a:lnTo>
                    <a:pt x="12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6997700" y="1683385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4">
                  <a:moveTo>
                    <a:pt x="12319" y="0"/>
                  </a:moveTo>
                  <a:lnTo>
                    <a:pt x="85217" y="74294"/>
                  </a:lnTo>
                  <a:lnTo>
                    <a:pt x="159639" y="1397"/>
                  </a:lnTo>
                  <a:lnTo>
                    <a:pt x="170306" y="12318"/>
                  </a:lnTo>
                  <a:lnTo>
                    <a:pt x="95884" y="85216"/>
                  </a:lnTo>
                  <a:lnTo>
                    <a:pt x="168782" y="159638"/>
                  </a:lnTo>
                  <a:lnTo>
                    <a:pt x="157860" y="170306"/>
                  </a:lnTo>
                  <a:lnTo>
                    <a:pt x="84963" y="96012"/>
                  </a:lnTo>
                  <a:lnTo>
                    <a:pt x="10668" y="168910"/>
                  </a:lnTo>
                  <a:lnTo>
                    <a:pt x="0" y="157987"/>
                  </a:lnTo>
                  <a:lnTo>
                    <a:pt x="74295" y="85089"/>
                  </a:lnTo>
                  <a:lnTo>
                    <a:pt x="1397" y="10667"/>
                  </a:lnTo>
                  <a:lnTo>
                    <a:pt x="12319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4" name="object 2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859649" y="1873630"/>
              <a:ext cx="195706" cy="19583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7185787" y="1873250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4">
                  <a:moveTo>
                    <a:pt x="12319" y="0"/>
                  </a:moveTo>
                  <a:lnTo>
                    <a:pt x="1397" y="10795"/>
                  </a:lnTo>
                  <a:lnTo>
                    <a:pt x="74295" y="85089"/>
                  </a:lnTo>
                  <a:lnTo>
                    <a:pt x="0" y="157987"/>
                  </a:lnTo>
                  <a:lnTo>
                    <a:pt x="10668" y="168910"/>
                  </a:lnTo>
                  <a:lnTo>
                    <a:pt x="84963" y="96012"/>
                  </a:lnTo>
                  <a:lnTo>
                    <a:pt x="157861" y="170433"/>
                  </a:lnTo>
                  <a:lnTo>
                    <a:pt x="168783" y="159638"/>
                  </a:lnTo>
                  <a:lnTo>
                    <a:pt x="95885" y="85343"/>
                  </a:lnTo>
                  <a:lnTo>
                    <a:pt x="170307" y="12446"/>
                  </a:lnTo>
                  <a:lnTo>
                    <a:pt x="159639" y="1524"/>
                  </a:lnTo>
                  <a:lnTo>
                    <a:pt x="85217" y="74422"/>
                  </a:lnTo>
                  <a:lnTo>
                    <a:pt x="12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185787" y="1873250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4">
                  <a:moveTo>
                    <a:pt x="12319" y="0"/>
                  </a:moveTo>
                  <a:lnTo>
                    <a:pt x="85217" y="74422"/>
                  </a:lnTo>
                  <a:lnTo>
                    <a:pt x="159639" y="1524"/>
                  </a:lnTo>
                  <a:lnTo>
                    <a:pt x="170307" y="12446"/>
                  </a:lnTo>
                  <a:lnTo>
                    <a:pt x="95885" y="85343"/>
                  </a:lnTo>
                  <a:lnTo>
                    <a:pt x="168783" y="159638"/>
                  </a:lnTo>
                  <a:lnTo>
                    <a:pt x="157861" y="170433"/>
                  </a:lnTo>
                  <a:lnTo>
                    <a:pt x="84963" y="96012"/>
                  </a:lnTo>
                  <a:lnTo>
                    <a:pt x="10668" y="168910"/>
                  </a:lnTo>
                  <a:lnTo>
                    <a:pt x="0" y="157987"/>
                  </a:lnTo>
                  <a:lnTo>
                    <a:pt x="74295" y="85089"/>
                  </a:lnTo>
                  <a:lnTo>
                    <a:pt x="1397" y="10795"/>
                  </a:lnTo>
                  <a:lnTo>
                    <a:pt x="12319" y="0"/>
                  </a:lnTo>
                  <a:close/>
                </a:path>
              </a:pathLst>
            </a:custGeom>
            <a:ln w="253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593203" y="1861185"/>
              <a:ext cx="195833" cy="195833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716712" y="811212"/>
              <a:ext cx="206375" cy="206375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669087" y="1096962"/>
              <a:ext cx="196850" cy="206375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54762" y="1011237"/>
              <a:ext cx="206375" cy="206375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54762" y="1468437"/>
              <a:ext cx="206375" cy="20637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7277100" y="16764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85725"/>
                  </a:moveTo>
                  <a:lnTo>
                    <a:pt x="6732" y="52345"/>
                  </a:lnTo>
                  <a:lnTo>
                    <a:pt x="25098" y="25098"/>
                  </a:lnTo>
                  <a:lnTo>
                    <a:pt x="52345" y="6732"/>
                  </a:lnTo>
                  <a:lnTo>
                    <a:pt x="85725" y="0"/>
                  </a:lnTo>
                  <a:lnTo>
                    <a:pt x="119104" y="6732"/>
                  </a:lnTo>
                  <a:lnTo>
                    <a:pt x="146351" y="25098"/>
                  </a:lnTo>
                  <a:lnTo>
                    <a:pt x="164717" y="52345"/>
                  </a:lnTo>
                  <a:lnTo>
                    <a:pt x="171450" y="85725"/>
                  </a:lnTo>
                  <a:lnTo>
                    <a:pt x="164717" y="119104"/>
                  </a:lnTo>
                  <a:lnTo>
                    <a:pt x="146351" y="146351"/>
                  </a:lnTo>
                  <a:lnTo>
                    <a:pt x="119104" y="164717"/>
                  </a:lnTo>
                  <a:lnTo>
                    <a:pt x="85725" y="171450"/>
                  </a:lnTo>
                  <a:lnTo>
                    <a:pt x="52345" y="164717"/>
                  </a:lnTo>
                  <a:lnTo>
                    <a:pt x="25098" y="146351"/>
                  </a:lnTo>
                  <a:lnTo>
                    <a:pt x="6732" y="119104"/>
                  </a:lnTo>
                  <a:lnTo>
                    <a:pt x="0" y="85725"/>
                  </a:lnTo>
                  <a:close/>
                </a:path>
              </a:pathLst>
            </a:custGeom>
            <a:ln w="349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821612" y="1639887"/>
              <a:ext cx="206375" cy="206375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59562" y="1658937"/>
              <a:ext cx="206375" cy="206375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372225" y="18669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85725"/>
                  </a:moveTo>
                  <a:lnTo>
                    <a:pt x="6732" y="52345"/>
                  </a:lnTo>
                  <a:lnTo>
                    <a:pt x="25098" y="25098"/>
                  </a:lnTo>
                  <a:lnTo>
                    <a:pt x="52345" y="6732"/>
                  </a:lnTo>
                  <a:lnTo>
                    <a:pt x="85725" y="0"/>
                  </a:lnTo>
                  <a:lnTo>
                    <a:pt x="119104" y="6732"/>
                  </a:lnTo>
                  <a:lnTo>
                    <a:pt x="146351" y="25098"/>
                  </a:lnTo>
                  <a:lnTo>
                    <a:pt x="164717" y="52345"/>
                  </a:lnTo>
                  <a:lnTo>
                    <a:pt x="171450" y="85725"/>
                  </a:lnTo>
                  <a:lnTo>
                    <a:pt x="164717" y="119104"/>
                  </a:lnTo>
                  <a:lnTo>
                    <a:pt x="146351" y="146351"/>
                  </a:lnTo>
                  <a:lnTo>
                    <a:pt x="119104" y="164717"/>
                  </a:lnTo>
                  <a:lnTo>
                    <a:pt x="85725" y="171450"/>
                  </a:lnTo>
                  <a:lnTo>
                    <a:pt x="52345" y="164717"/>
                  </a:lnTo>
                  <a:lnTo>
                    <a:pt x="25098" y="146351"/>
                  </a:lnTo>
                  <a:lnTo>
                    <a:pt x="6732" y="119104"/>
                  </a:lnTo>
                  <a:lnTo>
                    <a:pt x="0" y="85725"/>
                  </a:lnTo>
                  <a:close/>
                </a:path>
              </a:pathLst>
            </a:custGeom>
            <a:ln w="349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6" name="object 3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897687" y="2087562"/>
              <a:ext cx="206375" cy="206375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591300" y="2085975"/>
              <a:ext cx="171450" cy="161925"/>
            </a:xfrm>
            <a:custGeom>
              <a:avLst/>
              <a:gdLst/>
              <a:ahLst/>
              <a:cxnLst/>
              <a:rect l="l" t="t" r="r" b="b"/>
              <a:pathLst>
                <a:path w="171450" h="161925">
                  <a:moveTo>
                    <a:pt x="0" y="80899"/>
                  </a:moveTo>
                  <a:lnTo>
                    <a:pt x="6732" y="49399"/>
                  </a:lnTo>
                  <a:lnTo>
                    <a:pt x="25098" y="23685"/>
                  </a:lnTo>
                  <a:lnTo>
                    <a:pt x="52345" y="6353"/>
                  </a:lnTo>
                  <a:lnTo>
                    <a:pt x="85725" y="0"/>
                  </a:lnTo>
                  <a:lnTo>
                    <a:pt x="119104" y="6353"/>
                  </a:lnTo>
                  <a:lnTo>
                    <a:pt x="146351" y="23685"/>
                  </a:lnTo>
                  <a:lnTo>
                    <a:pt x="164717" y="49399"/>
                  </a:lnTo>
                  <a:lnTo>
                    <a:pt x="171450" y="80899"/>
                  </a:lnTo>
                  <a:lnTo>
                    <a:pt x="164717" y="112472"/>
                  </a:lnTo>
                  <a:lnTo>
                    <a:pt x="146351" y="138223"/>
                  </a:lnTo>
                  <a:lnTo>
                    <a:pt x="119104" y="155569"/>
                  </a:lnTo>
                  <a:lnTo>
                    <a:pt x="85725" y="161925"/>
                  </a:lnTo>
                  <a:lnTo>
                    <a:pt x="52345" y="155569"/>
                  </a:lnTo>
                  <a:lnTo>
                    <a:pt x="25098" y="138223"/>
                  </a:lnTo>
                  <a:lnTo>
                    <a:pt x="6732" y="112472"/>
                  </a:lnTo>
                  <a:lnTo>
                    <a:pt x="0" y="80899"/>
                  </a:lnTo>
                  <a:close/>
                </a:path>
              </a:pathLst>
            </a:custGeom>
            <a:ln w="349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38" name="object 3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011987" y="2420937"/>
              <a:ext cx="196850" cy="206375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59562" y="2373312"/>
              <a:ext cx="206375" cy="20637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364412" y="2201862"/>
              <a:ext cx="206375" cy="206375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78737" y="2125662"/>
              <a:ext cx="206375" cy="206375"/>
            </a:xfrm>
            <a:prstGeom prst="rect">
              <a:avLst/>
            </a:prstGeom>
          </p:spPr>
        </p:pic>
        <p:pic>
          <p:nvPicPr>
            <p:cNvPr id="42" name="object 4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78812" y="2001837"/>
              <a:ext cx="206375" cy="20637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021637" y="2116137"/>
              <a:ext cx="206375" cy="20637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678737" y="2430462"/>
              <a:ext cx="206375" cy="206375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6191326" y="838199"/>
              <a:ext cx="2241550" cy="2016125"/>
            </a:xfrm>
            <a:custGeom>
              <a:avLst/>
              <a:gdLst/>
              <a:ahLst/>
              <a:cxnLst/>
              <a:rect l="l" t="t" r="r" b="b"/>
              <a:pathLst>
                <a:path w="2241550" h="2016125">
                  <a:moveTo>
                    <a:pt x="2241219" y="1885950"/>
                  </a:moveTo>
                  <a:lnTo>
                    <a:pt x="2218359" y="1866900"/>
                  </a:lnTo>
                  <a:lnTo>
                    <a:pt x="2109393" y="1776095"/>
                  </a:lnTo>
                  <a:lnTo>
                    <a:pt x="2102713" y="1772500"/>
                  </a:lnTo>
                  <a:lnTo>
                    <a:pt x="2078228" y="1792439"/>
                  </a:lnTo>
                  <a:lnTo>
                    <a:pt x="2080247" y="1799424"/>
                  </a:lnTo>
                  <a:lnTo>
                    <a:pt x="2085009" y="1805305"/>
                  </a:lnTo>
                  <a:lnTo>
                    <a:pt x="2158923" y="1866900"/>
                  </a:lnTo>
                  <a:lnTo>
                    <a:pt x="133273" y="1866900"/>
                  </a:lnTo>
                  <a:lnTo>
                    <a:pt x="133273" y="82296"/>
                  </a:lnTo>
                  <a:lnTo>
                    <a:pt x="194868" y="156210"/>
                  </a:lnTo>
                  <a:lnTo>
                    <a:pt x="200748" y="160972"/>
                  </a:lnTo>
                  <a:lnTo>
                    <a:pt x="207733" y="162991"/>
                  </a:lnTo>
                  <a:lnTo>
                    <a:pt x="214985" y="162229"/>
                  </a:lnTo>
                  <a:lnTo>
                    <a:pt x="221665" y="158623"/>
                  </a:lnTo>
                  <a:lnTo>
                    <a:pt x="226415" y="152742"/>
                  </a:lnTo>
                  <a:lnTo>
                    <a:pt x="228434" y="145757"/>
                  </a:lnTo>
                  <a:lnTo>
                    <a:pt x="227672" y="138506"/>
                  </a:lnTo>
                  <a:lnTo>
                    <a:pt x="224078" y="131826"/>
                  </a:lnTo>
                  <a:lnTo>
                    <a:pt x="138988" y="29718"/>
                  </a:lnTo>
                  <a:lnTo>
                    <a:pt x="114223" y="0"/>
                  </a:lnTo>
                  <a:lnTo>
                    <a:pt x="4368" y="131826"/>
                  </a:lnTo>
                  <a:lnTo>
                    <a:pt x="762" y="138506"/>
                  </a:lnTo>
                  <a:lnTo>
                    <a:pt x="0" y="145757"/>
                  </a:lnTo>
                  <a:lnTo>
                    <a:pt x="2019" y="152742"/>
                  </a:lnTo>
                  <a:lnTo>
                    <a:pt x="6781" y="158623"/>
                  </a:lnTo>
                  <a:lnTo>
                    <a:pt x="13449" y="162229"/>
                  </a:lnTo>
                  <a:lnTo>
                    <a:pt x="20701" y="162991"/>
                  </a:lnTo>
                  <a:lnTo>
                    <a:pt x="27686" y="160972"/>
                  </a:lnTo>
                  <a:lnTo>
                    <a:pt x="33578" y="156210"/>
                  </a:lnTo>
                  <a:lnTo>
                    <a:pt x="95173" y="82296"/>
                  </a:lnTo>
                  <a:lnTo>
                    <a:pt x="95173" y="1866900"/>
                  </a:lnTo>
                  <a:lnTo>
                    <a:pt x="9448" y="1866900"/>
                  </a:lnTo>
                  <a:lnTo>
                    <a:pt x="9448" y="1905000"/>
                  </a:lnTo>
                  <a:lnTo>
                    <a:pt x="95173" y="1905000"/>
                  </a:lnTo>
                  <a:lnTo>
                    <a:pt x="95173" y="2015998"/>
                  </a:lnTo>
                  <a:lnTo>
                    <a:pt x="133273" y="2015998"/>
                  </a:lnTo>
                  <a:lnTo>
                    <a:pt x="133273" y="1905000"/>
                  </a:lnTo>
                  <a:lnTo>
                    <a:pt x="2158923" y="1905000"/>
                  </a:lnTo>
                  <a:lnTo>
                    <a:pt x="2085009" y="1966595"/>
                  </a:lnTo>
                  <a:lnTo>
                    <a:pt x="2080247" y="1972487"/>
                  </a:lnTo>
                  <a:lnTo>
                    <a:pt x="2078228" y="1979472"/>
                  </a:lnTo>
                  <a:lnTo>
                    <a:pt x="2078990" y="1986724"/>
                  </a:lnTo>
                  <a:lnTo>
                    <a:pt x="2082596" y="1993392"/>
                  </a:lnTo>
                  <a:lnTo>
                    <a:pt x="2088476" y="1998154"/>
                  </a:lnTo>
                  <a:lnTo>
                    <a:pt x="2095461" y="2000173"/>
                  </a:lnTo>
                  <a:lnTo>
                    <a:pt x="2102713" y="1999411"/>
                  </a:lnTo>
                  <a:lnTo>
                    <a:pt x="2109393" y="1995805"/>
                  </a:lnTo>
                  <a:lnTo>
                    <a:pt x="2218359" y="1905000"/>
                  </a:lnTo>
                  <a:lnTo>
                    <a:pt x="2241219" y="1885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6" name="object 46"/>
          <p:cNvGrpSpPr/>
          <p:nvPr/>
        </p:nvGrpSpPr>
        <p:grpSpPr>
          <a:xfrm>
            <a:off x="3362325" y="820737"/>
            <a:ext cx="2284730" cy="2052955"/>
            <a:chOff x="3362325" y="820737"/>
            <a:chExt cx="2284730" cy="2052955"/>
          </a:xfrm>
        </p:grpSpPr>
        <p:pic>
          <p:nvPicPr>
            <p:cNvPr id="47" name="object 47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836413" y="871473"/>
              <a:ext cx="195707" cy="195706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24858" y="897509"/>
              <a:ext cx="195833" cy="195706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4289805" y="1216025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6" y="0"/>
                  </a:moveTo>
                  <a:lnTo>
                    <a:pt x="1524" y="10667"/>
                  </a:lnTo>
                  <a:lnTo>
                    <a:pt x="74422" y="85089"/>
                  </a:lnTo>
                  <a:lnTo>
                    <a:pt x="0" y="157987"/>
                  </a:lnTo>
                  <a:lnTo>
                    <a:pt x="10668" y="168910"/>
                  </a:lnTo>
                  <a:lnTo>
                    <a:pt x="85090" y="96012"/>
                  </a:lnTo>
                  <a:lnTo>
                    <a:pt x="157988" y="170307"/>
                  </a:lnTo>
                  <a:lnTo>
                    <a:pt x="168910" y="159638"/>
                  </a:lnTo>
                  <a:lnTo>
                    <a:pt x="96012" y="85216"/>
                  </a:lnTo>
                  <a:lnTo>
                    <a:pt x="170307" y="12319"/>
                  </a:lnTo>
                  <a:lnTo>
                    <a:pt x="159639" y="1397"/>
                  </a:lnTo>
                  <a:lnTo>
                    <a:pt x="85344" y="74295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0" name="object 50"/>
            <p:cNvSpPr/>
            <p:nvPr/>
          </p:nvSpPr>
          <p:spPr>
            <a:xfrm>
              <a:off x="4289805" y="1216025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6" y="0"/>
                  </a:moveTo>
                  <a:lnTo>
                    <a:pt x="85344" y="74295"/>
                  </a:lnTo>
                  <a:lnTo>
                    <a:pt x="159639" y="1397"/>
                  </a:lnTo>
                  <a:lnTo>
                    <a:pt x="170307" y="12319"/>
                  </a:lnTo>
                  <a:lnTo>
                    <a:pt x="96012" y="85216"/>
                  </a:lnTo>
                  <a:lnTo>
                    <a:pt x="168910" y="159638"/>
                  </a:lnTo>
                  <a:lnTo>
                    <a:pt x="157988" y="170307"/>
                  </a:lnTo>
                  <a:lnTo>
                    <a:pt x="85090" y="96012"/>
                  </a:lnTo>
                  <a:lnTo>
                    <a:pt x="10668" y="168910"/>
                  </a:lnTo>
                  <a:lnTo>
                    <a:pt x="0" y="157987"/>
                  </a:lnTo>
                  <a:lnTo>
                    <a:pt x="74422" y="85089"/>
                  </a:lnTo>
                  <a:lnTo>
                    <a:pt x="1524" y="10667"/>
                  </a:lnTo>
                  <a:lnTo>
                    <a:pt x="12446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1" name="object 51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11294" y="1368044"/>
              <a:ext cx="195706" cy="195706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03444" y="1063116"/>
              <a:ext cx="195706" cy="19583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552569" y="1086993"/>
              <a:ext cx="195833" cy="195707"/>
            </a:xfrm>
            <a:prstGeom prst="rect">
              <a:avLst/>
            </a:prstGeom>
          </p:spPr>
        </p:pic>
        <p:sp>
          <p:nvSpPr>
            <p:cNvPr id="54" name="object 54"/>
            <p:cNvSpPr/>
            <p:nvPr/>
          </p:nvSpPr>
          <p:spPr>
            <a:xfrm>
              <a:off x="4849113" y="1177925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319" y="0"/>
                  </a:moveTo>
                  <a:lnTo>
                    <a:pt x="1397" y="10667"/>
                  </a:lnTo>
                  <a:lnTo>
                    <a:pt x="74295" y="84962"/>
                  </a:lnTo>
                  <a:lnTo>
                    <a:pt x="0" y="157861"/>
                  </a:lnTo>
                  <a:lnTo>
                    <a:pt x="10668" y="168783"/>
                  </a:lnTo>
                  <a:lnTo>
                    <a:pt x="85089" y="95885"/>
                  </a:lnTo>
                  <a:lnTo>
                    <a:pt x="157987" y="170307"/>
                  </a:lnTo>
                  <a:lnTo>
                    <a:pt x="168910" y="159638"/>
                  </a:lnTo>
                  <a:lnTo>
                    <a:pt x="96012" y="85216"/>
                  </a:lnTo>
                  <a:lnTo>
                    <a:pt x="170307" y="12319"/>
                  </a:lnTo>
                  <a:lnTo>
                    <a:pt x="159638" y="1397"/>
                  </a:lnTo>
                  <a:lnTo>
                    <a:pt x="85216" y="74295"/>
                  </a:lnTo>
                  <a:lnTo>
                    <a:pt x="12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5" name="object 55"/>
            <p:cNvSpPr/>
            <p:nvPr/>
          </p:nvSpPr>
          <p:spPr>
            <a:xfrm>
              <a:off x="4849113" y="1177925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319" y="0"/>
                  </a:moveTo>
                  <a:lnTo>
                    <a:pt x="85216" y="74295"/>
                  </a:lnTo>
                  <a:lnTo>
                    <a:pt x="159638" y="1397"/>
                  </a:lnTo>
                  <a:lnTo>
                    <a:pt x="170307" y="12319"/>
                  </a:lnTo>
                  <a:lnTo>
                    <a:pt x="96012" y="85216"/>
                  </a:lnTo>
                  <a:lnTo>
                    <a:pt x="168910" y="159638"/>
                  </a:lnTo>
                  <a:lnTo>
                    <a:pt x="157987" y="170307"/>
                  </a:lnTo>
                  <a:lnTo>
                    <a:pt x="85089" y="95885"/>
                  </a:lnTo>
                  <a:lnTo>
                    <a:pt x="10668" y="168783"/>
                  </a:lnTo>
                  <a:lnTo>
                    <a:pt x="0" y="157861"/>
                  </a:lnTo>
                  <a:lnTo>
                    <a:pt x="74295" y="84962"/>
                  </a:lnTo>
                  <a:lnTo>
                    <a:pt x="1397" y="10667"/>
                  </a:lnTo>
                  <a:lnTo>
                    <a:pt x="12319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5014341" y="138074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319" y="0"/>
                  </a:moveTo>
                  <a:lnTo>
                    <a:pt x="1397" y="10667"/>
                  </a:lnTo>
                  <a:lnTo>
                    <a:pt x="74295" y="85089"/>
                  </a:lnTo>
                  <a:lnTo>
                    <a:pt x="0" y="157987"/>
                  </a:lnTo>
                  <a:lnTo>
                    <a:pt x="10668" y="168909"/>
                  </a:lnTo>
                  <a:lnTo>
                    <a:pt x="85089" y="96011"/>
                  </a:lnTo>
                  <a:lnTo>
                    <a:pt x="157987" y="170306"/>
                  </a:lnTo>
                  <a:lnTo>
                    <a:pt x="168910" y="159638"/>
                  </a:lnTo>
                  <a:lnTo>
                    <a:pt x="96012" y="85343"/>
                  </a:lnTo>
                  <a:lnTo>
                    <a:pt x="170307" y="12445"/>
                  </a:lnTo>
                  <a:lnTo>
                    <a:pt x="159638" y="1523"/>
                  </a:lnTo>
                  <a:lnTo>
                    <a:pt x="85217" y="74421"/>
                  </a:lnTo>
                  <a:lnTo>
                    <a:pt x="12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5014341" y="138074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319" y="0"/>
                  </a:moveTo>
                  <a:lnTo>
                    <a:pt x="85217" y="74421"/>
                  </a:lnTo>
                  <a:lnTo>
                    <a:pt x="159638" y="1523"/>
                  </a:lnTo>
                  <a:lnTo>
                    <a:pt x="170307" y="12445"/>
                  </a:lnTo>
                  <a:lnTo>
                    <a:pt x="96012" y="85343"/>
                  </a:lnTo>
                  <a:lnTo>
                    <a:pt x="168910" y="159638"/>
                  </a:lnTo>
                  <a:lnTo>
                    <a:pt x="157987" y="170306"/>
                  </a:lnTo>
                  <a:lnTo>
                    <a:pt x="85089" y="96011"/>
                  </a:lnTo>
                  <a:lnTo>
                    <a:pt x="10668" y="168909"/>
                  </a:lnTo>
                  <a:lnTo>
                    <a:pt x="0" y="157987"/>
                  </a:lnTo>
                  <a:lnTo>
                    <a:pt x="74295" y="85089"/>
                  </a:lnTo>
                  <a:lnTo>
                    <a:pt x="1397" y="10667"/>
                  </a:lnTo>
                  <a:lnTo>
                    <a:pt x="12319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1041" y="1583690"/>
              <a:ext cx="195707" cy="195707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4480560" y="138074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5" y="0"/>
                  </a:moveTo>
                  <a:lnTo>
                    <a:pt x="1524" y="10667"/>
                  </a:lnTo>
                  <a:lnTo>
                    <a:pt x="74294" y="85089"/>
                  </a:lnTo>
                  <a:lnTo>
                    <a:pt x="0" y="157987"/>
                  </a:lnTo>
                  <a:lnTo>
                    <a:pt x="10667" y="168909"/>
                  </a:lnTo>
                  <a:lnTo>
                    <a:pt x="85089" y="96011"/>
                  </a:lnTo>
                  <a:lnTo>
                    <a:pt x="157987" y="170306"/>
                  </a:lnTo>
                  <a:lnTo>
                    <a:pt x="168910" y="159638"/>
                  </a:lnTo>
                  <a:lnTo>
                    <a:pt x="96012" y="85343"/>
                  </a:lnTo>
                  <a:lnTo>
                    <a:pt x="170306" y="12445"/>
                  </a:lnTo>
                  <a:lnTo>
                    <a:pt x="159638" y="1523"/>
                  </a:lnTo>
                  <a:lnTo>
                    <a:pt x="85216" y="74421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0" name="object 60"/>
            <p:cNvSpPr/>
            <p:nvPr/>
          </p:nvSpPr>
          <p:spPr>
            <a:xfrm>
              <a:off x="4480560" y="138074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5" y="0"/>
                  </a:moveTo>
                  <a:lnTo>
                    <a:pt x="85216" y="74421"/>
                  </a:lnTo>
                  <a:lnTo>
                    <a:pt x="159638" y="1523"/>
                  </a:lnTo>
                  <a:lnTo>
                    <a:pt x="170306" y="12445"/>
                  </a:lnTo>
                  <a:lnTo>
                    <a:pt x="96012" y="85343"/>
                  </a:lnTo>
                  <a:lnTo>
                    <a:pt x="168910" y="159638"/>
                  </a:lnTo>
                  <a:lnTo>
                    <a:pt x="157987" y="170306"/>
                  </a:lnTo>
                  <a:lnTo>
                    <a:pt x="85089" y="96011"/>
                  </a:lnTo>
                  <a:lnTo>
                    <a:pt x="10667" y="168909"/>
                  </a:lnTo>
                  <a:lnTo>
                    <a:pt x="0" y="157987"/>
                  </a:lnTo>
                  <a:lnTo>
                    <a:pt x="74294" y="85089"/>
                  </a:lnTo>
                  <a:lnTo>
                    <a:pt x="1524" y="10667"/>
                  </a:lnTo>
                  <a:lnTo>
                    <a:pt x="12445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4758816" y="1443736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6" y="0"/>
                  </a:moveTo>
                  <a:lnTo>
                    <a:pt x="1524" y="10667"/>
                  </a:lnTo>
                  <a:lnTo>
                    <a:pt x="74422" y="85089"/>
                  </a:lnTo>
                  <a:lnTo>
                    <a:pt x="0" y="157987"/>
                  </a:lnTo>
                  <a:lnTo>
                    <a:pt x="10795" y="168910"/>
                  </a:lnTo>
                  <a:lnTo>
                    <a:pt x="85090" y="96012"/>
                  </a:lnTo>
                  <a:lnTo>
                    <a:pt x="157987" y="170306"/>
                  </a:lnTo>
                  <a:lnTo>
                    <a:pt x="168910" y="159638"/>
                  </a:lnTo>
                  <a:lnTo>
                    <a:pt x="96012" y="85343"/>
                  </a:lnTo>
                  <a:lnTo>
                    <a:pt x="170434" y="12446"/>
                  </a:lnTo>
                  <a:lnTo>
                    <a:pt x="159638" y="1524"/>
                  </a:lnTo>
                  <a:lnTo>
                    <a:pt x="85344" y="74422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2" name="object 62"/>
            <p:cNvSpPr/>
            <p:nvPr/>
          </p:nvSpPr>
          <p:spPr>
            <a:xfrm>
              <a:off x="4758816" y="1443736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6" y="0"/>
                  </a:moveTo>
                  <a:lnTo>
                    <a:pt x="85344" y="74422"/>
                  </a:lnTo>
                  <a:lnTo>
                    <a:pt x="159638" y="1524"/>
                  </a:lnTo>
                  <a:lnTo>
                    <a:pt x="170434" y="12446"/>
                  </a:lnTo>
                  <a:lnTo>
                    <a:pt x="96012" y="85343"/>
                  </a:lnTo>
                  <a:lnTo>
                    <a:pt x="168910" y="159638"/>
                  </a:lnTo>
                  <a:lnTo>
                    <a:pt x="157987" y="170306"/>
                  </a:lnTo>
                  <a:lnTo>
                    <a:pt x="85090" y="96012"/>
                  </a:lnTo>
                  <a:lnTo>
                    <a:pt x="10795" y="168910"/>
                  </a:lnTo>
                  <a:lnTo>
                    <a:pt x="0" y="157987"/>
                  </a:lnTo>
                  <a:lnTo>
                    <a:pt x="74422" y="85089"/>
                  </a:lnTo>
                  <a:lnTo>
                    <a:pt x="1524" y="10667"/>
                  </a:lnTo>
                  <a:lnTo>
                    <a:pt x="12446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4164456" y="1698371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445" y="0"/>
                  </a:moveTo>
                  <a:lnTo>
                    <a:pt x="1523" y="10667"/>
                  </a:lnTo>
                  <a:lnTo>
                    <a:pt x="74421" y="85089"/>
                  </a:lnTo>
                  <a:lnTo>
                    <a:pt x="0" y="157987"/>
                  </a:lnTo>
                  <a:lnTo>
                    <a:pt x="10794" y="168909"/>
                  </a:lnTo>
                  <a:lnTo>
                    <a:pt x="85089" y="96012"/>
                  </a:lnTo>
                  <a:lnTo>
                    <a:pt x="157987" y="170306"/>
                  </a:lnTo>
                  <a:lnTo>
                    <a:pt x="168909" y="159638"/>
                  </a:lnTo>
                  <a:lnTo>
                    <a:pt x="96012" y="85216"/>
                  </a:lnTo>
                  <a:lnTo>
                    <a:pt x="170433" y="12318"/>
                  </a:lnTo>
                  <a:lnTo>
                    <a:pt x="159638" y="1396"/>
                  </a:lnTo>
                  <a:lnTo>
                    <a:pt x="85343" y="74294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4" name="object 64"/>
            <p:cNvSpPr/>
            <p:nvPr/>
          </p:nvSpPr>
          <p:spPr>
            <a:xfrm>
              <a:off x="4164456" y="1698371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445" y="0"/>
                  </a:moveTo>
                  <a:lnTo>
                    <a:pt x="85343" y="74294"/>
                  </a:lnTo>
                  <a:lnTo>
                    <a:pt x="159638" y="1396"/>
                  </a:lnTo>
                  <a:lnTo>
                    <a:pt x="170433" y="12318"/>
                  </a:lnTo>
                  <a:lnTo>
                    <a:pt x="96012" y="85216"/>
                  </a:lnTo>
                  <a:lnTo>
                    <a:pt x="168909" y="159638"/>
                  </a:lnTo>
                  <a:lnTo>
                    <a:pt x="157987" y="170306"/>
                  </a:lnTo>
                  <a:lnTo>
                    <a:pt x="85089" y="96012"/>
                  </a:lnTo>
                  <a:lnTo>
                    <a:pt x="10794" y="168909"/>
                  </a:lnTo>
                  <a:lnTo>
                    <a:pt x="0" y="157987"/>
                  </a:lnTo>
                  <a:lnTo>
                    <a:pt x="74421" y="85089"/>
                  </a:lnTo>
                  <a:lnTo>
                    <a:pt x="1523" y="10667"/>
                  </a:lnTo>
                  <a:lnTo>
                    <a:pt x="12445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5" name="object 6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026532" y="1888616"/>
              <a:ext cx="195706" cy="195833"/>
            </a:xfrm>
            <a:prstGeom prst="rect">
              <a:avLst/>
            </a:prstGeom>
          </p:spPr>
        </p:pic>
        <p:sp>
          <p:nvSpPr>
            <p:cNvPr id="66" name="object 66"/>
            <p:cNvSpPr/>
            <p:nvPr/>
          </p:nvSpPr>
          <p:spPr>
            <a:xfrm>
              <a:off x="4352544" y="1888236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445" y="0"/>
                  </a:moveTo>
                  <a:lnTo>
                    <a:pt x="1523" y="10794"/>
                  </a:lnTo>
                  <a:lnTo>
                    <a:pt x="74421" y="85089"/>
                  </a:lnTo>
                  <a:lnTo>
                    <a:pt x="0" y="157987"/>
                  </a:lnTo>
                  <a:lnTo>
                    <a:pt x="10794" y="168909"/>
                  </a:lnTo>
                  <a:lnTo>
                    <a:pt x="85089" y="96012"/>
                  </a:lnTo>
                  <a:lnTo>
                    <a:pt x="157987" y="170433"/>
                  </a:lnTo>
                  <a:lnTo>
                    <a:pt x="168909" y="159638"/>
                  </a:lnTo>
                  <a:lnTo>
                    <a:pt x="96011" y="85343"/>
                  </a:lnTo>
                  <a:lnTo>
                    <a:pt x="170433" y="12445"/>
                  </a:lnTo>
                  <a:lnTo>
                    <a:pt x="159638" y="1524"/>
                  </a:lnTo>
                  <a:lnTo>
                    <a:pt x="85343" y="74421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4352544" y="1888236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445" y="0"/>
                  </a:moveTo>
                  <a:lnTo>
                    <a:pt x="85343" y="74421"/>
                  </a:lnTo>
                  <a:lnTo>
                    <a:pt x="159638" y="1524"/>
                  </a:lnTo>
                  <a:lnTo>
                    <a:pt x="170433" y="12445"/>
                  </a:lnTo>
                  <a:lnTo>
                    <a:pt x="96011" y="85343"/>
                  </a:lnTo>
                  <a:lnTo>
                    <a:pt x="168909" y="159638"/>
                  </a:lnTo>
                  <a:lnTo>
                    <a:pt x="157987" y="170433"/>
                  </a:lnTo>
                  <a:lnTo>
                    <a:pt x="85089" y="96012"/>
                  </a:lnTo>
                  <a:lnTo>
                    <a:pt x="10794" y="168909"/>
                  </a:lnTo>
                  <a:lnTo>
                    <a:pt x="0" y="157987"/>
                  </a:lnTo>
                  <a:lnTo>
                    <a:pt x="74421" y="85089"/>
                  </a:lnTo>
                  <a:lnTo>
                    <a:pt x="1523" y="10794"/>
                  </a:lnTo>
                  <a:lnTo>
                    <a:pt x="12445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8" name="object 68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4760086" y="1876171"/>
              <a:ext cx="195834" cy="195833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78262" y="820737"/>
              <a:ext cx="206375" cy="20637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30637" y="1116012"/>
              <a:ext cx="206375" cy="206375"/>
            </a:xfrm>
            <a:prstGeom prst="rect">
              <a:avLst/>
            </a:prstGeom>
          </p:spPr>
        </p:pic>
        <p:pic>
          <p:nvPicPr>
            <p:cNvPr id="71" name="object 7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525837" y="1020762"/>
              <a:ext cx="206375" cy="206375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525837" y="1487487"/>
              <a:ext cx="206375" cy="196850"/>
            </a:xfrm>
            <a:prstGeom prst="rect">
              <a:avLst/>
            </a:prstGeom>
          </p:spPr>
        </p:pic>
        <p:sp>
          <p:nvSpPr>
            <p:cNvPr id="73" name="object 73"/>
            <p:cNvSpPr/>
            <p:nvPr/>
          </p:nvSpPr>
          <p:spPr>
            <a:xfrm>
              <a:off x="4448175" y="1685925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0" y="85725"/>
                  </a:moveTo>
                  <a:lnTo>
                    <a:pt x="6732" y="52345"/>
                  </a:lnTo>
                  <a:lnTo>
                    <a:pt x="25098" y="25098"/>
                  </a:lnTo>
                  <a:lnTo>
                    <a:pt x="52345" y="6732"/>
                  </a:lnTo>
                  <a:lnTo>
                    <a:pt x="85725" y="0"/>
                  </a:lnTo>
                  <a:lnTo>
                    <a:pt x="119104" y="6732"/>
                  </a:lnTo>
                  <a:lnTo>
                    <a:pt x="146351" y="25098"/>
                  </a:lnTo>
                  <a:lnTo>
                    <a:pt x="164717" y="52345"/>
                  </a:lnTo>
                  <a:lnTo>
                    <a:pt x="171450" y="85725"/>
                  </a:lnTo>
                  <a:lnTo>
                    <a:pt x="164717" y="119104"/>
                  </a:lnTo>
                  <a:lnTo>
                    <a:pt x="146351" y="146351"/>
                  </a:lnTo>
                  <a:lnTo>
                    <a:pt x="119104" y="164717"/>
                  </a:lnTo>
                  <a:lnTo>
                    <a:pt x="85725" y="171450"/>
                  </a:lnTo>
                  <a:lnTo>
                    <a:pt x="52345" y="164717"/>
                  </a:lnTo>
                  <a:lnTo>
                    <a:pt x="25098" y="146351"/>
                  </a:lnTo>
                  <a:lnTo>
                    <a:pt x="6732" y="119104"/>
                  </a:lnTo>
                  <a:lnTo>
                    <a:pt x="0" y="85725"/>
                  </a:lnTo>
                  <a:close/>
                </a:path>
              </a:pathLst>
            </a:custGeom>
            <a:ln w="349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4" name="object 7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983162" y="1658937"/>
              <a:ext cx="206375" cy="206375"/>
            </a:xfrm>
            <a:prstGeom prst="rect">
              <a:avLst/>
            </a:prstGeom>
          </p:spPr>
        </p:pic>
        <p:pic>
          <p:nvPicPr>
            <p:cNvPr id="75" name="object 75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830637" y="1677987"/>
              <a:ext cx="206375" cy="196850"/>
            </a:xfrm>
            <a:prstGeom prst="rect">
              <a:avLst/>
            </a:prstGeom>
          </p:spPr>
        </p:pic>
        <p:sp>
          <p:nvSpPr>
            <p:cNvPr id="76" name="object 76"/>
            <p:cNvSpPr/>
            <p:nvPr/>
          </p:nvSpPr>
          <p:spPr>
            <a:xfrm>
              <a:off x="3543300" y="1885950"/>
              <a:ext cx="171450" cy="161925"/>
            </a:xfrm>
            <a:custGeom>
              <a:avLst/>
              <a:gdLst/>
              <a:ahLst/>
              <a:cxnLst/>
              <a:rect l="l" t="t" r="r" b="b"/>
              <a:pathLst>
                <a:path w="171450" h="161925">
                  <a:moveTo>
                    <a:pt x="0" y="80899"/>
                  </a:moveTo>
                  <a:lnTo>
                    <a:pt x="6732" y="49399"/>
                  </a:lnTo>
                  <a:lnTo>
                    <a:pt x="25098" y="23685"/>
                  </a:lnTo>
                  <a:lnTo>
                    <a:pt x="52345" y="6353"/>
                  </a:lnTo>
                  <a:lnTo>
                    <a:pt x="85725" y="0"/>
                  </a:lnTo>
                  <a:lnTo>
                    <a:pt x="119104" y="6353"/>
                  </a:lnTo>
                  <a:lnTo>
                    <a:pt x="146351" y="23685"/>
                  </a:lnTo>
                  <a:lnTo>
                    <a:pt x="164717" y="49399"/>
                  </a:lnTo>
                  <a:lnTo>
                    <a:pt x="171450" y="80899"/>
                  </a:lnTo>
                  <a:lnTo>
                    <a:pt x="164717" y="112472"/>
                  </a:lnTo>
                  <a:lnTo>
                    <a:pt x="146351" y="138223"/>
                  </a:lnTo>
                  <a:lnTo>
                    <a:pt x="119104" y="155569"/>
                  </a:lnTo>
                  <a:lnTo>
                    <a:pt x="85725" y="161925"/>
                  </a:lnTo>
                  <a:lnTo>
                    <a:pt x="52345" y="155569"/>
                  </a:lnTo>
                  <a:lnTo>
                    <a:pt x="25098" y="138223"/>
                  </a:lnTo>
                  <a:lnTo>
                    <a:pt x="6732" y="112472"/>
                  </a:lnTo>
                  <a:lnTo>
                    <a:pt x="0" y="80899"/>
                  </a:lnTo>
                  <a:close/>
                </a:path>
              </a:pathLst>
            </a:custGeom>
            <a:ln w="349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7" name="object 7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59237" y="2106612"/>
              <a:ext cx="206375" cy="206375"/>
            </a:xfrm>
            <a:prstGeom prst="rect">
              <a:avLst/>
            </a:prstGeom>
          </p:spPr>
        </p:pic>
        <p:sp>
          <p:nvSpPr>
            <p:cNvPr id="78" name="object 78"/>
            <p:cNvSpPr/>
            <p:nvPr/>
          </p:nvSpPr>
          <p:spPr>
            <a:xfrm>
              <a:off x="3762375" y="2095500"/>
              <a:ext cx="161925" cy="171450"/>
            </a:xfrm>
            <a:custGeom>
              <a:avLst/>
              <a:gdLst/>
              <a:ahLst/>
              <a:cxnLst/>
              <a:rect l="l" t="t" r="r" b="b"/>
              <a:pathLst>
                <a:path w="161925" h="171450">
                  <a:moveTo>
                    <a:pt x="0" y="85725"/>
                  </a:moveTo>
                  <a:lnTo>
                    <a:pt x="6355" y="52345"/>
                  </a:lnTo>
                  <a:lnTo>
                    <a:pt x="23701" y="25098"/>
                  </a:lnTo>
                  <a:lnTo>
                    <a:pt x="49452" y="6732"/>
                  </a:lnTo>
                  <a:lnTo>
                    <a:pt x="81025" y="0"/>
                  </a:lnTo>
                  <a:lnTo>
                    <a:pt x="112525" y="6732"/>
                  </a:lnTo>
                  <a:lnTo>
                    <a:pt x="138239" y="25098"/>
                  </a:lnTo>
                  <a:lnTo>
                    <a:pt x="155571" y="52345"/>
                  </a:lnTo>
                  <a:lnTo>
                    <a:pt x="161925" y="85725"/>
                  </a:lnTo>
                  <a:lnTo>
                    <a:pt x="155571" y="119104"/>
                  </a:lnTo>
                  <a:lnTo>
                    <a:pt x="138239" y="146351"/>
                  </a:lnTo>
                  <a:lnTo>
                    <a:pt x="112525" y="164717"/>
                  </a:lnTo>
                  <a:lnTo>
                    <a:pt x="81025" y="171450"/>
                  </a:lnTo>
                  <a:lnTo>
                    <a:pt x="49452" y="164717"/>
                  </a:lnTo>
                  <a:lnTo>
                    <a:pt x="23701" y="146351"/>
                  </a:lnTo>
                  <a:lnTo>
                    <a:pt x="6355" y="119104"/>
                  </a:lnTo>
                  <a:lnTo>
                    <a:pt x="0" y="85725"/>
                  </a:lnTo>
                  <a:close/>
                </a:path>
              </a:pathLst>
            </a:custGeom>
            <a:ln w="349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9" name="object 79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173537" y="2430462"/>
              <a:ext cx="206375" cy="206375"/>
            </a:xfrm>
            <a:prstGeom prst="rect">
              <a:avLst/>
            </a:prstGeom>
          </p:spPr>
        </p:pic>
        <p:pic>
          <p:nvPicPr>
            <p:cNvPr id="80" name="object 80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830637" y="2382837"/>
              <a:ext cx="206375" cy="206375"/>
            </a:xfrm>
            <a:prstGeom prst="rect">
              <a:avLst/>
            </a:prstGeom>
          </p:spPr>
        </p:pic>
        <p:pic>
          <p:nvPicPr>
            <p:cNvPr id="81" name="object 8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25962" y="2220912"/>
              <a:ext cx="206375" cy="206375"/>
            </a:xfrm>
            <a:prstGeom prst="rect">
              <a:avLst/>
            </a:prstGeom>
          </p:spPr>
        </p:pic>
        <p:pic>
          <p:nvPicPr>
            <p:cNvPr id="82" name="object 8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49812" y="2144712"/>
              <a:ext cx="206375" cy="206375"/>
            </a:xfrm>
            <a:prstGeom prst="rect">
              <a:avLst/>
            </a:prstGeom>
          </p:spPr>
        </p:pic>
        <p:pic>
          <p:nvPicPr>
            <p:cNvPr id="83" name="object 83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440362" y="2020887"/>
              <a:ext cx="206375" cy="196850"/>
            </a:xfrm>
            <a:prstGeom prst="rect">
              <a:avLst/>
            </a:prstGeom>
          </p:spPr>
        </p:pic>
        <p:pic>
          <p:nvPicPr>
            <p:cNvPr id="84" name="object 8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192712" y="2125662"/>
              <a:ext cx="206375" cy="20637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849812" y="2449512"/>
              <a:ext cx="206375" cy="206375"/>
            </a:xfrm>
            <a:prstGeom prst="rect">
              <a:avLst/>
            </a:prstGeom>
          </p:spPr>
        </p:pic>
        <p:sp>
          <p:nvSpPr>
            <p:cNvPr id="86" name="object 86"/>
            <p:cNvSpPr/>
            <p:nvPr/>
          </p:nvSpPr>
          <p:spPr>
            <a:xfrm>
              <a:off x="3362325" y="857249"/>
              <a:ext cx="2232025" cy="2016125"/>
            </a:xfrm>
            <a:custGeom>
              <a:avLst/>
              <a:gdLst/>
              <a:ahLst/>
              <a:cxnLst/>
              <a:rect l="l" t="t" r="r" b="b"/>
              <a:pathLst>
                <a:path w="2232025" h="2016125">
                  <a:moveTo>
                    <a:pt x="2231771" y="1876425"/>
                  </a:moveTo>
                  <a:lnTo>
                    <a:pt x="2208911" y="1857375"/>
                  </a:lnTo>
                  <a:lnTo>
                    <a:pt x="2099945" y="1766570"/>
                  </a:lnTo>
                  <a:lnTo>
                    <a:pt x="2093264" y="1762975"/>
                  </a:lnTo>
                  <a:lnTo>
                    <a:pt x="2068779" y="1782914"/>
                  </a:lnTo>
                  <a:lnTo>
                    <a:pt x="2070798" y="1789899"/>
                  </a:lnTo>
                  <a:lnTo>
                    <a:pt x="2075561" y="1795780"/>
                  </a:lnTo>
                  <a:lnTo>
                    <a:pt x="2149475" y="1857375"/>
                  </a:lnTo>
                  <a:lnTo>
                    <a:pt x="133350" y="1857375"/>
                  </a:lnTo>
                  <a:lnTo>
                    <a:pt x="133350" y="82296"/>
                  </a:lnTo>
                  <a:lnTo>
                    <a:pt x="194945" y="156210"/>
                  </a:lnTo>
                  <a:lnTo>
                    <a:pt x="200825" y="160972"/>
                  </a:lnTo>
                  <a:lnTo>
                    <a:pt x="207810" y="162991"/>
                  </a:lnTo>
                  <a:lnTo>
                    <a:pt x="215061" y="162229"/>
                  </a:lnTo>
                  <a:lnTo>
                    <a:pt x="221742" y="158623"/>
                  </a:lnTo>
                  <a:lnTo>
                    <a:pt x="226491" y="152742"/>
                  </a:lnTo>
                  <a:lnTo>
                    <a:pt x="228511" y="145757"/>
                  </a:lnTo>
                  <a:lnTo>
                    <a:pt x="227749" y="138506"/>
                  </a:lnTo>
                  <a:lnTo>
                    <a:pt x="224155" y="131826"/>
                  </a:lnTo>
                  <a:lnTo>
                    <a:pt x="139065" y="29718"/>
                  </a:lnTo>
                  <a:lnTo>
                    <a:pt x="114300" y="0"/>
                  </a:lnTo>
                  <a:lnTo>
                    <a:pt x="4445" y="131826"/>
                  </a:lnTo>
                  <a:lnTo>
                    <a:pt x="838" y="138506"/>
                  </a:lnTo>
                  <a:lnTo>
                    <a:pt x="76" y="145757"/>
                  </a:lnTo>
                  <a:lnTo>
                    <a:pt x="2095" y="152742"/>
                  </a:lnTo>
                  <a:lnTo>
                    <a:pt x="6858" y="158623"/>
                  </a:lnTo>
                  <a:lnTo>
                    <a:pt x="13525" y="162229"/>
                  </a:lnTo>
                  <a:lnTo>
                    <a:pt x="20777" y="162991"/>
                  </a:lnTo>
                  <a:lnTo>
                    <a:pt x="27762" y="160972"/>
                  </a:lnTo>
                  <a:lnTo>
                    <a:pt x="33655" y="156210"/>
                  </a:lnTo>
                  <a:lnTo>
                    <a:pt x="95250" y="82296"/>
                  </a:lnTo>
                  <a:lnTo>
                    <a:pt x="95250" y="1857375"/>
                  </a:lnTo>
                  <a:lnTo>
                    <a:pt x="0" y="1857375"/>
                  </a:lnTo>
                  <a:lnTo>
                    <a:pt x="0" y="1895475"/>
                  </a:lnTo>
                  <a:lnTo>
                    <a:pt x="95250" y="1895475"/>
                  </a:lnTo>
                  <a:lnTo>
                    <a:pt x="95250" y="2015998"/>
                  </a:lnTo>
                  <a:lnTo>
                    <a:pt x="133350" y="2015998"/>
                  </a:lnTo>
                  <a:lnTo>
                    <a:pt x="133350" y="1895475"/>
                  </a:lnTo>
                  <a:lnTo>
                    <a:pt x="2149475" y="1895475"/>
                  </a:lnTo>
                  <a:lnTo>
                    <a:pt x="2075561" y="1957070"/>
                  </a:lnTo>
                  <a:lnTo>
                    <a:pt x="2070798" y="1962962"/>
                  </a:lnTo>
                  <a:lnTo>
                    <a:pt x="2068779" y="1969947"/>
                  </a:lnTo>
                  <a:lnTo>
                    <a:pt x="2069541" y="1977199"/>
                  </a:lnTo>
                  <a:lnTo>
                    <a:pt x="2073148" y="1983867"/>
                  </a:lnTo>
                  <a:lnTo>
                    <a:pt x="2079028" y="1988629"/>
                  </a:lnTo>
                  <a:lnTo>
                    <a:pt x="2086013" y="1990648"/>
                  </a:lnTo>
                  <a:lnTo>
                    <a:pt x="2093264" y="1989886"/>
                  </a:lnTo>
                  <a:lnTo>
                    <a:pt x="2099945" y="1986280"/>
                  </a:lnTo>
                  <a:lnTo>
                    <a:pt x="2208911" y="1895475"/>
                  </a:lnTo>
                  <a:lnTo>
                    <a:pt x="2231771" y="18764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7" name="object 87"/>
          <p:cNvSpPr txBox="1"/>
          <p:nvPr/>
        </p:nvSpPr>
        <p:spPr>
          <a:xfrm>
            <a:off x="6855206" y="3484562"/>
            <a:ext cx="160274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88950" algn="l"/>
                <a:tab pos="1013460" algn="l"/>
                <a:tab pos="1489710" algn="l"/>
              </a:tabLst>
            </a:pPr>
            <a:r>
              <a:rPr dirty="0" baseline="2057" sz="2025">
                <a:latin typeface="Cambria Math"/>
                <a:cs typeface="Cambria Math"/>
              </a:rPr>
              <a:t>3</a:t>
            </a:r>
            <a:r>
              <a:rPr dirty="0" baseline="2057" sz="2025" spc="284">
                <a:latin typeface="Cambria Math"/>
                <a:cs typeface="Cambria Math"/>
              </a:rPr>
              <a:t>  </a:t>
            </a:r>
            <a:r>
              <a:rPr dirty="0" sz="1350" spc="-50">
                <a:latin typeface="Cambria Math"/>
                <a:cs typeface="Cambria Math"/>
              </a:rPr>
              <a:t>1</a:t>
            </a:r>
            <a:r>
              <a:rPr dirty="0" sz="1350">
                <a:latin typeface="Cambria Math"/>
                <a:cs typeface="Cambria Math"/>
              </a:rPr>
              <a:t>	</a:t>
            </a:r>
            <a:r>
              <a:rPr dirty="0" baseline="2057" sz="2025" spc="-75">
                <a:latin typeface="Cambria Math"/>
                <a:cs typeface="Cambria Math"/>
              </a:rPr>
              <a:t>2</a:t>
            </a:r>
            <a:r>
              <a:rPr dirty="0" baseline="2057" sz="2025">
                <a:latin typeface="Cambria Math"/>
                <a:cs typeface="Cambria Math"/>
              </a:rPr>
              <a:t>	4</a:t>
            </a:r>
            <a:r>
              <a:rPr dirty="0" baseline="2057" sz="2025" spc="270">
                <a:latin typeface="Cambria Math"/>
                <a:cs typeface="Cambria Math"/>
              </a:rPr>
              <a:t>  </a:t>
            </a:r>
            <a:r>
              <a:rPr dirty="0" sz="1350" spc="-50">
                <a:latin typeface="Cambria Math"/>
                <a:cs typeface="Cambria Math"/>
              </a:rPr>
              <a:t>1</a:t>
            </a:r>
            <a:r>
              <a:rPr dirty="0" sz="1350">
                <a:latin typeface="Cambria Math"/>
                <a:cs typeface="Cambria Math"/>
              </a:rPr>
              <a:t>	</a:t>
            </a:r>
            <a:r>
              <a:rPr dirty="0" sz="1350" spc="-5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6496050" y="3369690"/>
            <a:ext cx="200660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991235" algn="l"/>
              </a:tabLst>
            </a:pPr>
            <a:r>
              <a:rPr dirty="0" sz="1800">
                <a:latin typeface="Cambria Math"/>
                <a:cs typeface="Cambria Math"/>
              </a:rPr>
              <a:t>+𝑤</a:t>
            </a:r>
            <a:r>
              <a:rPr dirty="0" sz="1800" spc="360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6748" sz="2025" spc="-52">
                <a:latin typeface="Cambria Math"/>
                <a:cs typeface="Cambria Math"/>
              </a:rPr>
              <a:t>2</a:t>
            </a:r>
            <a:r>
              <a:rPr dirty="0" sz="1800" spc="-35">
                <a:latin typeface="Cambria Math"/>
                <a:cs typeface="Cambria Math"/>
              </a:rPr>
              <a:t>𝑥</a:t>
            </a:r>
            <a:r>
              <a:rPr dirty="0" sz="1800">
                <a:latin typeface="Cambria Math"/>
                <a:cs typeface="Cambria Math"/>
              </a:rPr>
              <a:t>	+</a:t>
            </a:r>
            <a:r>
              <a:rPr dirty="0" sz="1800" spc="6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sz="1800" spc="325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𝑥</a:t>
            </a:r>
            <a:r>
              <a:rPr dirty="0" sz="1800" spc="-225">
                <a:latin typeface="Cambria Math"/>
                <a:cs typeface="Cambria Math"/>
              </a:rPr>
              <a:t> </a:t>
            </a:r>
            <a:r>
              <a:rPr dirty="0" baseline="26748" sz="2025">
                <a:latin typeface="Cambria Math"/>
                <a:cs typeface="Cambria Math"/>
              </a:rPr>
              <a:t>2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-229">
                <a:latin typeface="Cambria Math"/>
                <a:cs typeface="Cambria Math"/>
              </a:rPr>
              <a:t> </a:t>
            </a:r>
            <a:r>
              <a:rPr dirty="0" baseline="26748" sz="2025" spc="-75">
                <a:latin typeface="Cambria Math"/>
                <a:cs typeface="Cambria Math"/>
              </a:rPr>
              <a:t>2</a:t>
            </a:r>
            <a:endParaRPr baseline="26748" sz="2025">
              <a:latin typeface="Cambria Math"/>
              <a:cs typeface="Cambria Math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8142351" y="3761104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latin typeface="Cambria Math"/>
                <a:cs typeface="Cambria Math"/>
              </a:rPr>
              <a:t>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6496050" y="3646804"/>
            <a:ext cx="20542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mbria Math"/>
                <a:cs typeface="Cambria Math"/>
              </a:rPr>
              <a:t>+𝑤</a:t>
            </a:r>
            <a:r>
              <a:rPr dirty="0" baseline="-16460" sz="2025" spc="-15">
                <a:latin typeface="Cambria Math"/>
                <a:cs typeface="Cambria Math"/>
              </a:rPr>
              <a:t>5</a:t>
            </a:r>
            <a:r>
              <a:rPr dirty="0" sz="1800" spc="-10">
                <a:latin typeface="Cambria Math"/>
                <a:cs typeface="Cambria Math"/>
              </a:rPr>
              <a:t>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8806" sz="2025" spc="89">
                <a:latin typeface="Cambria Math"/>
                <a:cs typeface="Cambria Math"/>
              </a:rPr>
              <a:t>2</a:t>
            </a:r>
            <a:r>
              <a:rPr dirty="0" sz="1800" spc="60">
                <a:latin typeface="Cambria Math"/>
                <a:cs typeface="Cambria Math"/>
              </a:rPr>
              <a:t>𝑥</a:t>
            </a:r>
            <a:r>
              <a:rPr dirty="0" baseline="28806" sz="2025" spc="89">
                <a:latin typeface="Cambria Math"/>
                <a:cs typeface="Cambria Math"/>
              </a:rPr>
              <a:t>3</a:t>
            </a:r>
            <a:r>
              <a:rPr dirty="0" baseline="28806" sz="2025" spc="18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37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6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-229">
                <a:latin typeface="Cambria Math"/>
                <a:cs typeface="Cambria Math"/>
              </a:rPr>
              <a:t> </a:t>
            </a:r>
            <a:r>
              <a:rPr dirty="0" baseline="28806" sz="2025" spc="-37">
                <a:latin typeface="Cambria Math"/>
                <a:cs typeface="Cambria Math"/>
              </a:rPr>
              <a:t>3</a:t>
            </a:r>
            <a:r>
              <a:rPr dirty="0" sz="1800" spc="-25">
                <a:latin typeface="Cambria Math"/>
                <a:cs typeface="Cambria Math"/>
              </a:rPr>
              <a:t>𝑥</a:t>
            </a:r>
            <a:r>
              <a:rPr dirty="0" baseline="-16460" sz="2025" spc="-37">
                <a:latin typeface="Cambria Math"/>
                <a:cs typeface="Cambria Math"/>
              </a:rPr>
              <a:t>2</a:t>
            </a:r>
            <a:endParaRPr baseline="-16460" sz="2025">
              <a:latin typeface="Cambria Math"/>
              <a:cs typeface="Cambria Math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6521450" y="3761104"/>
            <a:ext cx="935355" cy="462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65150">
              <a:lnSpc>
                <a:spcPts val="1450"/>
              </a:lnSpc>
              <a:spcBef>
                <a:spcPts val="100"/>
              </a:spcBef>
              <a:tabLst>
                <a:tab pos="822325" algn="l"/>
              </a:tabLst>
            </a:pPr>
            <a:r>
              <a:rPr dirty="0" sz="1350" spc="-50">
                <a:latin typeface="Cambria Math"/>
                <a:cs typeface="Cambria Math"/>
              </a:rPr>
              <a:t>1</a:t>
            </a:r>
            <a:r>
              <a:rPr dirty="0" sz="1350">
                <a:latin typeface="Cambria Math"/>
                <a:cs typeface="Cambria Math"/>
              </a:rPr>
              <a:t>	</a:t>
            </a:r>
            <a:r>
              <a:rPr dirty="0" sz="1350" spc="-5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  <a:p>
            <a:pPr marL="12700">
              <a:lnSpc>
                <a:spcPts val="1989"/>
              </a:lnSpc>
            </a:pPr>
            <a:r>
              <a:rPr dirty="0" sz="1800" spc="-20">
                <a:latin typeface="Cambria Math"/>
                <a:cs typeface="Cambria Math"/>
              </a:rPr>
              <a:t>+</a:t>
            </a:r>
            <a:r>
              <a:rPr dirty="0" sz="1800" spc="-9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⋯</a:t>
            </a:r>
            <a:r>
              <a:rPr dirty="0" sz="1800" spc="-14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2" name="object 9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4624" rIns="0" bIns="0" rtlCol="0" vert="horz">
            <a:spAutoFit/>
          </a:bodyPr>
          <a:lstStyle/>
          <a:p>
            <a:pPr marL="6540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Classification</a:t>
            </a:r>
          </a:p>
        </p:txBody>
      </p:sp>
      <p:sp>
        <p:nvSpPr>
          <p:cNvPr id="93" name="object 93"/>
          <p:cNvSpPr txBox="1"/>
          <p:nvPr/>
        </p:nvSpPr>
        <p:spPr>
          <a:xfrm>
            <a:off x="315277" y="1582674"/>
            <a:ext cx="32067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latin typeface="Cambria Math"/>
                <a:cs typeface="Cambria Math"/>
              </a:rPr>
              <a:t>2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945832" y="2581516"/>
            <a:ext cx="2135505" cy="784225"/>
          </a:xfrm>
          <a:prstGeom prst="rect">
            <a:avLst/>
          </a:prstGeom>
        </p:spPr>
        <p:txBody>
          <a:bodyPr wrap="square" lIns="0" tIns="108585" rIns="0" bIns="0" rtlCol="0" vert="horz">
            <a:spAutoFit/>
          </a:bodyPr>
          <a:lstStyle/>
          <a:p>
            <a:pPr marL="636270">
              <a:lnSpc>
                <a:spcPct val="100000"/>
              </a:lnSpc>
              <a:spcBef>
                <a:spcPts val="855"/>
              </a:spcBef>
            </a:pP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latin typeface="Cambria Math"/>
                <a:cs typeface="Cambria Math"/>
              </a:rPr>
              <a:t>1</a:t>
            </a:r>
            <a:endParaRPr baseline="-16666" sz="225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655"/>
              </a:spcBef>
            </a:pPr>
            <a:r>
              <a:rPr dirty="0" sz="1800">
                <a:latin typeface="Cambria Math"/>
                <a:cs typeface="Cambria Math"/>
              </a:rPr>
              <a:t>𝑧</a:t>
            </a:r>
            <a:r>
              <a:rPr dirty="0" sz="1800" spc="15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5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baseline="-16460" sz="2025" spc="172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5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2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baseline="-16460" sz="2025">
                <a:latin typeface="Cambria Math"/>
                <a:cs typeface="Cambria Math"/>
              </a:rPr>
              <a:t>2</a:t>
            </a:r>
            <a:r>
              <a:rPr dirty="0" baseline="-16460" sz="2025" spc="172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3126485" y="1581530"/>
            <a:ext cx="32067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latin typeface="Cambria Math"/>
                <a:cs typeface="Cambria Math"/>
              </a:rPr>
              <a:t>2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96" name="object 96"/>
          <p:cNvSpPr txBox="1"/>
          <p:nvPr/>
        </p:nvSpPr>
        <p:spPr>
          <a:xfrm>
            <a:off x="3663315" y="2588177"/>
            <a:ext cx="1739900" cy="76962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algn="ctr" marR="6350">
              <a:lnSpc>
                <a:spcPct val="100000"/>
              </a:lnSpc>
              <a:spcBef>
                <a:spcPts val="795"/>
              </a:spcBef>
            </a:pP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latin typeface="Cambria Math"/>
                <a:cs typeface="Cambria Math"/>
              </a:rPr>
              <a:t>1</a:t>
            </a:r>
            <a:endParaRPr baseline="-16666" sz="225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dirty="0" sz="1800">
                <a:latin typeface="Cambria Math"/>
                <a:cs typeface="Cambria Math"/>
              </a:rPr>
              <a:t>𝑧</a:t>
            </a:r>
            <a:r>
              <a:rPr dirty="0" sz="1800" spc="14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baseline="-16460" sz="2025" spc="15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 spc="-20">
                <a:latin typeface="Cambria Math"/>
                <a:cs typeface="Cambria Math"/>
              </a:rPr>
              <a:t>𝑤</a:t>
            </a:r>
            <a:r>
              <a:rPr dirty="0" baseline="-16460" sz="2025" spc="-30">
                <a:latin typeface="Cambria Math"/>
                <a:cs typeface="Cambria Math"/>
              </a:rPr>
              <a:t>2</a:t>
            </a:r>
            <a:r>
              <a:rPr dirty="0" sz="1800" spc="-20">
                <a:latin typeface="Cambria Math"/>
                <a:cs typeface="Cambria Math"/>
              </a:rPr>
              <a:t>𝑥</a:t>
            </a:r>
            <a:r>
              <a:rPr dirty="0" baseline="-16460" sz="2025" spc="-30">
                <a:latin typeface="Cambria Math"/>
                <a:cs typeface="Cambria Math"/>
              </a:rPr>
              <a:t>2</a:t>
            </a:r>
            <a:endParaRPr baseline="-16460" sz="2025">
              <a:latin typeface="Cambria Math"/>
              <a:cs typeface="Cambria Math"/>
            </a:endParaRPr>
          </a:p>
        </p:txBody>
      </p:sp>
      <p:sp>
        <p:nvSpPr>
          <p:cNvPr id="97" name="object 97"/>
          <p:cNvSpPr txBox="1"/>
          <p:nvPr/>
        </p:nvSpPr>
        <p:spPr>
          <a:xfrm>
            <a:off x="5947409" y="1581530"/>
            <a:ext cx="32067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latin typeface="Cambria Math"/>
                <a:cs typeface="Cambria Math"/>
              </a:rPr>
              <a:t>2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6429121" y="2547750"/>
            <a:ext cx="1739264" cy="845819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algn="ctr" marL="125730">
              <a:lnSpc>
                <a:spcPct val="100000"/>
              </a:lnSpc>
              <a:spcBef>
                <a:spcPts val="1110"/>
              </a:spcBef>
            </a:pP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latin typeface="Cambria Math"/>
                <a:cs typeface="Cambria Math"/>
              </a:rPr>
              <a:t>1</a:t>
            </a:r>
            <a:endParaRPr baseline="-16666" sz="2250">
              <a:latin typeface="Cambria Math"/>
              <a:cs typeface="Cambria Math"/>
            </a:endParaRPr>
          </a:p>
          <a:p>
            <a:pPr algn="ctr">
              <a:lnSpc>
                <a:spcPct val="100000"/>
              </a:lnSpc>
              <a:spcBef>
                <a:spcPts val="885"/>
              </a:spcBef>
            </a:pPr>
            <a:r>
              <a:rPr dirty="0" sz="1800">
                <a:latin typeface="Cambria Math"/>
                <a:cs typeface="Cambria Math"/>
              </a:rPr>
              <a:t>𝑧</a:t>
            </a:r>
            <a:r>
              <a:rPr dirty="0" sz="1800" spc="13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baseline="-16460" sz="2025" spc="15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 spc="-20">
                <a:latin typeface="Cambria Math"/>
                <a:cs typeface="Cambria Math"/>
              </a:rPr>
              <a:t>𝑤</a:t>
            </a:r>
            <a:r>
              <a:rPr dirty="0" baseline="-16460" sz="2025" spc="-30">
                <a:latin typeface="Cambria Math"/>
                <a:cs typeface="Cambria Math"/>
              </a:rPr>
              <a:t>2</a:t>
            </a:r>
            <a:r>
              <a:rPr dirty="0" sz="1800" spc="-20">
                <a:latin typeface="Cambria Math"/>
                <a:cs typeface="Cambria Math"/>
              </a:rPr>
              <a:t>𝑥</a:t>
            </a:r>
            <a:r>
              <a:rPr dirty="0" baseline="-16460" sz="2025" spc="-30">
                <a:latin typeface="Cambria Math"/>
                <a:cs typeface="Cambria Math"/>
              </a:rPr>
              <a:t>2</a:t>
            </a:r>
            <a:endParaRPr baseline="-16460" sz="2025">
              <a:latin typeface="Cambria Math"/>
              <a:cs typeface="Cambria Math"/>
            </a:endParaRPr>
          </a:p>
        </p:txBody>
      </p:sp>
      <p:pic>
        <p:nvPicPr>
          <p:cNvPr id="99" name="object 99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721602" y="656716"/>
            <a:ext cx="2060575" cy="1523999"/>
          </a:xfrm>
          <a:prstGeom prst="rect">
            <a:avLst/>
          </a:prstGeom>
        </p:spPr>
      </p:pic>
      <p:pic>
        <p:nvPicPr>
          <p:cNvPr id="100" name="object 100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3940809" y="811276"/>
            <a:ext cx="1836674" cy="1384300"/>
          </a:xfrm>
          <a:prstGeom prst="rect">
            <a:avLst/>
          </a:prstGeom>
        </p:spPr>
      </p:pic>
      <p:sp>
        <p:nvSpPr>
          <p:cNvPr id="101" name="object 101"/>
          <p:cNvSpPr/>
          <p:nvPr/>
        </p:nvSpPr>
        <p:spPr>
          <a:xfrm>
            <a:off x="1137729" y="3536696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25" y="0"/>
                </a:moveTo>
                <a:lnTo>
                  <a:pt x="123393" y="5079"/>
                </a:lnTo>
                <a:lnTo>
                  <a:pt x="136842" y="16636"/>
                </a:lnTo>
                <a:lnTo>
                  <a:pt x="0" y="16636"/>
                </a:lnTo>
                <a:lnTo>
                  <a:pt x="0" y="24510"/>
                </a:lnTo>
                <a:lnTo>
                  <a:pt x="136842" y="24510"/>
                </a:lnTo>
                <a:lnTo>
                  <a:pt x="123393" y="36194"/>
                </a:lnTo>
                <a:lnTo>
                  <a:pt x="127825" y="41147"/>
                </a:lnTo>
                <a:lnTo>
                  <a:pt x="148907" y="22986"/>
                </a:lnTo>
                <a:lnTo>
                  <a:pt x="148907" y="18160"/>
                </a:lnTo>
                <a:lnTo>
                  <a:pt x="1278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1462659" y="3453638"/>
            <a:ext cx="264160" cy="220979"/>
          </a:xfrm>
          <a:custGeom>
            <a:avLst/>
            <a:gdLst/>
            <a:ahLst/>
            <a:cxnLst/>
            <a:rect l="l" t="t" r="r" b="b"/>
            <a:pathLst>
              <a:path w="264160" h="220979">
                <a:moveTo>
                  <a:pt x="70485" y="17653"/>
                </a:moveTo>
                <a:lnTo>
                  <a:pt x="67437" y="9144"/>
                </a:lnTo>
                <a:lnTo>
                  <a:pt x="52095" y="14681"/>
                </a:lnTo>
                <a:lnTo>
                  <a:pt x="38646" y="22694"/>
                </a:lnTo>
                <a:lnTo>
                  <a:pt x="9804" y="61239"/>
                </a:lnTo>
                <a:lnTo>
                  <a:pt x="63" y="113919"/>
                </a:lnTo>
                <a:lnTo>
                  <a:pt x="0" y="115062"/>
                </a:lnTo>
                <a:lnTo>
                  <a:pt x="965" y="132588"/>
                </a:lnTo>
                <a:lnTo>
                  <a:pt x="1066" y="134518"/>
                </a:lnTo>
                <a:lnTo>
                  <a:pt x="17399" y="183896"/>
                </a:lnTo>
                <a:lnTo>
                  <a:pt x="52070" y="215328"/>
                </a:lnTo>
                <a:lnTo>
                  <a:pt x="67437" y="220853"/>
                </a:lnTo>
                <a:lnTo>
                  <a:pt x="70231" y="212217"/>
                </a:lnTo>
                <a:lnTo>
                  <a:pt x="58127" y="206895"/>
                </a:lnTo>
                <a:lnTo>
                  <a:pt x="47713" y="199466"/>
                </a:lnTo>
                <a:lnTo>
                  <a:pt x="26365" y="164782"/>
                </a:lnTo>
                <a:lnTo>
                  <a:pt x="19342" y="115062"/>
                </a:lnTo>
                <a:lnTo>
                  <a:pt x="19304" y="113919"/>
                </a:lnTo>
                <a:lnTo>
                  <a:pt x="20078" y="95859"/>
                </a:lnTo>
                <a:lnTo>
                  <a:pt x="31877" y="51308"/>
                </a:lnTo>
                <a:lnTo>
                  <a:pt x="58280" y="23037"/>
                </a:lnTo>
                <a:lnTo>
                  <a:pt x="70485" y="17653"/>
                </a:lnTo>
                <a:close/>
              </a:path>
              <a:path w="264160" h="220979">
                <a:moveTo>
                  <a:pt x="187833" y="24257"/>
                </a:moveTo>
                <a:lnTo>
                  <a:pt x="159893" y="0"/>
                </a:lnTo>
                <a:lnTo>
                  <a:pt x="153924" y="6731"/>
                </a:lnTo>
                <a:lnTo>
                  <a:pt x="171818" y="22225"/>
                </a:lnTo>
                <a:lnTo>
                  <a:pt x="75057" y="22225"/>
                </a:lnTo>
                <a:lnTo>
                  <a:pt x="75057" y="32639"/>
                </a:lnTo>
                <a:lnTo>
                  <a:pt x="171818" y="32639"/>
                </a:lnTo>
                <a:lnTo>
                  <a:pt x="153924" y="48272"/>
                </a:lnTo>
                <a:lnTo>
                  <a:pt x="159893" y="54864"/>
                </a:lnTo>
                <a:lnTo>
                  <a:pt x="187833" y="30746"/>
                </a:lnTo>
                <a:lnTo>
                  <a:pt x="187833" y="24257"/>
                </a:lnTo>
                <a:close/>
              </a:path>
              <a:path w="264160" h="220979">
                <a:moveTo>
                  <a:pt x="264160" y="115062"/>
                </a:moveTo>
                <a:lnTo>
                  <a:pt x="263067" y="95859"/>
                </a:lnTo>
                <a:lnTo>
                  <a:pt x="263055" y="95631"/>
                </a:lnTo>
                <a:lnTo>
                  <a:pt x="259791" y="77698"/>
                </a:lnTo>
                <a:lnTo>
                  <a:pt x="237058" y="33210"/>
                </a:lnTo>
                <a:lnTo>
                  <a:pt x="196723" y="9144"/>
                </a:lnTo>
                <a:lnTo>
                  <a:pt x="193662" y="17653"/>
                </a:lnTo>
                <a:lnTo>
                  <a:pt x="205930" y="23037"/>
                </a:lnTo>
                <a:lnTo>
                  <a:pt x="216471" y="30441"/>
                </a:lnTo>
                <a:lnTo>
                  <a:pt x="237832" y="64528"/>
                </a:lnTo>
                <a:lnTo>
                  <a:pt x="244030" y="95631"/>
                </a:lnTo>
                <a:lnTo>
                  <a:pt x="244068" y="95859"/>
                </a:lnTo>
                <a:lnTo>
                  <a:pt x="244856" y="113919"/>
                </a:lnTo>
                <a:lnTo>
                  <a:pt x="244068" y="132588"/>
                </a:lnTo>
                <a:lnTo>
                  <a:pt x="241706" y="149542"/>
                </a:lnTo>
                <a:lnTo>
                  <a:pt x="225234" y="189941"/>
                </a:lnTo>
                <a:lnTo>
                  <a:pt x="194043" y="212217"/>
                </a:lnTo>
                <a:lnTo>
                  <a:pt x="196723" y="220853"/>
                </a:lnTo>
                <a:lnTo>
                  <a:pt x="237109" y="196850"/>
                </a:lnTo>
                <a:lnTo>
                  <a:pt x="259842" y="152488"/>
                </a:lnTo>
                <a:lnTo>
                  <a:pt x="263080" y="134518"/>
                </a:lnTo>
                <a:lnTo>
                  <a:pt x="264160" y="115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2196083" y="3462782"/>
            <a:ext cx="264160" cy="212090"/>
          </a:xfrm>
          <a:custGeom>
            <a:avLst/>
            <a:gdLst/>
            <a:ahLst/>
            <a:cxnLst/>
            <a:rect l="l" t="t" r="r" b="b"/>
            <a:pathLst>
              <a:path w="264160" h="212089">
                <a:moveTo>
                  <a:pt x="196723" y="0"/>
                </a:moveTo>
                <a:lnTo>
                  <a:pt x="193675" y="8509"/>
                </a:lnTo>
                <a:lnTo>
                  <a:pt x="205942" y="13892"/>
                </a:lnTo>
                <a:lnTo>
                  <a:pt x="216471" y="21288"/>
                </a:lnTo>
                <a:lnTo>
                  <a:pt x="237837" y="55375"/>
                </a:lnTo>
                <a:lnTo>
                  <a:pt x="244040" y="86483"/>
                </a:lnTo>
                <a:lnTo>
                  <a:pt x="244072" y="86705"/>
                </a:lnTo>
                <a:lnTo>
                  <a:pt x="241712" y="140398"/>
                </a:lnTo>
                <a:lnTo>
                  <a:pt x="225238" y="180784"/>
                </a:lnTo>
                <a:lnTo>
                  <a:pt x="194056" y="203073"/>
                </a:lnTo>
                <a:lnTo>
                  <a:pt x="196723" y="211709"/>
                </a:lnTo>
                <a:lnTo>
                  <a:pt x="237120" y="187706"/>
                </a:lnTo>
                <a:lnTo>
                  <a:pt x="259842" y="143335"/>
                </a:lnTo>
                <a:lnTo>
                  <a:pt x="264160" y="105918"/>
                </a:lnTo>
                <a:lnTo>
                  <a:pt x="263079" y="86705"/>
                </a:lnTo>
                <a:lnTo>
                  <a:pt x="263066" y="86483"/>
                </a:lnTo>
                <a:lnTo>
                  <a:pt x="246761" y="37084"/>
                </a:lnTo>
                <a:lnTo>
                  <a:pt x="212060" y="5526"/>
                </a:lnTo>
                <a:lnTo>
                  <a:pt x="196723" y="0"/>
                </a:lnTo>
                <a:close/>
              </a:path>
              <a:path w="264160" h="212089">
                <a:moveTo>
                  <a:pt x="67437" y="0"/>
                </a:moveTo>
                <a:lnTo>
                  <a:pt x="27092" y="24056"/>
                </a:lnTo>
                <a:lnTo>
                  <a:pt x="4365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751" y="159799"/>
                </a:lnTo>
                <a:lnTo>
                  <a:pt x="38608" y="198183"/>
                </a:lnTo>
                <a:lnTo>
                  <a:pt x="67437" y="211709"/>
                </a:lnTo>
                <a:lnTo>
                  <a:pt x="70231" y="203073"/>
                </a:lnTo>
                <a:lnTo>
                  <a:pt x="58130" y="197739"/>
                </a:lnTo>
                <a:lnTo>
                  <a:pt x="47720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4" y="104775"/>
                </a:lnTo>
                <a:lnTo>
                  <a:pt x="26376" y="55375"/>
                </a:lnTo>
                <a:lnTo>
                  <a:pt x="47799" y="21288"/>
                </a:lnTo>
                <a:lnTo>
                  <a:pt x="70485" y="8509"/>
                </a:lnTo>
                <a:lnTo>
                  <a:pt x="6743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04" name="object 104"/>
          <p:cNvGrpSpPr/>
          <p:nvPr/>
        </p:nvGrpSpPr>
        <p:grpSpPr>
          <a:xfrm>
            <a:off x="691367" y="752475"/>
            <a:ext cx="2155190" cy="2030730"/>
            <a:chOff x="691367" y="752475"/>
            <a:chExt cx="2155190" cy="2030730"/>
          </a:xfrm>
        </p:grpSpPr>
        <p:pic>
          <p:nvPicPr>
            <p:cNvPr id="105" name="object 105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91367" y="776493"/>
              <a:ext cx="1900655" cy="2006600"/>
            </a:xfrm>
            <a:prstGeom prst="rect">
              <a:avLst/>
            </a:prstGeom>
          </p:spPr>
        </p:pic>
        <p:pic>
          <p:nvPicPr>
            <p:cNvPr id="106" name="object 106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1790699" y="752475"/>
              <a:ext cx="180975" cy="171450"/>
            </a:xfrm>
            <a:prstGeom prst="rect">
              <a:avLst/>
            </a:prstGeom>
          </p:spPr>
        </p:pic>
        <p:pic>
          <p:nvPicPr>
            <p:cNvPr id="107" name="object 107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962024" y="1514475"/>
              <a:ext cx="180975" cy="180975"/>
            </a:xfrm>
            <a:prstGeom prst="rect">
              <a:avLst/>
            </a:prstGeom>
          </p:spPr>
        </p:pic>
        <p:pic>
          <p:nvPicPr>
            <p:cNvPr id="108" name="object 108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2030729" y="853947"/>
              <a:ext cx="195706" cy="195834"/>
            </a:xfrm>
            <a:prstGeom prst="rect">
              <a:avLst/>
            </a:prstGeom>
          </p:spPr>
        </p:pic>
        <p:pic>
          <p:nvPicPr>
            <p:cNvPr id="109" name="object 109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1519301" y="879982"/>
              <a:ext cx="195706" cy="195833"/>
            </a:xfrm>
            <a:prstGeom prst="rect">
              <a:avLst/>
            </a:prstGeom>
          </p:spPr>
        </p:pic>
        <p:pic>
          <p:nvPicPr>
            <p:cNvPr id="110" name="object 11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1205585" y="1350518"/>
              <a:ext cx="195732" cy="195834"/>
            </a:xfrm>
            <a:prstGeom prst="rect">
              <a:avLst/>
            </a:prstGeom>
          </p:spPr>
        </p:pic>
        <p:pic>
          <p:nvPicPr>
            <p:cNvPr id="111" name="object 11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397759" y="1045718"/>
              <a:ext cx="195706" cy="195707"/>
            </a:xfrm>
            <a:prstGeom prst="rect">
              <a:avLst/>
            </a:prstGeom>
          </p:spPr>
        </p:pic>
        <p:pic>
          <p:nvPicPr>
            <p:cNvPr id="112" name="object 112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747012" y="1069466"/>
              <a:ext cx="195706" cy="195707"/>
            </a:xfrm>
            <a:prstGeom prst="rect">
              <a:avLst/>
            </a:prstGeom>
          </p:spPr>
        </p:pic>
        <p:pic>
          <p:nvPicPr>
            <p:cNvPr id="113" name="object 113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475356" y="1566163"/>
              <a:ext cx="195706" cy="195707"/>
            </a:xfrm>
            <a:prstGeom prst="rect">
              <a:avLst/>
            </a:prstGeom>
          </p:spPr>
        </p:pic>
        <p:pic>
          <p:nvPicPr>
            <p:cNvPr id="114" name="object 114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220848" y="1871217"/>
              <a:ext cx="195706" cy="195707"/>
            </a:xfrm>
            <a:prstGeom prst="rect">
              <a:avLst/>
            </a:prstGeom>
          </p:spPr>
        </p:pic>
        <p:pic>
          <p:nvPicPr>
            <p:cNvPr id="115" name="object 115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1954402" y="1858772"/>
              <a:ext cx="195834" cy="195706"/>
            </a:xfrm>
            <a:prstGeom prst="rect">
              <a:avLst/>
            </a:prstGeom>
          </p:spPr>
        </p:pic>
        <p:pic>
          <p:nvPicPr>
            <p:cNvPr id="116" name="object 116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1077912" y="811212"/>
              <a:ext cx="206375" cy="196850"/>
            </a:xfrm>
            <a:prstGeom prst="rect">
              <a:avLst/>
            </a:prstGeom>
          </p:spPr>
        </p:pic>
        <p:pic>
          <p:nvPicPr>
            <p:cNvPr id="117" name="object 11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1030287" y="1096962"/>
              <a:ext cx="196850" cy="206375"/>
            </a:xfrm>
            <a:prstGeom prst="rect">
              <a:avLst/>
            </a:prstGeom>
          </p:spPr>
        </p:pic>
        <p:pic>
          <p:nvPicPr>
            <p:cNvPr id="118" name="object 118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5962" y="1011237"/>
              <a:ext cx="206375" cy="206375"/>
            </a:xfrm>
            <a:prstGeom prst="rect">
              <a:avLst/>
            </a:prstGeom>
          </p:spPr>
        </p:pic>
        <p:pic>
          <p:nvPicPr>
            <p:cNvPr id="119" name="object 119"/>
            <p:cNvPicPr/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715962" y="1468437"/>
              <a:ext cx="206375" cy="206375"/>
            </a:xfrm>
            <a:prstGeom prst="rect">
              <a:avLst/>
            </a:prstGeom>
          </p:spPr>
        </p:pic>
        <p:pic>
          <p:nvPicPr>
            <p:cNvPr id="120" name="object 120"/>
            <p:cNvPicPr/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2182812" y="1639887"/>
              <a:ext cx="206375" cy="206375"/>
            </a:xfrm>
            <a:prstGeom prst="rect">
              <a:avLst/>
            </a:prstGeom>
          </p:spPr>
        </p:pic>
        <p:pic>
          <p:nvPicPr>
            <p:cNvPr id="121" name="object 121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1020762" y="1658937"/>
              <a:ext cx="206375" cy="206375"/>
            </a:xfrm>
            <a:prstGeom prst="rect">
              <a:avLst/>
            </a:prstGeom>
          </p:spPr>
        </p:pic>
        <p:pic>
          <p:nvPicPr>
            <p:cNvPr id="122" name="object 122"/>
            <p:cNvPicPr/>
            <p:nvPr/>
          </p:nvPicPr>
          <p:blipFill>
            <a:blip r:embed="rId38" cstate="print"/>
            <a:stretch>
              <a:fillRect/>
            </a:stretch>
          </p:blipFill>
          <p:spPr>
            <a:xfrm>
              <a:off x="1258887" y="2087562"/>
              <a:ext cx="206375" cy="206375"/>
            </a:xfrm>
            <a:prstGeom prst="rect">
              <a:avLst/>
            </a:prstGeom>
          </p:spPr>
        </p:pic>
        <p:pic>
          <p:nvPicPr>
            <p:cNvPr id="123" name="object 123"/>
            <p:cNvPicPr/>
            <p:nvPr/>
          </p:nvPicPr>
          <p:blipFill>
            <a:blip r:embed="rId39" cstate="print"/>
            <a:stretch>
              <a:fillRect/>
            </a:stretch>
          </p:blipFill>
          <p:spPr>
            <a:xfrm>
              <a:off x="1373187" y="2411412"/>
              <a:ext cx="196850" cy="206375"/>
            </a:xfrm>
            <a:prstGeom prst="rect">
              <a:avLst/>
            </a:prstGeom>
          </p:spPr>
        </p:pic>
        <p:pic>
          <p:nvPicPr>
            <p:cNvPr id="124" name="object 124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1020762" y="2363787"/>
              <a:ext cx="206375" cy="206375"/>
            </a:xfrm>
            <a:prstGeom prst="rect">
              <a:avLst/>
            </a:prstGeom>
          </p:spPr>
        </p:pic>
        <p:pic>
          <p:nvPicPr>
            <p:cNvPr id="125" name="object 125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1725612" y="2201862"/>
              <a:ext cx="206375" cy="206375"/>
            </a:xfrm>
            <a:prstGeom prst="rect">
              <a:avLst/>
            </a:prstGeom>
          </p:spPr>
        </p:pic>
        <p:pic>
          <p:nvPicPr>
            <p:cNvPr id="126" name="object 126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039937" y="2125662"/>
              <a:ext cx="206375" cy="206375"/>
            </a:xfrm>
            <a:prstGeom prst="rect">
              <a:avLst/>
            </a:prstGeom>
          </p:spPr>
        </p:pic>
        <p:pic>
          <p:nvPicPr>
            <p:cNvPr id="127" name="object 12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640012" y="2001837"/>
              <a:ext cx="206375" cy="206375"/>
            </a:xfrm>
            <a:prstGeom prst="rect">
              <a:avLst/>
            </a:prstGeom>
          </p:spPr>
        </p:pic>
        <p:pic>
          <p:nvPicPr>
            <p:cNvPr id="128" name="object 128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382837" y="2116137"/>
              <a:ext cx="206375" cy="206375"/>
            </a:xfrm>
            <a:prstGeom prst="rect">
              <a:avLst/>
            </a:prstGeom>
          </p:spPr>
        </p:pic>
        <p:pic>
          <p:nvPicPr>
            <p:cNvPr id="129" name="object 129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2039937" y="2430462"/>
              <a:ext cx="206375" cy="206375"/>
            </a:xfrm>
            <a:prstGeom prst="rect">
              <a:avLst/>
            </a:prstGeom>
          </p:spPr>
        </p:pic>
      </p:grpSp>
      <p:sp>
        <p:nvSpPr>
          <p:cNvPr id="130" name="object 130"/>
          <p:cNvSpPr txBox="1"/>
          <p:nvPr/>
        </p:nvSpPr>
        <p:spPr>
          <a:xfrm>
            <a:off x="976947" y="3398837"/>
            <a:ext cx="144589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819785" algn="l"/>
              </a:tabLst>
            </a:pPr>
            <a:r>
              <a:rPr dirty="0" sz="1800" spc="55">
                <a:latin typeface="Cambria Math"/>
                <a:cs typeface="Cambria Math"/>
              </a:rPr>
              <a:t>𝑓</a:t>
            </a:r>
            <a:r>
              <a:rPr dirty="0" baseline="-16460" sz="2025" spc="82">
                <a:latin typeface="Cambria Math"/>
                <a:cs typeface="Cambria Math"/>
              </a:rPr>
              <a:t>w,𝑏</a:t>
            </a:r>
            <a:r>
              <a:rPr dirty="0" baseline="-16460" sz="2025" spc="187">
                <a:latin typeface="Cambria Math"/>
                <a:cs typeface="Cambria Math"/>
              </a:rPr>
              <a:t>  </a:t>
            </a:r>
            <a:r>
              <a:rPr dirty="0" sz="1800" spc="-50">
                <a:latin typeface="Cambria Math"/>
                <a:cs typeface="Cambria Math"/>
              </a:rPr>
              <a:t>x</a:t>
            </a:r>
            <a:r>
              <a:rPr dirty="0" sz="1800">
                <a:latin typeface="Cambria Math"/>
                <a:cs typeface="Cambria Math"/>
              </a:rPr>
              <a:t>	=</a:t>
            </a:r>
            <a:r>
              <a:rPr dirty="0" sz="1800" spc="1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𝑔</a:t>
            </a:r>
            <a:r>
              <a:rPr dirty="0" sz="1800" spc="37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𝑧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1" name="object 131"/>
          <p:cNvSpPr txBox="1"/>
          <p:nvPr/>
        </p:nvSpPr>
        <p:spPr>
          <a:xfrm>
            <a:off x="492442" y="3764279"/>
            <a:ext cx="285496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Cambria Math"/>
                <a:cs typeface="Cambria Math"/>
              </a:rPr>
              <a:t>𝑔</a:t>
            </a:r>
            <a:r>
              <a:rPr dirty="0" sz="1800" spc="175"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is</a:t>
            </a:r>
            <a:r>
              <a:rPr dirty="0" sz="1800" spc="1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the</a:t>
            </a:r>
            <a:r>
              <a:rPr dirty="0" sz="1800" spc="3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sigmoid</a:t>
            </a:r>
            <a:r>
              <a:rPr dirty="0" sz="1800" spc="-15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function</a:t>
            </a:r>
            <a:endParaRPr sz="1800">
              <a:latin typeface="Verdana"/>
              <a:cs typeface="Verdana"/>
            </a:endParaRPr>
          </a:p>
        </p:txBody>
      </p:sp>
      <p:pic>
        <p:nvPicPr>
          <p:cNvPr id="132" name="object 132"/>
          <p:cNvPicPr/>
          <p:nvPr/>
        </p:nvPicPr>
        <p:blipFill>
          <a:blip r:embed="rId42" cstate="print"/>
          <a:stretch>
            <a:fillRect/>
          </a:stretch>
        </p:blipFill>
        <p:spPr>
          <a:xfrm>
            <a:off x="520623" y="4104868"/>
            <a:ext cx="1096721" cy="277609"/>
          </a:xfrm>
          <a:prstGeom prst="rect">
            <a:avLst/>
          </a:prstGeom>
        </p:spPr>
      </p:pic>
      <p:pic>
        <p:nvPicPr>
          <p:cNvPr id="133" name="object 133"/>
          <p:cNvPicPr/>
          <p:nvPr/>
        </p:nvPicPr>
        <p:blipFill>
          <a:blip r:embed="rId43" cstate="print"/>
          <a:stretch>
            <a:fillRect/>
          </a:stretch>
        </p:blipFill>
        <p:spPr>
          <a:xfrm>
            <a:off x="6838532" y="4187139"/>
            <a:ext cx="1086013" cy="253822"/>
          </a:xfrm>
          <a:prstGeom prst="rect">
            <a:avLst/>
          </a:prstGeom>
        </p:spPr>
      </p:pic>
      <p:pic>
        <p:nvPicPr>
          <p:cNvPr id="134" name="object 134"/>
          <p:cNvPicPr/>
          <p:nvPr/>
        </p:nvPicPr>
        <p:blipFill>
          <a:blip r:embed="rId44" cstate="print"/>
          <a:stretch>
            <a:fillRect/>
          </a:stretch>
        </p:blipFill>
        <p:spPr>
          <a:xfrm>
            <a:off x="3921898" y="4139006"/>
            <a:ext cx="93714" cy="279577"/>
          </a:xfrm>
          <a:prstGeom prst="rect">
            <a:avLst/>
          </a:prstGeom>
        </p:spPr>
      </p:pic>
      <p:pic>
        <p:nvPicPr>
          <p:cNvPr id="135" name="object 135"/>
          <p:cNvPicPr/>
          <p:nvPr/>
        </p:nvPicPr>
        <p:blipFill>
          <a:blip r:embed="rId45" cstate="print"/>
          <a:stretch>
            <a:fillRect/>
          </a:stretch>
        </p:blipFill>
        <p:spPr>
          <a:xfrm>
            <a:off x="4082775" y="4168254"/>
            <a:ext cx="348635" cy="183616"/>
          </a:xfrm>
          <a:prstGeom prst="rect">
            <a:avLst/>
          </a:prstGeom>
        </p:spPr>
      </p:pic>
      <p:pic>
        <p:nvPicPr>
          <p:cNvPr id="136" name="object 136"/>
          <p:cNvPicPr/>
          <p:nvPr/>
        </p:nvPicPr>
        <p:blipFill>
          <a:blip r:embed="rId46" cstate="print"/>
          <a:stretch>
            <a:fillRect/>
          </a:stretch>
        </p:blipFill>
        <p:spPr>
          <a:xfrm>
            <a:off x="4583183" y="4102290"/>
            <a:ext cx="739894" cy="336803"/>
          </a:xfrm>
          <a:prstGeom prst="rect">
            <a:avLst/>
          </a:prstGeom>
        </p:spPr>
      </p:pic>
      <p:pic>
        <p:nvPicPr>
          <p:cNvPr id="137" name="object 137"/>
          <p:cNvPicPr/>
          <p:nvPr/>
        </p:nvPicPr>
        <p:blipFill>
          <a:blip r:embed="rId47" cstate="print"/>
          <a:stretch>
            <a:fillRect/>
          </a:stretch>
        </p:blipFill>
        <p:spPr>
          <a:xfrm>
            <a:off x="1582800" y="3061716"/>
            <a:ext cx="336613" cy="334010"/>
          </a:xfrm>
          <a:prstGeom prst="rect">
            <a:avLst/>
          </a:prstGeom>
        </p:spPr>
      </p:pic>
      <p:pic>
        <p:nvPicPr>
          <p:cNvPr id="138" name="object 138"/>
          <p:cNvPicPr/>
          <p:nvPr/>
        </p:nvPicPr>
        <p:blipFill>
          <a:blip r:embed="rId48" cstate="print"/>
          <a:stretch>
            <a:fillRect/>
          </a:stretch>
        </p:blipFill>
        <p:spPr>
          <a:xfrm>
            <a:off x="2353055" y="3067430"/>
            <a:ext cx="344677" cy="341630"/>
          </a:xfrm>
          <a:prstGeom prst="rect">
            <a:avLst/>
          </a:prstGeom>
        </p:spPr>
      </p:pic>
      <p:pic>
        <p:nvPicPr>
          <p:cNvPr id="139" name="object 139"/>
          <p:cNvPicPr/>
          <p:nvPr/>
        </p:nvPicPr>
        <p:blipFill>
          <a:blip r:embed="rId49" cstate="print"/>
          <a:stretch>
            <a:fillRect/>
          </a:stretch>
        </p:blipFill>
        <p:spPr>
          <a:xfrm>
            <a:off x="4908041" y="3296030"/>
            <a:ext cx="382605" cy="381000"/>
          </a:xfrm>
          <a:prstGeom prst="rect">
            <a:avLst/>
          </a:prstGeom>
        </p:spPr>
      </p:pic>
      <p:pic>
        <p:nvPicPr>
          <p:cNvPr id="140" name="object 140"/>
          <p:cNvPicPr/>
          <p:nvPr/>
        </p:nvPicPr>
        <p:blipFill>
          <a:blip r:embed="rId50" cstate="print"/>
          <a:stretch>
            <a:fillRect/>
          </a:stretch>
        </p:blipFill>
        <p:spPr>
          <a:xfrm>
            <a:off x="4096003" y="3267583"/>
            <a:ext cx="599059" cy="676541"/>
          </a:xfrm>
          <a:prstGeom prst="rect">
            <a:avLst/>
          </a:prstGeom>
        </p:spPr>
      </p:pic>
      <p:pic>
        <p:nvPicPr>
          <p:cNvPr id="141" name="object 141"/>
          <p:cNvPicPr/>
          <p:nvPr/>
        </p:nvPicPr>
        <p:blipFill>
          <a:blip r:embed="rId51" cstate="print"/>
          <a:stretch>
            <a:fillRect/>
          </a:stretch>
        </p:blipFill>
        <p:spPr>
          <a:xfrm>
            <a:off x="7946770" y="3292094"/>
            <a:ext cx="644017" cy="778129"/>
          </a:xfrm>
          <a:prstGeom prst="rect">
            <a:avLst/>
          </a:prstGeom>
        </p:spPr>
      </p:pic>
      <p:pic>
        <p:nvPicPr>
          <p:cNvPr id="142" name="object 142"/>
          <p:cNvPicPr/>
          <p:nvPr/>
        </p:nvPicPr>
        <p:blipFill>
          <a:blip r:embed="rId52" cstate="print"/>
          <a:stretch>
            <a:fillRect/>
          </a:stretch>
        </p:blipFill>
        <p:spPr>
          <a:xfrm>
            <a:off x="6940168" y="3327527"/>
            <a:ext cx="619618" cy="659130"/>
          </a:xfrm>
          <a:prstGeom prst="rect">
            <a:avLst/>
          </a:prstGeom>
        </p:spPr>
      </p:pic>
      <p:pic>
        <p:nvPicPr>
          <p:cNvPr id="143" name="object 143"/>
          <p:cNvPicPr/>
          <p:nvPr/>
        </p:nvPicPr>
        <p:blipFill>
          <a:blip r:embed="rId53" cstate="print"/>
          <a:stretch>
            <a:fillRect/>
          </a:stretch>
        </p:blipFill>
        <p:spPr>
          <a:xfrm>
            <a:off x="2663317" y="4143679"/>
            <a:ext cx="611632" cy="208965"/>
          </a:xfrm>
          <a:prstGeom prst="rect">
            <a:avLst/>
          </a:prstGeom>
        </p:spPr>
      </p:pic>
      <p:pic>
        <p:nvPicPr>
          <p:cNvPr id="144" name="object 144"/>
          <p:cNvPicPr/>
          <p:nvPr/>
        </p:nvPicPr>
        <p:blipFill>
          <a:blip r:embed="rId54" cstate="print"/>
          <a:stretch>
            <a:fillRect/>
          </a:stretch>
        </p:blipFill>
        <p:spPr>
          <a:xfrm>
            <a:off x="2037714" y="4152976"/>
            <a:ext cx="511175" cy="293217"/>
          </a:xfrm>
          <a:prstGeom prst="rect">
            <a:avLst/>
          </a:prstGeom>
        </p:spPr>
      </p:pic>
      <p:grpSp>
        <p:nvGrpSpPr>
          <p:cNvPr id="145" name="object 145"/>
          <p:cNvGrpSpPr/>
          <p:nvPr/>
        </p:nvGrpSpPr>
        <p:grpSpPr>
          <a:xfrm>
            <a:off x="552526" y="838200"/>
            <a:ext cx="2241550" cy="2016125"/>
            <a:chOff x="552526" y="838200"/>
            <a:chExt cx="2241550" cy="2016125"/>
          </a:xfrm>
        </p:grpSpPr>
        <p:sp>
          <p:nvSpPr>
            <p:cNvPr id="146" name="object 146"/>
            <p:cNvSpPr/>
            <p:nvPr/>
          </p:nvSpPr>
          <p:spPr>
            <a:xfrm>
              <a:off x="1484121" y="1198499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6" y="0"/>
                  </a:moveTo>
                  <a:lnTo>
                    <a:pt x="1524" y="10667"/>
                  </a:lnTo>
                  <a:lnTo>
                    <a:pt x="74422" y="85089"/>
                  </a:lnTo>
                  <a:lnTo>
                    <a:pt x="0" y="157987"/>
                  </a:lnTo>
                  <a:lnTo>
                    <a:pt x="10794" y="168910"/>
                  </a:lnTo>
                  <a:lnTo>
                    <a:pt x="85090" y="96012"/>
                  </a:lnTo>
                  <a:lnTo>
                    <a:pt x="157988" y="170306"/>
                  </a:lnTo>
                  <a:lnTo>
                    <a:pt x="168909" y="159638"/>
                  </a:lnTo>
                  <a:lnTo>
                    <a:pt x="96012" y="85343"/>
                  </a:lnTo>
                  <a:lnTo>
                    <a:pt x="170434" y="12446"/>
                  </a:lnTo>
                  <a:lnTo>
                    <a:pt x="159639" y="1524"/>
                  </a:lnTo>
                  <a:lnTo>
                    <a:pt x="85343" y="74422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7" name="object 147"/>
            <p:cNvSpPr/>
            <p:nvPr/>
          </p:nvSpPr>
          <p:spPr>
            <a:xfrm>
              <a:off x="1484121" y="1198499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6" y="0"/>
                  </a:moveTo>
                  <a:lnTo>
                    <a:pt x="85343" y="74422"/>
                  </a:lnTo>
                  <a:lnTo>
                    <a:pt x="159639" y="1524"/>
                  </a:lnTo>
                  <a:lnTo>
                    <a:pt x="170434" y="12446"/>
                  </a:lnTo>
                  <a:lnTo>
                    <a:pt x="96012" y="85343"/>
                  </a:lnTo>
                  <a:lnTo>
                    <a:pt x="168909" y="159638"/>
                  </a:lnTo>
                  <a:lnTo>
                    <a:pt x="157988" y="170306"/>
                  </a:lnTo>
                  <a:lnTo>
                    <a:pt x="85090" y="96012"/>
                  </a:lnTo>
                  <a:lnTo>
                    <a:pt x="10794" y="168910"/>
                  </a:lnTo>
                  <a:lnTo>
                    <a:pt x="0" y="157987"/>
                  </a:lnTo>
                  <a:lnTo>
                    <a:pt x="74422" y="85089"/>
                  </a:lnTo>
                  <a:lnTo>
                    <a:pt x="1524" y="10667"/>
                  </a:lnTo>
                  <a:lnTo>
                    <a:pt x="12446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8" name="object 148"/>
            <p:cNvSpPr/>
            <p:nvPr/>
          </p:nvSpPr>
          <p:spPr>
            <a:xfrm>
              <a:off x="2043429" y="1160399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5" y="0"/>
                  </a:moveTo>
                  <a:lnTo>
                    <a:pt x="1524" y="10667"/>
                  </a:lnTo>
                  <a:lnTo>
                    <a:pt x="74421" y="85089"/>
                  </a:lnTo>
                  <a:lnTo>
                    <a:pt x="0" y="157987"/>
                  </a:lnTo>
                  <a:lnTo>
                    <a:pt x="10668" y="168910"/>
                  </a:lnTo>
                  <a:lnTo>
                    <a:pt x="85089" y="96012"/>
                  </a:lnTo>
                  <a:lnTo>
                    <a:pt x="157987" y="170306"/>
                  </a:lnTo>
                  <a:lnTo>
                    <a:pt x="168909" y="159638"/>
                  </a:lnTo>
                  <a:lnTo>
                    <a:pt x="96012" y="85216"/>
                  </a:lnTo>
                  <a:lnTo>
                    <a:pt x="170306" y="12318"/>
                  </a:lnTo>
                  <a:lnTo>
                    <a:pt x="159638" y="1397"/>
                  </a:lnTo>
                  <a:lnTo>
                    <a:pt x="85343" y="74295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9" name="object 149"/>
            <p:cNvSpPr/>
            <p:nvPr/>
          </p:nvSpPr>
          <p:spPr>
            <a:xfrm>
              <a:off x="2043429" y="1160399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5" y="0"/>
                  </a:moveTo>
                  <a:lnTo>
                    <a:pt x="85343" y="74295"/>
                  </a:lnTo>
                  <a:lnTo>
                    <a:pt x="159638" y="1397"/>
                  </a:lnTo>
                  <a:lnTo>
                    <a:pt x="170306" y="12318"/>
                  </a:lnTo>
                  <a:lnTo>
                    <a:pt x="96012" y="85216"/>
                  </a:lnTo>
                  <a:lnTo>
                    <a:pt x="168909" y="159638"/>
                  </a:lnTo>
                  <a:lnTo>
                    <a:pt x="157987" y="170306"/>
                  </a:lnTo>
                  <a:lnTo>
                    <a:pt x="85089" y="96012"/>
                  </a:lnTo>
                  <a:lnTo>
                    <a:pt x="10668" y="168910"/>
                  </a:lnTo>
                  <a:lnTo>
                    <a:pt x="0" y="157987"/>
                  </a:lnTo>
                  <a:lnTo>
                    <a:pt x="74421" y="85089"/>
                  </a:lnTo>
                  <a:lnTo>
                    <a:pt x="1524" y="10667"/>
                  </a:lnTo>
                  <a:lnTo>
                    <a:pt x="12445" y="0"/>
                  </a:lnTo>
                  <a:close/>
                </a:path>
              </a:pathLst>
            </a:custGeom>
            <a:ln w="25399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0" name="object 150"/>
            <p:cNvSpPr/>
            <p:nvPr/>
          </p:nvSpPr>
          <p:spPr>
            <a:xfrm>
              <a:off x="2208657" y="136321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5" y="0"/>
                  </a:moveTo>
                  <a:lnTo>
                    <a:pt x="1524" y="10795"/>
                  </a:lnTo>
                  <a:lnTo>
                    <a:pt x="74294" y="85090"/>
                  </a:lnTo>
                  <a:lnTo>
                    <a:pt x="0" y="157987"/>
                  </a:lnTo>
                  <a:lnTo>
                    <a:pt x="10668" y="168910"/>
                  </a:lnTo>
                  <a:lnTo>
                    <a:pt x="85090" y="96012"/>
                  </a:lnTo>
                  <a:lnTo>
                    <a:pt x="157987" y="170434"/>
                  </a:lnTo>
                  <a:lnTo>
                    <a:pt x="168910" y="159639"/>
                  </a:lnTo>
                  <a:lnTo>
                    <a:pt x="96012" y="85344"/>
                  </a:lnTo>
                  <a:lnTo>
                    <a:pt x="170306" y="12446"/>
                  </a:lnTo>
                  <a:lnTo>
                    <a:pt x="159638" y="1524"/>
                  </a:lnTo>
                  <a:lnTo>
                    <a:pt x="85343" y="74422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1" name="object 151"/>
            <p:cNvSpPr/>
            <p:nvPr/>
          </p:nvSpPr>
          <p:spPr>
            <a:xfrm>
              <a:off x="2208657" y="136321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5" y="0"/>
                  </a:moveTo>
                  <a:lnTo>
                    <a:pt x="85343" y="74422"/>
                  </a:lnTo>
                  <a:lnTo>
                    <a:pt x="159638" y="1524"/>
                  </a:lnTo>
                  <a:lnTo>
                    <a:pt x="170306" y="12446"/>
                  </a:lnTo>
                  <a:lnTo>
                    <a:pt x="96012" y="85344"/>
                  </a:lnTo>
                  <a:lnTo>
                    <a:pt x="168910" y="159639"/>
                  </a:lnTo>
                  <a:lnTo>
                    <a:pt x="157987" y="170434"/>
                  </a:lnTo>
                  <a:lnTo>
                    <a:pt x="85090" y="96012"/>
                  </a:lnTo>
                  <a:lnTo>
                    <a:pt x="10668" y="168910"/>
                  </a:lnTo>
                  <a:lnTo>
                    <a:pt x="0" y="157987"/>
                  </a:lnTo>
                  <a:lnTo>
                    <a:pt x="74294" y="85090"/>
                  </a:lnTo>
                  <a:lnTo>
                    <a:pt x="1524" y="10795"/>
                  </a:lnTo>
                  <a:lnTo>
                    <a:pt x="12445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2" name="object 152"/>
            <p:cNvSpPr/>
            <p:nvPr/>
          </p:nvSpPr>
          <p:spPr>
            <a:xfrm>
              <a:off x="1674876" y="136321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6" y="0"/>
                  </a:moveTo>
                  <a:lnTo>
                    <a:pt x="1524" y="10795"/>
                  </a:lnTo>
                  <a:lnTo>
                    <a:pt x="74422" y="85090"/>
                  </a:lnTo>
                  <a:lnTo>
                    <a:pt x="0" y="157987"/>
                  </a:lnTo>
                  <a:lnTo>
                    <a:pt x="10668" y="168910"/>
                  </a:lnTo>
                  <a:lnTo>
                    <a:pt x="85090" y="96012"/>
                  </a:lnTo>
                  <a:lnTo>
                    <a:pt x="157987" y="170434"/>
                  </a:lnTo>
                  <a:lnTo>
                    <a:pt x="168910" y="159639"/>
                  </a:lnTo>
                  <a:lnTo>
                    <a:pt x="96012" y="85344"/>
                  </a:lnTo>
                  <a:lnTo>
                    <a:pt x="170434" y="12446"/>
                  </a:lnTo>
                  <a:lnTo>
                    <a:pt x="159638" y="1524"/>
                  </a:lnTo>
                  <a:lnTo>
                    <a:pt x="85343" y="74422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3" name="object 153"/>
            <p:cNvSpPr/>
            <p:nvPr/>
          </p:nvSpPr>
          <p:spPr>
            <a:xfrm>
              <a:off x="1674876" y="1363218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6" y="0"/>
                  </a:moveTo>
                  <a:lnTo>
                    <a:pt x="85343" y="74422"/>
                  </a:lnTo>
                  <a:lnTo>
                    <a:pt x="159638" y="1524"/>
                  </a:lnTo>
                  <a:lnTo>
                    <a:pt x="170434" y="12446"/>
                  </a:lnTo>
                  <a:lnTo>
                    <a:pt x="96012" y="85344"/>
                  </a:lnTo>
                  <a:lnTo>
                    <a:pt x="168910" y="159639"/>
                  </a:lnTo>
                  <a:lnTo>
                    <a:pt x="157987" y="170434"/>
                  </a:lnTo>
                  <a:lnTo>
                    <a:pt x="85090" y="96012"/>
                  </a:lnTo>
                  <a:lnTo>
                    <a:pt x="10668" y="168910"/>
                  </a:lnTo>
                  <a:lnTo>
                    <a:pt x="0" y="157987"/>
                  </a:lnTo>
                  <a:lnTo>
                    <a:pt x="74422" y="85090"/>
                  </a:lnTo>
                  <a:lnTo>
                    <a:pt x="1524" y="10795"/>
                  </a:lnTo>
                  <a:lnTo>
                    <a:pt x="12446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4" name="object 154"/>
            <p:cNvSpPr/>
            <p:nvPr/>
          </p:nvSpPr>
          <p:spPr>
            <a:xfrm>
              <a:off x="1953259" y="1426209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318" y="0"/>
                  </a:moveTo>
                  <a:lnTo>
                    <a:pt x="1396" y="10794"/>
                  </a:lnTo>
                  <a:lnTo>
                    <a:pt x="74294" y="85089"/>
                  </a:lnTo>
                  <a:lnTo>
                    <a:pt x="0" y="157987"/>
                  </a:lnTo>
                  <a:lnTo>
                    <a:pt x="10667" y="168910"/>
                  </a:lnTo>
                  <a:lnTo>
                    <a:pt x="84962" y="96012"/>
                  </a:lnTo>
                  <a:lnTo>
                    <a:pt x="157860" y="170434"/>
                  </a:lnTo>
                  <a:lnTo>
                    <a:pt x="168782" y="159638"/>
                  </a:lnTo>
                  <a:lnTo>
                    <a:pt x="95884" y="85343"/>
                  </a:lnTo>
                  <a:lnTo>
                    <a:pt x="170306" y="12445"/>
                  </a:lnTo>
                  <a:lnTo>
                    <a:pt x="159638" y="1524"/>
                  </a:lnTo>
                  <a:lnTo>
                    <a:pt x="85216" y="74422"/>
                  </a:lnTo>
                  <a:lnTo>
                    <a:pt x="12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5" name="object 155"/>
            <p:cNvSpPr/>
            <p:nvPr/>
          </p:nvSpPr>
          <p:spPr>
            <a:xfrm>
              <a:off x="1953259" y="1426209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318" y="0"/>
                  </a:moveTo>
                  <a:lnTo>
                    <a:pt x="85216" y="74422"/>
                  </a:lnTo>
                  <a:lnTo>
                    <a:pt x="159638" y="1524"/>
                  </a:lnTo>
                  <a:lnTo>
                    <a:pt x="170306" y="12445"/>
                  </a:lnTo>
                  <a:lnTo>
                    <a:pt x="95884" y="85343"/>
                  </a:lnTo>
                  <a:lnTo>
                    <a:pt x="168782" y="159638"/>
                  </a:lnTo>
                  <a:lnTo>
                    <a:pt x="157860" y="170434"/>
                  </a:lnTo>
                  <a:lnTo>
                    <a:pt x="84962" y="96012"/>
                  </a:lnTo>
                  <a:lnTo>
                    <a:pt x="10667" y="168910"/>
                  </a:lnTo>
                  <a:lnTo>
                    <a:pt x="0" y="157987"/>
                  </a:lnTo>
                  <a:lnTo>
                    <a:pt x="74294" y="85089"/>
                  </a:lnTo>
                  <a:lnTo>
                    <a:pt x="1396" y="10794"/>
                  </a:lnTo>
                  <a:lnTo>
                    <a:pt x="12318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6" name="object 156"/>
            <p:cNvSpPr/>
            <p:nvPr/>
          </p:nvSpPr>
          <p:spPr>
            <a:xfrm>
              <a:off x="1358900" y="168084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4">
                  <a:moveTo>
                    <a:pt x="12318" y="0"/>
                  </a:moveTo>
                  <a:lnTo>
                    <a:pt x="1396" y="10794"/>
                  </a:lnTo>
                  <a:lnTo>
                    <a:pt x="74294" y="85089"/>
                  </a:lnTo>
                  <a:lnTo>
                    <a:pt x="0" y="157987"/>
                  </a:lnTo>
                  <a:lnTo>
                    <a:pt x="10668" y="168909"/>
                  </a:lnTo>
                  <a:lnTo>
                    <a:pt x="84962" y="96012"/>
                  </a:lnTo>
                  <a:lnTo>
                    <a:pt x="157861" y="170433"/>
                  </a:lnTo>
                  <a:lnTo>
                    <a:pt x="168783" y="159638"/>
                  </a:lnTo>
                  <a:lnTo>
                    <a:pt x="95884" y="85343"/>
                  </a:lnTo>
                  <a:lnTo>
                    <a:pt x="170306" y="12445"/>
                  </a:lnTo>
                  <a:lnTo>
                    <a:pt x="159638" y="1524"/>
                  </a:lnTo>
                  <a:lnTo>
                    <a:pt x="85216" y="74421"/>
                  </a:lnTo>
                  <a:lnTo>
                    <a:pt x="12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7" name="object 157"/>
            <p:cNvSpPr/>
            <p:nvPr/>
          </p:nvSpPr>
          <p:spPr>
            <a:xfrm>
              <a:off x="1358900" y="168084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5" h="170814">
                  <a:moveTo>
                    <a:pt x="12318" y="0"/>
                  </a:moveTo>
                  <a:lnTo>
                    <a:pt x="85216" y="74421"/>
                  </a:lnTo>
                  <a:lnTo>
                    <a:pt x="159638" y="1524"/>
                  </a:lnTo>
                  <a:lnTo>
                    <a:pt x="170306" y="12445"/>
                  </a:lnTo>
                  <a:lnTo>
                    <a:pt x="95884" y="85343"/>
                  </a:lnTo>
                  <a:lnTo>
                    <a:pt x="168783" y="159638"/>
                  </a:lnTo>
                  <a:lnTo>
                    <a:pt x="157861" y="170433"/>
                  </a:lnTo>
                  <a:lnTo>
                    <a:pt x="84962" y="96012"/>
                  </a:lnTo>
                  <a:lnTo>
                    <a:pt x="10668" y="168909"/>
                  </a:lnTo>
                  <a:lnTo>
                    <a:pt x="0" y="157987"/>
                  </a:lnTo>
                  <a:lnTo>
                    <a:pt x="74294" y="85089"/>
                  </a:lnTo>
                  <a:lnTo>
                    <a:pt x="1396" y="10794"/>
                  </a:lnTo>
                  <a:lnTo>
                    <a:pt x="12318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8" name="object 158"/>
            <p:cNvSpPr/>
            <p:nvPr/>
          </p:nvSpPr>
          <p:spPr>
            <a:xfrm>
              <a:off x="1546987" y="1870836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318" y="0"/>
                  </a:moveTo>
                  <a:lnTo>
                    <a:pt x="1396" y="10667"/>
                  </a:lnTo>
                  <a:lnTo>
                    <a:pt x="74294" y="85089"/>
                  </a:lnTo>
                  <a:lnTo>
                    <a:pt x="0" y="157861"/>
                  </a:lnTo>
                  <a:lnTo>
                    <a:pt x="10668" y="168782"/>
                  </a:lnTo>
                  <a:lnTo>
                    <a:pt x="84962" y="96012"/>
                  </a:lnTo>
                  <a:lnTo>
                    <a:pt x="157861" y="170306"/>
                  </a:lnTo>
                  <a:lnTo>
                    <a:pt x="168782" y="159638"/>
                  </a:lnTo>
                  <a:lnTo>
                    <a:pt x="95885" y="85217"/>
                  </a:lnTo>
                  <a:lnTo>
                    <a:pt x="170306" y="12318"/>
                  </a:lnTo>
                  <a:lnTo>
                    <a:pt x="159638" y="1397"/>
                  </a:lnTo>
                  <a:lnTo>
                    <a:pt x="85217" y="74294"/>
                  </a:lnTo>
                  <a:lnTo>
                    <a:pt x="12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9" name="object 159"/>
            <p:cNvSpPr/>
            <p:nvPr/>
          </p:nvSpPr>
          <p:spPr>
            <a:xfrm>
              <a:off x="1546987" y="1870836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318" y="0"/>
                  </a:moveTo>
                  <a:lnTo>
                    <a:pt x="85217" y="74294"/>
                  </a:lnTo>
                  <a:lnTo>
                    <a:pt x="159638" y="1397"/>
                  </a:lnTo>
                  <a:lnTo>
                    <a:pt x="170306" y="12318"/>
                  </a:lnTo>
                  <a:lnTo>
                    <a:pt x="95885" y="85217"/>
                  </a:lnTo>
                  <a:lnTo>
                    <a:pt x="168782" y="159638"/>
                  </a:lnTo>
                  <a:lnTo>
                    <a:pt x="157861" y="170306"/>
                  </a:lnTo>
                  <a:lnTo>
                    <a:pt x="84962" y="96012"/>
                  </a:lnTo>
                  <a:lnTo>
                    <a:pt x="10668" y="168782"/>
                  </a:lnTo>
                  <a:lnTo>
                    <a:pt x="0" y="157861"/>
                  </a:lnTo>
                  <a:lnTo>
                    <a:pt x="74294" y="85089"/>
                  </a:lnTo>
                  <a:lnTo>
                    <a:pt x="1396" y="10667"/>
                  </a:lnTo>
                  <a:lnTo>
                    <a:pt x="12318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0" name="object 160"/>
            <p:cNvSpPr/>
            <p:nvPr/>
          </p:nvSpPr>
          <p:spPr>
            <a:xfrm>
              <a:off x="733425" y="1676400"/>
              <a:ext cx="1076325" cy="571500"/>
            </a:xfrm>
            <a:custGeom>
              <a:avLst/>
              <a:gdLst/>
              <a:ahLst/>
              <a:cxnLst/>
              <a:rect l="l" t="t" r="r" b="b"/>
              <a:pathLst>
                <a:path w="1076325" h="571500">
                  <a:moveTo>
                    <a:pt x="904875" y="80899"/>
                  </a:moveTo>
                  <a:lnTo>
                    <a:pt x="911607" y="49399"/>
                  </a:lnTo>
                  <a:lnTo>
                    <a:pt x="929973" y="23685"/>
                  </a:lnTo>
                  <a:lnTo>
                    <a:pt x="957220" y="6353"/>
                  </a:lnTo>
                  <a:lnTo>
                    <a:pt x="990600" y="0"/>
                  </a:lnTo>
                  <a:lnTo>
                    <a:pt x="1023979" y="6353"/>
                  </a:lnTo>
                  <a:lnTo>
                    <a:pt x="1051226" y="23685"/>
                  </a:lnTo>
                  <a:lnTo>
                    <a:pt x="1069592" y="49399"/>
                  </a:lnTo>
                  <a:lnTo>
                    <a:pt x="1076325" y="80899"/>
                  </a:lnTo>
                  <a:lnTo>
                    <a:pt x="1069592" y="112472"/>
                  </a:lnTo>
                  <a:lnTo>
                    <a:pt x="1051226" y="138223"/>
                  </a:lnTo>
                  <a:lnTo>
                    <a:pt x="1023979" y="155569"/>
                  </a:lnTo>
                  <a:lnTo>
                    <a:pt x="990600" y="161925"/>
                  </a:lnTo>
                  <a:lnTo>
                    <a:pt x="957220" y="155569"/>
                  </a:lnTo>
                  <a:lnTo>
                    <a:pt x="929973" y="138223"/>
                  </a:lnTo>
                  <a:lnTo>
                    <a:pt x="911607" y="112472"/>
                  </a:lnTo>
                  <a:lnTo>
                    <a:pt x="904875" y="80899"/>
                  </a:lnTo>
                  <a:close/>
                </a:path>
                <a:path w="1076325" h="571500">
                  <a:moveTo>
                    <a:pt x="0" y="276225"/>
                  </a:moveTo>
                  <a:lnTo>
                    <a:pt x="6736" y="242845"/>
                  </a:lnTo>
                  <a:lnTo>
                    <a:pt x="25107" y="215598"/>
                  </a:lnTo>
                  <a:lnTo>
                    <a:pt x="52356" y="197232"/>
                  </a:lnTo>
                  <a:lnTo>
                    <a:pt x="85725" y="190500"/>
                  </a:lnTo>
                  <a:lnTo>
                    <a:pt x="119093" y="197232"/>
                  </a:lnTo>
                  <a:lnTo>
                    <a:pt x="146342" y="215598"/>
                  </a:lnTo>
                  <a:lnTo>
                    <a:pt x="164713" y="242845"/>
                  </a:lnTo>
                  <a:lnTo>
                    <a:pt x="171450" y="276225"/>
                  </a:lnTo>
                  <a:lnTo>
                    <a:pt x="164713" y="309604"/>
                  </a:lnTo>
                  <a:lnTo>
                    <a:pt x="146342" y="336851"/>
                  </a:lnTo>
                  <a:lnTo>
                    <a:pt x="119093" y="355217"/>
                  </a:lnTo>
                  <a:lnTo>
                    <a:pt x="85725" y="361950"/>
                  </a:lnTo>
                  <a:lnTo>
                    <a:pt x="52356" y="355217"/>
                  </a:lnTo>
                  <a:lnTo>
                    <a:pt x="25107" y="336851"/>
                  </a:lnTo>
                  <a:lnTo>
                    <a:pt x="6736" y="309604"/>
                  </a:lnTo>
                  <a:lnTo>
                    <a:pt x="0" y="276225"/>
                  </a:lnTo>
                  <a:close/>
                </a:path>
                <a:path w="1076325" h="571500">
                  <a:moveTo>
                    <a:pt x="219075" y="485775"/>
                  </a:moveTo>
                  <a:lnTo>
                    <a:pt x="225811" y="452395"/>
                  </a:lnTo>
                  <a:lnTo>
                    <a:pt x="244182" y="425148"/>
                  </a:lnTo>
                  <a:lnTo>
                    <a:pt x="271431" y="406782"/>
                  </a:lnTo>
                  <a:lnTo>
                    <a:pt x="304800" y="400050"/>
                  </a:lnTo>
                  <a:lnTo>
                    <a:pt x="338168" y="406782"/>
                  </a:lnTo>
                  <a:lnTo>
                    <a:pt x="365417" y="425148"/>
                  </a:lnTo>
                  <a:lnTo>
                    <a:pt x="383788" y="452395"/>
                  </a:lnTo>
                  <a:lnTo>
                    <a:pt x="390525" y="485775"/>
                  </a:lnTo>
                  <a:lnTo>
                    <a:pt x="383788" y="519154"/>
                  </a:lnTo>
                  <a:lnTo>
                    <a:pt x="365417" y="546401"/>
                  </a:lnTo>
                  <a:lnTo>
                    <a:pt x="338168" y="564767"/>
                  </a:lnTo>
                  <a:lnTo>
                    <a:pt x="304800" y="571500"/>
                  </a:lnTo>
                  <a:lnTo>
                    <a:pt x="271431" y="564767"/>
                  </a:lnTo>
                  <a:lnTo>
                    <a:pt x="244182" y="546401"/>
                  </a:lnTo>
                  <a:lnTo>
                    <a:pt x="225811" y="519154"/>
                  </a:lnTo>
                  <a:lnTo>
                    <a:pt x="219075" y="485775"/>
                  </a:lnTo>
                  <a:close/>
                </a:path>
              </a:pathLst>
            </a:custGeom>
            <a:ln w="349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1" name="object 161"/>
            <p:cNvSpPr/>
            <p:nvPr/>
          </p:nvSpPr>
          <p:spPr>
            <a:xfrm>
              <a:off x="552526" y="838199"/>
              <a:ext cx="2241550" cy="2016125"/>
            </a:xfrm>
            <a:custGeom>
              <a:avLst/>
              <a:gdLst/>
              <a:ahLst/>
              <a:cxnLst/>
              <a:rect l="l" t="t" r="r" b="b"/>
              <a:pathLst>
                <a:path w="2241550" h="2016125">
                  <a:moveTo>
                    <a:pt x="2241219" y="1876425"/>
                  </a:moveTo>
                  <a:lnTo>
                    <a:pt x="2218347" y="1857375"/>
                  </a:lnTo>
                  <a:lnTo>
                    <a:pt x="2109393" y="1766570"/>
                  </a:lnTo>
                  <a:lnTo>
                    <a:pt x="2102713" y="1762975"/>
                  </a:lnTo>
                  <a:lnTo>
                    <a:pt x="2078228" y="1782914"/>
                  </a:lnTo>
                  <a:lnTo>
                    <a:pt x="2080247" y="1789899"/>
                  </a:lnTo>
                  <a:lnTo>
                    <a:pt x="2085009" y="1795780"/>
                  </a:lnTo>
                  <a:lnTo>
                    <a:pt x="2158923" y="1857375"/>
                  </a:lnTo>
                  <a:lnTo>
                    <a:pt x="133273" y="1857375"/>
                  </a:lnTo>
                  <a:lnTo>
                    <a:pt x="133273" y="82334"/>
                  </a:lnTo>
                  <a:lnTo>
                    <a:pt x="194843" y="156210"/>
                  </a:lnTo>
                  <a:lnTo>
                    <a:pt x="200736" y="160972"/>
                  </a:lnTo>
                  <a:lnTo>
                    <a:pt x="207746" y="162991"/>
                  </a:lnTo>
                  <a:lnTo>
                    <a:pt x="215011" y="162229"/>
                  </a:lnTo>
                  <a:lnTo>
                    <a:pt x="221665" y="158623"/>
                  </a:lnTo>
                  <a:lnTo>
                    <a:pt x="226402" y="152742"/>
                  </a:lnTo>
                  <a:lnTo>
                    <a:pt x="228447" y="145757"/>
                  </a:lnTo>
                  <a:lnTo>
                    <a:pt x="227698" y="138506"/>
                  </a:lnTo>
                  <a:lnTo>
                    <a:pt x="224104" y="131826"/>
                  </a:lnTo>
                  <a:lnTo>
                    <a:pt x="138988" y="29718"/>
                  </a:lnTo>
                  <a:lnTo>
                    <a:pt x="114223" y="0"/>
                  </a:lnTo>
                  <a:lnTo>
                    <a:pt x="4343" y="131826"/>
                  </a:lnTo>
                  <a:lnTo>
                    <a:pt x="736" y="138506"/>
                  </a:lnTo>
                  <a:lnTo>
                    <a:pt x="0" y="145757"/>
                  </a:lnTo>
                  <a:lnTo>
                    <a:pt x="2032" y="152742"/>
                  </a:lnTo>
                  <a:lnTo>
                    <a:pt x="6781" y="158623"/>
                  </a:lnTo>
                  <a:lnTo>
                    <a:pt x="13423" y="162229"/>
                  </a:lnTo>
                  <a:lnTo>
                    <a:pt x="20688" y="162991"/>
                  </a:lnTo>
                  <a:lnTo>
                    <a:pt x="27698" y="160972"/>
                  </a:lnTo>
                  <a:lnTo>
                    <a:pt x="33604" y="156210"/>
                  </a:lnTo>
                  <a:lnTo>
                    <a:pt x="95173" y="82334"/>
                  </a:lnTo>
                  <a:lnTo>
                    <a:pt x="95173" y="1857375"/>
                  </a:lnTo>
                  <a:lnTo>
                    <a:pt x="9448" y="1857375"/>
                  </a:lnTo>
                  <a:lnTo>
                    <a:pt x="9448" y="1895475"/>
                  </a:lnTo>
                  <a:lnTo>
                    <a:pt x="95173" y="1895475"/>
                  </a:lnTo>
                  <a:lnTo>
                    <a:pt x="95173" y="2015998"/>
                  </a:lnTo>
                  <a:lnTo>
                    <a:pt x="133273" y="2015998"/>
                  </a:lnTo>
                  <a:lnTo>
                    <a:pt x="133273" y="1895475"/>
                  </a:lnTo>
                  <a:lnTo>
                    <a:pt x="2158923" y="1895475"/>
                  </a:lnTo>
                  <a:lnTo>
                    <a:pt x="2085009" y="1957070"/>
                  </a:lnTo>
                  <a:lnTo>
                    <a:pt x="2080247" y="1962962"/>
                  </a:lnTo>
                  <a:lnTo>
                    <a:pt x="2078228" y="1969947"/>
                  </a:lnTo>
                  <a:lnTo>
                    <a:pt x="2078990" y="1977199"/>
                  </a:lnTo>
                  <a:lnTo>
                    <a:pt x="2082596" y="1983867"/>
                  </a:lnTo>
                  <a:lnTo>
                    <a:pt x="2088476" y="1988629"/>
                  </a:lnTo>
                  <a:lnTo>
                    <a:pt x="2095461" y="1990648"/>
                  </a:lnTo>
                  <a:lnTo>
                    <a:pt x="2102713" y="1989886"/>
                  </a:lnTo>
                  <a:lnTo>
                    <a:pt x="2109393" y="1986280"/>
                  </a:lnTo>
                  <a:lnTo>
                    <a:pt x="2218347" y="1895475"/>
                  </a:lnTo>
                  <a:lnTo>
                    <a:pt x="2241219" y="18764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62" name="object 162"/>
          <p:cNvPicPr/>
          <p:nvPr/>
        </p:nvPicPr>
        <p:blipFill>
          <a:blip r:embed="rId55" cstate="print"/>
          <a:stretch>
            <a:fillRect/>
          </a:stretch>
        </p:blipFill>
        <p:spPr>
          <a:xfrm>
            <a:off x="2400300" y="3495675"/>
            <a:ext cx="304800" cy="200025"/>
          </a:xfrm>
          <a:prstGeom prst="rect">
            <a:avLst/>
          </a:prstGeom>
        </p:spPr>
      </p:pic>
      <p:pic>
        <p:nvPicPr>
          <p:cNvPr id="163" name="object 163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4038600" y="3162300"/>
            <a:ext cx="180975" cy="180975"/>
          </a:xfrm>
          <a:prstGeom prst="rect">
            <a:avLst/>
          </a:prstGeom>
        </p:spPr>
      </p:pic>
      <p:pic>
        <p:nvPicPr>
          <p:cNvPr id="164" name="object 164"/>
          <p:cNvPicPr/>
          <p:nvPr/>
        </p:nvPicPr>
        <p:blipFill>
          <a:blip r:embed="rId56" cstate="print"/>
          <a:stretch>
            <a:fillRect/>
          </a:stretch>
        </p:blipFill>
        <p:spPr>
          <a:xfrm>
            <a:off x="6724650" y="3200400"/>
            <a:ext cx="180975" cy="180975"/>
          </a:xfrm>
          <a:prstGeom prst="rect">
            <a:avLst/>
          </a:prstGeom>
        </p:spPr>
      </p:pic>
      <p:sp>
        <p:nvSpPr>
          <p:cNvPr id="165" name="object 16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5503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950">
                <a:solidFill>
                  <a:srgbClr val="000000"/>
                </a:solidFill>
              </a:rPr>
              <a:t>Addressing</a:t>
            </a:r>
            <a:r>
              <a:rPr dirty="0" sz="3950" spc="135">
                <a:solidFill>
                  <a:srgbClr val="000000"/>
                </a:solidFill>
              </a:rPr>
              <a:t> </a:t>
            </a:r>
            <a:r>
              <a:rPr dirty="0" sz="3950" spc="-10">
                <a:solidFill>
                  <a:srgbClr val="000000"/>
                </a:solidFill>
              </a:rPr>
              <a:t>Overfitting</a:t>
            </a:r>
            <a:endParaRPr sz="395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50800" marR="5080" indent="228600">
              <a:lnSpc>
                <a:spcPct val="101000"/>
              </a:lnSpc>
              <a:spcBef>
                <a:spcPts val="80"/>
              </a:spcBef>
            </a:pPr>
            <a:r>
              <a:rPr dirty="0" sz="4400">
                <a:solidFill>
                  <a:srgbClr val="0070EA"/>
                </a:solidFill>
              </a:rPr>
              <a:t>Regularization</a:t>
            </a:r>
            <a:r>
              <a:rPr dirty="0" sz="4400" spc="-210">
                <a:solidFill>
                  <a:srgbClr val="0070EA"/>
                </a:solidFill>
              </a:rPr>
              <a:t> </a:t>
            </a:r>
            <a:r>
              <a:rPr dirty="0" sz="4400" spc="-25">
                <a:solidFill>
                  <a:srgbClr val="0070EA"/>
                </a:solidFill>
              </a:rPr>
              <a:t>to </a:t>
            </a:r>
            <a:r>
              <a:rPr dirty="0" sz="4400">
                <a:solidFill>
                  <a:srgbClr val="0070EA"/>
                </a:solidFill>
              </a:rPr>
              <a:t>Reduce</a:t>
            </a:r>
            <a:r>
              <a:rPr dirty="0" sz="4400" spc="-100">
                <a:solidFill>
                  <a:srgbClr val="0070EA"/>
                </a:solidFill>
              </a:rPr>
              <a:t> </a:t>
            </a:r>
            <a:r>
              <a:rPr dirty="0" sz="4400" spc="-10">
                <a:solidFill>
                  <a:srgbClr val="0070EA"/>
                </a:solidFill>
              </a:rPr>
              <a:t>Overfitting</a:t>
            </a:r>
            <a:endParaRPr sz="44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232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05"/>
              </a:spcBef>
            </a:pPr>
            <a:r>
              <a:rPr dirty="0"/>
              <a:t>Collect</a:t>
            </a:r>
            <a:r>
              <a:rPr dirty="0" spc="-114"/>
              <a:t> </a:t>
            </a:r>
            <a:r>
              <a:rPr dirty="0"/>
              <a:t>more</a:t>
            </a:r>
            <a:r>
              <a:rPr dirty="0" spc="35"/>
              <a:t> </a:t>
            </a:r>
            <a:r>
              <a:rPr dirty="0"/>
              <a:t>training</a:t>
            </a:r>
            <a:r>
              <a:rPr dirty="0" spc="-125"/>
              <a:t> </a:t>
            </a:r>
            <a:r>
              <a:rPr dirty="0" spc="-10"/>
              <a:t>examples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1371" y="2481674"/>
            <a:ext cx="269240" cy="51752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0">
                <a:latin typeface="Verdana"/>
                <a:cs typeface="Verdana"/>
              </a:rPr>
              <a:t>price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75789" y="3779520"/>
            <a:ext cx="4127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20">
                <a:latin typeface="Verdana"/>
                <a:cs typeface="Verdana"/>
              </a:rPr>
              <a:t>size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04850" y="1562100"/>
            <a:ext cx="2746375" cy="2341880"/>
            <a:chOff x="704850" y="1562100"/>
            <a:chExt cx="2746375" cy="2341880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79535" y="1849120"/>
              <a:ext cx="2571308" cy="1752599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704850" y="1562099"/>
              <a:ext cx="2592070" cy="2341880"/>
            </a:xfrm>
            <a:custGeom>
              <a:avLst/>
              <a:gdLst/>
              <a:ahLst/>
              <a:cxnLst/>
              <a:rect l="l" t="t" r="r" b="b"/>
              <a:pathLst>
                <a:path w="2592070" h="2341879">
                  <a:moveTo>
                    <a:pt x="2592070" y="2181225"/>
                  </a:moveTo>
                  <a:lnTo>
                    <a:pt x="2569184" y="2162175"/>
                  </a:lnTo>
                  <a:lnTo>
                    <a:pt x="2460117" y="2071370"/>
                  </a:lnTo>
                  <a:lnTo>
                    <a:pt x="2453500" y="2067775"/>
                  </a:lnTo>
                  <a:lnTo>
                    <a:pt x="2429002" y="2087714"/>
                  </a:lnTo>
                  <a:lnTo>
                    <a:pt x="2431034" y="2094699"/>
                  </a:lnTo>
                  <a:lnTo>
                    <a:pt x="2435733" y="2100580"/>
                  </a:lnTo>
                  <a:lnTo>
                    <a:pt x="2509647" y="2162175"/>
                  </a:lnTo>
                  <a:lnTo>
                    <a:pt x="161925" y="2162175"/>
                  </a:lnTo>
                  <a:lnTo>
                    <a:pt x="161925" y="82334"/>
                  </a:lnTo>
                  <a:lnTo>
                    <a:pt x="223494" y="156210"/>
                  </a:lnTo>
                  <a:lnTo>
                    <a:pt x="229387" y="160972"/>
                  </a:lnTo>
                  <a:lnTo>
                    <a:pt x="236397" y="162991"/>
                  </a:lnTo>
                  <a:lnTo>
                    <a:pt x="243662" y="162229"/>
                  </a:lnTo>
                  <a:lnTo>
                    <a:pt x="250317" y="158623"/>
                  </a:lnTo>
                  <a:lnTo>
                    <a:pt x="255054" y="152742"/>
                  </a:lnTo>
                  <a:lnTo>
                    <a:pt x="257098" y="145757"/>
                  </a:lnTo>
                  <a:lnTo>
                    <a:pt x="256349" y="138506"/>
                  </a:lnTo>
                  <a:lnTo>
                    <a:pt x="252755" y="131826"/>
                  </a:lnTo>
                  <a:lnTo>
                    <a:pt x="167640" y="29718"/>
                  </a:lnTo>
                  <a:lnTo>
                    <a:pt x="142875" y="0"/>
                  </a:lnTo>
                  <a:lnTo>
                    <a:pt x="32994" y="131826"/>
                  </a:lnTo>
                  <a:lnTo>
                    <a:pt x="29387" y="138506"/>
                  </a:lnTo>
                  <a:lnTo>
                    <a:pt x="28651" y="145757"/>
                  </a:lnTo>
                  <a:lnTo>
                    <a:pt x="30683" y="152742"/>
                  </a:lnTo>
                  <a:lnTo>
                    <a:pt x="35433" y="158623"/>
                  </a:lnTo>
                  <a:lnTo>
                    <a:pt x="42075" y="162229"/>
                  </a:lnTo>
                  <a:lnTo>
                    <a:pt x="49339" y="162991"/>
                  </a:lnTo>
                  <a:lnTo>
                    <a:pt x="56349" y="160972"/>
                  </a:lnTo>
                  <a:lnTo>
                    <a:pt x="62255" y="156210"/>
                  </a:lnTo>
                  <a:lnTo>
                    <a:pt x="123825" y="82334"/>
                  </a:lnTo>
                  <a:lnTo>
                    <a:pt x="123825" y="2162175"/>
                  </a:lnTo>
                  <a:lnTo>
                    <a:pt x="0" y="2162175"/>
                  </a:lnTo>
                  <a:lnTo>
                    <a:pt x="0" y="2200275"/>
                  </a:lnTo>
                  <a:lnTo>
                    <a:pt x="123825" y="2200275"/>
                  </a:lnTo>
                  <a:lnTo>
                    <a:pt x="123825" y="2341410"/>
                  </a:lnTo>
                  <a:lnTo>
                    <a:pt x="161925" y="2341410"/>
                  </a:lnTo>
                  <a:lnTo>
                    <a:pt x="161925" y="2200275"/>
                  </a:lnTo>
                  <a:lnTo>
                    <a:pt x="2509647" y="2200275"/>
                  </a:lnTo>
                  <a:lnTo>
                    <a:pt x="2435733" y="2261870"/>
                  </a:lnTo>
                  <a:lnTo>
                    <a:pt x="2431034" y="2267762"/>
                  </a:lnTo>
                  <a:lnTo>
                    <a:pt x="2429002" y="2274747"/>
                  </a:lnTo>
                  <a:lnTo>
                    <a:pt x="2429726" y="2281999"/>
                  </a:lnTo>
                  <a:lnTo>
                    <a:pt x="2433320" y="2288667"/>
                  </a:lnTo>
                  <a:lnTo>
                    <a:pt x="2439212" y="2293429"/>
                  </a:lnTo>
                  <a:lnTo>
                    <a:pt x="2446236" y="2295448"/>
                  </a:lnTo>
                  <a:lnTo>
                    <a:pt x="2453500" y="2294686"/>
                  </a:lnTo>
                  <a:lnTo>
                    <a:pt x="2460117" y="2291080"/>
                  </a:lnTo>
                  <a:lnTo>
                    <a:pt x="2569184" y="2200275"/>
                  </a:lnTo>
                  <a:lnTo>
                    <a:pt x="2592070" y="2181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54676" y="3449701"/>
            <a:ext cx="111125" cy="111125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45176" y="2916301"/>
            <a:ext cx="111125" cy="111125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602351" y="2363851"/>
            <a:ext cx="111125" cy="111125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64326" y="2135251"/>
            <a:ext cx="111125" cy="111125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888226" y="2040001"/>
            <a:ext cx="111125" cy="111125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4609025" y="2482126"/>
            <a:ext cx="268605" cy="516890"/>
          </a:xfrm>
          <a:prstGeom prst="rect">
            <a:avLst/>
          </a:prstGeom>
        </p:spPr>
        <p:txBody>
          <a:bodyPr wrap="square" lIns="0" tIns="1651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latin typeface="Verdana"/>
                <a:cs typeface="Verdana"/>
              </a:rPr>
              <a:t>price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953125" y="3779520"/>
            <a:ext cx="41275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20">
                <a:latin typeface="Verdana"/>
                <a:cs typeface="Verdana"/>
              </a:rPr>
              <a:t>size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643182" y="4125404"/>
            <a:ext cx="1094937" cy="282282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52440" y="1135252"/>
            <a:ext cx="868009" cy="526542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517937" y="1200150"/>
            <a:ext cx="570185" cy="15506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484859" y="1434464"/>
            <a:ext cx="422797" cy="28956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7068946" y="1463675"/>
            <a:ext cx="735253" cy="205994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4781550" y="1562100"/>
            <a:ext cx="2592070" cy="2341880"/>
            <a:chOff x="4781550" y="1562100"/>
            <a:chExt cx="2592070" cy="2341880"/>
          </a:xfrm>
        </p:grpSpPr>
        <p:sp>
          <p:nvSpPr>
            <p:cNvPr id="21" name="object 21"/>
            <p:cNvSpPr/>
            <p:nvPr/>
          </p:nvSpPr>
          <p:spPr>
            <a:xfrm>
              <a:off x="4781550" y="1562099"/>
              <a:ext cx="2592070" cy="2341880"/>
            </a:xfrm>
            <a:custGeom>
              <a:avLst/>
              <a:gdLst/>
              <a:ahLst/>
              <a:cxnLst/>
              <a:rect l="l" t="t" r="r" b="b"/>
              <a:pathLst>
                <a:path w="2592070" h="2341879">
                  <a:moveTo>
                    <a:pt x="2592070" y="2181225"/>
                  </a:moveTo>
                  <a:lnTo>
                    <a:pt x="2569184" y="2162175"/>
                  </a:lnTo>
                  <a:lnTo>
                    <a:pt x="2460117" y="2071370"/>
                  </a:lnTo>
                  <a:lnTo>
                    <a:pt x="2453500" y="2067775"/>
                  </a:lnTo>
                  <a:lnTo>
                    <a:pt x="2429002" y="2087714"/>
                  </a:lnTo>
                  <a:lnTo>
                    <a:pt x="2431034" y="2094699"/>
                  </a:lnTo>
                  <a:lnTo>
                    <a:pt x="2435733" y="2100580"/>
                  </a:lnTo>
                  <a:lnTo>
                    <a:pt x="2509634" y="2162175"/>
                  </a:lnTo>
                  <a:lnTo>
                    <a:pt x="161925" y="2162175"/>
                  </a:lnTo>
                  <a:lnTo>
                    <a:pt x="161925" y="82296"/>
                  </a:lnTo>
                  <a:lnTo>
                    <a:pt x="223520" y="156210"/>
                  </a:lnTo>
                  <a:lnTo>
                    <a:pt x="229400" y="160972"/>
                  </a:lnTo>
                  <a:lnTo>
                    <a:pt x="236385" y="162991"/>
                  </a:lnTo>
                  <a:lnTo>
                    <a:pt x="243636" y="162229"/>
                  </a:lnTo>
                  <a:lnTo>
                    <a:pt x="250317" y="158623"/>
                  </a:lnTo>
                  <a:lnTo>
                    <a:pt x="255066" y="152742"/>
                  </a:lnTo>
                  <a:lnTo>
                    <a:pt x="257086" y="145757"/>
                  </a:lnTo>
                  <a:lnTo>
                    <a:pt x="256324" y="138506"/>
                  </a:lnTo>
                  <a:lnTo>
                    <a:pt x="252730" y="131826"/>
                  </a:lnTo>
                  <a:lnTo>
                    <a:pt x="167640" y="29718"/>
                  </a:lnTo>
                  <a:lnTo>
                    <a:pt x="142875" y="0"/>
                  </a:lnTo>
                  <a:lnTo>
                    <a:pt x="33020" y="131826"/>
                  </a:lnTo>
                  <a:lnTo>
                    <a:pt x="29413" y="138506"/>
                  </a:lnTo>
                  <a:lnTo>
                    <a:pt x="28651" y="145757"/>
                  </a:lnTo>
                  <a:lnTo>
                    <a:pt x="30670" y="152742"/>
                  </a:lnTo>
                  <a:lnTo>
                    <a:pt x="35433" y="158623"/>
                  </a:lnTo>
                  <a:lnTo>
                    <a:pt x="42100" y="162229"/>
                  </a:lnTo>
                  <a:lnTo>
                    <a:pt x="49352" y="162991"/>
                  </a:lnTo>
                  <a:lnTo>
                    <a:pt x="56337" y="160972"/>
                  </a:lnTo>
                  <a:lnTo>
                    <a:pt x="62230" y="156210"/>
                  </a:lnTo>
                  <a:lnTo>
                    <a:pt x="123812" y="82296"/>
                  </a:lnTo>
                  <a:lnTo>
                    <a:pt x="123825" y="29718"/>
                  </a:lnTo>
                  <a:lnTo>
                    <a:pt x="123825" y="82296"/>
                  </a:lnTo>
                  <a:lnTo>
                    <a:pt x="123825" y="2162175"/>
                  </a:lnTo>
                  <a:lnTo>
                    <a:pt x="0" y="2162175"/>
                  </a:lnTo>
                  <a:lnTo>
                    <a:pt x="0" y="2200275"/>
                  </a:lnTo>
                  <a:lnTo>
                    <a:pt x="123825" y="2200275"/>
                  </a:lnTo>
                  <a:lnTo>
                    <a:pt x="123825" y="2341410"/>
                  </a:lnTo>
                  <a:lnTo>
                    <a:pt x="161925" y="2341410"/>
                  </a:lnTo>
                  <a:lnTo>
                    <a:pt x="161925" y="2200275"/>
                  </a:lnTo>
                  <a:lnTo>
                    <a:pt x="2509634" y="2200275"/>
                  </a:lnTo>
                  <a:lnTo>
                    <a:pt x="2532507" y="2181225"/>
                  </a:lnTo>
                  <a:lnTo>
                    <a:pt x="2435733" y="2261870"/>
                  </a:lnTo>
                  <a:lnTo>
                    <a:pt x="2431034" y="2267762"/>
                  </a:lnTo>
                  <a:lnTo>
                    <a:pt x="2429002" y="2274747"/>
                  </a:lnTo>
                  <a:lnTo>
                    <a:pt x="2429726" y="2281999"/>
                  </a:lnTo>
                  <a:lnTo>
                    <a:pt x="2433320" y="2288667"/>
                  </a:lnTo>
                  <a:lnTo>
                    <a:pt x="2439212" y="2293429"/>
                  </a:lnTo>
                  <a:lnTo>
                    <a:pt x="2446236" y="2295448"/>
                  </a:lnTo>
                  <a:lnTo>
                    <a:pt x="2453500" y="2294686"/>
                  </a:lnTo>
                  <a:lnTo>
                    <a:pt x="2460117" y="2291080"/>
                  </a:lnTo>
                  <a:lnTo>
                    <a:pt x="2569184" y="2200275"/>
                  </a:lnTo>
                  <a:lnTo>
                    <a:pt x="2592070" y="21812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60772" y="2002662"/>
              <a:ext cx="2000884" cy="1587500"/>
            </a:xfrm>
            <a:prstGeom prst="rect">
              <a:avLst/>
            </a:prstGeom>
          </p:spPr>
        </p:pic>
      </p:grp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7879968" y="1357630"/>
            <a:ext cx="359663" cy="264287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485900" y="781050"/>
            <a:ext cx="180975" cy="171450"/>
          </a:xfrm>
          <a:prstGeom prst="rect">
            <a:avLst/>
          </a:prstGeom>
        </p:spPr>
      </p:pic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5500" rIns="0" bIns="0" rtlCol="0" vert="horz">
            <a:spAutoFit/>
          </a:bodyPr>
          <a:lstStyle/>
          <a:p>
            <a:pPr marL="101600">
              <a:lnSpc>
                <a:spcPct val="100000"/>
              </a:lnSpc>
              <a:spcBef>
                <a:spcPts val="130"/>
              </a:spcBef>
            </a:pPr>
            <a:r>
              <a:rPr dirty="0" sz="2750"/>
              <a:t>Select</a:t>
            </a:r>
            <a:r>
              <a:rPr dirty="0" sz="2750" spc="95"/>
              <a:t> </a:t>
            </a:r>
            <a:r>
              <a:rPr dirty="0" sz="2750"/>
              <a:t>features</a:t>
            </a:r>
            <a:r>
              <a:rPr dirty="0" sz="2750" spc="125"/>
              <a:t> </a:t>
            </a:r>
            <a:r>
              <a:rPr dirty="0" sz="2750"/>
              <a:t>to</a:t>
            </a:r>
            <a:r>
              <a:rPr dirty="0" sz="2750" spc="50"/>
              <a:t> </a:t>
            </a:r>
            <a:r>
              <a:rPr dirty="0" sz="2750" spc="-10"/>
              <a:t>include/exclude</a:t>
            </a:r>
            <a:endParaRPr sz="2750"/>
          </a:p>
        </p:txBody>
      </p:sp>
      <p:sp>
        <p:nvSpPr>
          <p:cNvPr id="3" name="object 3"/>
          <p:cNvSpPr txBox="1"/>
          <p:nvPr/>
        </p:nvSpPr>
        <p:spPr>
          <a:xfrm>
            <a:off x="1273175" y="2010727"/>
            <a:ext cx="115760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>
                <a:latin typeface="Verdana"/>
                <a:cs typeface="Verdana"/>
              </a:rPr>
              <a:t>all</a:t>
            </a:r>
            <a:r>
              <a:rPr dirty="0" sz="1550" spc="60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features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0650" y="103060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35961" y="103060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081782" y="103060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790441" y="103060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750561" y="103060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428741" y="103060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548881" y="1030605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8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589280" y="1029313"/>
          <a:ext cx="7118350" cy="6483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180"/>
                <a:gridCol w="1095375"/>
                <a:gridCol w="845819"/>
                <a:gridCol w="708660"/>
                <a:gridCol w="960119"/>
                <a:gridCol w="678179"/>
                <a:gridCol w="1120139"/>
                <a:gridCol w="1082039"/>
              </a:tblGrid>
              <a:tr h="220979">
                <a:tc>
                  <a:txBody>
                    <a:bodyPr/>
                    <a:lstStyle/>
                    <a:p>
                      <a:pPr marL="94615">
                        <a:lnSpc>
                          <a:spcPts val="1605"/>
                        </a:lnSpc>
                        <a:spcBef>
                          <a:spcPts val="35"/>
                        </a:spcBef>
                      </a:pPr>
                      <a:r>
                        <a:rPr dirty="0" sz="1400" spc="-20">
                          <a:latin typeface="Verdana"/>
                          <a:cs typeface="Verdana"/>
                        </a:rPr>
                        <a:t>size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605"/>
                        </a:lnSpc>
                        <a:spcBef>
                          <a:spcPts val="35"/>
                        </a:spcBef>
                      </a:pPr>
                      <a:r>
                        <a:rPr dirty="0" sz="1400" spc="-10">
                          <a:latin typeface="Verdana"/>
                          <a:cs typeface="Verdana"/>
                        </a:rPr>
                        <a:t>bedrooms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1605"/>
                        </a:lnSpc>
                        <a:spcBef>
                          <a:spcPts val="35"/>
                        </a:spcBef>
                      </a:pPr>
                      <a:r>
                        <a:rPr dirty="0" sz="1400" spc="-10">
                          <a:latin typeface="Verdana"/>
                          <a:cs typeface="Verdana"/>
                        </a:rPr>
                        <a:t>floors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192405">
                        <a:lnSpc>
                          <a:spcPts val="1605"/>
                        </a:lnSpc>
                        <a:spcBef>
                          <a:spcPts val="35"/>
                        </a:spcBef>
                      </a:pPr>
                      <a:r>
                        <a:rPr dirty="0" sz="1400" spc="-25">
                          <a:latin typeface="Verdana"/>
                          <a:cs typeface="Verdana"/>
                        </a:rPr>
                        <a:t>age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  <a:spcBef>
                          <a:spcPts val="35"/>
                        </a:spcBef>
                      </a:pPr>
                      <a:r>
                        <a:rPr dirty="0" sz="1400" spc="-25">
                          <a:latin typeface="Verdana"/>
                          <a:cs typeface="Verdana"/>
                        </a:rPr>
                        <a:t>avg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 marL="17780">
                        <a:lnSpc>
                          <a:spcPts val="1605"/>
                        </a:lnSpc>
                        <a:spcBef>
                          <a:spcPts val="35"/>
                        </a:spcBef>
                      </a:pPr>
                      <a:r>
                        <a:rPr dirty="0" sz="1400" spc="-50">
                          <a:latin typeface="Cambria Math"/>
                          <a:cs typeface="Cambria Math"/>
                        </a:rPr>
                        <a:t>…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  <a:spcBef>
                          <a:spcPts val="35"/>
                        </a:spcBef>
                      </a:pPr>
                      <a:r>
                        <a:rPr dirty="0" sz="1400">
                          <a:latin typeface="Verdana"/>
                          <a:cs typeface="Verdana"/>
                        </a:rPr>
                        <a:t>distance</a:t>
                      </a:r>
                      <a:r>
                        <a:rPr dirty="0" sz="1400" spc="-4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latin typeface="Verdana"/>
                          <a:cs typeface="Verdana"/>
                        </a:rPr>
                        <a:t>to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319405">
                        <a:lnSpc>
                          <a:spcPts val="1605"/>
                        </a:lnSpc>
                        <a:spcBef>
                          <a:spcPts val="35"/>
                        </a:spcBef>
                      </a:pPr>
                      <a:r>
                        <a:rPr dirty="0" sz="1400" spc="-10">
                          <a:latin typeface="Verdana"/>
                          <a:cs typeface="Verdana"/>
                        </a:rPr>
                        <a:t>price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</a:tr>
              <a:tr h="4273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952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latin typeface="Verdana"/>
                          <a:cs typeface="Verdana"/>
                        </a:rPr>
                        <a:t>income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>
                          <a:latin typeface="Verdana"/>
                          <a:cs typeface="Verdana"/>
                        </a:rPr>
                        <a:t>coffee</a:t>
                      </a:r>
                      <a:r>
                        <a:rPr dirty="0" sz="1400" spc="-50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latin typeface="Verdana"/>
                          <a:cs typeface="Verdana"/>
                        </a:rPr>
                        <a:t>shop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57779" y="1405255"/>
            <a:ext cx="213166" cy="250317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18128" y="1407667"/>
            <a:ext cx="208534" cy="261112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118228" y="1427480"/>
            <a:ext cx="201803" cy="212090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78678" y="1462786"/>
            <a:ext cx="439674" cy="209803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4614545" y="2015489"/>
            <a:ext cx="175768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latin typeface="Verdana"/>
                <a:cs typeface="Verdana"/>
              </a:rPr>
              <a:t>selected</a:t>
            </a:r>
            <a:r>
              <a:rPr dirty="0" sz="1550" spc="120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features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17" name="object 1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8872" y="3412363"/>
            <a:ext cx="752602" cy="225425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931152" y="1409700"/>
            <a:ext cx="145507" cy="22987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676630" y="1333753"/>
            <a:ext cx="311150" cy="349250"/>
            <a:chOff x="676630" y="1333753"/>
            <a:chExt cx="311150" cy="349250"/>
          </a:xfrm>
        </p:grpSpPr>
        <p:pic>
          <p:nvPicPr>
            <p:cNvPr id="20" name="object 2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58494" y="1412366"/>
              <a:ext cx="156197" cy="224028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676630" y="1333753"/>
              <a:ext cx="310603" cy="349250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498472" y="1259205"/>
            <a:ext cx="397510" cy="449580"/>
            <a:chOff x="1498472" y="1259205"/>
            <a:chExt cx="397510" cy="449580"/>
          </a:xfrm>
        </p:grpSpPr>
        <p:pic>
          <p:nvPicPr>
            <p:cNvPr id="23" name="object 2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85848" y="1404112"/>
              <a:ext cx="230928" cy="225678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498472" y="1259205"/>
              <a:ext cx="397510" cy="449579"/>
            </a:xfrm>
            <a:prstGeom prst="rect">
              <a:avLst/>
            </a:prstGeom>
          </p:spPr>
        </p:pic>
      </p:grpSp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698619" y="2402967"/>
            <a:ext cx="454016" cy="16357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680027" y="2616200"/>
            <a:ext cx="909306" cy="194437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097576" y="3946905"/>
            <a:ext cx="747976" cy="12090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5930519" y="3900855"/>
            <a:ext cx="162559" cy="157480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3957701" y="2071751"/>
            <a:ext cx="0" cy="2158365"/>
          </a:xfrm>
          <a:custGeom>
            <a:avLst/>
            <a:gdLst/>
            <a:ahLst/>
            <a:cxnLst/>
            <a:rect l="l" t="t" r="r" b="b"/>
            <a:pathLst>
              <a:path w="0" h="2158365">
                <a:moveTo>
                  <a:pt x="0" y="0"/>
                </a:moveTo>
                <a:lnTo>
                  <a:pt x="0" y="2158187"/>
                </a:lnTo>
              </a:path>
            </a:pathLst>
          </a:custGeom>
          <a:ln w="25400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30" name="object 30"/>
          <p:cNvGrpSpPr/>
          <p:nvPr/>
        </p:nvGrpSpPr>
        <p:grpSpPr>
          <a:xfrm>
            <a:off x="4656709" y="2906522"/>
            <a:ext cx="1148715" cy="436880"/>
            <a:chOff x="4656709" y="2906522"/>
            <a:chExt cx="1148715" cy="436880"/>
          </a:xfrm>
        </p:grpSpPr>
        <p:sp>
          <p:nvSpPr>
            <p:cNvPr id="31" name="object 31"/>
            <p:cNvSpPr/>
            <p:nvPr/>
          </p:nvSpPr>
          <p:spPr>
            <a:xfrm>
              <a:off x="4688840" y="3118358"/>
              <a:ext cx="22225" cy="20320"/>
            </a:xfrm>
            <a:custGeom>
              <a:avLst/>
              <a:gdLst/>
              <a:ahLst/>
              <a:cxnLst/>
              <a:rect l="l" t="t" r="r" b="b"/>
              <a:pathLst>
                <a:path w="22225" h="20319">
                  <a:moveTo>
                    <a:pt x="7238" y="0"/>
                  </a:moveTo>
                  <a:lnTo>
                    <a:pt x="3810" y="1778"/>
                  </a:lnTo>
                  <a:lnTo>
                    <a:pt x="1905" y="4953"/>
                  </a:lnTo>
                  <a:lnTo>
                    <a:pt x="0" y="8000"/>
                  </a:lnTo>
                  <a:lnTo>
                    <a:pt x="0" y="11937"/>
                  </a:lnTo>
                  <a:lnTo>
                    <a:pt x="1905" y="15112"/>
                  </a:lnTo>
                  <a:lnTo>
                    <a:pt x="3810" y="18161"/>
                  </a:lnTo>
                  <a:lnTo>
                    <a:pt x="7238" y="20066"/>
                  </a:lnTo>
                  <a:lnTo>
                    <a:pt x="10795" y="19812"/>
                  </a:lnTo>
                  <a:lnTo>
                    <a:pt x="11937" y="19812"/>
                  </a:lnTo>
                  <a:lnTo>
                    <a:pt x="14859" y="19177"/>
                  </a:lnTo>
                  <a:lnTo>
                    <a:pt x="16129" y="18796"/>
                  </a:lnTo>
                  <a:lnTo>
                    <a:pt x="19812" y="17399"/>
                  </a:lnTo>
                  <a:lnTo>
                    <a:pt x="22225" y="13969"/>
                  </a:lnTo>
                  <a:lnTo>
                    <a:pt x="22225" y="6096"/>
                  </a:lnTo>
                  <a:lnTo>
                    <a:pt x="19812" y="2667"/>
                  </a:lnTo>
                  <a:lnTo>
                    <a:pt x="16129" y="1269"/>
                  </a:lnTo>
                  <a:lnTo>
                    <a:pt x="14859" y="762"/>
                  </a:lnTo>
                  <a:lnTo>
                    <a:pt x="11937" y="254"/>
                  </a:lnTo>
                  <a:lnTo>
                    <a:pt x="10795" y="127"/>
                  </a:lnTo>
                  <a:lnTo>
                    <a:pt x="7238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656709" y="2906522"/>
              <a:ext cx="1148714" cy="436625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58614" y="3427603"/>
            <a:ext cx="876148" cy="186563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5659120" y="3403727"/>
            <a:ext cx="1149730" cy="190373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76275" y="1733550"/>
            <a:ext cx="180975" cy="180975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1098867" y="2696210"/>
            <a:ext cx="1654810" cy="2667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>
                <a:solidFill>
                  <a:srgbClr val="FF9300"/>
                </a:solidFill>
                <a:latin typeface="Verdana"/>
                <a:cs typeface="Verdana"/>
              </a:rPr>
              <a:t>insufficient</a:t>
            </a:r>
            <a:r>
              <a:rPr dirty="0" sz="1550" spc="235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FF9300"/>
                </a:solidFill>
                <a:latin typeface="Verdana"/>
                <a:cs typeface="Verdana"/>
              </a:rPr>
              <a:t>data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7149718" y="1989137"/>
            <a:ext cx="1363345" cy="2660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550" spc="-10">
                <a:latin typeface="Verdana"/>
                <a:cs typeface="Verdana"/>
              </a:rPr>
              <a:t>disadvantage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01916" y="2759011"/>
            <a:ext cx="1538605" cy="514350"/>
          </a:xfrm>
          <a:prstGeom prst="rect">
            <a:avLst/>
          </a:prstGeom>
        </p:spPr>
        <p:txBody>
          <a:bodyPr wrap="square" lIns="0" tIns="3810" rIns="0" bIns="0" rtlCol="0" vert="horz">
            <a:spAutoFit/>
          </a:bodyPr>
          <a:lstStyle/>
          <a:p>
            <a:pPr marL="12700" marR="5080">
              <a:lnSpc>
                <a:spcPct val="105100"/>
              </a:lnSpc>
              <a:spcBef>
                <a:spcPts val="30"/>
              </a:spcBef>
            </a:pPr>
            <a:r>
              <a:rPr dirty="0" sz="1550">
                <a:solidFill>
                  <a:srgbClr val="FF9300"/>
                </a:solidFill>
                <a:latin typeface="Verdana"/>
                <a:cs typeface="Verdana"/>
              </a:rPr>
              <a:t>useful</a:t>
            </a:r>
            <a:r>
              <a:rPr dirty="0" sz="1550" spc="155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550" spc="-10">
                <a:solidFill>
                  <a:srgbClr val="FF9300"/>
                </a:solidFill>
                <a:latin typeface="Verdana"/>
                <a:cs typeface="Verdana"/>
              </a:rPr>
              <a:t>features </a:t>
            </a:r>
            <a:r>
              <a:rPr dirty="0" sz="1550">
                <a:solidFill>
                  <a:srgbClr val="FF9300"/>
                </a:solidFill>
                <a:latin typeface="Verdana"/>
                <a:cs typeface="Verdana"/>
              </a:rPr>
              <a:t>could</a:t>
            </a:r>
            <a:r>
              <a:rPr dirty="0" sz="1550" spc="85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550">
                <a:solidFill>
                  <a:srgbClr val="FF9300"/>
                </a:solidFill>
                <a:latin typeface="Verdana"/>
                <a:cs typeface="Verdana"/>
              </a:rPr>
              <a:t>be</a:t>
            </a:r>
            <a:r>
              <a:rPr dirty="0" sz="1550" spc="125">
                <a:solidFill>
                  <a:srgbClr val="FF9300"/>
                </a:solidFill>
                <a:latin typeface="Verdana"/>
                <a:cs typeface="Verdana"/>
              </a:rPr>
              <a:t> </a:t>
            </a:r>
            <a:r>
              <a:rPr dirty="0" sz="1550" spc="-20">
                <a:solidFill>
                  <a:srgbClr val="FF9300"/>
                </a:solidFill>
                <a:latin typeface="Verdana"/>
                <a:cs typeface="Verdana"/>
              </a:rPr>
              <a:t>lost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7574026" y="2392426"/>
            <a:ext cx="73025" cy="263525"/>
            <a:chOff x="7574026" y="2392426"/>
            <a:chExt cx="73025" cy="263525"/>
          </a:xfrm>
        </p:grpSpPr>
        <p:sp>
          <p:nvSpPr>
            <p:cNvPr id="40" name="object 40"/>
            <p:cNvSpPr/>
            <p:nvPr/>
          </p:nvSpPr>
          <p:spPr>
            <a:xfrm>
              <a:off x="7586726" y="2405126"/>
              <a:ext cx="47625" cy="238125"/>
            </a:xfrm>
            <a:custGeom>
              <a:avLst/>
              <a:gdLst/>
              <a:ahLst/>
              <a:cxnLst/>
              <a:rect l="l" t="t" r="r" b="b"/>
              <a:pathLst>
                <a:path w="47625" h="238125">
                  <a:moveTo>
                    <a:pt x="35687" y="0"/>
                  </a:moveTo>
                  <a:lnTo>
                    <a:pt x="11810" y="0"/>
                  </a:lnTo>
                  <a:lnTo>
                    <a:pt x="11810" y="214249"/>
                  </a:lnTo>
                  <a:lnTo>
                    <a:pt x="0" y="214249"/>
                  </a:lnTo>
                  <a:lnTo>
                    <a:pt x="23749" y="238125"/>
                  </a:lnTo>
                  <a:lnTo>
                    <a:pt x="47625" y="214249"/>
                  </a:lnTo>
                  <a:lnTo>
                    <a:pt x="35687" y="214249"/>
                  </a:lnTo>
                  <a:lnTo>
                    <a:pt x="35687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7586726" y="2405126"/>
              <a:ext cx="47625" cy="238125"/>
            </a:xfrm>
            <a:custGeom>
              <a:avLst/>
              <a:gdLst/>
              <a:ahLst/>
              <a:cxnLst/>
              <a:rect l="l" t="t" r="r" b="b"/>
              <a:pathLst>
                <a:path w="47625" h="238125">
                  <a:moveTo>
                    <a:pt x="0" y="214249"/>
                  </a:moveTo>
                  <a:lnTo>
                    <a:pt x="11810" y="214249"/>
                  </a:lnTo>
                  <a:lnTo>
                    <a:pt x="11810" y="0"/>
                  </a:lnTo>
                  <a:lnTo>
                    <a:pt x="35687" y="0"/>
                  </a:lnTo>
                  <a:lnTo>
                    <a:pt x="35687" y="214249"/>
                  </a:lnTo>
                  <a:lnTo>
                    <a:pt x="47625" y="214249"/>
                  </a:lnTo>
                  <a:lnTo>
                    <a:pt x="23749" y="238125"/>
                  </a:lnTo>
                  <a:lnTo>
                    <a:pt x="0" y="214249"/>
                  </a:lnTo>
                  <a:close/>
                </a:path>
              </a:pathLst>
            </a:custGeom>
            <a:ln w="25400">
              <a:solidFill>
                <a:srgbClr val="2E60B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42" name="object 42"/>
          <p:cNvGrpSpPr/>
          <p:nvPr/>
        </p:nvGrpSpPr>
        <p:grpSpPr>
          <a:xfrm>
            <a:off x="1659001" y="3078226"/>
            <a:ext cx="73025" cy="273050"/>
            <a:chOff x="1659001" y="3078226"/>
            <a:chExt cx="73025" cy="273050"/>
          </a:xfrm>
        </p:grpSpPr>
        <p:sp>
          <p:nvSpPr>
            <p:cNvPr id="43" name="object 43"/>
            <p:cNvSpPr/>
            <p:nvPr/>
          </p:nvSpPr>
          <p:spPr>
            <a:xfrm>
              <a:off x="1671701" y="3090926"/>
              <a:ext cx="47625" cy="247650"/>
            </a:xfrm>
            <a:custGeom>
              <a:avLst/>
              <a:gdLst/>
              <a:ahLst/>
              <a:cxnLst/>
              <a:rect l="l" t="t" r="r" b="b"/>
              <a:pathLst>
                <a:path w="47625" h="247650">
                  <a:moveTo>
                    <a:pt x="35687" y="0"/>
                  </a:moveTo>
                  <a:lnTo>
                    <a:pt x="11811" y="0"/>
                  </a:lnTo>
                  <a:lnTo>
                    <a:pt x="11811" y="223774"/>
                  </a:lnTo>
                  <a:lnTo>
                    <a:pt x="0" y="223774"/>
                  </a:lnTo>
                  <a:lnTo>
                    <a:pt x="23749" y="247650"/>
                  </a:lnTo>
                  <a:lnTo>
                    <a:pt x="47625" y="223774"/>
                  </a:lnTo>
                  <a:lnTo>
                    <a:pt x="35687" y="223774"/>
                  </a:lnTo>
                  <a:lnTo>
                    <a:pt x="35687" y="0"/>
                  </a:lnTo>
                  <a:close/>
                </a:path>
              </a:pathLst>
            </a:custGeom>
            <a:solidFill>
              <a:srgbClr val="4285F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671701" y="3090926"/>
              <a:ext cx="47625" cy="247650"/>
            </a:xfrm>
            <a:custGeom>
              <a:avLst/>
              <a:gdLst/>
              <a:ahLst/>
              <a:cxnLst/>
              <a:rect l="l" t="t" r="r" b="b"/>
              <a:pathLst>
                <a:path w="47625" h="247650">
                  <a:moveTo>
                    <a:pt x="0" y="223774"/>
                  </a:moveTo>
                  <a:lnTo>
                    <a:pt x="11811" y="223774"/>
                  </a:lnTo>
                  <a:lnTo>
                    <a:pt x="11811" y="0"/>
                  </a:lnTo>
                  <a:lnTo>
                    <a:pt x="35687" y="0"/>
                  </a:lnTo>
                  <a:lnTo>
                    <a:pt x="35687" y="223774"/>
                  </a:lnTo>
                  <a:lnTo>
                    <a:pt x="47625" y="223774"/>
                  </a:lnTo>
                  <a:lnTo>
                    <a:pt x="23749" y="247650"/>
                  </a:lnTo>
                  <a:lnTo>
                    <a:pt x="0" y="223774"/>
                  </a:lnTo>
                  <a:close/>
                </a:path>
              </a:pathLst>
            </a:custGeom>
            <a:ln w="25400">
              <a:solidFill>
                <a:srgbClr val="2E60B3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/>
          <p:nvPr/>
        </p:nvSpPr>
        <p:spPr>
          <a:xfrm>
            <a:off x="1572641" y="2396489"/>
            <a:ext cx="217170" cy="189230"/>
          </a:xfrm>
          <a:custGeom>
            <a:avLst/>
            <a:gdLst/>
            <a:ahLst/>
            <a:cxnLst/>
            <a:rect l="l" t="t" r="r" b="b"/>
            <a:pathLst>
              <a:path w="217169" h="189230">
                <a:moveTo>
                  <a:pt x="217043" y="63500"/>
                </a:moveTo>
                <a:lnTo>
                  <a:pt x="138811" y="63500"/>
                </a:lnTo>
                <a:lnTo>
                  <a:pt x="138811" y="0"/>
                </a:lnTo>
                <a:lnTo>
                  <a:pt x="78232" y="0"/>
                </a:lnTo>
                <a:lnTo>
                  <a:pt x="78232" y="63500"/>
                </a:lnTo>
                <a:lnTo>
                  <a:pt x="0" y="63500"/>
                </a:lnTo>
                <a:lnTo>
                  <a:pt x="0" y="124460"/>
                </a:lnTo>
                <a:lnTo>
                  <a:pt x="78232" y="124460"/>
                </a:lnTo>
                <a:lnTo>
                  <a:pt x="78232" y="189230"/>
                </a:lnTo>
                <a:lnTo>
                  <a:pt x="138811" y="189230"/>
                </a:lnTo>
                <a:lnTo>
                  <a:pt x="138811" y="124460"/>
                </a:lnTo>
                <a:lnTo>
                  <a:pt x="217043" y="124460"/>
                </a:lnTo>
                <a:lnTo>
                  <a:pt x="217043" y="63500"/>
                </a:lnTo>
                <a:close/>
              </a:path>
            </a:pathLst>
          </a:custGeom>
          <a:solidFill>
            <a:srgbClr val="2E60B3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6" name="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3255645" y="1300733"/>
            <a:ext cx="372237" cy="420370"/>
          </a:xfrm>
          <a:prstGeom prst="rect">
            <a:avLst/>
          </a:prstGeom>
        </p:spPr>
      </p:pic>
      <p:sp>
        <p:nvSpPr>
          <p:cNvPr id="47" name="object 4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568820" y="4321302"/>
            <a:ext cx="242188" cy="22547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540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515"/>
              </a:spcBef>
            </a:pPr>
            <a:r>
              <a:rPr dirty="0" sz="2750" spc="-10"/>
              <a:t>Regularization</a:t>
            </a:r>
            <a:endParaRPr sz="2750"/>
          </a:p>
          <a:p>
            <a:pPr marL="1855470">
              <a:lnSpc>
                <a:spcPct val="100000"/>
              </a:lnSpc>
              <a:spcBef>
                <a:spcPts val="335"/>
              </a:spcBef>
              <a:tabLst>
                <a:tab pos="6240780" algn="l"/>
              </a:tabLst>
            </a:pPr>
            <a:r>
              <a:rPr dirty="0" sz="2150"/>
              <a:t>Reduce</a:t>
            </a:r>
            <a:r>
              <a:rPr dirty="0" sz="2150" spc="204"/>
              <a:t> </a:t>
            </a:r>
            <a:r>
              <a:rPr dirty="0" sz="2150"/>
              <a:t>the</a:t>
            </a:r>
            <a:r>
              <a:rPr dirty="0" sz="2150" spc="125"/>
              <a:t> </a:t>
            </a:r>
            <a:r>
              <a:rPr dirty="0" sz="2150"/>
              <a:t>size</a:t>
            </a:r>
            <a:r>
              <a:rPr dirty="0" sz="2150" spc="-25"/>
              <a:t> </a:t>
            </a:r>
            <a:r>
              <a:rPr dirty="0" sz="2150"/>
              <a:t>of</a:t>
            </a:r>
            <a:r>
              <a:rPr dirty="0" sz="2150" spc="60"/>
              <a:t> </a:t>
            </a:r>
            <a:r>
              <a:rPr dirty="0" sz="2150" spc="-10"/>
              <a:t>parameters</a:t>
            </a:r>
            <a:r>
              <a:rPr dirty="0" sz="2150"/>
              <a:t>	</a:t>
            </a:r>
            <a:r>
              <a:rPr dirty="0" sz="2150" spc="-25">
                <a:latin typeface="Cambria Math"/>
                <a:cs typeface="Cambria Math"/>
              </a:rPr>
              <a:t>𝑤</a:t>
            </a:r>
            <a:r>
              <a:rPr dirty="0" baseline="-16129" sz="2325" spc="-37">
                <a:latin typeface="Cambria Math"/>
                <a:cs typeface="Cambria Math"/>
              </a:rPr>
              <a:t>𝑗</a:t>
            </a:r>
            <a:endParaRPr baseline="-16129" sz="2325">
              <a:latin typeface="Cambria Math"/>
              <a:cs typeface="Cambria Math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60950" y="1814706"/>
            <a:ext cx="268605" cy="516255"/>
          </a:xfrm>
          <a:prstGeom prst="rect">
            <a:avLst/>
          </a:prstGeom>
        </p:spPr>
        <p:txBody>
          <a:bodyPr wrap="square" lIns="0" tIns="1651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latin typeface="Verdana"/>
                <a:cs typeface="Verdana"/>
              </a:rPr>
              <a:t>price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783326" y="1125347"/>
            <a:ext cx="2193925" cy="1714500"/>
            <a:chOff x="5783326" y="1125347"/>
            <a:chExt cx="2193925" cy="1714500"/>
          </a:xfrm>
        </p:grpSpPr>
        <p:sp>
          <p:nvSpPr>
            <p:cNvPr id="6" name="object 6"/>
            <p:cNvSpPr/>
            <p:nvPr/>
          </p:nvSpPr>
          <p:spPr>
            <a:xfrm>
              <a:off x="5783326" y="1125347"/>
              <a:ext cx="2193925" cy="1714500"/>
            </a:xfrm>
            <a:custGeom>
              <a:avLst/>
              <a:gdLst/>
              <a:ahLst/>
              <a:cxnLst/>
              <a:rect l="l" t="t" r="r" b="b"/>
              <a:pathLst>
                <a:path w="2193925" h="1714500">
                  <a:moveTo>
                    <a:pt x="381" y="1701800"/>
                  </a:moveTo>
                  <a:lnTo>
                    <a:pt x="0" y="1701800"/>
                  </a:lnTo>
                  <a:lnTo>
                    <a:pt x="253" y="1714500"/>
                  </a:lnTo>
                  <a:lnTo>
                    <a:pt x="381" y="1701800"/>
                  </a:lnTo>
                  <a:close/>
                </a:path>
                <a:path w="2193925" h="1714500">
                  <a:moveTo>
                    <a:pt x="15875" y="1701800"/>
                  </a:moveTo>
                  <a:lnTo>
                    <a:pt x="381" y="1701800"/>
                  </a:lnTo>
                  <a:lnTo>
                    <a:pt x="253" y="1714500"/>
                  </a:lnTo>
                  <a:lnTo>
                    <a:pt x="16763" y="1714500"/>
                  </a:lnTo>
                  <a:lnTo>
                    <a:pt x="15875" y="1701800"/>
                  </a:lnTo>
                  <a:close/>
                </a:path>
                <a:path w="2193925" h="1714500">
                  <a:moveTo>
                    <a:pt x="55752" y="1701800"/>
                  </a:moveTo>
                  <a:lnTo>
                    <a:pt x="15875" y="1701800"/>
                  </a:lnTo>
                  <a:lnTo>
                    <a:pt x="16763" y="1714500"/>
                  </a:lnTo>
                  <a:lnTo>
                    <a:pt x="52070" y="1714500"/>
                  </a:lnTo>
                  <a:lnTo>
                    <a:pt x="55752" y="1701800"/>
                  </a:lnTo>
                  <a:close/>
                </a:path>
                <a:path w="2193925" h="1714500">
                  <a:moveTo>
                    <a:pt x="74929" y="1689100"/>
                  </a:moveTo>
                  <a:lnTo>
                    <a:pt x="41910" y="1689100"/>
                  </a:lnTo>
                  <a:lnTo>
                    <a:pt x="37211" y="1701800"/>
                  </a:lnTo>
                  <a:lnTo>
                    <a:pt x="71882" y="1701800"/>
                  </a:lnTo>
                  <a:lnTo>
                    <a:pt x="74929" y="1689100"/>
                  </a:lnTo>
                  <a:close/>
                </a:path>
                <a:path w="2193925" h="1714500">
                  <a:moveTo>
                    <a:pt x="88264" y="1676400"/>
                  </a:moveTo>
                  <a:lnTo>
                    <a:pt x="58927" y="1676400"/>
                  </a:lnTo>
                  <a:lnTo>
                    <a:pt x="52324" y="1689100"/>
                  </a:lnTo>
                  <a:lnTo>
                    <a:pt x="83312" y="1689100"/>
                  </a:lnTo>
                  <a:lnTo>
                    <a:pt x="88264" y="1676400"/>
                  </a:lnTo>
                  <a:close/>
                </a:path>
                <a:path w="2193925" h="1714500">
                  <a:moveTo>
                    <a:pt x="95250" y="1663700"/>
                  </a:moveTo>
                  <a:lnTo>
                    <a:pt x="73533" y="1663700"/>
                  </a:lnTo>
                  <a:lnTo>
                    <a:pt x="68452" y="1676400"/>
                  </a:lnTo>
                  <a:lnTo>
                    <a:pt x="91312" y="1676400"/>
                  </a:lnTo>
                  <a:lnTo>
                    <a:pt x="95250" y="1663700"/>
                  </a:lnTo>
                  <a:close/>
                </a:path>
                <a:path w="2193925" h="1714500">
                  <a:moveTo>
                    <a:pt x="103250" y="1651000"/>
                  </a:moveTo>
                  <a:lnTo>
                    <a:pt x="79628" y="1651000"/>
                  </a:lnTo>
                  <a:lnTo>
                    <a:pt x="77850" y="1663700"/>
                  </a:lnTo>
                  <a:lnTo>
                    <a:pt x="101473" y="1663700"/>
                  </a:lnTo>
                  <a:lnTo>
                    <a:pt x="103250" y="1651000"/>
                  </a:lnTo>
                  <a:close/>
                </a:path>
                <a:path w="2193925" h="1714500">
                  <a:moveTo>
                    <a:pt x="107823" y="1638300"/>
                  </a:moveTo>
                  <a:lnTo>
                    <a:pt x="87122" y="1638300"/>
                  </a:lnTo>
                  <a:lnTo>
                    <a:pt x="83947" y="1651000"/>
                  </a:lnTo>
                  <a:lnTo>
                    <a:pt x="106425" y="1651000"/>
                  </a:lnTo>
                  <a:lnTo>
                    <a:pt x="107823" y="1638300"/>
                  </a:lnTo>
                  <a:close/>
                </a:path>
                <a:path w="2193925" h="1714500">
                  <a:moveTo>
                    <a:pt x="115443" y="1625600"/>
                  </a:moveTo>
                  <a:lnTo>
                    <a:pt x="91821" y="1625600"/>
                  </a:lnTo>
                  <a:lnTo>
                    <a:pt x="88519" y="1638300"/>
                  </a:lnTo>
                  <a:lnTo>
                    <a:pt x="112522" y="1638300"/>
                  </a:lnTo>
                  <a:lnTo>
                    <a:pt x="115443" y="1625600"/>
                  </a:lnTo>
                  <a:close/>
                </a:path>
                <a:path w="2193925" h="1714500">
                  <a:moveTo>
                    <a:pt x="119634" y="1612900"/>
                  </a:moveTo>
                  <a:lnTo>
                    <a:pt x="96138" y="1612900"/>
                  </a:lnTo>
                  <a:lnTo>
                    <a:pt x="93218" y="1625600"/>
                  </a:lnTo>
                  <a:lnTo>
                    <a:pt x="116712" y="1625600"/>
                  </a:lnTo>
                  <a:lnTo>
                    <a:pt x="119634" y="1612900"/>
                  </a:lnTo>
                  <a:close/>
                </a:path>
                <a:path w="2193925" h="1714500">
                  <a:moveTo>
                    <a:pt x="120396" y="1612900"/>
                  </a:moveTo>
                  <a:lnTo>
                    <a:pt x="119634" y="1612900"/>
                  </a:lnTo>
                  <a:lnTo>
                    <a:pt x="118618" y="1625600"/>
                  </a:lnTo>
                  <a:lnTo>
                    <a:pt x="120396" y="1612900"/>
                  </a:lnTo>
                  <a:close/>
                </a:path>
                <a:path w="2193925" h="1714500">
                  <a:moveTo>
                    <a:pt x="126237" y="1600200"/>
                  </a:moveTo>
                  <a:lnTo>
                    <a:pt x="103124" y="1600200"/>
                  </a:lnTo>
                  <a:lnTo>
                    <a:pt x="101473" y="1612900"/>
                  </a:lnTo>
                  <a:lnTo>
                    <a:pt x="124840" y="1612900"/>
                  </a:lnTo>
                  <a:lnTo>
                    <a:pt x="126237" y="1600200"/>
                  </a:lnTo>
                  <a:close/>
                </a:path>
                <a:path w="2193925" h="1714500">
                  <a:moveTo>
                    <a:pt x="160147" y="1536700"/>
                  </a:moveTo>
                  <a:lnTo>
                    <a:pt x="137668" y="1536700"/>
                  </a:lnTo>
                  <a:lnTo>
                    <a:pt x="131952" y="1549400"/>
                  </a:lnTo>
                  <a:lnTo>
                    <a:pt x="130175" y="1549400"/>
                  </a:lnTo>
                  <a:lnTo>
                    <a:pt x="125857" y="1562100"/>
                  </a:lnTo>
                  <a:lnTo>
                    <a:pt x="116586" y="1574800"/>
                  </a:lnTo>
                  <a:lnTo>
                    <a:pt x="112268" y="1587500"/>
                  </a:lnTo>
                  <a:lnTo>
                    <a:pt x="111251" y="1587500"/>
                  </a:lnTo>
                  <a:lnTo>
                    <a:pt x="107569" y="1600200"/>
                  </a:lnTo>
                  <a:lnTo>
                    <a:pt x="131699" y="1600200"/>
                  </a:lnTo>
                  <a:lnTo>
                    <a:pt x="135889" y="1587500"/>
                  </a:lnTo>
                  <a:lnTo>
                    <a:pt x="143128" y="1574800"/>
                  </a:lnTo>
                  <a:lnTo>
                    <a:pt x="144779" y="1574800"/>
                  </a:lnTo>
                  <a:lnTo>
                    <a:pt x="149098" y="1562100"/>
                  </a:lnTo>
                  <a:lnTo>
                    <a:pt x="150875" y="1562100"/>
                  </a:lnTo>
                  <a:lnTo>
                    <a:pt x="156718" y="1549400"/>
                  </a:lnTo>
                  <a:lnTo>
                    <a:pt x="160147" y="1536700"/>
                  </a:lnTo>
                  <a:close/>
                </a:path>
                <a:path w="2193925" h="1714500">
                  <a:moveTo>
                    <a:pt x="170561" y="1524000"/>
                  </a:moveTo>
                  <a:lnTo>
                    <a:pt x="142112" y="1524000"/>
                  </a:lnTo>
                  <a:lnTo>
                    <a:pt x="140588" y="1536700"/>
                  </a:lnTo>
                  <a:lnTo>
                    <a:pt x="165100" y="1536700"/>
                  </a:lnTo>
                  <a:lnTo>
                    <a:pt x="170561" y="1524000"/>
                  </a:lnTo>
                  <a:close/>
                </a:path>
                <a:path w="2193925" h="1714500">
                  <a:moveTo>
                    <a:pt x="172085" y="1511300"/>
                  </a:moveTo>
                  <a:lnTo>
                    <a:pt x="150495" y="1511300"/>
                  </a:lnTo>
                  <a:lnTo>
                    <a:pt x="145287" y="1524000"/>
                  </a:lnTo>
                  <a:lnTo>
                    <a:pt x="170307" y="1524000"/>
                  </a:lnTo>
                  <a:lnTo>
                    <a:pt x="172085" y="1511300"/>
                  </a:lnTo>
                  <a:close/>
                </a:path>
                <a:path w="2193925" h="1714500">
                  <a:moveTo>
                    <a:pt x="177291" y="1498600"/>
                  </a:moveTo>
                  <a:lnTo>
                    <a:pt x="155321" y="1498600"/>
                  </a:lnTo>
                  <a:lnTo>
                    <a:pt x="152019" y="1511300"/>
                  </a:lnTo>
                  <a:lnTo>
                    <a:pt x="176402" y="1511300"/>
                  </a:lnTo>
                  <a:lnTo>
                    <a:pt x="177291" y="1498600"/>
                  </a:lnTo>
                  <a:close/>
                </a:path>
                <a:path w="2193925" h="1714500">
                  <a:moveTo>
                    <a:pt x="180848" y="1485900"/>
                  </a:moveTo>
                  <a:lnTo>
                    <a:pt x="158114" y="1485900"/>
                  </a:lnTo>
                  <a:lnTo>
                    <a:pt x="155956" y="1498600"/>
                  </a:lnTo>
                  <a:lnTo>
                    <a:pt x="178943" y="1498600"/>
                  </a:lnTo>
                  <a:lnTo>
                    <a:pt x="180848" y="1485900"/>
                  </a:lnTo>
                  <a:close/>
                </a:path>
                <a:path w="2193925" h="1714500">
                  <a:moveTo>
                    <a:pt x="184150" y="1473200"/>
                  </a:moveTo>
                  <a:lnTo>
                    <a:pt x="162178" y="1473200"/>
                  </a:lnTo>
                  <a:lnTo>
                    <a:pt x="159638" y="1485900"/>
                  </a:lnTo>
                  <a:lnTo>
                    <a:pt x="183134" y="1485900"/>
                  </a:lnTo>
                  <a:lnTo>
                    <a:pt x="184150" y="1473200"/>
                  </a:lnTo>
                  <a:close/>
                </a:path>
                <a:path w="2193925" h="1714500">
                  <a:moveTo>
                    <a:pt x="190500" y="1460500"/>
                  </a:moveTo>
                  <a:lnTo>
                    <a:pt x="165988" y="1460500"/>
                  </a:lnTo>
                  <a:lnTo>
                    <a:pt x="163449" y="1473200"/>
                  </a:lnTo>
                  <a:lnTo>
                    <a:pt x="187706" y="1473200"/>
                  </a:lnTo>
                  <a:lnTo>
                    <a:pt x="190500" y="1460500"/>
                  </a:lnTo>
                  <a:close/>
                </a:path>
                <a:path w="2193925" h="1714500">
                  <a:moveTo>
                    <a:pt x="195199" y="1447800"/>
                  </a:moveTo>
                  <a:lnTo>
                    <a:pt x="170179" y="1447800"/>
                  </a:lnTo>
                  <a:lnTo>
                    <a:pt x="167132" y="1460500"/>
                  </a:lnTo>
                  <a:lnTo>
                    <a:pt x="192024" y="1460500"/>
                  </a:lnTo>
                  <a:lnTo>
                    <a:pt x="195199" y="1447800"/>
                  </a:lnTo>
                  <a:close/>
                </a:path>
                <a:path w="2193925" h="1714500">
                  <a:moveTo>
                    <a:pt x="199644" y="1435100"/>
                  </a:moveTo>
                  <a:lnTo>
                    <a:pt x="174751" y="1435100"/>
                  </a:lnTo>
                  <a:lnTo>
                    <a:pt x="174625" y="1447800"/>
                  </a:lnTo>
                  <a:lnTo>
                    <a:pt x="196850" y="1447800"/>
                  </a:lnTo>
                  <a:lnTo>
                    <a:pt x="199644" y="1435100"/>
                  </a:lnTo>
                  <a:close/>
                </a:path>
                <a:path w="2193925" h="1714500">
                  <a:moveTo>
                    <a:pt x="202946" y="1422400"/>
                  </a:moveTo>
                  <a:lnTo>
                    <a:pt x="179832" y="1422400"/>
                  </a:lnTo>
                  <a:lnTo>
                    <a:pt x="178815" y="1435100"/>
                  </a:lnTo>
                  <a:lnTo>
                    <a:pt x="201168" y="1435100"/>
                  </a:lnTo>
                  <a:lnTo>
                    <a:pt x="202946" y="1422400"/>
                  </a:lnTo>
                  <a:close/>
                </a:path>
                <a:path w="2193925" h="1714500">
                  <a:moveTo>
                    <a:pt x="205359" y="1409700"/>
                  </a:moveTo>
                  <a:lnTo>
                    <a:pt x="182118" y="1409700"/>
                  </a:lnTo>
                  <a:lnTo>
                    <a:pt x="182118" y="1422400"/>
                  </a:lnTo>
                  <a:lnTo>
                    <a:pt x="203708" y="1422400"/>
                  </a:lnTo>
                  <a:lnTo>
                    <a:pt x="205359" y="1409700"/>
                  </a:lnTo>
                  <a:close/>
                </a:path>
                <a:path w="2193925" h="1714500">
                  <a:moveTo>
                    <a:pt x="206501" y="1397000"/>
                  </a:moveTo>
                  <a:lnTo>
                    <a:pt x="184531" y="1397000"/>
                  </a:lnTo>
                  <a:lnTo>
                    <a:pt x="183514" y="1409700"/>
                  </a:lnTo>
                  <a:lnTo>
                    <a:pt x="205739" y="1409700"/>
                  </a:lnTo>
                  <a:lnTo>
                    <a:pt x="206501" y="1397000"/>
                  </a:lnTo>
                  <a:close/>
                </a:path>
                <a:path w="2193925" h="1714500">
                  <a:moveTo>
                    <a:pt x="207518" y="1384300"/>
                  </a:moveTo>
                  <a:lnTo>
                    <a:pt x="185420" y="1384300"/>
                  </a:lnTo>
                  <a:lnTo>
                    <a:pt x="185038" y="1397000"/>
                  </a:lnTo>
                  <a:lnTo>
                    <a:pt x="207263" y="1397000"/>
                  </a:lnTo>
                  <a:lnTo>
                    <a:pt x="207518" y="1384300"/>
                  </a:lnTo>
                  <a:close/>
                </a:path>
                <a:path w="2193925" h="1714500">
                  <a:moveTo>
                    <a:pt x="208534" y="1371600"/>
                  </a:moveTo>
                  <a:lnTo>
                    <a:pt x="186562" y="1371600"/>
                  </a:lnTo>
                  <a:lnTo>
                    <a:pt x="185800" y="1384300"/>
                  </a:lnTo>
                  <a:lnTo>
                    <a:pt x="207899" y="1384300"/>
                  </a:lnTo>
                  <a:lnTo>
                    <a:pt x="208534" y="1371600"/>
                  </a:lnTo>
                  <a:close/>
                </a:path>
                <a:path w="2193925" h="1714500">
                  <a:moveTo>
                    <a:pt x="210312" y="1358900"/>
                  </a:moveTo>
                  <a:lnTo>
                    <a:pt x="188340" y="1358900"/>
                  </a:lnTo>
                  <a:lnTo>
                    <a:pt x="187325" y="1371600"/>
                  </a:lnTo>
                  <a:lnTo>
                    <a:pt x="209296" y="1371600"/>
                  </a:lnTo>
                  <a:lnTo>
                    <a:pt x="210312" y="1358900"/>
                  </a:lnTo>
                  <a:close/>
                </a:path>
                <a:path w="2193925" h="1714500">
                  <a:moveTo>
                    <a:pt x="212851" y="1346200"/>
                  </a:moveTo>
                  <a:lnTo>
                    <a:pt x="190881" y="1346200"/>
                  </a:lnTo>
                  <a:lnTo>
                    <a:pt x="189102" y="1358900"/>
                  </a:lnTo>
                  <a:lnTo>
                    <a:pt x="211074" y="1358900"/>
                  </a:lnTo>
                  <a:lnTo>
                    <a:pt x="212851" y="1346200"/>
                  </a:lnTo>
                  <a:close/>
                </a:path>
                <a:path w="2193925" h="1714500">
                  <a:moveTo>
                    <a:pt x="215137" y="1333500"/>
                  </a:moveTo>
                  <a:lnTo>
                    <a:pt x="193039" y="1333500"/>
                  </a:lnTo>
                  <a:lnTo>
                    <a:pt x="191643" y="1346200"/>
                  </a:lnTo>
                  <a:lnTo>
                    <a:pt x="213613" y="1346200"/>
                  </a:lnTo>
                  <a:lnTo>
                    <a:pt x="215137" y="1333500"/>
                  </a:lnTo>
                  <a:close/>
                </a:path>
                <a:path w="2193925" h="1714500">
                  <a:moveTo>
                    <a:pt x="216662" y="1320800"/>
                  </a:moveTo>
                  <a:lnTo>
                    <a:pt x="193421" y="1320800"/>
                  </a:lnTo>
                  <a:lnTo>
                    <a:pt x="193294" y="1333500"/>
                  </a:lnTo>
                  <a:lnTo>
                    <a:pt x="215519" y="1333500"/>
                  </a:lnTo>
                  <a:lnTo>
                    <a:pt x="216662" y="1320800"/>
                  </a:lnTo>
                  <a:close/>
                </a:path>
                <a:path w="2193925" h="1714500">
                  <a:moveTo>
                    <a:pt x="217677" y="1308100"/>
                  </a:moveTo>
                  <a:lnTo>
                    <a:pt x="194818" y="1308100"/>
                  </a:lnTo>
                  <a:lnTo>
                    <a:pt x="194437" y="1320800"/>
                  </a:lnTo>
                  <a:lnTo>
                    <a:pt x="216915" y="1320800"/>
                  </a:lnTo>
                  <a:lnTo>
                    <a:pt x="217677" y="1308100"/>
                  </a:lnTo>
                  <a:close/>
                </a:path>
                <a:path w="2193925" h="1714500">
                  <a:moveTo>
                    <a:pt x="219075" y="1295400"/>
                  </a:moveTo>
                  <a:lnTo>
                    <a:pt x="195834" y="1295400"/>
                  </a:lnTo>
                  <a:lnTo>
                    <a:pt x="195452" y="1308100"/>
                  </a:lnTo>
                  <a:lnTo>
                    <a:pt x="218059" y="1308100"/>
                  </a:lnTo>
                  <a:lnTo>
                    <a:pt x="219075" y="1295400"/>
                  </a:lnTo>
                  <a:close/>
                </a:path>
                <a:path w="2193925" h="1714500">
                  <a:moveTo>
                    <a:pt x="220472" y="1282700"/>
                  </a:moveTo>
                  <a:lnTo>
                    <a:pt x="197358" y="1282700"/>
                  </a:lnTo>
                  <a:lnTo>
                    <a:pt x="196976" y="1295400"/>
                  </a:lnTo>
                  <a:lnTo>
                    <a:pt x="219456" y="1295400"/>
                  </a:lnTo>
                  <a:lnTo>
                    <a:pt x="220472" y="1282700"/>
                  </a:lnTo>
                  <a:close/>
                </a:path>
                <a:path w="2193925" h="1714500">
                  <a:moveTo>
                    <a:pt x="222758" y="1270000"/>
                  </a:moveTo>
                  <a:lnTo>
                    <a:pt x="199136" y="1270000"/>
                  </a:lnTo>
                  <a:lnTo>
                    <a:pt x="198374" y="1282700"/>
                  </a:lnTo>
                  <a:lnTo>
                    <a:pt x="221234" y="1282700"/>
                  </a:lnTo>
                  <a:lnTo>
                    <a:pt x="222758" y="1270000"/>
                  </a:lnTo>
                  <a:close/>
                </a:path>
                <a:path w="2193925" h="1714500">
                  <a:moveTo>
                    <a:pt x="233807" y="1193800"/>
                  </a:moveTo>
                  <a:lnTo>
                    <a:pt x="209676" y="1193800"/>
                  </a:lnTo>
                  <a:lnTo>
                    <a:pt x="207772" y="1206500"/>
                  </a:lnTo>
                  <a:lnTo>
                    <a:pt x="207010" y="1219200"/>
                  </a:lnTo>
                  <a:lnTo>
                    <a:pt x="205486" y="1219200"/>
                  </a:lnTo>
                  <a:lnTo>
                    <a:pt x="205229" y="1231917"/>
                  </a:lnTo>
                  <a:lnTo>
                    <a:pt x="203453" y="1244600"/>
                  </a:lnTo>
                  <a:lnTo>
                    <a:pt x="202057" y="1257300"/>
                  </a:lnTo>
                  <a:lnTo>
                    <a:pt x="200913" y="1257300"/>
                  </a:lnTo>
                  <a:lnTo>
                    <a:pt x="200533" y="1270000"/>
                  </a:lnTo>
                  <a:lnTo>
                    <a:pt x="223012" y="1270000"/>
                  </a:lnTo>
                  <a:lnTo>
                    <a:pt x="224027" y="1257300"/>
                  </a:lnTo>
                  <a:lnTo>
                    <a:pt x="225551" y="1244600"/>
                  </a:lnTo>
                  <a:lnTo>
                    <a:pt x="227327" y="1231917"/>
                  </a:lnTo>
                  <a:lnTo>
                    <a:pt x="227709" y="1231917"/>
                  </a:lnTo>
                  <a:lnTo>
                    <a:pt x="229870" y="1206500"/>
                  </a:lnTo>
                  <a:lnTo>
                    <a:pt x="232028" y="1206500"/>
                  </a:lnTo>
                  <a:lnTo>
                    <a:pt x="233807" y="1193800"/>
                  </a:lnTo>
                  <a:close/>
                </a:path>
                <a:path w="2193925" h="1714500">
                  <a:moveTo>
                    <a:pt x="231521" y="1206500"/>
                  </a:moveTo>
                  <a:lnTo>
                    <a:pt x="229870" y="1206500"/>
                  </a:lnTo>
                  <a:lnTo>
                    <a:pt x="229743" y="1219200"/>
                  </a:lnTo>
                  <a:lnTo>
                    <a:pt x="231521" y="1206500"/>
                  </a:lnTo>
                  <a:close/>
                </a:path>
                <a:path w="2193925" h="1714500">
                  <a:moveTo>
                    <a:pt x="238760" y="1181100"/>
                  </a:moveTo>
                  <a:lnTo>
                    <a:pt x="214629" y="1181100"/>
                  </a:lnTo>
                  <a:lnTo>
                    <a:pt x="213106" y="1193800"/>
                  </a:lnTo>
                  <a:lnTo>
                    <a:pt x="236854" y="1193800"/>
                  </a:lnTo>
                  <a:lnTo>
                    <a:pt x="238760" y="1181100"/>
                  </a:lnTo>
                  <a:close/>
                </a:path>
                <a:path w="2193925" h="1714500">
                  <a:moveTo>
                    <a:pt x="241681" y="1168400"/>
                  </a:moveTo>
                  <a:lnTo>
                    <a:pt x="216915" y="1168400"/>
                  </a:lnTo>
                  <a:lnTo>
                    <a:pt x="215137" y="1181100"/>
                  </a:lnTo>
                  <a:lnTo>
                    <a:pt x="239395" y="1181100"/>
                  </a:lnTo>
                  <a:lnTo>
                    <a:pt x="241681" y="1168400"/>
                  </a:lnTo>
                  <a:close/>
                </a:path>
                <a:path w="2193925" h="1714500">
                  <a:moveTo>
                    <a:pt x="248412" y="1155700"/>
                  </a:moveTo>
                  <a:lnTo>
                    <a:pt x="221869" y="1155700"/>
                  </a:lnTo>
                  <a:lnTo>
                    <a:pt x="220725" y="1168400"/>
                  </a:lnTo>
                  <a:lnTo>
                    <a:pt x="245110" y="1168400"/>
                  </a:lnTo>
                  <a:lnTo>
                    <a:pt x="248412" y="1155700"/>
                  </a:lnTo>
                  <a:close/>
                </a:path>
                <a:path w="2193925" h="1714500">
                  <a:moveTo>
                    <a:pt x="250951" y="1143000"/>
                  </a:moveTo>
                  <a:lnTo>
                    <a:pt x="227457" y="1143000"/>
                  </a:lnTo>
                  <a:lnTo>
                    <a:pt x="225171" y="1155700"/>
                  </a:lnTo>
                  <a:lnTo>
                    <a:pt x="249427" y="1155700"/>
                  </a:lnTo>
                  <a:lnTo>
                    <a:pt x="250951" y="1143000"/>
                  </a:lnTo>
                  <a:close/>
                </a:path>
                <a:path w="2193925" h="1714500">
                  <a:moveTo>
                    <a:pt x="255397" y="1130300"/>
                  </a:moveTo>
                  <a:lnTo>
                    <a:pt x="231012" y="1130300"/>
                  </a:lnTo>
                  <a:lnTo>
                    <a:pt x="230250" y="1143000"/>
                  </a:lnTo>
                  <a:lnTo>
                    <a:pt x="254888" y="1143000"/>
                  </a:lnTo>
                  <a:lnTo>
                    <a:pt x="255397" y="1130300"/>
                  </a:lnTo>
                  <a:close/>
                </a:path>
                <a:path w="2193925" h="1714500">
                  <a:moveTo>
                    <a:pt x="262254" y="1117600"/>
                  </a:moveTo>
                  <a:lnTo>
                    <a:pt x="237871" y="1117600"/>
                  </a:lnTo>
                  <a:lnTo>
                    <a:pt x="235331" y="1130300"/>
                  </a:lnTo>
                  <a:lnTo>
                    <a:pt x="259461" y="1130300"/>
                  </a:lnTo>
                  <a:lnTo>
                    <a:pt x="262254" y="1117600"/>
                  </a:lnTo>
                  <a:close/>
                </a:path>
                <a:path w="2193925" h="1714500">
                  <a:moveTo>
                    <a:pt x="266319" y="1104900"/>
                  </a:moveTo>
                  <a:lnTo>
                    <a:pt x="242443" y="1104900"/>
                  </a:lnTo>
                  <a:lnTo>
                    <a:pt x="241300" y="1117600"/>
                  </a:lnTo>
                  <a:lnTo>
                    <a:pt x="263525" y="1117600"/>
                  </a:lnTo>
                  <a:lnTo>
                    <a:pt x="266319" y="1104900"/>
                  </a:lnTo>
                  <a:close/>
                </a:path>
                <a:path w="2193925" h="1714500">
                  <a:moveTo>
                    <a:pt x="271399" y="1092200"/>
                  </a:moveTo>
                  <a:lnTo>
                    <a:pt x="248793" y="1092200"/>
                  </a:lnTo>
                  <a:lnTo>
                    <a:pt x="246252" y="1104900"/>
                  </a:lnTo>
                  <a:lnTo>
                    <a:pt x="270256" y="1104900"/>
                  </a:lnTo>
                  <a:lnTo>
                    <a:pt x="271399" y="1092200"/>
                  </a:lnTo>
                  <a:close/>
                </a:path>
                <a:path w="2193925" h="1714500">
                  <a:moveTo>
                    <a:pt x="276987" y="1079500"/>
                  </a:moveTo>
                  <a:lnTo>
                    <a:pt x="253237" y="1079500"/>
                  </a:lnTo>
                  <a:lnTo>
                    <a:pt x="250189" y="1092200"/>
                  </a:lnTo>
                  <a:lnTo>
                    <a:pt x="274827" y="1092200"/>
                  </a:lnTo>
                  <a:lnTo>
                    <a:pt x="276987" y="1079500"/>
                  </a:lnTo>
                  <a:close/>
                </a:path>
                <a:path w="2193925" h="1714500">
                  <a:moveTo>
                    <a:pt x="277240" y="1079500"/>
                  </a:moveTo>
                  <a:lnTo>
                    <a:pt x="276987" y="1079500"/>
                  </a:lnTo>
                  <a:lnTo>
                    <a:pt x="275844" y="1092200"/>
                  </a:lnTo>
                  <a:lnTo>
                    <a:pt x="276987" y="1092200"/>
                  </a:lnTo>
                  <a:lnTo>
                    <a:pt x="277240" y="1079500"/>
                  </a:lnTo>
                  <a:close/>
                </a:path>
                <a:path w="2193925" h="1714500">
                  <a:moveTo>
                    <a:pt x="258699" y="1066800"/>
                  </a:moveTo>
                  <a:lnTo>
                    <a:pt x="257784" y="1078230"/>
                  </a:lnTo>
                  <a:lnTo>
                    <a:pt x="257683" y="1079500"/>
                  </a:lnTo>
                  <a:lnTo>
                    <a:pt x="258318" y="1079500"/>
                  </a:lnTo>
                  <a:lnTo>
                    <a:pt x="258699" y="1066800"/>
                  </a:lnTo>
                  <a:close/>
                </a:path>
                <a:path w="2193925" h="1714500">
                  <a:moveTo>
                    <a:pt x="286131" y="1066800"/>
                  </a:moveTo>
                  <a:lnTo>
                    <a:pt x="260476" y="1066800"/>
                  </a:lnTo>
                  <a:lnTo>
                    <a:pt x="258318" y="1079500"/>
                  </a:lnTo>
                  <a:lnTo>
                    <a:pt x="284988" y="1079500"/>
                  </a:lnTo>
                  <a:lnTo>
                    <a:pt x="286131" y="1066800"/>
                  </a:lnTo>
                  <a:close/>
                </a:path>
                <a:path w="2193925" h="1714500">
                  <a:moveTo>
                    <a:pt x="287274" y="1066800"/>
                  </a:moveTo>
                  <a:lnTo>
                    <a:pt x="286131" y="1066800"/>
                  </a:lnTo>
                  <a:lnTo>
                    <a:pt x="285216" y="1078230"/>
                  </a:lnTo>
                  <a:lnTo>
                    <a:pt x="287274" y="1066800"/>
                  </a:lnTo>
                  <a:close/>
                </a:path>
                <a:path w="2193925" h="1714500">
                  <a:moveTo>
                    <a:pt x="295275" y="1054100"/>
                  </a:moveTo>
                  <a:lnTo>
                    <a:pt x="267715" y="1054100"/>
                  </a:lnTo>
                  <a:lnTo>
                    <a:pt x="266573" y="1066800"/>
                  </a:lnTo>
                  <a:lnTo>
                    <a:pt x="293115" y="1066800"/>
                  </a:lnTo>
                  <a:lnTo>
                    <a:pt x="295275" y="1054100"/>
                  </a:lnTo>
                  <a:close/>
                </a:path>
                <a:path w="2193925" h="1714500">
                  <a:moveTo>
                    <a:pt x="303402" y="1041400"/>
                  </a:moveTo>
                  <a:lnTo>
                    <a:pt x="275589" y="1041400"/>
                  </a:lnTo>
                  <a:lnTo>
                    <a:pt x="270637" y="1054100"/>
                  </a:lnTo>
                  <a:lnTo>
                    <a:pt x="300100" y="1054100"/>
                  </a:lnTo>
                  <a:lnTo>
                    <a:pt x="303402" y="1041400"/>
                  </a:lnTo>
                  <a:close/>
                </a:path>
                <a:path w="2193925" h="1714500">
                  <a:moveTo>
                    <a:pt x="284099" y="1028700"/>
                  </a:moveTo>
                  <a:lnTo>
                    <a:pt x="280415" y="1028700"/>
                  </a:lnTo>
                  <a:lnTo>
                    <a:pt x="279575" y="1040707"/>
                  </a:lnTo>
                  <a:lnTo>
                    <a:pt x="279526" y="1041400"/>
                  </a:lnTo>
                  <a:lnTo>
                    <a:pt x="280797" y="1041400"/>
                  </a:lnTo>
                  <a:lnTo>
                    <a:pt x="284099" y="1028700"/>
                  </a:lnTo>
                  <a:close/>
                </a:path>
                <a:path w="2193925" h="1714500">
                  <a:moveTo>
                    <a:pt x="284099" y="1028700"/>
                  </a:moveTo>
                  <a:lnTo>
                    <a:pt x="280977" y="1040707"/>
                  </a:lnTo>
                  <a:lnTo>
                    <a:pt x="280917" y="1040935"/>
                  </a:lnTo>
                  <a:lnTo>
                    <a:pt x="280797" y="1041400"/>
                  </a:lnTo>
                  <a:lnTo>
                    <a:pt x="284099" y="1041400"/>
                  </a:lnTo>
                  <a:lnTo>
                    <a:pt x="284099" y="1028700"/>
                  </a:lnTo>
                  <a:close/>
                </a:path>
                <a:path w="2193925" h="1714500">
                  <a:moveTo>
                    <a:pt x="301751" y="1028700"/>
                  </a:moveTo>
                  <a:lnTo>
                    <a:pt x="284099" y="1028700"/>
                  </a:lnTo>
                  <a:lnTo>
                    <a:pt x="284099" y="1041400"/>
                  </a:lnTo>
                  <a:lnTo>
                    <a:pt x="299847" y="1041400"/>
                  </a:lnTo>
                  <a:lnTo>
                    <a:pt x="301751" y="1028700"/>
                  </a:lnTo>
                  <a:close/>
                </a:path>
                <a:path w="2193925" h="1714500">
                  <a:moveTo>
                    <a:pt x="303275" y="1028700"/>
                  </a:moveTo>
                  <a:lnTo>
                    <a:pt x="301751" y="1028700"/>
                  </a:lnTo>
                  <a:lnTo>
                    <a:pt x="299950" y="1040707"/>
                  </a:lnTo>
                  <a:lnTo>
                    <a:pt x="299847" y="1041400"/>
                  </a:lnTo>
                  <a:lnTo>
                    <a:pt x="305435" y="1041400"/>
                  </a:lnTo>
                  <a:lnTo>
                    <a:pt x="305597" y="1040935"/>
                  </a:lnTo>
                  <a:lnTo>
                    <a:pt x="305677" y="1040707"/>
                  </a:lnTo>
                  <a:lnTo>
                    <a:pt x="303275" y="1028700"/>
                  </a:lnTo>
                  <a:close/>
                </a:path>
                <a:path w="2193925" h="1714500">
                  <a:moveTo>
                    <a:pt x="305723" y="1040935"/>
                  </a:moveTo>
                  <a:lnTo>
                    <a:pt x="305435" y="1041400"/>
                  </a:lnTo>
                  <a:lnTo>
                    <a:pt x="305815" y="1041400"/>
                  </a:lnTo>
                  <a:lnTo>
                    <a:pt x="305723" y="1040935"/>
                  </a:lnTo>
                  <a:close/>
                </a:path>
                <a:path w="2193925" h="1714500">
                  <a:moveTo>
                    <a:pt x="309879" y="1034230"/>
                  </a:moveTo>
                  <a:lnTo>
                    <a:pt x="305864" y="1040707"/>
                  </a:lnTo>
                  <a:lnTo>
                    <a:pt x="305815" y="1041400"/>
                  </a:lnTo>
                  <a:lnTo>
                    <a:pt x="309879" y="1041400"/>
                  </a:lnTo>
                  <a:lnTo>
                    <a:pt x="309879" y="1034230"/>
                  </a:lnTo>
                  <a:close/>
                </a:path>
                <a:path w="2193925" h="1714500">
                  <a:moveTo>
                    <a:pt x="309879" y="1028700"/>
                  </a:moveTo>
                  <a:lnTo>
                    <a:pt x="305677" y="1040707"/>
                  </a:lnTo>
                  <a:lnTo>
                    <a:pt x="305723" y="1040935"/>
                  </a:lnTo>
                  <a:lnTo>
                    <a:pt x="309879" y="1034230"/>
                  </a:lnTo>
                  <a:lnTo>
                    <a:pt x="309879" y="1028700"/>
                  </a:lnTo>
                  <a:close/>
                </a:path>
                <a:path w="2193925" h="1714500">
                  <a:moveTo>
                    <a:pt x="309879" y="1028700"/>
                  </a:moveTo>
                  <a:lnTo>
                    <a:pt x="303275" y="1028700"/>
                  </a:lnTo>
                  <a:lnTo>
                    <a:pt x="305677" y="1040707"/>
                  </a:lnTo>
                  <a:lnTo>
                    <a:pt x="309879" y="1028700"/>
                  </a:lnTo>
                  <a:close/>
                </a:path>
                <a:path w="2193925" h="1714500">
                  <a:moveTo>
                    <a:pt x="313309" y="1028700"/>
                  </a:moveTo>
                  <a:lnTo>
                    <a:pt x="309879" y="1028700"/>
                  </a:lnTo>
                  <a:lnTo>
                    <a:pt x="309879" y="1034230"/>
                  </a:lnTo>
                  <a:lnTo>
                    <a:pt x="313309" y="1028700"/>
                  </a:lnTo>
                  <a:close/>
                </a:path>
                <a:path w="2193925" h="1714500">
                  <a:moveTo>
                    <a:pt x="324865" y="1016000"/>
                  </a:moveTo>
                  <a:lnTo>
                    <a:pt x="291338" y="1016000"/>
                  </a:lnTo>
                  <a:lnTo>
                    <a:pt x="288544" y="1028700"/>
                  </a:lnTo>
                  <a:lnTo>
                    <a:pt x="322325" y="1028700"/>
                  </a:lnTo>
                  <a:lnTo>
                    <a:pt x="324865" y="1016000"/>
                  </a:lnTo>
                  <a:close/>
                </a:path>
                <a:path w="2193925" h="1714500">
                  <a:moveTo>
                    <a:pt x="343408" y="1003300"/>
                  </a:moveTo>
                  <a:lnTo>
                    <a:pt x="305815" y="1003300"/>
                  </a:lnTo>
                  <a:lnTo>
                    <a:pt x="300482" y="1016000"/>
                  </a:lnTo>
                  <a:lnTo>
                    <a:pt x="335407" y="1016000"/>
                  </a:lnTo>
                  <a:lnTo>
                    <a:pt x="343408" y="1003300"/>
                  </a:lnTo>
                  <a:close/>
                </a:path>
                <a:path w="2193925" h="1714500">
                  <a:moveTo>
                    <a:pt x="353060" y="990600"/>
                  </a:moveTo>
                  <a:lnTo>
                    <a:pt x="320166" y="990600"/>
                  </a:lnTo>
                  <a:lnTo>
                    <a:pt x="316611" y="1003300"/>
                  </a:lnTo>
                  <a:lnTo>
                    <a:pt x="350265" y="1003300"/>
                  </a:lnTo>
                  <a:lnTo>
                    <a:pt x="353060" y="990600"/>
                  </a:lnTo>
                  <a:close/>
                </a:path>
                <a:path w="2193925" h="1714500">
                  <a:moveTo>
                    <a:pt x="365378" y="977900"/>
                  </a:moveTo>
                  <a:lnTo>
                    <a:pt x="335534" y="977900"/>
                  </a:lnTo>
                  <a:lnTo>
                    <a:pt x="330835" y="990600"/>
                  </a:lnTo>
                  <a:lnTo>
                    <a:pt x="362458" y="990600"/>
                  </a:lnTo>
                  <a:lnTo>
                    <a:pt x="365378" y="977900"/>
                  </a:lnTo>
                  <a:close/>
                </a:path>
                <a:path w="2193925" h="1714500">
                  <a:moveTo>
                    <a:pt x="376936" y="965200"/>
                  </a:moveTo>
                  <a:lnTo>
                    <a:pt x="348107" y="965200"/>
                  </a:lnTo>
                  <a:lnTo>
                    <a:pt x="345186" y="977900"/>
                  </a:lnTo>
                  <a:lnTo>
                    <a:pt x="372237" y="977900"/>
                  </a:lnTo>
                  <a:lnTo>
                    <a:pt x="376936" y="965200"/>
                  </a:lnTo>
                  <a:close/>
                </a:path>
                <a:path w="2193925" h="1714500">
                  <a:moveTo>
                    <a:pt x="384683" y="952500"/>
                  </a:moveTo>
                  <a:lnTo>
                    <a:pt x="358139" y="952500"/>
                  </a:lnTo>
                  <a:lnTo>
                    <a:pt x="353440" y="965200"/>
                  </a:lnTo>
                  <a:lnTo>
                    <a:pt x="378968" y="965200"/>
                  </a:lnTo>
                  <a:lnTo>
                    <a:pt x="384683" y="952500"/>
                  </a:lnTo>
                  <a:close/>
                </a:path>
                <a:path w="2193925" h="1714500">
                  <a:moveTo>
                    <a:pt x="394081" y="939800"/>
                  </a:moveTo>
                  <a:lnTo>
                    <a:pt x="366140" y="939800"/>
                  </a:lnTo>
                  <a:lnTo>
                    <a:pt x="360299" y="952500"/>
                  </a:lnTo>
                  <a:lnTo>
                    <a:pt x="387731" y="952500"/>
                  </a:lnTo>
                  <a:lnTo>
                    <a:pt x="394081" y="939800"/>
                  </a:lnTo>
                  <a:close/>
                </a:path>
                <a:path w="2193925" h="1714500">
                  <a:moveTo>
                    <a:pt x="400685" y="927100"/>
                  </a:moveTo>
                  <a:lnTo>
                    <a:pt x="373888" y="927100"/>
                  </a:lnTo>
                  <a:lnTo>
                    <a:pt x="368173" y="939800"/>
                  </a:lnTo>
                  <a:lnTo>
                    <a:pt x="395732" y="939800"/>
                  </a:lnTo>
                  <a:lnTo>
                    <a:pt x="400685" y="927100"/>
                  </a:lnTo>
                  <a:close/>
                </a:path>
                <a:path w="2193925" h="1714500">
                  <a:moveTo>
                    <a:pt x="407543" y="914400"/>
                  </a:moveTo>
                  <a:lnTo>
                    <a:pt x="381126" y="914400"/>
                  </a:lnTo>
                  <a:lnTo>
                    <a:pt x="375412" y="927100"/>
                  </a:lnTo>
                  <a:lnTo>
                    <a:pt x="405764" y="927100"/>
                  </a:lnTo>
                  <a:lnTo>
                    <a:pt x="407543" y="914400"/>
                  </a:lnTo>
                  <a:close/>
                </a:path>
                <a:path w="2193925" h="1714500">
                  <a:moveTo>
                    <a:pt x="388620" y="901700"/>
                  </a:moveTo>
                  <a:lnTo>
                    <a:pt x="386207" y="914400"/>
                  </a:lnTo>
                  <a:lnTo>
                    <a:pt x="387476" y="914400"/>
                  </a:lnTo>
                  <a:lnTo>
                    <a:pt x="388620" y="901700"/>
                  </a:lnTo>
                  <a:close/>
                </a:path>
                <a:path w="2193925" h="1714500">
                  <a:moveTo>
                    <a:pt x="416051" y="901700"/>
                  </a:moveTo>
                  <a:lnTo>
                    <a:pt x="389254" y="901700"/>
                  </a:lnTo>
                  <a:lnTo>
                    <a:pt x="387476" y="914400"/>
                  </a:lnTo>
                  <a:lnTo>
                    <a:pt x="412241" y="914400"/>
                  </a:lnTo>
                  <a:lnTo>
                    <a:pt x="416051" y="901700"/>
                  </a:lnTo>
                  <a:close/>
                </a:path>
                <a:path w="2193925" h="1714500">
                  <a:moveTo>
                    <a:pt x="423418" y="889000"/>
                  </a:moveTo>
                  <a:lnTo>
                    <a:pt x="395477" y="889000"/>
                  </a:lnTo>
                  <a:lnTo>
                    <a:pt x="391922" y="901700"/>
                  </a:lnTo>
                  <a:lnTo>
                    <a:pt x="418973" y="901700"/>
                  </a:lnTo>
                  <a:lnTo>
                    <a:pt x="423418" y="889000"/>
                  </a:lnTo>
                  <a:close/>
                </a:path>
                <a:path w="2193925" h="1714500">
                  <a:moveTo>
                    <a:pt x="429006" y="876300"/>
                  </a:moveTo>
                  <a:lnTo>
                    <a:pt x="402336" y="876300"/>
                  </a:lnTo>
                  <a:lnTo>
                    <a:pt x="398145" y="889000"/>
                  </a:lnTo>
                  <a:lnTo>
                    <a:pt x="425323" y="889000"/>
                  </a:lnTo>
                  <a:lnTo>
                    <a:pt x="429006" y="876300"/>
                  </a:lnTo>
                  <a:close/>
                </a:path>
                <a:path w="2193925" h="1714500">
                  <a:moveTo>
                    <a:pt x="434466" y="863600"/>
                  </a:moveTo>
                  <a:lnTo>
                    <a:pt x="407670" y="863600"/>
                  </a:lnTo>
                  <a:lnTo>
                    <a:pt x="403987" y="876300"/>
                  </a:lnTo>
                  <a:lnTo>
                    <a:pt x="430784" y="876300"/>
                  </a:lnTo>
                  <a:lnTo>
                    <a:pt x="434466" y="863600"/>
                  </a:lnTo>
                  <a:close/>
                </a:path>
                <a:path w="2193925" h="1714500">
                  <a:moveTo>
                    <a:pt x="438912" y="850900"/>
                  </a:moveTo>
                  <a:lnTo>
                    <a:pt x="413003" y="850900"/>
                  </a:lnTo>
                  <a:lnTo>
                    <a:pt x="409448" y="863600"/>
                  </a:lnTo>
                  <a:lnTo>
                    <a:pt x="435990" y="863600"/>
                  </a:lnTo>
                  <a:lnTo>
                    <a:pt x="438912" y="850900"/>
                  </a:lnTo>
                  <a:close/>
                </a:path>
                <a:path w="2193925" h="1714500">
                  <a:moveTo>
                    <a:pt x="417068" y="838200"/>
                  </a:moveTo>
                  <a:lnTo>
                    <a:pt x="414274" y="850900"/>
                  </a:lnTo>
                  <a:lnTo>
                    <a:pt x="417068" y="850900"/>
                  </a:lnTo>
                  <a:lnTo>
                    <a:pt x="417068" y="838200"/>
                  </a:lnTo>
                  <a:close/>
                </a:path>
                <a:path w="2193925" h="1714500">
                  <a:moveTo>
                    <a:pt x="442087" y="838200"/>
                  </a:moveTo>
                  <a:lnTo>
                    <a:pt x="418084" y="838200"/>
                  </a:lnTo>
                  <a:lnTo>
                    <a:pt x="417068" y="850900"/>
                  </a:lnTo>
                  <a:lnTo>
                    <a:pt x="440182" y="850900"/>
                  </a:lnTo>
                  <a:lnTo>
                    <a:pt x="442087" y="838200"/>
                  </a:lnTo>
                  <a:close/>
                </a:path>
                <a:path w="2193925" h="1714500">
                  <a:moveTo>
                    <a:pt x="445008" y="825500"/>
                  </a:moveTo>
                  <a:lnTo>
                    <a:pt x="421766" y="825500"/>
                  </a:lnTo>
                  <a:lnTo>
                    <a:pt x="420243" y="838200"/>
                  </a:lnTo>
                  <a:lnTo>
                    <a:pt x="444881" y="838200"/>
                  </a:lnTo>
                  <a:lnTo>
                    <a:pt x="445008" y="825500"/>
                  </a:lnTo>
                  <a:close/>
                </a:path>
                <a:path w="2193925" h="1714500">
                  <a:moveTo>
                    <a:pt x="446024" y="812800"/>
                  </a:moveTo>
                  <a:lnTo>
                    <a:pt x="422783" y="812800"/>
                  </a:lnTo>
                  <a:lnTo>
                    <a:pt x="422528" y="825500"/>
                  </a:lnTo>
                  <a:lnTo>
                    <a:pt x="445770" y="825500"/>
                  </a:lnTo>
                  <a:lnTo>
                    <a:pt x="446024" y="812800"/>
                  </a:lnTo>
                  <a:close/>
                </a:path>
                <a:path w="2193925" h="1714500">
                  <a:moveTo>
                    <a:pt x="448437" y="800100"/>
                  </a:moveTo>
                  <a:lnTo>
                    <a:pt x="423925" y="800100"/>
                  </a:lnTo>
                  <a:lnTo>
                    <a:pt x="423290" y="812800"/>
                  </a:lnTo>
                  <a:lnTo>
                    <a:pt x="447421" y="812800"/>
                  </a:lnTo>
                  <a:lnTo>
                    <a:pt x="448437" y="800100"/>
                  </a:lnTo>
                  <a:close/>
                </a:path>
                <a:path w="2193925" h="1714500">
                  <a:moveTo>
                    <a:pt x="426593" y="787400"/>
                  </a:moveTo>
                  <a:lnTo>
                    <a:pt x="425831" y="800100"/>
                  </a:lnTo>
                  <a:lnTo>
                    <a:pt x="426338" y="800100"/>
                  </a:lnTo>
                  <a:lnTo>
                    <a:pt x="426593" y="787400"/>
                  </a:lnTo>
                  <a:close/>
                </a:path>
                <a:path w="2193925" h="1714500">
                  <a:moveTo>
                    <a:pt x="450723" y="787400"/>
                  </a:moveTo>
                  <a:lnTo>
                    <a:pt x="427736" y="787400"/>
                  </a:lnTo>
                  <a:lnTo>
                    <a:pt x="426338" y="800100"/>
                  </a:lnTo>
                  <a:lnTo>
                    <a:pt x="450596" y="800100"/>
                  </a:lnTo>
                  <a:lnTo>
                    <a:pt x="450723" y="787400"/>
                  </a:lnTo>
                  <a:close/>
                </a:path>
                <a:path w="2193925" h="1714500">
                  <a:moveTo>
                    <a:pt x="453898" y="774700"/>
                  </a:moveTo>
                  <a:lnTo>
                    <a:pt x="429513" y="774700"/>
                  </a:lnTo>
                  <a:lnTo>
                    <a:pt x="428116" y="787400"/>
                  </a:lnTo>
                  <a:lnTo>
                    <a:pt x="452882" y="787400"/>
                  </a:lnTo>
                  <a:lnTo>
                    <a:pt x="453898" y="774700"/>
                  </a:lnTo>
                  <a:close/>
                </a:path>
                <a:path w="2193925" h="1714500">
                  <a:moveTo>
                    <a:pt x="457581" y="762000"/>
                  </a:moveTo>
                  <a:lnTo>
                    <a:pt x="431673" y="762000"/>
                  </a:lnTo>
                  <a:lnTo>
                    <a:pt x="430784" y="774700"/>
                  </a:lnTo>
                  <a:lnTo>
                    <a:pt x="454151" y="774700"/>
                  </a:lnTo>
                  <a:lnTo>
                    <a:pt x="457581" y="762000"/>
                  </a:lnTo>
                  <a:close/>
                </a:path>
                <a:path w="2193925" h="1714500">
                  <a:moveTo>
                    <a:pt x="463169" y="749300"/>
                  </a:moveTo>
                  <a:lnTo>
                    <a:pt x="436625" y="749300"/>
                  </a:lnTo>
                  <a:lnTo>
                    <a:pt x="435228" y="762000"/>
                  </a:lnTo>
                  <a:lnTo>
                    <a:pt x="458597" y="762000"/>
                  </a:lnTo>
                  <a:lnTo>
                    <a:pt x="463169" y="749300"/>
                  </a:lnTo>
                  <a:close/>
                </a:path>
                <a:path w="2193925" h="1714500">
                  <a:moveTo>
                    <a:pt x="469391" y="736600"/>
                  </a:moveTo>
                  <a:lnTo>
                    <a:pt x="441578" y="736600"/>
                  </a:lnTo>
                  <a:lnTo>
                    <a:pt x="436879" y="749300"/>
                  </a:lnTo>
                  <a:lnTo>
                    <a:pt x="464693" y="749300"/>
                  </a:lnTo>
                  <a:lnTo>
                    <a:pt x="469391" y="736600"/>
                  </a:lnTo>
                  <a:close/>
                </a:path>
                <a:path w="2193925" h="1714500">
                  <a:moveTo>
                    <a:pt x="475614" y="723900"/>
                  </a:moveTo>
                  <a:lnTo>
                    <a:pt x="448437" y="723900"/>
                  </a:lnTo>
                  <a:lnTo>
                    <a:pt x="443611" y="736600"/>
                  </a:lnTo>
                  <a:lnTo>
                    <a:pt x="471550" y="736600"/>
                  </a:lnTo>
                  <a:lnTo>
                    <a:pt x="475614" y="723900"/>
                  </a:lnTo>
                  <a:close/>
                </a:path>
                <a:path w="2193925" h="1714500">
                  <a:moveTo>
                    <a:pt x="479933" y="711200"/>
                  </a:moveTo>
                  <a:lnTo>
                    <a:pt x="454533" y="711200"/>
                  </a:lnTo>
                  <a:lnTo>
                    <a:pt x="450723" y="723900"/>
                  </a:lnTo>
                  <a:lnTo>
                    <a:pt x="477393" y="723900"/>
                  </a:lnTo>
                  <a:lnTo>
                    <a:pt x="479933" y="711200"/>
                  </a:lnTo>
                  <a:close/>
                </a:path>
                <a:path w="2193925" h="1714500">
                  <a:moveTo>
                    <a:pt x="494664" y="673100"/>
                  </a:moveTo>
                  <a:lnTo>
                    <a:pt x="466851" y="673100"/>
                  </a:lnTo>
                  <a:lnTo>
                    <a:pt x="463169" y="685800"/>
                  </a:lnTo>
                  <a:lnTo>
                    <a:pt x="461772" y="698500"/>
                  </a:lnTo>
                  <a:lnTo>
                    <a:pt x="458977" y="698500"/>
                  </a:lnTo>
                  <a:lnTo>
                    <a:pt x="457835" y="711200"/>
                  </a:lnTo>
                  <a:lnTo>
                    <a:pt x="481329" y="711200"/>
                  </a:lnTo>
                  <a:lnTo>
                    <a:pt x="484250" y="698500"/>
                  </a:lnTo>
                  <a:lnTo>
                    <a:pt x="489203" y="685800"/>
                  </a:lnTo>
                  <a:lnTo>
                    <a:pt x="488950" y="685800"/>
                  </a:lnTo>
                  <a:lnTo>
                    <a:pt x="494664" y="673100"/>
                  </a:lnTo>
                  <a:close/>
                </a:path>
                <a:path w="2193925" h="1714500">
                  <a:moveTo>
                    <a:pt x="496570" y="660400"/>
                  </a:moveTo>
                  <a:lnTo>
                    <a:pt x="472821" y="660400"/>
                  </a:lnTo>
                  <a:lnTo>
                    <a:pt x="468884" y="673100"/>
                  </a:lnTo>
                  <a:lnTo>
                    <a:pt x="494919" y="673100"/>
                  </a:lnTo>
                  <a:lnTo>
                    <a:pt x="496570" y="660400"/>
                  </a:lnTo>
                  <a:close/>
                </a:path>
                <a:path w="2193925" h="1714500">
                  <a:moveTo>
                    <a:pt x="505333" y="635000"/>
                  </a:moveTo>
                  <a:lnTo>
                    <a:pt x="483235" y="635000"/>
                  </a:lnTo>
                  <a:lnTo>
                    <a:pt x="479933" y="647700"/>
                  </a:lnTo>
                  <a:lnTo>
                    <a:pt x="478663" y="647700"/>
                  </a:lnTo>
                  <a:lnTo>
                    <a:pt x="474599" y="660400"/>
                  </a:lnTo>
                  <a:lnTo>
                    <a:pt x="500634" y="660400"/>
                  </a:lnTo>
                  <a:lnTo>
                    <a:pt x="502031" y="647700"/>
                  </a:lnTo>
                  <a:lnTo>
                    <a:pt x="505333" y="635000"/>
                  </a:lnTo>
                  <a:close/>
                </a:path>
                <a:path w="2193925" h="1714500">
                  <a:moveTo>
                    <a:pt x="508762" y="622300"/>
                  </a:moveTo>
                  <a:lnTo>
                    <a:pt x="486156" y="622300"/>
                  </a:lnTo>
                  <a:lnTo>
                    <a:pt x="483997" y="635000"/>
                  </a:lnTo>
                  <a:lnTo>
                    <a:pt x="506602" y="635000"/>
                  </a:lnTo>
                  <a:lnTo>
                    <a:pt x="508762" y="622300"/>
                  </a:lnTo>
                  <a:close/>
                </a:path>
                <a:path w="2193925" h="1714500">
                  <a:moveTo>
                    <a:pt x="509650" y="622300"/>
                  </a:moveTo>
                  <a:lnTo>
                    <a:pt x="508762" y="622300"/>
                  </a:lnTo>
                  <a:lnTo>
                    <a:pt x="508635" y="635000"/>
                  </a:lnTo>
                  <a:lnTo>
                    <a:pt x="509650" y="622300"/>
                  </a:lnTo>
                  <a:close/>
                </a:path>
                <a:path w="2193925" h="1714500">
                  <a:moveTo>
                    <a:pt x="512952" y="609600"/>
                  </a:moveTo>
                  <a:lnTo>
                    <a:pt x="489331" y="609600"/>
                  </a:lnTo>
                  <a:lnTo>
                    <a:pt x="487425" y="622300"/>
                  </a:lnTo>
                  <a:lnTo>
                    <a:pt x="512063" y="622300"/>
                  </a:lnTo>
                  <a:lnTo>
                    <a:pt x="512952" y="609600"/>
                  </a:lnTo>
                  <a:close/>
                </a:path>
                <a:path w="2193925" h="1714500">
                  <a:moveTo>
                    <a:pt x="528320" y="571500"/>
                  </a:moveTo>
                  <a:lnTo>
                    <a:pt x="501014" y="571500"/>
                  </a:lnTo>
                  <a:lnTo>
                    <a:pt x="499363" y="584200"/>
                  </a:lnTo>
                  <a:lnTo>
                    <a:pt x="495046" y="596900"/>
                  </a:lnTo>
                  <a:lnTo>
                    <a:pt x="493522" y="596900"/>
                  </a:lnTo>
                  <a:lnTo>
                    <a:pt x="490474" y="609600"/>
                  </a:lnTo>
                  <a:lnTo>
                    <a:pt x="515874" y="609600"/>
                  </a:lnTo>
                  <a:lnTo>
                    <a:pt x="517144" y="596900"/>
                  </a:lnTo>
                  <a:lnTo>
                    <a:pt x="521462" y="584200"/>
                  </a:lnTo>
                  <a:lnTo>
                    <a:pt x="523239" y="584200"/>
                  </a:lnTo>
                  <a:lnTo>
                    <a:pt x="528320" y="571500"/>
                  </a:lnTo>
                  <a:close/>
                </a:path>
                <a:path w="2193925" h="1714500">
                  <a:moveTo>
                    <a:pt x="529844" y="558800"/>
                  </a:moveTo>
                  <a:lnTo>
                    <a:pt x="506222" y="558800"/>
                  </a:lnTo>
                  <a:lnTo>
                    <a:pt x="501269" y="571500"/>
                  </a:lnTo>
                  <a:lnTo>
                    <a:pt x="528827" y="571500"/>
                  </a:lnTo>
                  <a:lnTo>
                    <a:pt x="529844" y="558800"/>
                  </a:lnTo>
                  <a:close/>
                </a:path>
                <a:path w="2193925" h="1714500">
                  <a:moveTo>
                    <a:pt x="533781" y="546100"/>
                  </a:moveTo>
                  <a:lnTo>
                    <a:pt x="513714" y="546100"/>
                  </a:lnTo>
                  <a:lnTo>
                    <a:pt x="509397" y="558800"/>
                  </a:lnTo>
                  <a:lnTo>
                    <a:pt x="529463" y="558800"/>
                  </a:lnTo>
                  <a:lnTo>
                    <a:pt x="533781" y="546100"/>
                  </a:lnTo>
                  <a:close/>
                </a:path>
                <a:path w="2193925" h="1714500">
                  <a:moveTo>
                    <a:pt x="544702" y="520700"/>
                  </a:moveTo>
                  <a:lnTo>
                    <a:pt x="521462" y="520700"/>
                  </a:lnTo>
                  <a:lnTo>
                    <a:pt x="519938" y="533400"/>
                  </a:lnTo>
                  <a:lnTo>
                    <a:pt x="516000" y="546100"/>
                  </a:lnTo>
                  <a:lnTo>
                    <a:pt x="533781" y="546100"/>
                  </a:lnTo>
                  <a:lnTo>
                    <a:pt x="533400" y="558800"/>
                  </a:lnTo>
                  <a:lnTo>
                    <a:pt x="535559" y="546100"/>
                  </a:lnTo>
                  <a:lnTo>
                    <a:pt x="539750" y="533400"/>
                  </a:lnTo>
                  <a:lnTo>
                    <a:pt x="541147" y="533400"/>
                  </a:lnTo>
                  <a:lnTo>
                    <a:pt x="544702" y="520700"/>
                  </a:lnTo>
                  <a:close/>
                </a:path>
                <a:path w="2193925" h="1714500">
                  <a:moveTo>
                    <a:pt x="516382" y="533400"/>
                  </a:moveTo>
                  <a:lnTo>
                    <a:pt x="514223" y="546100"/>
                  </a:lnTo>
                  <a:lnTo>
                    <a:pt x="516000" y="546100"/>
                  </a:lnTo>
                  <a:lnTo>
                    <a:pt x="516382" y="533400"/>
                  </a:lnTo>
                  <a:close/>
                </a:path>
                <a:path w="2193925" h="1714500">
                  <a:moveTo>
                    <a:pt x="550418" y="508000"/>
                  </a:moveTo>
                  <a:lnTo>
                    <a:pt x="527176" y="508000"/>
                  </a:lnTo>
                  <a:lnTo>
                    <a:pt x="525145" y="520700"/>
                  </a:lnTo>
                  <a:lnTo>
                    <a:pt x="546481" y="520700"/>
                  </a:lnTo>
                  <a:lnTo>
                    <a:pt x="550418" y="508000"/>
                  </a:lnTo>
                  <a:close/>
                </a:path>
                <a:path w="2193925" h="1714500">
                  <a:moveTo>
                    <a:pt x="564769" y="482600"/>
                  </a:moveTo>
                  <a:lnTo>
                    <a:pt x="538352" y="482600"/>
                  </a:lnTo>
                  <a:lnTo>
                    <a:pt x="531113" y="508000"/>
                  </a:lnTo>
                  <a:lnTo>
                    <a:pt x="552450" y="508000"/>
                  </a:lnTo>
                  <a:lnTo>
                    <a:pt x="557402" y="495300"/>
                  </a:lnTo>
                  <a:lnTo>
                    <a:pt x="559308" y="495300"/>
                  </a:lnTo>
                  <a:lnTo>
                    <a:pt x="564769" y="482600"/>
                  </a:lnTo>
                  <a:close/>
                </a:path>
                <a:path w="2193925" h="1714500">
                  <a:moveTo>
                    <a:pt x="570357" y="469900"/>
                  </a:moveTo>
                  <a:lnTo>
                    <a:pt x="546862" y="469900"/>
                  </a:lnTo>
                  <a:lnTo>
                    <a:pt x="541401" y="482600"/>
                  </a:lnTo>
                  <a:lnTo>
                    <a:pt x="566674" y="482600"/>
                  </a:lnTo>
                  <a:lnTo>
                    <a:pt x="570357" y="469900"/>
                  </a:lnTo>
                  <a:close/>
                </a:path>
                <a:path w="2193925" h="1714500">
                  <a:moveTo>
                    <a:pt x="628396" y="393700"/>
                  </a:moveTo>
                  <a:lnTo>
                    <a:pt x="598932" y="393700"/>
                  </a:lnTo>
                  <a:lnTo>
                    <a:pt x="590931" y="406400"/>
                  </a:lnTo>
                  <a:lnTo>
                    <a:pt x="587229" y="418737"/>
                  </a:lnTo>
                  <a:lnTo>
                    <a:pt x="587121" y="419100"/>
                  </a:lnTo>
                  <a:lnTo>
                    <a:pt x="578103" y="431800"/>
                  </a:lnTo>
                  <a:lnTo>
                    <a:pt x="573024" y="431800"/>
                  </a:lnTo>
                  <a:lnTo>
                    <a:pt x="566547" y="444500"/>
                  </a:lnTo>
                  <a:lnTo>
                    <a:pt x="559688" y="457200"/>
                  </a:lnTo>
                  <a:lnTo>
                    <a:pt x="552831" y="457200"/>
                  </a:lnTo>
                  <a:lnTo>
                    <a:pt x="549148" y="469900"/>
                  </a:lnTo>
                  <a:lnTo>
                    <a:pt x="578612" y="469900"/>
                  </a:lnTo>
                  <a:lnTo>
                    <a:pt x="585470" y="457200"/>
                  </a:lnTo>
                  <a:lnTo>
                    <a:pt x="597535" y="444500"/>
                  </a:lnTo>
                  <a:lnTo>
                    <a:pt x="606425" y="431800"/>
                  </a:lnTo>
                  <a:lnTo>
                    <a:pt x="609981" y="419100"/>
                  </a:lnTo>
                  <a:lnTo>
                    <a:pt x="609853" y="419100"/>
                  </a:lnTo>
                  <a:lnTo>
                    <a:pt x="617854" y="406400"/>
                  </a:lnTo>
                  <a:lnTo>
                    <a:pt x="620902" y="406400"/>
                  </a:lnTo>
                  <a:lnTo>
                    <a:pt x="628396" y="393700"/>
                  </a:lnTo>
                  <a:close/>
                </a:path>
                <a:path w="2193925" h="1714500">
                  <a:moveTo>
                    <a:pt x="610082" y="418737"/>
                  </a:moveTo>
                  <a:lnTo>
                    <a:pt x="609853" y="419100"/>
                  </a:lnTo>
                  <a:lnTo>
                    <a:pt x="609981" y="419100"/>
                  </a:lnTo>
                  <a:lnTo>
                    <a:pt x="610082" y="418737"/>
                  </a:lnTo>
                  <a:close/>
                </a:path>
                <a:path w="2193925" h="1714500">
                  <a:moveTo>
                    <a:pt x="640969" y="381000"/>
                  </a:moveTo>
                  <a:lnTo>
                    <a:pt x="609853" y="381000"/>
                  </a:lnTo>
                  <a:lnTo>
                    <a:pt x="602361" y="393700"/>
                  </a:lnTo>
                  <a:lnTo>
                    <a:pt x="632333" y="393700"/>
                  </a:lnTo>
                  <a:lnTo>
                    <a:pt x="640969" y="381000"/>
                  </a:lnTo>
                  <a:close/>
                </a:path>
                <a:path w="2193925" h="1714500">
                  <a:moveTo>
                    <a:pt x="652399" y="368300"/>
                  </a:moveTo>
                  <a:lnTo>
                    <a:pt x="622553" y="368300"/>
                  </a:lnTo>
                  <a:lnTo>
                    <a:pt x="613918" y="381000"/>
                  </a:lnTo>
                  <a:lnTo>
                    <a:pt x="644144" y="381000"/>
                  </a:lnTo>
                  <a:lnTo>
                    <a:pt x="652399" y="368300"/>
                  </a:lnTo>
                  <a:close/>
                </a:path>
                <a:path w="2193925" h="1714500">
                  <a:moveTo>
                    <a:pt x="662304" y="355600"/>
                  </a:moveTo>
                  <a:lnTo>
                    <a:pt x="626490" y="355600"/>
                  </a:lnTo>
                  <a:lnTo>
                    <a:pt x="626363" y="368300"/>
                  </a:lnTo>
                  <a:lnTo>
                    <a:pt x="656209" y="368300"/>
                  </a:lnTo>
                  <a:lnTo>
                    <a:pt x="662304" y="355600"/>
                  </a:lnTo>
                  <a:close/>
                </a:path>
                <a:path w="2193925" h="1714500">
                  <a:moveTo>
                    <a:pt x="672719" y="342900"/>
                  </a:moveTo>
                  <a:lnTo>
                    <a:pt x="638937" y="342900"/>
                  </a:lnTo>
                  <a:lnTo>
                    <a:pt x="635253" y="355600"/>
                  </a:lnTo>
                  <a:lnTo>
                    <a:pt x="665099" y="355600"/>
                  </a:lnTo>
                  <a:lnTo>
                    <a:pt x="672719" y="342900"/>
                  </a:lnTo>
                  <a:close/>
                </a:path>
                <a:path w="2193925" h="1714500">
                  <a:moveTo>
                    <a:pt x="684022" y="330200"/>
                  </a:moveTo>
                  <a:lnTo>
                    <a:pt x="655574" y="330200"/>
                  </a:lnTo>
                  <a:lnTo>
                    <a:pt x="648081" y="342900"/>
                  </a:lnTo>
                  <a:lnTo>
                    <a:pt x="675894" y="342900"/>
                  </a:lnTo>
                  <a:lnTo>
                    <a:pt x="684022" y="330200"/>
                  </a:lnTo>
                  <a:close/>
                </a:path>
                <a:path w="2193925" h="1714500">
                  <a:moveTo>
                    <a:pt x="697357" y="317500"/>
                  </a:moveTo>
                  <a:lnTo>
                    <a:pt x="667131" y="317500"/>
                  </a:lnTo>
                  <a:lnTo>
                    <a:pt x="658876" y="330200"/>
                  </a:lnTo>
                  <a:lnTo>
                    <a:pt x="693038" y="330200"/>
                  </a:lnTo>
                  <a:lnTo>
                    <a:pt x="697357" y="317500"/>
                  </a:lnTo>
                  <a:close/>
                </a:path>
                <a:path w="2193925" h="1714500">
                  <a:moveTo>
                    <a:pt x="710946" y="304800"/>
                  </a:moveTo>
                  <a:lnTo>
                    <a:pt x="677672" y="304800"/>
                  </a:lnTo>
                  <a:lnTo>
                    <a:pt x="670813" y="317500"/>
                  </a:lnTo>
                  <a:lnTo>
                    <a:pt x="706247" y="317500"/>
                  </a:lnTo>
                  <a:lnTo>
                    <a:pt x="710946" y="304800"/>
                  </a:lnTo>
                  <a:close/>
                </a:path>
                <a:path w="2193925" h="1714500">
                  <a:moveTo>
                    <a:pt x="726440" y="292100"/>
                  </a:moveTo>
                  <a:lnTo>
                    <a:pt x="690752" y="292100"/>
                  </a:lnTo>
                  <a:lnTo>
                    <a:pt x="681354" y="304800"/>
                  </a:lnTo>
                  <a:lnTo>
                    <a:pt x="722122" y="304800"/>
                  </a:lnTo>
                  <a:lnTo>
                    <a:pt x="726440" y="292100"/>
                  </a:lnTo>
                  <a:close/>
                </a:path>
                <a:path w="2193925" h="1714500">
                  <a:moveTo>
                    <a:pt x="746505" y="279400"/>
                  </a:moveTo>
                  <a:lnTo>
                    <a:pt x="707009" y="279400"/>
                  </a:lnTo>
                  <a:lnTo>
                    <a:pt x="691134" y="292100"/>
                  </a:lnTo>
                  <a:lnTo>
                    <a:pt x="737234" y="292100"/>
                  </a:lnTo>
                  <a:lnTo>
                    <a:pt x="746505" y="279400"/>
                  </a:lnTo>
                  <a:close/>
                </a:path>
                <a:path w="2193925" h="1714500">
                  <a:moveTo>
                    <a:pt x="763777" y="266700"/>
                  </a:moveTo>
                  <a:lnTo>
                    <a:pt x="723392" y="266700"/>
                  </a:lnTo>
                  <a:lnTo>
                    <a:pt x="719835" y="279400"/>
                  </a:lnTo>
                  <a:lnTo>
                    <a:pt x="750697" y="279400"/>
                  </a:lnTo>
                  <a:lnTo>
                    <a:pt x="763777" y="266700"/>
                  </a:lnTo>
                  <a:close/>
                </a:path>
                <a:path w="2193925" h="1714500">
                  <a:moveTo>
                    <a:pt x="791464" y="254000"/>
                  </a:moveTo>
                  <a:lnTo>
                    <a:pt x="751077" y="254000"/>
                  </a:lnTo>
                  <a:lnTo>
                    <a:pt x="738124" y="266700"/>
                  </a:lnTo>
                  <a:lnTo>
                    <a:pt x="782066" y="266700"/>
                  </a:lnTo>
                  <a:lnTo>
                    <a:pt x="791464" y="254000"/>
                  </a:lnTo>
                  <a:close/>
                </a:path>
                <a:path w="2193925" h="1714500">
                  <a:moveTo>
                    <a:pt x="1159382" y="254000"/>
                  </a:moveTo>
                  <a:lnTo>
                    <a:pt x="1111630" y="254000"/>
                  </a:lnTo>
                  <a:lnTo>
                    <a:pt x="1115568" y="266700"/>
                  </a:lnTo>
                  <a:lnTo>
                    <a:pt x="1154683" y="266700"/>
                  </a:lnTo>
                  <a:lnTo>
                    <a:pt x="1159382" y="254000"/>
                  </a:lnTo>
                  <a:close/>
                </a:path>
                <a:path w="2193925" h="1714500">
                  <a:moveTo>
                    <a:pt x="823722" y="241300"/>
                  </a:moveTo>
                  <a:lnTo>
                    <a:pt x="767588" y="241300"/>
                  </a:lnTo>
                  <a:lnTo>
                    <a:pt x="756539" y="254000"/>
                  </a:lnTo>
                  <a:lnTo>
                    <a:pt x="812926" y="254000"/>
                  </a:lnTo>
                  <a:lnTo>
                    <a:pt x="823722" y="241300"/>
                  </a:lnTo>
                  <a:close/>
                </a:path>
                <a:path w="2193925" h="1714500">
                  <a:moveTo>
                    <a:pt x="1212977" y="241300"/>
                  </a:moveTo>
                  <a:lnTo>
                    <a:pt x="1030097" y="241300"/>
                  </a:lnTo>
                  <a:lnTo>
                    <a:pt x="1034923" y="254000"/>
                  </a:lnTo>
                  <a:lnTo>
                    <a:pt x="1203198" y="254000"/>
                  </a:lnTo>
                  <a:lnTo>
                    <a:pt x="1212977" y="241300"/>
                  </a:lnTo>
                  <a:close/>
                </a:path>
                <a:path w="2193925" h="1714500">
                  <a:moveTo>
                    <a:pt x="864489" y="228600"/>
                  </a:moveTo>
                  <a:lnTo>
                    <a:pt x="786892" y="228600"/>
                  </a:lnTo>
                  <a:lnTo>
                    <a:pt x="782320" y="241300"/>
                  </a:lnTo>
                  <a:lnTo>
                    <a:pt x="855472" y="241300"/>
                  </a:lnTo>
                  <a:lnTo>
                    <a:pt x="864489" y="228600"/>
                  </a:lnTo>
                  <a:close/>
                </a:path>
                <a:path w="2193925" h="1714500">
                  <a:moveTo>
                    <a:pt x="1076705" y="228600"/>
                  </a:moveTo>
                  <a:lnTo>
                    <a:pt x="989076" y="228600"/>
                  </a:lnTo>
                  <a:lnTo>
                    <a:pt x="997712" y="241300"/>
                  </a:lnTo>
                  <a:lnTo>
                    <a:pt x="1088898" y="241300"/>
                  </a:lnTo>
                  <a:lnTo>
                    <a:pt x="1076705" y="228600"/>
                  </a:lnTo>
                  <a:close/>
                </a:path>
                <a:path w="2193925" h="1714500">
                  <a:moveTo>
                    <a:pt x="1244473" y="228600"/>
                  </a:moveTo>
                  <a:lnTo>
                    <a:pt x="1169924" y="228600"/>
                  </a:lnTo>
                  <a:lnTo>
                    <a:pt x="1165987" y="241300"/>
                  </a:lnTo>
                  <a:lnTo>
                    <a:pt x="1232153" y="241300"/>
                  </a:lnTo>
                  <a:lnTo>
                    <a:pt x="1244473" y="228600"/>
                  </a:lnTo>
                  <a:close/>
                </a:path>
                <a:path w="2193925" h="1714500">
                  <a:moveTo>
                    <a:pt x="908303" y="215900"/>
                  </a:moveTo>
                  <a:lnTo>
                    <a:pt x="822071" y="215900"/>
                  </a:lnTo>
                  <a:lnTo>
                    <a:pt x="817372" y="228600"/>
                  </a:lnTo>
                  <a:lnTo>
                    <a:pt x="900810" y="228600"/>
                  </a:lnTo>
                  <a:lnTo>
                    <a:pt x="908303" y="215900"/>
                  </a:lnTo>
                  <a:close/>
                </a:path>
                <a:path w="2193925" h="1714500">
                  <a:moveTo>
                    <a:pt x="953134" y="215900"/>
                  </a:moveTo>
                  <a:lnTo>
                    <a:pt x="946657" y="215900"/>
                  </a:lnTo>
                  <a:lnTo>
                    <a:pt x="954913" y="228600"/>
                  </a:lnTo>
                  <a:lnTo>
                    <a:pt x="953134" y="215900"/>
                  </a:lnTo>
                  <a:close/>
                </a:path>
                <a:path w="2193925" h="1714500">
                  <a:moveTo>
                    <a:pt x="1028573" y="215900"/>
                  </a:moveTo>
                  <a:lnTo>
                    <a:pt x="953134" y="215900"/>
                  </a:lnTo>
                  <a:lnTo>
                    <a:pt x="956309" y="228600"/>
                  </a:lnTo>
                  <a:lnTo>
                    <a:pt x="1031875" y="228600"/>
                  </a:lnTo>
                  <a:lnTo>
                    <a:pt x="1028573" y="215900"/>
                  </a:lnTo>
                  <a:close/>
                </a:path>
                <a:path w="2193925" h="1714500">
                  <a:moveTo>
                    <a:pt x="1266825" y="215900"/>
                  </a:moveTo>
                  <a:lnTo>
                    <a:pt x="1217929" y="215900"/>
                  </a:lnTo>
                  <a:lnTo>
                    <a:pt x="1208531" y="228600"/>
                  </a:lnTo>
                  <a:lnTo>
                    <a:pt x="1261491" y="228600"/>
                  </a:lnTo>
                  <a:lnTo>
                    <a:pt x="1266825" y="215900"/>
                  </a:lnTo>
                  <a:close/>
                </a:path>
                <a:path w="2193925" h="1714500">
                  <a:moveTo>
                    <a:pt x="985393" y="203200"/>
                  </a:moveTo>
                  <a:lnTo>
                    <a:pt x="873125" y="203200"/>
                  </a:lnTo>
                  <a:lnTo>
                    <a:pt x="861695" y="215900"/>
                  </a:lnTo>
                  <a:lnTo>
                    <a:pt x="992885" y="215900"/>
                  </a:lnTo>
                  <a:lnTo>
                    <a:pt x="985393" y="203200"/>
                  </a:lnTo>
                  <a:close/>
                </a:path>
                <a:path w="2193925" h="1714500">
                  <a:moveTo>
                    <a:pt x="1313815" y="203200"/>
                  </a:moveTo>
                  <a:lnTo>
                    <a:pt x="1239774" y="203200"/>
                  </a:lnTo>
                  <a:lnTo>
                    <a:pt x="1234821" y="215900"/>
                  </a:lnTo>
                  <a:lnTo>
                    <a:pt x="1300352" y="215900"/>
                  </a:lnTo>
                  <a:lnTo>
                    <a:pt x="1313815" y="203200"/>
                  </a:lnTo>
                  <a:close/>
                </a:path>
                <a:path w="2193925" h="1714500">
                  <a:moveTo>
                    <a:pt x="950087" y="190500"/>
                  </a:moveTo>
                  <a:lnTo>
                    <a:pt x="912495" y="190500"/>
                  </a:lnTo>
                  <a:lnTo>
                    <a:pt x="905637" y="203200"/>
                  </a:lnTo>
                  <a:lnTo>
                    <a:pt x="953389" y="203200"/>
                  </a:lnTo>
                  <a:lnTo>
                    <a:pt x="950087" y="190500"/>
                  </a:lnTo>
                  <a:close/>
                </a:path>
                <a:path w="2193925" h="1714500">
                  <a:moveTo>
                    <a:pt x="1335913" y="190500"/>
                  </a:moveTo>
                  <a:lnTo>
                    <a:pt x="1270507" y="190500"/>
                  </a:lnTo>
                  <a:lnTo>
                    <a:pt x="1258316" y="203200"/>
                  </a:lnTo>
                  <a:lnTo>
                    <a:pt x="1330832" y="203200"/>
                  </a:lnTo>
                  <a:lnTo>
                    <a:pt x="1335913" y="190500"/>
                  </a:lnTo>
                  <a:close/>
                </a:path>
                <a:path w="2193925" h="1714500">
                  <a:moveTo>
                    <a:pt x="1366012" y="177800"/>
                  </a:moveTo>
                  <a:lnTo>
                    <a:pt x="1305432" y="177800"/>
                  </a:lnTo>
                  <a:lnTo>
                    <a:pt x="1292098" y="190500"/>
                  </a:lnTo>
                  <a:lnTo>
                    <a:pt x="1353184" y="190500"/>
                  </a:lnTo>
                  <a:lnTo>
                    <a:pt x="1366012" y="177800"/>
                  </a:lnTo>
                  <a:close/>
                </a:path>
                <a:path w="2193925" h="1714500">
                  <a:moveTo>
                    <a:pt x="1404874" y="165100"/>
                  </a:moveTo>
                  <a:lnTo>
                    <a:pt x="1338326" y="165100"/>
                  </a:lnTo>
                  <a:lnTo>
                    <a:pt x="1327530" y="177800"/>
                  </a:lnTo>
                  <a:lnTo>
                    <a:pt x="1392427" y="177800"/>
                  </a:lnTo>
                  <a:lnTo>
                    <a:pt x="1404874" y="165100"/>
                  </a:lnTo>
                  <a:close/>
                </a:path>
                <a:path w="2193925" h="1714500">
                  <a:moveTo>
                    <a:pt x="1461516" y="152400"/>
                  </a:moveTo>
                  <a:lnTo>
                    <a:pt x="1378203" y="152400"/>
                  </a:lnTo>
                  <a:lnTo>
                    <a:pt x="1362455" y="165100"/>
                  </a:lnTo>
                  <a:lnTo>
                    <a:pt x="1447800" y="165100"/>
                  </a:lnTo>
                  <a:lnTo>
                    <a:pt x="1461516" y="152400"/>
                  </a:lnTo>
                  <a:close/>
                </a:path>
                <a:path w="2193925" h="1714500">
                  <a:moveTo>
                    <a:pt x="1544574" y="139700"/>
                  </a:moveTo>
                  <a:lnTo>
                    <a:pt x="1414018" y="139700"/>
                  </a:lnTo>
                  <a:lnTo>
                    <a:pt x="1397889" y="152400"/>
                  </a:lnTo>
                  <a:lnTo>
                    <a:pt x="1531239" y="152400"/>
                  </a:lnTo>
                  <a:lnTo>
                    <a:pt x="1544574" y="139700"/>
                  </a:lnTo>
                  <a:close/>
                </a:path>
                <a:path w="2193925" h="1714500">
                  <a:moveTo>
                    <a:pt x="1700529" y="127000"/>
                  </a:moveTo>
                  <a:lnTo>
                    <a:pt x="1461643" y="127000"/>
                  </a:lnTo>
                  <a:lnTo>
                    <a:pt x="1456308" y="139700"/>
                  </a:lnTo>
                  <a:lnTo>
                    <a:pt x="1693672" y="139700"/>
                  </a:lnTo>
                  <a:lnTo>
                    <a:pt x="1700529" y="127000"/>
                  </a:lnTo>
                  <a:close/>
                </a:path>
                <a:path w="2193925" h="1714500">
                  <a:moveTo>
                    <a:pt x="1912747" y="114300"/>
                  </a:moveTo>
                  <a:lnTo>
                    <a:pt x="1572768" y="114300"/>
                  </a:lnTo>
                  <a:lnTo>
                    <a:pt x="1561592" y="127000"/>
                  </a:lnTo>
                  <a:lnTo>
                    <a:pt x="1907285" y="127000"/>
                  </a:lnTo>
                  <a:lnTo>
                    <a:pt x="1912747" y="114300"/>
                  </a:lnTo>
                  <a:close/>
                </a:path>
                <a:path w="2193925" h="1714500">
                  <a:moveTo>
                    <a:pt x="1964817" y="101600"/>
                  </a:moveTo>
                  <a:lnTo>
                    <a:pt x="1747266" y="101600"/>
                  </a:lnTo>
                  <a:lnTo>
                    <a:pt x="1735454" y="114300"/>
                  </a:lnTo>
                  <a:lnTo>
                    <a:pt x="1951481" y="114300"/>
                  </a:lnTo>
                  <a:lnTo>
                    <a:pt x="1964817" y="101600"/>
                  </a:lnTo>
                  <a:close/>
                </a:path>
                <a:path w="2193925" h="1714500">
                  <a:moveTo>
                    <a:pt x="2000377" y="88900"/>
                  </a:moveTo>
                  <a:lnTo>
                    <a:pt x="1919985" y="88900"/>
                  </a:lnTo>
                  <a:lnTo>
                    <a:pt x="1906651" y="101600"/>
                  </a:lnTo>
                  <a:lnTo>
                    <a:pt x="1991741" y="101600"/>
                  </a:lnTo>
                  <a:lnTo>
                    <a:pt x="2000377" y="88900"/>
                  </a:lnTo>
                  <a:close/>
                </a:path>
                <a:path w="2193925" h="1714500">
                  <a:moveTo>
                    <a:pt x="2045970" y="76200"/>
                  </a:moveTo>
                  <a:lnTo>
                    <a:pt x="1957577" y="76200"/>
                  </a:lnTo>
                  <a:lnTo>
                    <a:pt x="1944243" y="88900"/>
                  </a:lnTo>
                  <a:lnTo>
                    <a:pt x="2029459" y="88900"/>
                  </a:lnTo>
                  <a:lnTo>
                    <a:pt x="2045970" y="76200"/>
                  </a:lnTo>
                  <a:close/>
                </a:path>
                <a:path w="2193925" h="1714500">
                  <a:moveTo>
                    <a:pt x="2088006" y="63500"/>
                  </a:moveTo>
                  <a:lnTo>
                    <a:pt x="2015235" y="63500"/>
                  </a:lnTo>
                  <a:lnTo>
                    <a:pt x="1994280" y="76200"/>
                  </a:lnTo>
                  <a:lnTo>
                    <a:pt x="2074164" y="76200"/>
                  </a:lnTo>
                  <a:lnTo>
                    <a:pt x="2088006" y="63500"/>
                  </a:lnTo>
                  <a:close/>
                </a:path>
                <a:path w="2193925" h="1714500">
                  <a:moveTo>
                    <a:pt x="2126996" y="50800"/>
                  </a:moveTo>
                  <a:lnTo>
                    <a:pt x="2046477" y="50800"/>
                  </a:lnTo>
                  <a:lnTo>
                    <a:pt x="2039620" y="63500"/>
                  </a:lnTo>
                  <a:lnTo>
                    <a:pt x="2122804" y="63500"/>
                  </a:lnTo>
                  <a:lnTo>
                    <a:pt x="2126996" y="50800"/>
                  </a:lnTo>
                  <a:close/>
                </a:path>
                <a:path w="2193925" h="1714500">
                  <a:moveTo>
                    <a:pt x="2153030" y="38100"/>
                  </a:moveTo>
                  <a:lnTo>
                    <a:pt x="2099182" y="38100"/>
                  </a:lnTo>
                  <a:lnTo>
                    <a:pt x="2086609" y="50800"/>
                  </a:lnTo>
                  <a:lnTo>
                    <a:pt x="2151888" y="50800"/>
                  </a:lnTo>
                  <a:lnTo>
                    <a:pt x="2153030" y="38100"/>
                  </a:lnTo>
                  <a:close/>
                </a:path>
                <a:path w="2193925" h="1714500">
                  <a:moveTo>
                    <a:pt x="2172207" y="25400"/>
                  </a:moveTo>
                  <a:lnTo>
                    <a:pt x="2128520" y="25400"/>
                  </a:lnTo>
                  <a:lnTo>
                    <a:pt x="2118868" y="38100"/>
                  </a:lnTo>
                  <a:lnTo>
                    <a:pt x="2167508" y="38100"/>
                  </a:lnTo>
                  <a:lnTo>
                    <a:pt x="2172207" y="25400"/>
                  </a:lnTo>
                  <a:close/>
                </a:path>
                <a:path w="2193925" h="1714500">
                  <a:moveTo>
                    <a:pt x="2188972" y="12700"/>
                  </a:moveTo>
                  <a:lnTo>
                    <a:pt x="2156841" y="12700"/>
                  </a:lnTo>
                  <a:lnTo>
                    <a:pt x="2145665" y="25400"/>
                  </a:lnTo>
                  <a:lnTo>
                    <a:pt x="2185034" y="25400"/>
                  </a:lnTo>
                  <a:lnTo>
                    <a:pt x="2188972" y="12700"/>
                  </a:lnTo>
                  <a:close/>
                </a:path>
                <a:path w="2193925" h="1714500">
                  <a:moveTo>
                    <a:pt x="2190369" y="0"/>
                  </a:moveTo>
                  <a:lnTo>
                    <a:pt x="2171573" y="0"/>
                  </a:lnTo>
                  <a:lnTo>
                    <a:pt x="2169032" y="12700"/>
                  </a:lnTo>
                  <a:lnTo>
                    <a:pt x="2193925" y="12700"/>
                  </a:lnTo>
                  <a:lnTo>
                    <a:pt x="2190369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848731" y="2607183"/>
              <a:ext cx="111125" cy="1111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48756" y="2073783"/>
              <a:ext cx="111125" cy="111125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296406" y="1521333"/>
              <a:ext cx="111125" cy="11112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858381" y="1292733"/>
              <a:ext cx="111125" cy="111125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82280" y="1197483"/>
              <a:ext cx="111125" cy="111125"/>
            </a:xfrm>
            <a:prstGeom prst="rect">
              <a:avLst/>
            </a:prstGeom>
          </p:spPr>
        </p:pic>
      </p:grpSp>
      <p:sp>
        <p:nvSpPr>
          <p:cNvPr id="12" name="object 12"/>
          <p:cNvSpPr/>
          <p:nvPr/>
        </p:nvSpPr>
        <p:spPr>
          <a:xfrm>
            <a:off x="1446022" y="4282185"/>
            <a:ext cx="30480" cy="170815"/>
          </a:xfrm>
          <a:custGeom>
            <a:avLst/>
            <a:gdLst/>
            <a:ahLst/>
            <a:cxnLst/>
            <a:rect l="l" t="t" r="r" b="b"/>
            <a:pathLst>
              <a:path w="30480" h="170814">
                <a:moveTo>
                  <a:pt x="728" y="10933"/>
                </a:moveTo>
                <a:lnTo>
                  <a:pt x="816" y="13334"/>
                </a:lnTo>
                <a:lnTo>
                  <a:pt x="901" y="15620"/>
                </a:lnTo>
                <a:lnTo>
                  <a:pt x="1015" y="18732"/>
                </a:lnTo>
                <a:lnTo>
                  <a:pt x="1322" y="24955"/>
                </a:lnTo>
                <a:lnTo>
                  <a:pt x="1396" y="26479"/>
                </a:lnTo>
                <a:lnTo>
                  <a:pt x="2564" y="41055"/>
                </a:lnTo>
                <a:lnTo>
                  <a:pt x="2686" y="42570"/>
                </a:lnTo>
                <a:lnTo>
                  <a:pt x="2793" y="44272"/>
                </a:lnTo>
                <a:lnTo>
                  <a:pt x="3937" y="53670"/>
                </a:lnTo>
                <a:lnTo>
                  <a:pt x="5385" y="67487"/>
                </a:lnTo>
                <a:lnTo>
                  <a:pt x="5434" y="67957"/>
                </a:lnTo>
                <a:lnTo>
                  <a:pt x="5587" y="68668"/>
                </a:lnTo>
                <a:lnTo>
                  <a:pt x="5600" y="69540"/>
                </a:lnTo>
                <a:lnTo>
                  <a:pt x="5715" y="77304"/>
                </a:lnTo>
                <a:lnTo>
                  <a:pt x="5841" y="77774"/>
                </a:lnTo>
                <a:lnTo>
                  <a:pt x="7142" y="95542"/>
                </a:lnTo>
                <a:lnTo>
                  <a:pt x="7128" y="96867"/>
                </a:lnTo>
                <a:lnTo>
                  <a:pt x="7493" y="104787"/>
                </a:lnTo>
                <a:lnTo>
                  <a:pt x="7493" y="105054"/>
                </a:lnTo>
                <a:lnTo>
                  <a:pt x="8824" y="126949"/>
                </a:lnTo>
                <a:lnTo>
                  <a:pt x="9456" y="137744"/>
                </a:lnTo>
                <a:lnTo>
                  <a:pt x="9533" y="138925"/>
                </a:lnTo>
                <a:lnTo>
                  <a:pt x="9652" y="142925"/>
                </a:lnTo>
                <a:lnTo>
                  <a:pt x="9778" y="143179"/>
                </a:lnTo>
                <a:lnTo>
                  <a:pt x="10122" y="150317"/>
                </a:lnTo>
                <a:lnTo>
                  <a:pt x="10159" y="151091"/>
                </a:lnTo>
                <a:lnTo>
                  <a:pt x="10794" y="153758"/>
                </a:lnTo>
                <a:lnTo>
                  <a:pt x="11291" y="155028"/>
                </a:lnTo>
                <a:lnTo>
                  <a:pt x="11564" y="155473"/>
                </a:lnTo>
                <a:lnTo>
                  <a:pt x="11761" y="156108"/>
                </a:lnTo>
                <a:lnTo>
                  <a:pt x="11794" y="156535"/>
                </a:lnTo>
                <a:lnTo>
                  <a:pt x="12700" y="160680"/>
                </a:lnTo>
                <a:lnTo>
                  <a:pt x="12953" y="161429"/>
                </a:lnTo>
                <a:lnTo>
                  <a:pt x="13208" y="162509"/>
                </a:lnTo>
                <a:lnTo>
                  <a:pt x="20193" y="169075"/>
                </a:lnTo>
                <a:lnTo>
                  <a:pt x="23875" y="170294"/>
                </a:lnTo>
                <a:lnTo>
                  <a:pt x="27812" y="168325"/>
                </a:lnTo>
                <a:lnTo>
                  <a:pt x="28956" y="164668"/>
                </a:lnTo>
                <a:lnTo>
                  <a:pt x="30225" y="161010"/>
                </a:lnTo>
                <a:lnTo>
                  <a:pt x="29625" y="159765"/>
                </a:lnTo>
                <a:lnTo>
                  <a:pt x="26415" y="159765"/>
                </a:lnTo>
                <a:lnTo>
                  <a:pt x="26265" y="158138"/>
                </a:lnTo>
                <a:lnTo>
                  <a:pt x="26220" y="157644"/>
                </a:lnTo>
                <a:lnTo>
                  <a:pt x="26008" y="157162"/>
                </a:lnTo>
                <a:lnTo>
                  <a:pt x="26289" y="157162"/>
                </a:lnTo>
                <a:lnTo>
                  <a:pt x="23494" y="155473"/>
                </a:lnTo>
                <a:lnTo>
                  <a:pt x="26824" y="155473"/>
                </a:lnTo>
                <a:lnTo>
                  <a:pt x="26924" y="154431"/>
                </a:lnTo>
                <a:lnTo>
                  <a:pt x="27004" y="153758"/>
                </a:lnTo>
                <a:lnTo>
                  <a:pt x="27305" y="151917"/>
                </a:lnTo>
                <a:lnTo>
                  <a:pt x="27305" y="137744"/>
                </a:lnTo>
                <a:lnTo>
                  <a:pt x="26619" y="128028"/>
                </a:lnTo>
                <a:lnTo>
                  <a:pt x="24706" y="96867"/>
                </a:lnTo>
                <a:lnTo>
                  <a:pt x="24637" y="95542"/>
                </a:lnTo>
                <a:lnTo>
                  <a:pt x="23218" y="77774"/>
                </a:lnTo>
                <a:lnTo>
                  <a:pt x="23114" y="76466"/>
                </a:lnTo>
                <a:lnTo>
                  <a:pt x="22700" y="69540"/>
                </a:lnTo>
                <a:lnTo>
                  <a:pt x="22606" y="67487"/>
                </a:lnTo>
                <a:lnTo>
                  <a:pt x="20700" y="51663"/>
                </a:lnTo>
                <a:lnTo>
                  <a:pt x="20574" y="51104"/>
                </a:lnTo>
                <a:lnTo>
                  <a:pt x="19058" y="42570"/>
                </a:lnTo>
                <a:lnTo>
                  <a:pt x="18922" y="42570"/>
                </a:lnTo>
                <a:lnTo>
                  <a:pt x="17503" y="26479"/>
                </a:lnTo>
                <a:lnTo>
                  <a:pt x="17399" y="24955"/>
                </a:lnTo>
                <a:lnTo>
                  <a:pt x="16413" y="17661"/>
                </a:lnTo>
                <a:lnTo>
                  <a:pt x="16302" y="16840"/>
                </a:lnTo>
                <a:lnTo>
                  <a:pt x="16183" y="15620"/>
                </a:lnTo>
                <a:lnTo>
                  <a:pt x="6096" y="15620"/>
                </a:lnTo>
                <a:lnTo>
                  <a:pt x="4190" y="14782"/>
                </a:lnTo>
                <a:lnTo>
                  <a:pt x="2921" y="13334"/>
                </a:lnTo>
                <a:lnTo>
                  <a:pt x="728" y="10933"/>
                </a:lnTo>
                <a:close/>
              </a:path>
              <a:path w="30480" h="170814">
                <a:moveTo>
                  <a:pt x="26215" y="157162"/>
                </a:moveTo>
                <a:lnTo>
                  <a:pt x="26265" y="158138"/>
                </a:lnTo>
                <a:lnTo>
                  <a:pt x="26415" y="159765"/>
                </a:lnTo>
                <a:lnTo>
                  <a:pt x="26571" y="158138"/>
                </a:lnTo>
                <a:lnTo>
                  <a:pt x="26215" y="157162"/>
                </a:lnTo>
                <a:close/>
              </a:path>
              <a:path w="30480" h="170814">
                <a:moveTo>
                  <a:pt x="26723" y="156535"/>
                </a:moveTo>
                <a:lnTo>
                  <a:pt x="26415" y="159765"/>
                </a:lnTo>
                <a:lnTo>
                  <a:pt x="29625" y="159765"/>
                </a:lnTo>
                <a:lnTo>
                  <a:pt x="28370" y="157162"/>
                </a:lnTo>
                <a:lnTo>
                  <a:pt x="28629" y="157162"/>
                </a:lnTo>
                <a:lnTo>
                  <a:pt x="26723" y="156535"/>
                </a:lnTo>
                <a:close/>
              </a:path>
              <a:path w="30480" h="170814">
                <a:moveTo>
                  <a:pt x="26232" y="157162"/>
                </a:moveTo>
                <a:lnTo>
                  <a:pt x="26286" y="157644"/>
                </a:lnTo>
                <a:lnTo>
                  <a:pt x="26571" y="158138"/>
                </a:lnTo>
                <a:lnTo>
                  <a:pt x="26618" y="157644"/>
                </a:lnTo>
                <a:lnTo>
                  <a:pt x="26232" y="157162"/>
                </a:lnTo>
                <a:close/>
              </a:path>
              <a:path w="30480" h="170814">
                <a:moveTo>
                  <a:pt x="25677" y="156535"/>
                </a:moveTo>
                <a:lnTo>
                  <a:pt x="26286" y="157644"/>
                </a:lnTo>
                <a:lnTo>
                  <a:pt x="26176" y="157162"/>
                </a:lnTo>
                <a:lnTo>
                  <a:pt x="25677" y="156535"/>
                </a:lnTo>
                <a:close/>
              </a:path>
              <a:path w="30480" h="170814">
                <a:moveTo>
                  <a:pt x="25425" y="156108"/>
                </a:moveTo>
                <a:lnTo>
                  <a:pt x="25617" y="156535"/>
                </a:lnTo>
                <a:lnTo>
                  <a:pt x="26209" y="157162"/>
                </a:lnTo>
                <a:lnTo>
                  <a:pt x="26618" y="157644"/>
                </a:lnTo>
                <a:lnTo>
                  <a:pt x="26723" y="156535"/>
                </a:lnTo>
                <a:lnTo>
                  <a:pt x="25425" y="156108"/>
                </a:lnTo>
                <a:close/>
              </a:path>
              <a:path w="30480" h="170814">
                <a:moveTo>
                  <a:pt x="23494" y="155473"/>
                </a:moveTo>
                <a:lnTo>
                  <a:pt x="26289" y="157162"/>
                </a:lnTo>
                <a:lnTo>
                  <a:pt x="26008" y="157162"/>
                </a:lnTo>
                <a:lnTo>
                  <a:pt x="25400" y="156108"/>
                </a:lnTo>
                <a:lnTo>
                  <a:pt x="23494" y="155473"/>
                </a:lnTo>
                <a:close/>
              </a:path>
              <a:path w="30480" h="170814">
                <a:moveTo>
                  <a:pt x="26824" y="155473"/>
                </a:moveTo>
                <a:lnTo>
                  <a:pt x="23494" y="155473"/>
                </a:lnTo>
                <a:lnTo>
                  <a:pt x="26723" y="156535"/>
                </a:lnTo>
                <a:lnTo>
                  <a:pt x="26824" y="155473"/>
                </a:lnTo>
                <a:close/>
              </a:path>
              <a:path w="30480" h="170814">
                <a:moveTo>
                  <a:pt x="18924" y="41814"/>
                </a:moveTo>
                <a:lnTo>
                  <a:pt x="18922" y="42570"/>
                </a:lnTo>
                <a:lnTo>
                  <a:pt x="19058" y="42570"/>
                </a:lnTo>
                <a:lnTo>
                  <a:pt x="18924" y="41814"/>
                </a:lnTo>
                <a:close/>
              </a:path>
              <a:path w="30480" h="170814">
                <a:moveTo>
                  <a:pt x="6477" y="152"/>
                </a:moveTo>
                <a:lnTo>
                  <a:pt x="3175" y="1562"/>
                </a:lnTo>
                <a:lnTo>
                  <a:pt x="1777" y="4089"/>
                </a:lnTo>
                <a:lnTo>
                  <a:pt x="551" y="6152"/>
                </a:lnTo>
                <a:lnTo>
                  <a:pt x="592" y="7264"/>
                </a:lnTo>
                <a:lnTo>
                  <a:pt x="714" y="10553"/>
                </a:lnTo>
                <a:lnTo>
                  <a:pt x="728" y="10933"/>
                </a:lnTo>
                <a:lnTo>
                  <a:pt x="2921" y="13334"/>
                </a:lnTo>
                <a:lnTo>
                  <a:pt x="4190" y="14782"/>
                </a:lnTo>
                <a:lnTo>
                  <a:pt x="6096" y="15620"/>
                </a:lnTo>
                <a:lnTo>
                  <a:pt x="9906" y="15620"/>
                </a:lnTo>
                <a:lnTo>
                  <a:pt x="11811" y="14782"/>
                </a:lnTo>
                <a:lnTo>
                  <a:pt x="13081" y="13334"/>
                </a:lnTo>
                <a:lnTo>
                  <a:pt x="15605" y="10553"/>
                </a:lnTo>
                <a:lnTo>
                  <a:pt x="12915" y="1981"/>
                </a:lnTo>
                <a:lnTo>
                  <a:pt x="2666" y="1981"/>
                </a:lnTo>
                <a:lnTo>
                  <a:pt x="7678" y="417"/>
                </a:lnTo>
                <a:lnTo>
                  <a:pt x="6477" y="152"/>
                </a:lnTo>
                <a:close/>
              </a:path>
              <a:path w="30480" h="170814">
                <a:moveTo>
                  <a:pt x="15154" y="5490"/>
                </a:moveTo>
                <a:lnTo>
                  <a:pt x="15233" y="6152"/>
                </a:lnTo>
                <a:lnTo>
                  <a:pt x="15313" y="6819"/>
                </a:lnTo>
                <a:lnTo>
                  <a:pt x="15366" y="7264"/>
                </a:lnTo>
                <a:lnTo>
                  <a:pt x="15605" y="10553"/>
                </a:lnTo>
                <a:lnTo>
                  <a:pt x="13081" y="13334"/>
                </a:lnTo>
                <a:lnTo>
                  <a:pt x="11811" y="14782"/>
                </a:lnTo>
                <a:lnTo>
                  <a:pt x="9906" y="15620"/>
                </a:lnTo>
                <a:lnTo>
                  <a:pt x="16183" y="15620"/>
                </a:lnTo>
                <a:lnTo>
                  <a:pt x="15725" y="10933"/>
                </a:lnTo>
                <a:lnTo>
                  <a:pt x="15971" y="7264"/>
                </a:lnTo>
                <a:lnTo>
                  <a:pt x="16002" y="6819"/>
                </a:lnTo>
                <a:lnTo>
                  <a:pt x="15154" y="5490"/>
                </a:lnTo>
                <a:close/>
              </a:path>
              <a:path w="30480" h="170814">
                <a:moveTo>
                  <a:pt x="551" y="6152"/>
                </a:moveTo>
                <a:lnTo>
                  <a:pt x="0" y="7073"/>
                </a:lnTo>
                <a:lnTo>
                  <a:pt x="381" y="10553"/>
                </a:lnTo>
                <a:lnTo>
                  <a:pt x="728" y="10933"/>
                </a:lnTo>
                <a:lnTo>
                  <a:pt x="714" y="10553"/>
                </a:lnTo>
                <a:lnTo>
                  <a:pt x="592" y="7264"/>
                </a:lnTo>
                <a:lnTo>
                  <a:pt x="551" y="6152"/>
                </a:lnTo>
                <a:close/>
              </a:path>
              <a:path w="30480" h="170814">
                <a:moveTo>
                  <a:pt x="7678" y="417"/>
                </a:moveTo>
                <a:lnTo>
                  <a:pt x="2666" y="1981"/>
                </a:lnTo>
                <a:lnTo>
                  <a:pt x="508" y="4965"/>
                </a:lnTo>
                <a:lnTo>
                  <a:pt x="551" y="6152"/>
                </a:lnTo>
                <a:lnTo>
                  <a:pt x="1650" y="4317"/>
                </a:lnTo>
                <a:lnTo>
                  <a:pt x="2943" y="1981"/>
                </a:lnTo>
                <a:lnTo>
                  <a:pt x="12915" y="1981"/>
                </a:lnTo>
                <a:lnTo>
                  <a:pt x="12648" y="1562"/>
                </a:lnTo>
                <a:lnTo>
                  <a:pt x="11368" y="1244"/>
                </a:lnTo>
                <a:lnTo>
                  <a:pt x="7678" y="417"/>
                </a:lnTo>
                <a:close/>
              </a:path>
              <a:path w="30480" h="170814">
                <a:moveTo>
                  <a:pt x="12766" y="1562"/>
                </a:moveTo>
                <a:lnTo>
                  <a:pt x="12915" y="1981"/>
                </a:lnTo>
                <a:lnTo>
                  <a:pt x="15154" y="5490"/>
                </a:lnTo>
                <a:lnTo>
                  <a:pt x="15091" y="4965"/>
                </a:lnTo>
                <a:lnTo>
                  <a:pt x="14986" y="4089"/>
                </a:lnTo>
                <a:lnTo>
                  <a:pt x="12766" y="1562"/>
                </a:lnTo>
                <a:close/>
              </a:path>
              <a:path w="30480" h="170814">
                <a:moveTo>
                  <a:pt x="9016" y="0"/>
                </a:moveTo>
                <a:lnTo>
                  <a:pt x="7678" y="417"/>
                </a:lnTo>
                <a:lnTo>
                  <a:pt x="12764" y="1562"/>
                </a:lnTo>
                <a:lnTo>
                  <a:pt x="12446" y="1244"/>
                </a:lnTo>
                <a:lnTo>
                  <a:pt x="9016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3" name="object 1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41399" y="4332452"/>
            <a:ext cx="399414" cy="134302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200150" y="1008380"/>
            <a:ext cx="2743200" cy="2174875"/>
            <a:chOff x="1200150" y="1008380"/>
            <a:chExt cx="2743200" cy="2174875"/>
          </a:xfrm>
        </p:grpSpPr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371631" y="1131697"/>
              <a:ext cx="2571337" cy="1752600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1200150" y="1142999"/>
              <a:ext cx="2592070" cy="2040255"/>
            </a:xfrm>
            <a:custGeom>
              <a:avLst/>
              <a:gdLst/>
              <a:ahLst/>
              <a:cxnLst/>
              <a:rect l="l" t="t" r="r" b="b"/>
              <a:pathLst>
                <a:path w="2592070" h="2040255">
                  <a:moveTo>
                    <a:pt x="2592070" y="1885950"/>
                  </a:moveTo>
                  <a:lnTo>
                    <a:pt x="2569184" y="1866900"/>
                  </a:lnTo>
                  <a:lnTo>
                    <a:pt x="2460117" y="1776095"/>
                  </a:lnTo>
                  <a:lnTo>
                    <a:pt x="2453500" y="1772500"/>
                  </a:lnTo>
                  <a:lnTo>
                    <a:pt x="2429002" y="1792439"/>
                  </a:lnTo>
                  <a:lnTo>
                    <a:pt x="2431034" y="1799424"/>
                  </a:lnTo>
                  <a:lnTo>
                    <a:pt x="2435733" y="1805305"/>
                  </a:lnTo>
                  <a:lnTo>
                    <a:pt x="2509647" y="1866900"/>
                  </a:lnTo>
                  <a:lnTo>
                    <a:pt x="161925" y="1866900"/>
                  </a:lnTo>
                  <a:lnTo>
                    <a:pt x="161925" y="82308"/>
                  </a:lnTo>
                  <a:lnTo>
                    <a:pt x="223520" y="156210"/>
                  </a:lnTo>
                  <a:lnTo>
                    <a:pt x="229400" y="160972"/>
                  </a:lnTo>
                  <a:lnTo>
                    <a:pt x="236385" y="162991"/>
                  </a:lnTo>
                  <a:lnTo>
                    <a:pt x="243636" y="162229"/>
                  </a:lnTo>
                  <a:lnTo>
                    <a:pt x="250317" y="158623"/>
                  </a:lnTo>
                  <a:lnTo>
                    <a:pt x="255066" y="152742"/>
                  </a:lnTo>
                  <a:lnTo>
                    <a:pt x="257086" y="145757"/>
                  </a:lnTo>
                  <a:lnTo>
                    <a:pt x="256324" y="138506"/>
                  </a:lnTo>
                  <a:lnTo>
                    <a:pt x="252730" y="131826"/>
                  </a:lnTo>
                  <a:lnTo>
                    <a:pt x="167627" y="29718"/>
                  </a:lnTo>
                  <a:lnTo>
                    <a:pt x="142875" y="0"/>
                  </a:lnTo>
                  <a:lnTo>
                    <a:pt x="32994" y="131826"/>
                  </a:lnTo>
                  <a:lnTo>
                    <a:pt x="29387" y="138506"/>
                  </a:lnTo>
                  <a:lnTo>
                    <a:pt x="28651" y="145757"/>
                  </a:lnTo>
                  <a:lnTo>
                    <a:pt x="30683" y="152742"/>
                  </a:lnTo>
                  <a:lnTo>
                    <a:pt x="35433" y="158623"/>
                  </a:lnTo>
                  <a:lnTo>
                    <a:pt x="42075" y="162229"/>
                  </a:lnTo>
                  <a:lnTo>
                    <a:pt x="49339" y="162991"/>
                  </a:lnTo>
                  <a:lnTo>
                    <a:pt x="56349" y="160972"/>
                  </a:lnTo>
                  <a:lnTo>
                    <a:pt x="62255" y="156210"/>
                  </a:lnTo>
                  <a:lnTo>
                    <a:pt x="123825" y="82308"/>
                  </a:lnTo>
                  <a:lnTo>
                    <a:pt x="123825" y="1866900"/>
                  </a:lnTo>
                  <a:lnTo>
                    <a:pt x="0" y="1866900"/>
                  </a:lnTo>
                  <a:lnTo>
                    <a:pt x="0" y="1905000"/>
                  </a:lnTo>
                  <a:lnTo>
                    <a:pt x="123825" y="1905000"/>
                  </a:lnTo>
                  <a:lnTo>
                    <a:pt x="123825" y="2039747"/>
                  </a:lnTo>
                  <a:lnTo>
                    <a:pt x="161925" y="2039747"/>
                  </a:lnTo>
                  <a:lnTo>
                    <a:pt x="161925" y="1905000"/>
                  </a:lnTo>
                  <a:lnTo>
                    <a:pt x="2509647" y="1905000"/>
                  </a:lnTo>
                  <a:lnTo>
                    <a:pt x="2435733" y="1966595"/>
                  </a:lnTo>
                  <a:lnTo>
                    <a:pt x="2431034" y="1972487"/>
                  </a:lnTo>
                  <a:lnTo>
                    <a:pt x="2429002" y="1979472"/>
                  </a:lnTo>
                  <a:lnTo>
                    <a:pt x="2429726" y="1986724"/>
                  </a:lnTo>
                  <a:lnTo>
                    <a:pt x="2433320" y="1993392"/>
                  </a:lnTo>
                  <a:lnTo>
                    <a:pt x="2439212" y="1998154"/>
                  </a:lnTo>
                  <a:lnTo>
                    <a:pt x="2446236" y="2000173"/>
                  </a:lnTo>
                  <a:lnTo>
                    <a:pt x="2453500" y="1999411"/>
                  </a:lnTo>
                  <a:lnTo>
                    <a:pt x="2460117" y="1995805"/>
                  </a:lnTo>
                  <a:lnTo>
                    <a:pt x="2569184" y="1905000"/>
                  </a:lnTo>
                  <a:lnTo>
                    <a:pt x="2592070" y="188595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6231" y="1008380"/>
              <a:ext cx="955040" cy="251968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055114" y="4288205"/>
            <a:ext cx="583057" cy="158102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130302" y="4289285"/>
            <a:ext cx="250183" cy="207543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595882" y="3453129"/>
            <a:ext cx="479817" cy="499681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405889" y="3032431"/>
            <a:ext cx="2326005" cy="934085"/>
          </a:xfrm>
          <a:prstGeom prst="rect">
            <a:avLst/>
          </a:prstGeom>
        </p:spPr>
        <p:txBody>
          <a:bodyPr wrap="square" lIns="0" tIns="70485" rIns="0" bIns="0" rtlCol="0" vert="horz">
            <a:spAutoFit/>
          </a:bodyPr>
          <a:lstStyle/>
          <a:p>
            <a:pPr marL="692150">
              <a:lnSpc>
                <a:spcPct val="100000"/>
              </a:lnSpc>
              <a:spcBef>
                <a:spcPts val="555"/>
              </a:spcBef>
            </a:pPr>
            <a:r>
              <a:rPr dirty="0" sz="1550" spc="-10">
                <a:latin typeface="Verdana"/>
                <a:cs typeface="Verdana"/>
              </a:rPr>
              <a:t>features</a:t>
            </a:r>
            <a:endParaRPr sz="1550">
              <a:latin typeface="Verdana"/>
              <a:cs typeface="Verdana"/>
            </a:endParaRPr>
          </a:p>
          <a:p>
            <a:pPr marL="142875" marR="30480" indent="-104775">
              <a:lnSpc>
                <a:spcPct val="100899"/>
              </a:lnSpc>
              <a:spcBef>
                <a:spcPts val="475"/>
              </a:spcBef>
              <a:tabLst>
                <a:tab pos="552450" algn="l"/>
              </a:tabLst>
            </a:pPr>
            <a:r>
              <a:rPr dirty="0" sz="1800">
                <a:latin typeface="Cambria Math"/>
                <a:cs typeface="Cambria Math"/>
              </a:rPr>
              <a:t>𝑓</a:t>
            </a:r>
            <a:r>
              <a:rPr dirty="0" sz="1800" spc="415">
                <a:latin typeface="Cambria Math"/>
                <a:cs typeface="Cambria Math"/>
              </a:rPr>
              <a:t> </a:t>
            </a:r>
            <a:r>
              <a:rPr dirty="0" sz="1800" spc="-60">
                <a:latin typeface="Cambria Math"/>
                <a:cs typeface="Cambria Math"/>
              </a:rPr>
              <a:t>𝑥</a:t>
            </a:r>
            <a:r>
              <a:rPr dirty="0" sz="1800">
                <a:latin typeface="Cambria Math"/>
                <a:cs typeface="Cambria Math"/>
              </a:rPr>
              <a:t>	=</a:t>
            </a:r>
            <a:r>
              <a:rPr dirty="0" sz="1800" spc="10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28𝑥</a:t>
            </a:r>
            <a:r>
              <a:rPr dirty="0" sz="1800" spc="6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385𝑥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6748" sz="2025">
                <a:latin typeface="Cambria Math"/>
                <a:cs typeface="Cambria Math"/>
              </a:rPr>
              <a:t>2</a:t>
            </a:r>
            <a:r>
              <a:rPr dirty="0" baseline="26748" sz="2025" spc="44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+ </a:t>
            </a:r>
            <a:r>
              <a:rPr dirty="0" sz="1800" spc="-30">
                <a:latin typeface="Cambria Math"/>
                <a:cs typeface="Cambria Math"/>
              </a:rPr>
              <a:t>39𝑥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3</a:t>
            </a:r>
            <a:r>
              <a:rPr dirty="0" baseline="28806" sz="2025" spc="202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65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174𝑥</a:t>
            </a:r>
            <a:r>
              <a:rPr dirty="0" sz="1800" spc="-229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4</a:t>
            </a:r>
            <a:r>
              <a:rPr dirty="0" baseline="28806" sz="2025" spc="82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65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100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583935" y="3382898"/>
            <a:ext cx="283845" cy="212090"/>
          </a:xfrm>
          <a:custGeom>
            <a:avLst/>
            <a:gdLst/>
            <a:ahLst/>
            <a:cxnLst/>
            <a:rect l="l" t="t" r="r" b="b"/>
            <a:pathLst>
              <a:path w="283845" h="212089">
                <a:moveTo>
                  <a:pt x="215773" y="0"/>
                </a:moveTo>
                <a:lnTo>
                  <a:pt x="212725" y="8508"/>
                </a:lnTo>
                <a:lnTo>
                  <a:pt x="225010" y="13892"/>
                </a:lnTo>
                <a:lnTo>
                  <a:pt x="235569" y="21288"/>
                </a:lnTo>
                <a:lnTo>
                  <a:pt x="256960" y="55429"/>
                </a:lnTo>
                <a:lnTo>
                  <a:pt x="264033" y="104775"/>
                </a:lnTo>
                <a:lnTo>
                  <a:pt x="263247" y="123443"/>
                </a:lnTo>
                <a:lnTo>
                  <a:pt x="251460" y="169163"/>
                </a:lnTo>
                <a:lnTo>
                  <a:pt x="225153" y="197738"/>
                </a:lnTo>
                <a:lnTo>
                  <a:pt x="213105" y="203072"/>
                </a:lnTo>
                <a:lnTo>
                  <a:pt x="215773" y="211709"/>
                </a:lnTo>
                <a:lnTo>
                  <a:pt x="256242" y="187706"/>
                </a:lnTo>
                <a:lnTo>
                  <a:pt x="278971" y="143335"/>
                </a:lnTo>
                <a:lnTo>
                  <a:pt x="283337" y="105918"/>
                </a:lnTo>
                <a:lnTo>
                  <a:pt x="282255" y="86723"/>
                </a:lnTo>
                <a:lnTo>
                  <a:pt x="282241" y="86483"/>
                </a:lnTo>
                <a:lnTo>
                  <a:pt x="265811" y="37083"/>
                </a:lnTo>
                <a:lnTo>
                  <a:pt x="231110" y="5526"/>
                </a:lnTo>
                <a:lnTo>
                  <a:pt x="215773" y="0"/>
                </a:lnTo>
                <a:close/>
              </a:path>
              <a:path w="283845" h="212089">
                <a:moveTo>
                  <a:pt x="67563" y="0"/>
                </a:moveTo>
                <a:lnTo>
                  <a:pt x="27166" y="24056"/>
                </a:lnTo>
                <a:lnTo>
                  <a:pt x="4381" y="68548"/>
                </a:lnTo>
                <a:lnTo>
                  <a:pt x="64" y="104775"/>
                </a:lnTo>
                <a:lnTo>
                  <a:pt x="0" y="105918"/>
                </a:lnTo>
                <a:lnTo>
                  <a:pt x="985" y="123443"/>
                </a:lnTo>
                <a:lnTo>
                  <a:pt x="1093" y="125370"/>
                </a:lnTo>
                <a:lnTo>
                  <a:pt x="4365" y="143335"/>
                </a:lnTo>
                <a:lnTo>
                  <a:pt x="27094" y="187706"/>
                </a:lnTo>
                <a:lnTo>
                  <a:pt x="67563" y="211709"/>
                </a:lnTo>
                <a:lnTo>
                  <a:pt x="70230" y="203072"/>
                </a:lnTo>
                <a:lnTo>
                  <a:pt x="58183" y="197738"/>
                </a:lnTo>
                <a:lnTo>
                  <a:pt x="47767" y="190309"/>
                </a:lnTo>
                <a:lnTo>
                  <a:pt x="26376" y="155638"/>
                </a:lnTo>
                <a:lnTo>
                  <a:pt x="19352" y="105918"/>
                </a:lnTo>
                <a:lnTo>
                  <a:pt x="19303" y="104775"/>
                </a:lnTo>
                <a:lnTo>
                  <a:pt x="26376" y="55429"/>
                </a:lnTo>
                <a:lnTo>
                  <a:pt x="47815" y="21288"/>
                </a:lnTo>
                <a:lnTo>
                  <a:pt x="70612" y="8508"/>
                </a:lnTo>
                <a:lnTo>
                  <a:pt x="6756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299327" y="3965066"/>
            <a:ext cx="755784" cy="476745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952872" y="3884142"/>
            <a:ext cx="1071598" cy="84074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86772" y="3879392"/>
            <a:ext cx="755910" cy="75818"/>
          </a:xfrm>
          <a:prstGeom prst="rect">
            <a:avLst/>
          </a:prstGeom>
        </p:spPr>
      </p:pic>
      <p:sp>
        <p:nvSpPr>
          <p:cNvPr id="26" name="object 26"/>
          <p:cNvSpPr txBox="1"/>
          <p:nvPr/>
        </p:nvSpPr>
        <p:spPr>
          <a:xfrm>
            <a:off x="5064378" y="2939815"/>
            <a:ext cx="3032760" cy="95631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algn="ctr" marL="444500">
              <a:lnSpc>
                <a:spcPct val="100000"/>
              </a:lnSpc>
              <a:spcBef>
                <a:spcPts val="635"/>
              </a:spcBef>
            </a:pPr>
            <a:r>
              <a:rPr dirty="0" sz="1550" spc="-10">
                <a:latin typeface="Verdana"/>
                <a:cs typeface="Verdana"/>
              </a:rPr>
              <a:t>features</a:t>
            </a:r>
            <a:endParaRPr sz="1550">
              <a:latin typeface="Verdana"/>
              <a:cs typeface="Verdana"/>
            </a:endParaRPr>
          </a:p>
          <a:p>
            <a:pPr marL="38100" marR="30480" indent="333375">
              <a:lnSpc>
                <a:spcPct val="100800"/>
              </a:lnSpc>
              <a:spcBef>
                <a:spcPts val="575"/>
              </a:spcBef>
              <a:tabLst>
                <a:tab pos="886460" algn="l"/>
              </a:tabLst>
            </a:pPr>
            <a:r>
              <a:rPr dirty="0" sz="1800">
                <a:latin typeface="Cambria Math"/>
                <a:cs typeface="Cambria Math"/>
              </a:rPr>
              <a:t>𝑓</a:t>
            </a:r>
            <a:r>
              <a:rPr dirty="0" sz="1800" spc="41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𝑥</a:t>
            </a:r>
            <a:r>
              <a:rPr dirty="0" sz="1800">
                <a:latin typeface="Cambria Math"/>
                <a:cs typeface="Cambria Math"/>
              </a:rPr>
              <a:t>	=</a:t>
            </a:r>
            <a:r>
              <a:rPr dirty="0" sz="1800" spc="3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13𝑥</a:t>
            </a:r>
            <a:r>
              <a:rPr dirty="0" sz="1800" spc="14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5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0.23𝑥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2</a:t>
            </a:r>
            <a:r>
              <a:rPr dirty="0" baseline="28806" sz="2025" spc="16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+ </a:t>
            </a:r>
            <a:r>
              <a:rPr dirty="0" sz="1800" spc="-20">
                <a:latin typeface="Cambria Math"/>
                <a:cs typeface="Cambria Math"/>
              </a:rPr>
              <a:t>0.000014𝑥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6748" sz="2025">
                <a:latin typeface="Cambria Math"/>
                <a:cs typeface="Cambria Math"/>
              </a:rPr>
              <a:t>3</a:t>
            </a:r>
            <a:r>
              <a:rPr dirty="0" baseline="26748" sz="2025" spc="15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0.0001</a:t>
            </a:r>
            <a:r>
              <a:rPr dirty="0" sz="1800" spc="100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6748" sz="2025">
                <a:latin typeface="Cambria Math"/>
                <a:cs typeface="Cambria Math"/>
              </a:rPr>
              <a:t>4</a:t>
            </a:r>
            <a:r>
              <a:rPr dirty="0" baseline="26748" sz="2025" spc="52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10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27" name="object 2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2425954" y="3421253"/>
            <a:ext cx="244583" cy="274320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223895" y="3333877"/>
            <a:ext cx="310540" cy="349250"/>
          </a:xfrm>
          <a:prstGeom prst="rect">
            <a:avLst/>
          </a:prstGeom>
        </p:spPr>
      </p:pic>
      <p:sp>
        <p:nvSpPr>
          <p:cNvPr id="29" name="object 29"/>
          <p:cNvSpPr txBox="1"/>
          <p:nvPr/>
        </p:nvSpPr>
        <p:spPr>
          <a:xfrm>
            <a:off x="5211956" y="1795439"/>
            <a:ext cx="269240" cy="516890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0">
                <a:latin typeface="Verdana"/>
                <a:cs typeface="Verdana"/>
              </a:rPr>
              <a:t>price</a:t>
            </a:r>
            <a:endParaRPr sz="1550">
              <a:latin typeface="Verdana"/>
              <a:cs typeface="Verdan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495925" y="944880"/>
            <a:ext cx="2592070" cy="2152015"/>
            <a:chOff x="5495925" y="944880"/>
            <a:chExt cx="2592070" cy="2152015"/>
          </a:xfrm>
        </p:grpSpPr>
        <p:sp>
          <p:nvSpPr>
            <p:cNvPr id="31" name="object 31"/>
            <p:cNvSpPr/>
            <p:nvPr/>
          </p:nvSpPr>
          <p:spPr>
            <a:xfrm>
              <a:off x="5495925" y="1152524"/>
              <a:ext cx="2592070" cy="1944370"/>
            </a:xfrm>
            <a:custGeom>
              <a:avLst/>
              <a:gdLst/>
              <a:ahLst/>
              <a:cxnLst/>
              <a:rect l="l" t="t" r="r" b="b"/>
              <a:pathLst>
                <a:path w="2592070" h="1944370">
                  <a:moveTo>
                    <a:pt x="2592070" y="1781175"/>
                  </a:moveTo>
                  <a:lnTo>
                    <a:pt x="2569184" y="1762125"/>
                  </a:lnTo>
                  <a:lnTo>
                    <a:pt x="2460117" y="1671320"/>
                  </a:lnTo>
                  <a:lnTo>
                    <a:pt x="2453500" y="1667725"/>
                  </a:lnTo>
                  <a:lnTo>
                    <a:pt x="2429002" y="1687664"/>
                  </a:lnTo>
                  <a:lnTo>
                    <a:pt x="2431034" y="1694649"/>
                  </a:lnTo>
                  <a:lnTo>
                    <a:pt x="2435733" y="1700530"/>
                  </a:lnTo>
                  <a:lnTo>
                    <a:pt x="2509634" y="1762125"/>
                  </a:lnTo>
                  <a:lnTo>
                    <a:pt x="161925" y="1762125"/>
                  </a:lnTo>
                  <a:lnTo>
                    <a:pt x="161925" y="82296"/>
                  </a:lnTo>
                  <a:lnTo>
                    <a:pt x="223520" y="156210"/>
                  </a:lnTo>
                  <a:lnTo>
                    <a:pt x="229400" y="160972"/>
                  </a:lnTo>
                  <a:lnTo>
                    <a:pt x="236385" y="162991"/>
                  </a:lnTo>
                  <a:lnTo>
                    <a:pt x="243636" y="162229"/>
                  </a:lnTo>
                  <a:lnTo>
                    <a:pt x="250317" y="158623"/>
                  </a:lnTo>
                  <a:lnTo>
                    <a:pt x="255066" y="152742"/>
                  </a:lnTo>
                  <a:lnTo>
                    <a:pt x="257086" y="145757"/>
                  </a:lnTo>
                  <a:lnTo>
                    <a:pt x="256324" y="138506"/>
                  </a:lnTo>
                  <a:lnTo>
                    <a:pt x="252730" y="131826"/>
                  </a:lnTo>
                  <a:lnTo>
                    <a:pt x="167640" y="29718"/>
                  </a:lnTo>
                  <a:lnTo>
                    <a:pt x="142875" y="0"/>
                  </a:lnTo>
                  <a:lnTo>
                    <a:pt x="33020" y="131826"/>
                  </a:lnTo>
                  <a:lnTo>
                    <a:pt x="29413" y="138506"/>
                  </a:lnTo>
                  <a:lnTo>
                    <a:pt x="28651" y="145757"/>
                  </a:lnTo>
                  <a:lnTo>
                    <a:pt x="30670" y="152742"/>
                  </a:lnTo>
                  <a:lnTo>
                    <a:pt x="35433" y="158623"/>
                  </a:lnTo>
                  <a:lnTo>
                    <a:pt x="42100" y="162229"/>
                  </a:lnTo>
                  <a:lnTo>
                    <a:pt x="49352" y="162991"/>
                  </a:lnTo>
                  <a:lnTo>
                    <a:pt x="56337" y="160972"/>
                  </a:lnTo>
                  <a:lnTo>
                    <a:pt x="62230" y="156210"/>
                  </a:lnTo>
                  <a:lnTo>
                    <a:pt x="123812" y="82296"/>
                  </a:lnTo>
                  <a:lnTo>
                    <a:pt x="123825" y="29718"/>
                  </a:lnTo>
                  <a:lnTo>
                    <a:pt x="123825" y="82296"/>
                  </a:lnTo>
                  <a:lnTo>
                    <a:pt x="123825" y="1762125"/>
                  </a:lnTo>
                  <a:lnTo>
                    <a:pt x="0" y="1762125"/>
                  </a:lnTo>
                  <a:lnTo>
                    <a:pt x="0" y="1800225"/>
                  </a:lnTo>
                  <a:lnTo>
                    <a:pt x="123825" y="1800225"/>
                  </a:lnTo>
                  <a:lnTo>
                    <a:pt x="123825" y="1943862"/>
                  </a:lnTo>
                  <a:lnTo>
                    <a:pt x="161925" y="1943862"/>
                  </a:lnTo>
                  <a:lnTo>
                    <a:pt x="161925" y="1800225"/>
                  </a:lnTo>
                  <a:lnTo>
                    <a:pt x="2509634" y="1800225"/>
                  </a:lnTo>
                  <a:lnTo>
                    <a:pt x="2532507" y="1781175"/>
                  </a:lnTo>
                  <a:lnTo>
                    <a:pt x="2435733" y="1861820"/>
                  </a:lnTo>
                  <a:lnTo>
                    <a:pt x="2431034" y="1867712"/>
                  </a:lnTo>
                  <a:lnTo>
                    <a:pt x="2429002" y="1874697"/>
                  </a:lnTo>
                  <a:lnTo>
                    <a:pt x="2429726" y="1881949"/>
                  </a:lnTo>
                  <a:lnTo>
                    <a:pt x="2433320" y="1888617"/>
                  </a:lnTo>
                  <a:lnTo>
                    <a:pt x="2439212" y="1893379"/>
                  </a:lnTo>
                  <a:lnTo>
                    <a:pt x="2446236" y="1895398"/>
                  </a:lnTo>
                  <a:lnTo>
                    <a:pt x="2453500" y="1894636"/>
                  </a:lnTo>
                  <a:lnTo>
                    <a:pt x="2460117" y="1891030"/>
                  </a:lnTo>
                  <a:lnTo>
                    <a:pt x="2569184" y="1800225"/>
                  </a:lnTo>
                  <a:lnTo>
                    <a:pt x="2592070" y="178117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2" name="object 32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38744" y="944880"/>
              <a:ext cx="1836373" cy="277875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6010275" y="2609850"/>
              <a:ext cx="171450" cy="180975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2281682" y="3636327"/>
            <a:ext cx="707517" cy="349250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3253740" y="3956608"/>
            <a:ext cx="1461262" cy="470535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984019" y="4279709"/>
            <a:ext cx="1118135" cy="191719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6176009" y="4270311"/>
            <a:ext cx="307466" cy="204279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5574576" y="4032427"/>
            <a:ext cx="151981" cy="175259"/>
          </a:xfrm>
          <a:prstGeom prst="rect">
            <a:avLst/>
          </a:prstGeom>
        </p:spPr>
      </p:pic>
      <p:pic>
        <p:nvPicPr>
          <p:cNvPr id="39" name="object 39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6560439" y="4013403"/>
            <a:ext cx="297052" cy="233680"/>
          </a:xfrm>
          <a:prstGeom prst="rect">
            <a:avLst/>
          </a:prstGeom>
        </p:spPr>
      </p:pic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0842" y="259461"/>
            <a:ext cx="4257040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Addressing</a:t>
            </a:r>
            <a:r>
              <a:rPr dirty="0" spc="-110"/>
              <a:t> </a:t>
            </a:r>
            <a:r>
              <a:rPr dirty="0" spc="-10"/>
              <a:t>overfitting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2150" y="2610104"/>
            <a:ext cx="204957" cy="21539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56433" y="2602357"/>
            <a:ext cx="984652" cy="21132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96937" y="934148"/>
            <a:ext cx="4177665" cy="288607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150" spc="-10">
                <a:latin typeface="Verdana"/>
                <a:cs typeface="Verdana"/>
              </a:rPr>
              <a:t>Options</a:t>
            </a:r>
            <a:endParaRPr sz="2150">
              <a:latin typeface="Verdana"/>
              <a:cs typeface="Verdana"/>
            </a:endParaRPr>
          </a:p>
          <a:p>
            <a:pPr marL="734060" indent="-342265">
              <a:lnSpc>
                <a:spcPct val="100000"/>
              </a:lnSpc>
              <a:spcBef>
                <a:spcPts val="1510"/>
              </a:spcBef>
              <a:buAutoNum type="arabicPeriod"/>
              <a:tabLst>
                <a:tab pos="734060" algn="l"/>
              </a:tabLst>
            </a:pPr>
            <a:r>
              <a:rPr dirty="0" sz="2000">
                <a:latin typeface="Verdana"/>
                <a:cs typeface="Verdana"/>
              </a:rPr>
              <a:t>Collect</a:t>
            </a:r>
            <a:r>
              <a:rPr dirty="0" sz="2000" spc="-25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more</a:t>
            </a:r>
            <a:r>
              <a:rPr dirty="0" sz="2000" spc="-45">
                <a:latin typeface="Verdana"/>
                <a:cs typeface="Verdana"/>
              </a:rPr>
              <a:t> </a:t>
            </a:r>
            <a:r>
              <a:rPr dirty="0" sz="2000" spc="-20">
                <a:latin typeface="Verdana"/>
                <a:cs typeface="Verdana"/>
              </a:rPr>
              <a:t>data</a:t>
            </a:r>
            <a:endParaRPr sz="20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65"/>
              </a:spcBef>
              <a:buFont typeface="Verdana"/>
              <a:buAutoNum type="arabicPeriod"/>
            </a:pPr>
            <a:endParaRPr sz="2000">
              <a:latin typeface="Verdana"/>
              <a:cs typeface="Verdana"/>
            </a:endParaRPr>
          </a:p>
          <a:p>
            <a:pPr marL="748665" indent="-341630">
              <a:lnSpc>
                <a:spcPct val="100000"/>
              </a:lnSpc>
              <a:buAutoNum type="arabicPeriod"/>
              <a:tabLst>
                <a:tab pos="748665" algn="l"/>
              </a:tabLst>
            </a:pPr>
            <a:r>
              <a:rPr dirty="0" sz="2000">
                <a:latin typeface="Verdana"/>
                <a:cs typeface="Verdana"/>
              </a:rPr>
              <a:t>Select</a:t>
            </a:r>
            <a:r>
              <a:rPr dirty="0" sz="2000" spc="-4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features</a:t>
            </a:r>
            <a:endParaRPr sz="2000">
              <a:latin typeface="Verdana"/>
              <a:cs typeface="Verdana"/>
            </a:endParaRPr>
          </a:p>
          <a:p>
            <a:pPr lvl="1" marL="1000125" indent="-247015">
              <a:lnSpc>
                <a:spcPct val="100000"/>
              </a:lnSpc>
              <a:spcBef>
                <a:spcPts val="475"/>
              </a:spcBef>
              <a:buChar char="–"/>
              <a:tabLst>
                <a:tab pos="1000125" algn="l"/>
              </a:tabLst>
            </a:pPr>
            <a:r>
              <a:rPr dirty="0" sz="2000">
                <a:latin typeface="Verdana"/>
                <a:cs typeface="Verdana"/>
              </a:rPr>
              <a:t>Feature</a:t>
            </a:r>
            <a:r>
              <a:rPr dirty="0" sz="2000" spc="-75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selection</a:t>
            </a:r>
            <a:endParaRPr sz="2000">
              <a:latin typeface="Verdana"/>
              <a:cs typeface="Verdana"/>
            </a:endParaRPr>
          </a:p>
          <a:p>
            <a:pPr lvl="1">
              <a:lnSpc>
                <a:spcPct val="100000"/>
              </a:lnSpc>
              <a:spcBef>
                <a:spcPts val="145"/>
              </a:spcBef>
              <a:buFont typeface="Verdana"/>
              <a:buChar char="–"/>
            </a:pPr>
            <a:endParaRPr sz="2000">
              <a:latin typeface="Verdana"/>
              <a:cs typeface="Verdana"/>
            </a:endParaRPr>
          </a:p>
          <a:p>
            <a:pPr marL="748665" indent="-341630">
              <a:lnSpc>
                <a:spcPct val="100000"/>
              </a:lnSpc>
              <a:buAutoNum type="arabicPeriod"/>
              <a:tabLst>
                <a:tab pos="748665" algn="l"/>
              </a:tabLst>
            </a:pPr>
            <a:r>
              <a:rPr dirty="0" sz="2000">
                <a:latin typeface="Verdana"/>
                <a:cs typeface="Verdana"/>
              </a:rPr>
              <a:t>Reduce</a:t>
            </a:r>
            <a:r>
              <a:rPr dirty="0" sz="2000" spc="-10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size</a:t>
            </a:r>
            <a:r>
              <a:rPr dirty="0" sz="2000" spc="-20">
                <a:latin typeface="Verdana"/>
                <a:cs typeface="Verdana"/>
              </a:rPr>
              <a:t> </a:t>
            </a:r>
            <a:r>
              <a:rPr dirty="0" sz="2000">
                <a:latin typeface="Verdana"/>
                <a:cs typeface="Verdana"/>
              </a:rPr>
              <a:t>of</a:t>
            </a:r>
            <a:r>
              <a:rPr dirty="0" sz="2000" spc="20">
                <a:latin typeface="Verdana"/>
                <a:cs typeface="Verdana"/>
              </a:rPr>
              <a:t> </a:t>
            </a:r>
            <a:r>
              <a:rPr dirty="0" sz="2000" spc="-10">
                <a:latin typeface="Verdana"/>
                <a:cs typeface="Verdana"/>
              </a:rPr>
              <a:t>parameters</a:t>
            </a:r>
            <a:endParaRPr sz="2000">
              <a:latin typeface="Verdana"/>
              <a:cs typeface="Verdana"/>
            </a:endParaRPr>
          </a:p>
          <a:p>
            <a:pPr lvl="1" marL="977265" indent="-246379">
              <a:lnSpc>
                <a:spcPct val="100000"/>
              </a:lnSpc>
              <a:spcBef>
                <a:spcPts val="155"/>
              </a:spcBef>
              <a:buChar char="–"/>
              <a:tabLst>
                <a:tab pos="977265" algn="l"/>
              </a:tabLst>
            </a:pPr>
            <a:r>
              <a:rPr dirty="0" sz="2000" spc="-10">
                <a:latin typeface="Verdana"/>
                <a:cs typeface="Verdana"/>
              </a:rPr>
              <a:t>“Regularization”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067724" y="3676522"/>
            <a:ext cx="481034" cy="1930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35448" y="3637915"/>
            <a:ext cx="726693" cy="208787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5527166" y="3627501"/>
            <a:ext cx="41275" cy="196215"/>
          </a:xfrm>
          <a:custGeom>
            <a:avLst/>
            <a:gdLst/>
            <a:ahLst/>
            <a:cxnLst/>
            <a:rect l="l" t="t" r="r" b="b"/>
            <a:pathLst>
              <a:path w="41275" h="196214">
                <a:moveTo>
                  <a:pt x="12573" y="0"/>
                </a:moveTo>
                <a:lnTo>
                  <a:pt x="8255" y="0"/>
                </a:lnTo>
                <a:lnTo>
                  <a:pt x="1650" y="4318"/>
                </a:lnTo>
                <a:lnTo>
                  <a:pt x="0" y="8128"/>
                </a:lnTo>
                <a:lnTo>
                  <a:pt x="635" y="12065"/>
                </a:lnTo>
                <a:lnTo>
                  <a:pt x="4810" y="36849"/>
                </a:lnTo>
                <a:lnTo>
                  <a:pt x="6103" y="45897"/>
                </a:lnTo>
                <a:lnTo>
                  <a:pt x="10606" y="73162"/>
                </a:lnTo>
                <a:lnTo>
                  <a:pt x="10667" y="73528"/>
                </a:lnTo>
                <a:lnTo>
                  <a:pt x="10793" y="74292"/>
                </a:lnTo>
                <a:lnTo>
                  <a:pt x="11684" y="82423"/>
                </a:lnTo>
                <a:lnTo>
                  <a:pt x="12827" y="92202"/>
                </a:lnTo>
                <a:lnTo>
                  <a:pt x="13843" y="101854"/>
                </a:lnTo>
                <a:lnTo>
                  <a:pt x="14615" y="108706"/>
                </a:lnTo>
                <a:lnTo>
                  <a:pt x="14687" y="109353"/>
                </a:lnTo>
                <a:lnTo>
                  <a:pt x="14778" y="110156"/>
                </a:lnTo>
                <a:lnTo>
                  <a:pt x="14859" y="110871"/>
                </a:lnTo>
                <a:lnTo>
                  <a:pt x="14986" y="110998"/>
                </a:lnTo>
                <a:lnTo>
                  <a:pt x="17585" y="130683"/>
                </a:lnTo>
                <a:lnTo>
                  <a:pt x="17653" y="131190"/>
                </a:lnTo>
                <a:lnTo>
                  <a:pt x="17907" y="132461"/>
                </a:lnTo>
                <a:lnTo>
                  <a:pt x="21559" y="145245"/>
                </a:lnTo>
                <a:lnTo>
                  <a:pt x="27108" y="166994"/>
                </a:lnTo>
                <a:lnTo>
                  <a:pt x="28702" y="175640"/>
                </a:lnTo>
                <a:lnTo>
                  <a:pt x="28702" y="175768"/>
                </a:lnTo>
                <a:lnTo>
                  <a:pt x="30861" y="187579"/>
                </a:lnTo>
                <a:lnTo>
                  <a:pt x="30861" y="187833"/>
                </a:lnTo>
                <a:lnTo>
                  <a:pt x="32004" y="192151"/>
                </a:lnTo>
                <a:lnTo>
                  <a:pt x="32512" y="194564"/>
                </a:lnTo>
                <a:lnTo>
                  <a:pt x="34925" y="195961"/>
                </a:lnTo>
                <a:lnTo>
                  <a:pt x="37337" y="195453"/>
                </a:lnTo>
                <a:lnTo>
                  <a:pt x="39624" y="194818"/>
                </a:lnTo>
                <a:lnTo>
                  <a:pt x="41148" y="192405"/>
                </a:lnTo>
                <a:lnTo>
                  <a:pt x="40132" y="188595"/>
                </a:lnTo>
                <a:lnTo>
                  <a:pt x="39579" y="186055"/>
                </a:lnTo>
                <a:lnTo>
                  <a:pt x="37337" y="174117"/>
                </a:lnTo>
                <a:lnTo>
                  <a:pt x="36265" y="167777"/>
                </a:lnTo>
                <a:lnTo>
                  <a:pt x="36197" y="167378"/>
                </a:lnTo>
                <a:lnTo>
                  <a:pt x="36132" y="166994"/>
                </a:lnTo>
                <a:lnTo>
                  <a:pt x="36048" y="166497"/>
                </a:lnTo>
                <a:lnTo>
                  <a:pt x="35941" y="165862"/>
                </a:lnTo>
                <a:lnTo>
                  <a:pt x="35414" y="145245"/>
                </a:lnTo>
                <a:lnTo>
                  <a:pt x="35296" y="140455"/>
                </a:lnTo>
                <a:lnTo>
                  <a:pt x="36031" y="132461"/>
                </a:lnTo>
                <a:lnTo>
                  <a:pt x="36148" y="131190"/>
                </a:lnTo>
                <a:lnTo>
                  <a:pt x="36195" y="128905"/>
                </a:lnTo>
                <a:lnTo>
                  <a:pt x="34055" y="110998"/>
                </a:lnTo>
                <a:lnTo>
                  <a:pt x="33954" y="110156"/>
                </a:lnTo>
                <a:lnTo>
                  <a:pt x="33486" y="101854"/>
                </a:lnTo>
                <a:lnTo>
                  <a:pt x="33400" y="99695"/>
                </a:lnTo>
                <a:lnTo>
                  <a:pt x="32385" y="89915"/>
                </a:lnTo>
                <a:lnTo>
                  <a:pt x="31242" y="80264"/>
                </a:lnTo>
                <a:lnTo>
                  <a:pt x="31242" y="80137"/>
                </a:lnTo>
                <a:lnTo>
                  <a:pt x="30225" y="70865"/>
                </a:lnTo>
                <a:lnTo>
                  <a:pt x="30099" y="70358"/>
                </a:lnTo>
                <a:lnTo>
                  <a:pt x="27825" y="56592"/>
                </a:lnTo>
                <a:lnTo>
                  <a:pt x="26172" y="46125"/>
                </a:lnTo>
                <a:lnTo>
                  <a:pt x="26058" y="45897"/>
                </a:lnTo>
                <a:lnTo>
                  <a:pt x="25423" y="42054"/>
                </a:lnTo>
                <a:lnTo>
                  <a:pt x="25504" y="41893"/>
                </a:lnTo>
                <a:lnTo>
                  <a:pt x="24003" y="32385"/>
                </a:lnTo>
                <a:lnTo>
                  <a:pt x="24003" y="32131"/>
                </a:lnTo>
                <a:lnTo>
                  <a:pt x="21777" y="18923"/>
                </a:lnTo>
                <a:lnTo>
                  <a:pt x="15112" y="18923"/>
                </a:lnTo>
                <a:lnTo>
                  <a:pt x="15936" y="18399"/>
                </a:lnTo>
                <a:lnTo>
                  <a:pt x="20066" y="8762"/>
                </a:lnTo>
                <a:lnTo>
                  <a:pt x="21161" y="8762"/>
                </a:lnTo>
                <a:lnTo>
                  <a:pt x="19812" y="6604"/>
                </a:lnTo>
                <a:lnTo>
                  <a:pt x="19431" y="5842"/>
                </a:lnTo>
                <a:lnTo>
                  <a:pt x="16510" y="2793"/>
                </a:lnTo>
                <a:lnTo>
                  <a:pt x="15875" y="2286"/>
                </a:lnTo>
                <a:lnTo>
                  <a:pt x="12573" y="0"/>
                </a:lnTo>
                <a:close/>
              </a:path>
              <a:path w="41275" h="196214">
                <a:moveTo>
                  <a:pt x="15936" y="18399"/>
                </a:moveTo>
                <a:lnTo>
                  <a:pt x="15112" y="18923"/>
                </a:lnTo>
                <a:lnTo>
                  <a:pt x="15875" y="18542"/>
                </a:lnTo>
                <a:lnTo>
                  <a:pt x="15936" y="18399"/>
                </a:lnTo>
                <a:close/>
              </a:path>
              <a:path w="41275" h="196214">
                <a:moveTo>
                  <a:pt x="20762" y="12896"/>
                </a:moveTo>
                <a:lnTo>
                  <a:pt x="19812" y="15748"/>
                </a:lnTo>
                <a:lnTo>
                  <a:pt x="18034" y="17526"/>
                </a:lnTo>
                <a:lnTo>
                  <a:pt x="15875" y="18542"/>
                </a:lnTo>
                <a:lnTo>
                  <a:pt x="15112" y="18923"/>
                </a:lnTo>
                <a:lnTo>
                  <a:pt x="21777" y="18923"/>
                </a:lnTo>
                <a:lnTo>
                  <a:pt x="20762" y="12896"/>
                </a:lnTo>
                <a:close/>
              </a:path>
              <a:path w="41275" h="196214">
                <a:moveTo>
                  <a:pt x="20066" y="8762"/>
                </a:moveTo>
                <a:lnTo>
                  <a:pt x="15936" y="18399"/>
                </a:lnTo>
                <a:lnTo>
                  <a:pt x="16510" y="18034"/>
                </a:lnTo>
                <a:lnTo>
                  <a:pt x="16954" y="18034"/>
                </a:lnTo>
                <a:lnTo>
                  <a:pt x="18034" y="17526"/>
                </a:lnTo>
                <a:lnTo>
                  <a:pt x="19812" y="15748"/>
                </a:lnTo>
                <a:lnTo>
                  <a:pt x="20762" y="12896"/>
                </a:lnTo>
                <a:lnTo>
                  <a:pt x="20066" y="8762"/>
                </a:lnTo>
                <a:close/>
              </a:path>
              <a:path w="41275" h="196214">
                <a:moveTo>
                  <a:pt x="16954" y="18034"/>
                </a:moveTo>
                <a:lnTo>
                  <a:pt x="16510" y="18034"/>
                </a:lnTo>
                <a:lnTo>
                  <a:pt x="16053" y="18399"/>
                </a:lnTo>
                <a:lnTo>
                  <a:pt x="16954" y="18034"/>
                </a:lnTo>
                <a:close/>
              </a:path>
              <a:path w="41275" h="196214">
                <a:moveTo>
                  <a:pt x="21094" y="8762"/>
                </a:moveTo>
                <a:lnTo>
                  <a:pt x="20066" y="8762"/>
                </a:lnTo>
                <a:lnTo>
                  <a:pt x="20762" y="12896"/>
                </a:lnTo>
                <a:lnTo>
                  <a:pt x="21336" y="11176"/>
                </a:lnTo>
                <a:lnTo>
                  <a:pt x="21094" y="8762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49010" y="3896080"/>
            <a:ext cx="34925" cy="23495"/>
          </a:xfrm>
          <a:custGeom>
            <a:avLst/>
            <a:gdLst/>
            <a:ahLst/>
            <a:cxnLst/>
            <a:rect l="l" t="t" r="r" b="b"/>
            <a:pathLst>
              <a:path w="34925" h="23495">
                <a:moveTo>
                  <a:pt x="18743" y="4368"/>
                </a:moveTo>
                <a:lnTo>
                  <a:pt x="3295" y="4368"/>
                </a:lnTo>
                <a:lnTo>
                  <a:pt x="1904" y="7543"/>
                </a:lnTo>
                <a:lnTo>
                  <a:pt x="1650" y="8280"/>
                </a:lnTo>
                <a:lnTo>
                  <a:pt x="1545" y="8441"/>
                </a:lnTo>
                <a:lnTo>
                  <a:pt x="873" y="11074"/>
                </a:lnTo>
                <a:lnTo>
                  <a:pt x="809" y="11315"/>
                </a:lnTo>
                <a:lnTo>
                  <a:pt x="707" y="11696"/>
                </a:lnTo>
                <a:lnTo>
                  <a:pt x="606" y="12077"/>
                </a:lnTo>
                <a:lnTo>
                  <a:pt x="510" y="13284"/>
                </a:lnTo>
                <a:lnTo>
                  <a:pt x="888" y="15620"/>
                </a:lnTo>
                <a:lnTo>
                  <a:pt x="3301" y="18440"/>
                </a:lnTo>
                <a:lnTo>
                  <a:pt x="4785" y="20269"/>
                </a:lnTo>
                <a:lnTo>
                  <a:pt x="11556" y="23063"/>
                </a:lnTo>
                <a:lnTo>
                  <a:pt x="13229" y="22504"/>
                </a:lnTo>
                <a:lnTo>
                  <a:pt x="9398" y="22504"/>
                </a:lnTo>
                <a:lnTo>
                  <a:pt x="17106" y="20754"/>
                </a:lnTo>
                <a:lnTo>
                  <a:pt x="21209" y="8280"/>
                </a:lnTo>
                <a:lnTo>
                  <a:pt x="20402" y="6172"/>
                </a:lnTo>
                <a:lnTo>
                  <a:pt x="20319" y="5956"/>
                </a:lnTo>
                <a:lnTo>
                  <a:pt x="18743" y="4368"/>
                </a:lnTo>
                <a:close/>
              </a:path>
              <a:path w="34925" h="23495">
                <a:moveTo>
                  <a:pt x="4785" y="20269"/>
                </a:moveTo>
                <a:lnTo>
                  <a:pt x="5639" y="21323"/>
                </a:lnTo>
                <a:lnTo>
                  <a:pt x="5782" y="21323"/>
                </a:lnTo>
                <a:lnTo>
                  <a:pt x="9398" y="22504"/>
                </a:lnTo>
                <a:lnTo>
                  <a:pt x="10202" y="22504"/>
                </a:lnTo>
                <a:lnTo>
                  <a:pt x="4785" y="20269"/>
                </a:lnTo>
                <a:close/>
              </a:path>
              <a:path w="34925" h="23495">
                <a:moveTo>
                  <a:pt x="17106" y="20754"/>
                </a:moveTo>
                <a:lnTo>
                  <a:pt x="9398" y="22504"/>
                </a:lnTo>
                <a:lnTo>
                  <a:pt x="13229" y="22504"/>
                </a:lnTo>
                <a:lnTo>
                  <a:pt x="16763" y="21323"/>
                </a:lnTo>
                <a:lnTo>
                  <a:pt x="17106" y="20754"/>
                </a:lnTo>
                <a:close/>
              </a:path>
              <a:path w="34925" h="23495">
                <a:moveTo>
                  <a:pt x="18668" y="2959"/>
                </a:moveTo>
                <a:lnTo>
                  <a:pt x="17342" y="2959"/>
                </a:lnTo>
                <a:lnTo>
                  <a:pt x="20319" y="5956"/>
                </a:lnTo>
                <a:lnTo>
                  <a:pt x="21209" y="8280"/>
                </a:lnTo>
                <a:lnTo>
                  <a:pt x="17106" y="20754"/>
                </a:lnTo>
                <a:lnTo>
                  <a:pt x="20700" y="19938"/>
                </a:lnTo>
                <a:lnTo>
                  <a:pt x="22225" y="18999"/>
                </a:lnTo>
                <a:lnTo>
                  <a:pt x="24002" y="17119"/>
                </a:lnTo>
                <a:lnTo>
                  <a:pt x="23749" y="17119"/>
                </a:lnTo>
                <a:lnTo>
                  <a:pt x="24891" y="16179"/>
                </a:lnTo>
                <a:lnTo>
                  <a:pt x="31496" y="10566"/>
                </a:lnTo>
                <a:lnTo>
                  <a:pt x="32638" y="9131"/>
                </a:lnTo>
                <a:lnTo>
                  <a:pt x="32752" y="8915"/>
                </a:lnTo>
                <a:lnTo>
                  <a:pt x="32512" y="8915"/>
                </a:lnTo>
                <a:lnTo>
                  <a:pt x="33400" y="7683"/>
                </a:lnTo>
                <a:lnTo>
                  <a:pt x="33786" y="7683"/>
                </a:lnTo>
                <a:lnTo>
                  <a:pt x="34798" y="6705"/>
                </a:lnTo>
                <a:lnTo>
                  <a:pt x="34798" y="6172"/>
                </a:lnTo>
                <a:lnTo>
                  <a:pt x="22605" y="6172"/>
                </a:lnTo>
                <a:lnTo>
                  <a:pt x="24384" y="4368"/>
                </a:lnTo>
                <a:lnTo>
                  <a:pt x="24829" y="4368"/>
                </a:lnTo>
                <a:lnTo>
                  <a:pt x="21058" y="3441"/>
                </a:lnTo>
                <a:lnTo>
                  <a:pt x="18668" y="2959"/>
                </a:lnTo>
                <a:close/>
              </a:path>
              <a:path w="34925" h="23495">
                <a:moveTo>
                  <a:pt x="445" y="12877"/>
                </a:moveTo>
                <a:lnTo>
                  <a:pt x="284" y="13284"/>
                </a:lnTo>
                <a:lnTo>
                  <a:pt x="0" y="14350"/>
                </a:lnTo>
                <a:lnTo>
                  <a:pt x="2412" y="19291"/>
                </a:lnTo>
                <a:lnTo>
                  <a:pt x="4785" y="20269"/>
                </a:lnTo>
                <a:lnTo>
                  <a:pt x="3301" y="18440"/>
                </a:lnTo>
                <a:lnTo>
                  <a:pt x="888" y="15620"/>
                </a:lnTo>
                <a:lnTo>
                  <a:pt x="510" y="13284"/>
                </a:lnTo>
                <a:lnTo>
                  <a:pt x="445" y="12877"/>
                </a:lnTo>
                <a:close/>
              </a:path>
              <a:path w="34925" h="23495">
                <a:moveTo>
                  <a:pt x="24637" y="16448"/>
                </a:moveTo>
                <a:lnTo>
                  <a:pt x="23749" y="17119"/>
                </a:lnTo>
                <a:lnTo>
                  <a:pt x="24002" y="17119"/>
                </a:lnTo>
                <a:lnTo>
                  <a:pt x="24637" y="16448"/>
                </a:lnTo>
                <a:close/>
              </a:path>
              <a:path w="34925" h="23495">
                <a:moveTo>
                  <a:pt x="1379" y="9131"/>
                </a:moveTo>
                <a:lnTo>
                  <a:pt x="1116" y="9588"/>
                </a:lnTo>
                <a:lnTo>
                  <a:pt x="508" y="11074"/>
                </a:lnTo>
                <a:lnTo>
                  <a:pt x="409" y="11315"/>
                </a:lnTo>
                <a:lnTo>
                  <a:pt x="315" y="12077"/>
                </a:lnTo>
                <a:lnTo>
                  <a:pt x="445" y="12877"/>
                </a:lnTo>
                <a:lnTo>
                  <a:pt x="606" y="12077"/>
                </a:lnTo>
                <a:lnTo>
                  <a:pt x="1269" y="9588"/>
                </a:lnTo>
                <a:lnTo>
                  <a:pt x="1379" y="9131"/>
                </a:lnTo>
                <a:close/>
              </a:path>
              <a:path w="34925" h="23495">
                <a:moveTo>
                  <a:pt x="32877" y="8677"/>
                </a:moveTo>
                <a:lnTo>
                  <a:pt x="32512" y="8915"/>
                </a:lnTo>
                <a:lnTo>
                  <a:pt x="32752" y="8915"/>
                </a:lnTo>
                <a:lnTo>
                  <a:pt x="32877" y="8677"/>
                </a:lnTo>
                <a:close/>
              </a:path>
              <a:path w="34925" h="23495">
                <a:moveTo>
                  <a:pt x="33086" y="8280"/>
                </a:moveTo>
                <a:lnTo>
                  <a:pt x="32853" y="8441"/>
                </a:lnTo>
                <a:lnTo>
                  <a:pt x="32683" y="8677"/>
                </a:lnTo>
                <a:lnTo>
                  <a:pt x="33001" y="8441"/>
                </a:lnTo>
                <a:lnTo>
                  <a:pt x="33086" y="8280"/>
                </a:lnTo>
                <a:close/>
              </a:path>
              <a:path w="34925" h="23495">
                <a:moveTo>
                  <a:pt x="6985" y="1689"/>
                </a:moveTo>
                <a:lnTo>
                  <a:pt x="6190" y="2209"/>
                </a:lnTo>
                <a:lnTo>
                  <a:pt x="3073" y="4368"/>
                </a:lnTo>
                <a:lnTo>
                  <a:pt x="2391" y="4914"/>
                </a:lnTo>
                <a:lnTo>
                  <a:pt x="1583" y="8280"/>
                </a:lnTo>
                <a:lnTo>
                  <a:pt x="3295" y="4368"/>
                </a:lnTo>
                <a:lnTo>
                  <a:pt x="18743" y="4368"/>
                </a:lnTo>
                <a:lnTo>
                  <a:pt x="17342" y="2959"/>
                </a:lnTo>
                <a:lnTo>
                  <a:pt x="18877" y="2959"/>
                </a:lnTo>
                <a:lnTo>
                  <a:pt x="6985" y="1689"/>
                </a:lnTo>
                <a:close/>
              </a:path>
              <a:path w="34925" h="23495">
                <a:moveTo>
                  <a:pt x="33786" y="7683"/>
                </a:moveTo>
                <a:lnTo>
                  <a:pt x="33400" y="7683"/>
                </a:lnTo>
                <a:lnTo>
                  <a:pt x="33086" y="8280"/>
                </a:lnTo>
                <a:lnTo>
                  <a:pt x="33786" y="7683"/>
                </a:lnTo>
                <a:close/>
              </a:path>
              <a:path w="34925" h="23495">
                <a:moveTo>
                  <a:pt x="24829" y="4368"/>
                </a:moveTo>
                <a:lnTo>
                  <a:pt x="24280" y="4368"/>
                </a:lnTo>
                <a:lnTo>
                  <a:pt x="23845" y="4914"/>
                </a:lnTo>
                <a:lnTo>
                  <a:pt x="22605" y="6172"/>
                </a:lnTo>
                <a:lnTo>
                  <a:pt x="27050" y="4914"/>
                </a:lnTo>
                <a:lnTo>
                  <a:pt x="24829" y="4368"/>
                </a:lnTo>
                <a:close/>
              </a:path>
              <a:path w="34925" h="23495">
                <a:moveTo>
                  <a:pt x="30987" y="0"/>
                </a:moveTo>
                <a:lnTo>
                  <a:pt x="28066" y="0"/>
                </a:lnTo>
                <a:lnTo>
                  <a:pt x="25780" y="2209"/>
                </a:lnTo>
                <a:lnTo>
                  <a:pt x="25240" y="2959"/>
                </a:lnTo>
                <a:lnTo>
                  <a:pt x="25018" y="3441"/>
                </a:lnTo>
                <a:lnTo>
                  <a:pt x="24768" y="3695"/>
                </a:lnTo>
                <a:lnTo>
                  <a:pt x="24440" y="4368"/>
                </a:lnTo>
                <a:lnTo>
                  <a:pt x="24829" y="4368"/>
                </a:lnTo>
                <a:lnTo>
                  <a:pt x="27050" y="4914"/>
                </a:lnTo>
                <a:lnTo>
                  <a:pt x="22605" y="6172"/>
                </a:lnTo>
                <a:lnTo>
                  <a:pt x="34798" y="6172"/>
                </a:lnTo>
                <a:lnTo>
                  <a:pt x="34798" y="3695"/>
                </a:lnTo>
                <a:lnTo>
                  <a:pt x="30987" y="0"/>
                </a:lnTo>
                <a:close/>
              </a:path>
              <a:path w="34925" h="23495">
                <a:moveTo>
                  <a:pt x="24856" y="3695"/>
                </a:moveTo>
                <a:lnTo>
                  <a:pt x="24280" y="4368"/>
                </a:lnTo>
                <a:lnTo>
                  <a:pt x="24427" y="4368"/>
                </a:lnTo>
                <a:lnTo>
                  <a:pt x="24856" y="3695"/>
                </a:lnTo>
                <a:close/>
              </a:path>
              <a:path w="34925" h="23495">
                <a:moveTo>
                  <a:pt x="13842" y="1142"/>
                </a:moveTo>
                <a:lnTo>
                  <a:pt x="6603" y="1689"/>
                </a:lnTo>
                <a:lnTo>
                  <a:pt x="3921" y="3695"/>
                </a:lnTo>
                <a:lnTo>
                  <a:pt x="4411" y="3441"/>
                </a:lnTo>
                <a:lnTo>
                  <a:pt x="6941" y="1689"/>
                </a:lnTo>
                <a:lnTo>
                  <a:pt x="15332" y="1689"/>
                </a:lnTo>
                <a:lnTo>
                  <a:pt x="13842" y="1142"/>
                </a:lnTo>
                <a:close/>
              </a:path>
              <a:path w="34925" h="23495">
                <a:moveTo>
                  <a:pt x="15332" y="1689"/>
                </a:moveTo>
                <a:lnTo>
                  <a:pt x="6985" y="1689"/>
                </a:lnTo>
                <a:lnTo>
                  <a:pt x="18877" y="2959"/>
                </a:lnTo>
                <a:lnTo>
                  <a:pt x="17342" y="2959"/>
                </a:lnTo>
                <a:lnTo>
                  <a:pt x="16598" y="2209"/>
                </a:lnTo>
                <a:lnTo>
                  <a:pt x="16752" y="2209"/>
                </a:lnTo>
                <a:lnTo>
                  <a:pt x="15332" y="1689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857375" y="3829050"/>
            <a:ext cx="180975" cy="180975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74168" rIns="0" bIns="0" rtlCol="0" vert="horz">
            <a:spAutoFit/>
          </a:bodyPr>
          <a:lstStyle/>
          <a:p>
            <a:pPr marL="1078865" marR="5080" indent="-543560">
              <a:lnSpc>
                <a:spcPct val="117300"/>
              </a:lnSpc>
              <a:spcBef>
                <a:spcPts val="90"/>
              </a:spcBef>
            </a:pPr>
            <a:r>
              <a:rPr dirty="0" sz="3950">
                <a:solidFill>
                  <a:srgbClr val="000000"/>
                </a:solidFill>
              </a:rPr>
              <a:t>Cost</a:t>
            </a:r>
            <a:r>
              <a:rPr dirty="0" sz="3950" spc="55">
                <a:solidFill>
                  <a:srgbClr val="000000"/>
                </a:solidFill>
              </a:rPr>
              <a:t> </a:t>
            </a:r>
            <a:r>
              <a:rPr dirty="0" sz="3950">
                <a:solidFill>
                  <a:srgbClr val="000000"/>
                </a:solidFill>
              </a:rPr>
              <a:t>Function</a:t>
            </a:r>
            <a:r>
              <a:rPr dirty="0" sz="3950" spc="80">
                <a:solidFill>
                  <a:srgbClr val="000000"/>
                </a:solidFill>
              </a:rPr>
              <a:t> </a:t>
            </a:r>
            <a:r>
              <a:rPr dirty="0" sz="3950" spc="-20">
                <a:solidFill>
                  <a:srgbClr val="000000"/>
                </a:solidFill>
              </a:rPr>
              <a:t>with </a:t>
            </a:r>
            <a:r>
              <a:rPr dirty="0" sz="3950" spc="-10">
                <a:solidFill>
                  <a:srgbClr val="000000"/>
                </a:solidFill>
              </a:rPr>
              <a:t>Regularization</a:t>
            </a:r>
            <a:endParaRPr sz="395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50800" marR="5080" indent="228600">
              <a:lnSpc>
                <a:spcPct val="101000"/>
              </a:lnSpc>
              <a:spcBef>
                <a:spcPts val="80"/>
              </a:spcBef>
            </a:pPr>
            <a:r>
              <a:rPr dirty="0" sz="4400">
                <a:solidFill>
                  <a:srgbClr val="0070EA"/>
                </a:solidFill>
              </a:rPr>
              <a:t>Regularization</a:t>
            </a:r>
            <a:r>
              <a:rPr dirty="0" sz="4400" spc="-210">
                <a:solidFill>
                  <a:srgbClr val="0070EA"/>
                </a:solidFill>
              </a:rPr>
              <a:t> </a:t>
            </a:r>
            <a:r>
              <a:rPr dirty="0" sz="4400" spc="-25">
                <a:solidFill>
                  <a:srgbClr val="0070EA"/>
                </a:solidFill>
              </a:rPr>
              <a:t>to </a:t>
            </a:r>
            <a:r>
              <a:rPr dirty="0" sz="4400">
                <a:solidFill>
                  <a:srgbClr val="0070EA"/>
                </a:solidFill>
              </a:rPr>
              <a:t>Reduce</a:t>
            </a:r>
            <a:r>
              <a:rPr dirty="0" sz="4400" spc="-100">
                <a:solidFill>
                  <a:srgbClr val="0070EA"/>
                </a:solidFill>
              </a:rPr>
              <a:t> </a:t>
            </a:r>
            <a:r>
              <a:rPr dirty="0" sz="4400" spc="-10">
                <a:solidFill>
                  <a:srgbClr val="0070EA"/>
                </a:solidFill>
              </a:rPr>
              <a:t>Overfitting</a:t>
            </a:r>
            <a:endParaRPr sz="44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232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Intuition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605151" y="965580"/>
            <a:ext cx="1397000" cy="1149350"/>
            <a:chOff x="2605151" y="965580"/>
            <a:chExt cx="1397000" cy="11493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605151" y="2003805"/>
              <a:ext cx="111125" cy="1111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48026" y="1613280"/>
              <a:ext cx="111125" cy="11112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38526" y="1203705"/>
              <a:ext cx="111125" cy="111125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57626" y="1032255"/>
              <a:ext cx="111125" cy="111125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891026" y="965580"/>
              <a:ext cx="111125" cy="111125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2126556" y="1272397"/>
            <a:ext cx="268605" cy="516890"/>
          </a:xfrm>
          <a:prstGeom prst="rect">
            <a:avLst/>
          </a:prstGeom>
        </p:spPr>
        <p:txBody>
          <a:bodyPr wrap="square" lIns="0" tIns="1651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latin typeface="Verdana"/>
                <a:cs typeface="Verdana"/>
              </a:rPr>
              <a:t>price</a:t>
            </a:r>
            <a:endParaRPr sz="1550">
              <a:latin typeface="Verdana"/>
              <a:cs typeface="Verdana"/>
            </a:endParaRPr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72154" y="723900"/>
            <a:ext cx="1909111" cy="1620012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4948431" y="1237268"/>
            <a:ext cx="269240" cy="516255"/>
          </a:xfrm>
          <a:prstGeom prst="rect">
            <a:avLst/>
          </a:prstGeom>
        </p:spPr>
        <p:txBody>
          <a:bodyPr wrap="square" lIns="0" tIns="17145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550" spc="-10">
                <a:latin typeface="Verdana"/>
                <a:cs typeface="Verdana"/>
              </a:rPr>
              <a:t>price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677028" y="2181084"/>
            <a:ext cx="3202940" cy="684530"/>
          </a:xfrm>
          <a:prstGeom prst="rect">
            <a:avLst/>
          </a:prstGeom>
        </p:spPr>
        <p:txBody>
          <a:bodyPr wrap="square" lIns="0" tIns="83185" rIns="0" bIns="0" rtlCol="0" vert="horz">
            <a:spAutoFit/>
          </a:bodyPr>
          <a:lstStyle/>
          <a:p>
            <a:pPr algn="ctr" marR="320675">
              <a:lnSpc>
                <a:spcPct val="100000"/>
              </a:lnSpc>
              <a:spcBef>
                <a:spcPts val="655"/>
              </a:spcBef>
            </a:pPr>
            <a:r>
              <a:rPr dirty="0" sz="1550" spc="-20">
                <a:latin typeface="Verdana"/>
                <a:cs typeface="Verdana"/>
              </a:rPr>
              <a:t>size</a:t>
            </a:r>
            <a:endParaRPr sz="155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610"/>
              </a:spcBef>
            </a:pP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7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2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-229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2</a:t>
            </a:r>
            <a:r>
              <a:rPr dirty="0" baseline="28806" sz="2025" spc="18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3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-229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3</a:t>
            </a:r>
            <a:r>
              <a:rPr dirty="0" baseline="28806" sz="2025" spc="19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10">
                <a:latin typeface="Cambria Math"/>
                <a:cs typeface="Cambria Math"/>
              </a:rPr>
              <a:t> </a:t>
            </a:r>
            <a:r>
              <a:rPr dirty="0" sz="1800" spc="-30">
                <a:latin typeface="Cambria Math"/>
                <a:cs typeface="Cambria Math"/>
              </a:rPr>
              <a:t>𝑤</a:t>
            </a:r>
            <a:r>
              <a:rPr dirty="0" baseline="-16460" sz="2025" spc="-44">
                <a:latin typeface="Cambria Math"/>
                <a:cs typeface="Cambria Math"/>
              </a:rPr>
              <a:t>4</a:t>
            </a:r>
            <a:r>
              <a:rPr dirty="0" sz="1800" spc="-30">
                <a:latin typeface="Cambria Math"/>
                <a:cs typeface="Cambria Math"/>
              </a:rPr>
              <a:t>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4</a:t>
            </a:r>
            <a:r>
              <a:rPr dirty="0" baseline="28806" sz="2025" spc="19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15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24176" y="723899"/>
            <a:ext cx="1812925" cy="1620520"/>
          </a:xfrm>
          <a:custGeom>
            <a:avLst/>
            <a:gdLst/>
            <a:ahLst/>
            <a:cxnLst/>
            <a:rect l="l" t="t" r="r" b="b"/>
            <a:pathLst>
              <a:path w="1812925" h="1620520">
                <a:moveTo>
                  <a:pt x="1812340" y="1504950"/>
                </a:moveTo>
                <a:lnTo>
                  <a:pt x="1789468" y="1485900"/>
                </a:lnTo>
                <a:lnTo>
                  <a:pt x="1680514" y="1395095"/>
                </a:lnTo>
                <a:lnTo>
                  <a:pt x="1673898" y="1391500"/>
                </a:lnTo>
                <a:lnTo>
                  <a:pt x="1649349" y="1411439"/>
                </a:lnTo>
                <a:lnTo>
                  <a:pt x="1651368" y="1418424"/>
                </a:lnTo>
                <a:lnTo>
                  <a:pt x="1656130" y="1424305"/>
                </a:lnTo>
                <a:lnTo>
                  <a:pt x="1730044" y="1485900"/>
                </a:lnTo>
                <a:lnTo>
                  <a:pt x="133273" y="1485900"/>
                </a:lnTo>
                <a:lnTo>
                  <a:pt x="133273" y="82296"/>
                </a:lnTo>
                <a:lnTo>
                  <a:pt x="194868" y="156210"/>
                </a:lnTo>
                <a:lnTo>
                  <a:pt x="200748" y="160972"/>
                </a:lnTo>
                <a:lnTo>
                  <a:pt x="207733" y="162991"/>
                </a:lnTo>
                <a:lnTo>
                  <a:pt x="214985" y="162229"/>
                </a:lnTo>
                <a:lnTo>
                  <a:pt x="221665" y="158623"/>
                </a:lnTo>
                <a:lnTo>
                  <a:pt x="226415" y="152742"/>
                </a:lnTo>
                <a:lnTo>
                  <a:pt x="228434" y="145757"/>
                </a:lnTo>
                <a:lnTo>
                  <a:pt x="227672" y="138506"/>
                </a:lnTo>
                <a:lnTo>
                  <a:pt x="224078" y="131826"/>
                </a:lnTo>
                <a:lnTo>
                  <a:pt x="138988" y="29718"/>
                </a:lnTo>
                <a:lnTo>
                  <a:pt x="114223" y="0"/>
                </a:lnTo>
                <a:lnTo>
                  <a:pt x="4368" y="131826"/>
                </a:lnTo>
                <a:lnTo>
                  <a:pt x="762" y="138506"/>
                </a:lnTo>
                <a:lnTo>
                  <a:pt x="0" y="145757"/>
                </a:lnTo>
                <a:lnTo>
                  <a:pt x="2019" y="152742"/>
                </a:lnTo>
                <a:lnTo>
                  <a:pt x="6781" y="158623"/>
                </a:lnTo>
                <a:lnTo>
                  <a:pt x="13449" y="162229"/>
                </a:lnTo>
                <a:lnTo>
                  <a:pt x="20701" y="162991"/>
                </a:lnTo>
                <a:lnTo>
                  <a:pt x="27686" y="160972"/>
                </a:lnTo>
                <a:lnTo>
                  <a:pt x="33578" y="156210"/>
                </a:lnTo>
                <a:lnTo>
                  <a:pt x="95173" y="82296"/>
                </a:lnTo>
                <a:lnTo>
                  <a:pt x="95173" y="1485900"/>
                </a:lnTo>
                <a:lnTo>
                  <a:pt x="18973" y="1485900"/>
                </a:lnTo>
                <a:lnTo>
                  <a:pt x="18973" y="1524000"/>
                </a:lnTo>
                <a:lnTo>
                  <a:pt x="95173" y="1524000"/>
                </a:lnTo>
                <a:lnTo>
                  <a:pt x="95173" y="1620012"/>
                </a:lnTo>
                <a:lnTo>
                  <a:pt x="133273" y="1620012"/>
                </a:lnTo>
                <a:lnTo>
                  <a:pt x="133273" y="1524000"/>
                </a:lnTo>
                <a:lnTo>
                  <a:pt x="1730044" y="1524000"/>
                </a:lnTo>
                <a:lnTo>
                  <a:pt x="1656130" y="1585595"/>
                </a:lnTo>
                <a:lnTo>
                  <a:pt x="1651368" y="1591487"/>
                </a:lnTo>
                <a:lnTo>
                  <a:pt x="1649349" y="1598472"/>
                </a:lnTo>
                <a:lnTo>
                  <a:pt x="1650111" y="1605724"/>
                </a:lnTo>
                <a:lnTo>
                  <a:pt x="1653717" y="1612392"/>
                </a:lnTo>
                <a:lnTo>
                  <a:pt x="1659610" y="1617154"/>
                </a:lnTo>
                <a:lnTo>
                  <a:pt x="1666633" y="1619173"/>
                </a:lnTo>
                <a:lnTo>
                  <a:pt x="1673898" y="1618411"/>
                </a:lnTo>
                <a:lnTo>
                  <a:pt x="1680514" y="1614805"/>
                </a:lnTo>
                <a:lnTo>
                  <a:pt x="1789468" y="1524000"/>
                </a:lnTo>
                <a:lnTo>
                  <a:pt x="1812340" y="15049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882332" y="2174416"/>
            <a:ext cx="3527425" cy="1223645"/>
          </a:xfrm>
          <a:prstGeom prst="rect">
            <a:avLst/>
          </a:prstGeom>
        </p:spPr>
        <p:txBody>
          <a:bodyPr wrap="square" lIns="0" tIns="86360" rIns="0" bIns="0" rtlCol="0" vert="horz">
            <a:spAutoFit/>
          </a:bodyPr>
          <a:lstStyle/>
          <a:p>
            <a:pPr marL="2167255">
              <a:lnSpc>
                <a:spcPct val="100000"/>
              </a:lnSpc>
              <a:spcBef>
                <a:spcPts val="680"/>
              </a:spcBef>
            </a:pPr>
            <a:r>
              <a:rPr dirty="0" sz="1550" spc="-20">
                <a:latin typeface="Verdana"/>
                <a:cs typeface="Verdana"/>
              </a:rPr>
              <a:t>size</a:t>
            </a:r>
            <a:endParaRPr sz="1550">
              <a:latin typeface="Verdana"/>
              <a:cs typeface="Verdana"/>
            </a:endParaRPr>
          </a:p>
          <a:p>
            <a:pPr marL="1666875">
              <a:lnSpc>
                <a:spcPct val="100000"/>
              </a:lnSpc>
              <a:spcBef>
                <a:spcPts val="640"/>
              </a:spcBef>
            </a:pP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7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2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-235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2</a:t>
            </a:r>
            <a:r>
              <a:rPr dirty="0" baseline="28806" sz="2025" spc="18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2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ct val="100000"/>
              </a:lnSpc>
              <a:spcBef>
                <a:spcPts val="2030"/>
              </a:spcBef>
            </a:pPr>
            <a:r>
              <a:rPr dirty="0" sz="1800">
                <a:latin typeface="Verdana"/>
                <a:cs typeface="Verdana"/>
              </a:rPr>
              <a:t>make</a:t>
            </a:r>
            <a:r>
              <a:rPr dirty="0" sz="1800" spc="5">
                <a:latin typeface="Verdana"/>
                <a:cs typeface="Verdana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3</a:t>
            </a:r>
            <a:r>
              <a:rPr dirty="0" sz="1800">
                <a:latin typeface="Verdana"/>
                <a:cs typeface="Verdana"/>
              </a:rPr>
              <a:t>,</a:t>
            </a:r>
            <a:r>
              <a:rPr dirty="0" sz="1800" spc="-85">
                <a:latin typeface="Verdana"/>
                <a:cs typeface="Verdana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4</a:t>
            </a:r>
            <a:r>
              <a:rPr dirty="0" baseline="-16460" sz="2025" spc="412">
                <a:latin typeface="Cambria Math"/>
                <a:cs typeface="Cambria Math"/>
              </a:rPr>
              <a:t> </a:t>
            </a:r>
            <a:r>
              <a:rPr dirty="0" sz="1800">
                <a:latin typeface="Verdana"/>
                <a:cs typeface="Verdana"/>
              </a:rPr>
              <a:t>really</a:t>
            </a:r>
            <a:r>
              <a:rPr dirty="0" sz="1800" spc="8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small</a:t>
            </a:r>
            <a:r>
              <a:rPr dirty="0" sz="1800" spc="-5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(</a:t>
            </a:r>
            <a:r>
              <a:rPr dirty="0" sz="1800">
                <a:latin typeface="Cambria Math"/>
                <a:cs typeface="Cambria Math"/>
              </a:rPr>
              <a:t>≈</a:t>
            </a:r>
            <a:r>
              <a:rPr dirty="0" sz="1800" spc="90">
                <a:latin typeface="Cambria Math"/>
                <a:cs typeface="Cambria Math"/>
              </a:rPr>
              <a:t> </a:t>
            </a:r>
            <a:r>
              <a:rPr dirty="0" sz="1800" spc="-25">
                <a:latin typeface="Cambria Math"/>
                <a:cs typeface="Cambria Math"/>
              </a:rPr>
              <a:t>0</a:t>
            </a:r>
            <a:r>
              <a:rPr dirty="0" sz="1800" spc="-25">
                <a:latin typeface="Verdana"/>
                <a:cs typeface="Verdana"/>
              </a:rPr>
              <a:t>)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637917" y="915161"/>
            <a:ext cx="1476375" cy="1270000"/>
          </a:xfrm>
          <a:custGeom>
            <a:avLst/>
            <a:gdLst/>
            <a:ahLst/>
            <a:cxnLst/>
            <a:rect l="l" t="t" r="r" b="b"/>
            <a:pathLst>
              <a:path w="1476375" h="1270000">
                <a:moveTo>
                  <a:pt x="24256" y="1257300"/>
                </a:moveTo>
                <a:lnTo>
                  <a:pt x="126" y="1257300"/>
                </a:lnTo>
                <a:lnTo>
                  <a:pt x="0" y="1270000"/>
                </a:lnTo>
                <a:lnTo>
                  <a:pt x="23875" y="1270000"/>
                </a:lnTo>
                <a:lnTo>
                  <a:pt x="24256" y="1257300"/>
                </a:lnTo>
                <a:close/>
              </a:path>
              <a:path w="1476375" h="1270000">
                <a:moveTo>
                  <a:pt x="27685" y="1244600"/>
                </a:moveTo>
                <a:lnTo>
                  <a:pt x="3047" y="1244600"/>
                </a:lnTo>
                <a:lnTo>
                  <a:pt x="381" y="1257300"/>
                </a:lnTo>
                <a:lnTo>
                  <a:pt x="26543" y="1257300"/>
                </a:lnTo>
                <a:lnTo>
                  <a:pt x="27685" y="1244600"/>
                </a:lnTo>
                <a:close/>
              </a:path>
              <a:path w="1476375" h="1270000">
                <a:moveTo>
                  <a:pt x="30987" y="1231900"/>
                </a:moveTo>
                <a:lnTo>
                  <a:pt x="6731" y="1231900"/>
                </a:lnTo>
                <a:lnTo>
                  <a:pt x="4063" y="1244600"/>
                </a:lnTo>
                <a:lnTo>
                  <a:pt x="27812" y="1244600"/>
                </a:lnTo>
                <a:lnTo>
                  <a:pt x="30987" y="1231900"/>
                </a:lnTo>
                <a:close/>
              </a:path>
              <a:path w="1476375" h="1270000">
                <a:moveTo>
                  <a:pt x="31241" y="1231900"/>
                </a:moveTo>
                <a:lnTo>
                  <a:pt x="30987" y="1231900"/>
                </a:lnTo>
                <a:lnTo>
                  <a:pt x="30099" y="1244600"/>
                </a:lnTo>
                <a:lnTo>
                  <a:pt x="31241" y="1231900"/>
                </a:lnTo>
                <a:close/>
              </a:path>
              <a:path w="1476375" h="1270000">
                <a:moveTo>
                  <a:pt x="35559" y="1219200"/>
                </a:moveTo>
                <a:lnTo>
                  <a:pt x="8381" y="1219200"/>
                </a:lnTo>
                <a:lnTo>
                  <a:pt x="7746" y="1231900"/>
                </a:lnTo>
                <a:lnTo>
                  <a:pt x="34162" y="1231900"/>
                </a:lnTo>
                <a:lnTo>
                  <a:pt x="35153" y="1224280"/>
                </a:lnTo>
                <a:lnTo>
                  <a:pt x="35559" y="1219200"/>
                </a:lnTo>
                <a:close/>
              </a:path>
              <a:path w="1476375" h="1270000">
                <a:moveTo>
                  <a:pt x="36194" y="1219200"/>
                </a:moveTo>
                <a:lnTo>
                  <a:pt x="35813" y="1219200"/>
                </a:lnTo>
                <a:lnTo>
                  <a:pt x="35153" y="1224280"/>
                </a:lnTo>
                <a:lnTo>
                  <a:pt x="34543" y="1231900"/>
                </a:lnTo>
                <a:lnTo>
                  <a:pt x="36194" y="1219200"/>
                </a:lnTo>
                <a:close/>
              </a:path>
              <a:path w="1476375" h="1270000">
                <a:moveTo>
                  <a:pt x="40639" y="1206500"/>
                </a:moveTo>
                <a:lnTo>
                  <a:pt x="10921" y="1206500"/>
                </a:lnTo>
                <a:lnTo>
                  <a:pt x="10032" y="1219200"/>
                </a:lnTo>
                <a:lnTo>
                  <a:pt x="38734" y="1219200"/>
                </a:lnTo>
                <a:lnTo>
                  <a:pt x="40639" y="1206500"/>
                </a:lnTo>
                <a:close/>
              </a:path>
              <a:path w="1476375" h="1270000">
                <a:moveTo>
                  <a:pt x="46355" y="1193800"/>
                </a:moveTo>
                <a:lnTo>
                  <a:pt x="13843" y="1193800"/>
                </a:lnTo>
                <a:lnTo>
                  <a:pt x="13081" y="1206500"/>
                </a:lnTo>
                <a:lnTo>
                  <a:pt x="45465" y="1206500"/>
                </a:lnTo>
                <a:lnTo>
                  <a:pt x="46355" y="1193800"/>
                </a:lnTo>
                <a:close/>
              </a:path>
              <a:path w="1476375" h="1270000">
                <a:moveTo>
                  <a:pt x="54101" y="1181100"/>
                </a:moveTo>
                <a:lnTo>
                  <a:pt x="19684" y="1181100"/>
                </a:lnTo>
                <a:lnTo>
                  <a:pt x="17018" y="1193800"/>
                </a:lnTo>
                <a:lnTo>
                  <a:pt x="50672" y="1193800"/>
                </a:lnTo>
                <a:lnTo>
                  <a:pt x="54101" y="1181100"/>
                </a:lnTo>
                <a:close/>
              </a:path>
              <a:path w="1476375" h="1270000">
                <a:moveTo>
                  <a:pt x="57784" y="1168400"/>
                </a:moveTo>
                <a:lnTo>
                  <a:pt x="23113" y="1168400"/>
                </a:lnTo>
                <a:lnTo>
                  <a:pt x="20319" y="1181100"/>
                </a:lnTo>
                <a:lnTo>
                  <a:pt x="55118" y="1181100"/>
                </a:lnTo>
                <a:lnTo>
                  <a:pt x="57784" y="1168400"/>
                </a:lnTo>
                <a:close/>
              </a:path>
              <a:path w="1476375" h="1270000">
                <a:moveTo>
                  <a:pt x="61849" y="1155700"/>
                </a:moveTo>
                <a:lnTo>
                  <a:pt x="25907" y="1155700"/>
                </a:lnTo>
                <a:lnTo>
                  <a:pt x="23494" y="1168400"/>
                </a:lnTo>
                <a:lnTo>
                  <a:pt x="59562" y="1168400"/>
                </a:lnTo>
                <a:lnTo>
                  <a:pt x="61849" y="1155700"/>
                </a:lnTo>
                <a:close/>
              </a:path>
              <a:path w="1476375" h="1270000">
                <a:moveTo>
                  <a:pt x="64896" y="1143000"/>
                </a:moveTo>
                <a:lnTo>
                  <a:pt x="29082" y="1143000"/>
                </a:lnTo>
                <a:lnTo>
                  <a:pt x="27050" y="1155700"/>
                </a:lnTo>
                <a:lnTo>
                  <a:pt x="63372" y="1155700"/>
                </a:lnTo>
                <a:lnTo>
                  <a:pt x="64896" y="1143000"/>
                </a:lnTo>
                <a:close/>
              </a:path>
              <a:path w="1476375" h="1270000">
                <a:moveTo>
                  <a:pt x="67818" y="1130300"/>
                </a:moveTo>
                <a:lnTo>
                  <a:pt x="33146" y="1130300"/>
                </a:lnTo>
                <a:lnTo>
                  <a:pt x="31750" y="1143000"/>
                </a:lnTo>
                <a:lnTo>
                  <a:pt x="67437" y="1143000"/>
                </a:lnTo>
                <a:lnTo>
                  <a:pt x="67818" y="1130300"/>
                </a:lnTo>
                <a:close/>
              </a:path>
              <a:path w="1476375" h="1270000">
                <a:moveTo>
                  <a:pt x="72008" y="1117600"/>
                </a:moveTo>
                <a:lnTo>
                  <a:pt x="35306" y="1117600"/>
                </a:lnTo>
                <a:lnTo>
                  <a:pt x="33527" y="1130300"/>
                </a:lnTo>
                <a:lnTo>
                  <a:pt x="70231" y="1130300"/>
                </a:lnTo>
                <a:lnTo>
                  <a:pt x="72008" y="1117600"/>
                </a:lnTo>
                <a:close/>
              </a:path>
              <a:path w="1476375" h="1270000">
                <a:moveTo>
                  <a:pt x="75056" y="1104900"/>
                </a:moveTo>
                <a:lnTo>
                  <a:pt x="37718" y="1104900"/>
                </a:lnTo>
                <a:lnTo>
                  <a:pt x="35813" y="1117600"/>
                </a:lnTo>
                <a:lnTo>
                  <a:pt x="73278" y="1117600"/>
                </a:lnTo>
                <a:lnTo>
                  <a:pt x="75056" y="1104900"/>
                </a:lnTo>
                <a:close/>
              </a:path>
              <a:path w="1476375" h="1270000">
                <a:moveTo>
                  <a:pt x="78105" y="1092200"/>
                </a:moveTo>
                <a:lnTo>
                  <a:pt x="40385" y="1092200"/>
                </a:lnTo>
                <a:lnTo>
                  <a:pt x="38607" y="1104900"/>
                </a:lnTo>
                <a:lnTo>
                  <a:pt x="75945" y="1104900"/>
                </a:lnTo>
                <a:lnTo>
                  <a:pt x="78105" y="1092200"/>
                </a:lnTo>
                <a:close/>
              </a:path>
              <a:path w="1476375" h="1270000">
                <a:moveTo>
                  <a:pt x="43180" y="1079500"/>
                </a:moveTo>
                <a:lnTo>
                  <a:pt x="41528" y="1092200"/>
                </a:lnTo>
                <a:lnTo>
                  <a:pt x="43052" y="1092200"/>
                </a:lnTo>
                <a:lnTo>
                  <a:pt x="43180" y="1079500"/>
                </a:lnTo>
                <a:close/>
              </a:path>
              <a:path w="1476375" h="1270000">
                <a:moveTo>
                  <a:pt x="80263" y="1079500"/>
                </a:moveTo>
                <a:lnTo>
                  <a:pt x="43814" y="1079500"/>
                </a:lnTo>
                <a:lnTo>
                  <a:pt x="43052" y="1092200"/>
                </a:lnTo>
                <a:lnTo>
                  <a:pt x="78993" y="1092200"/>
                </a:lnTo>
                <a:lnTo>
                  <a:pt x="80263" y="1079500"/>
                </a:lnTo>
                <a:close/>
              </a:path>
              <a:path w="1476375" h="1270000">
                <a:moveTo>
                  <a:pt x="82550" y="1066800"/>
                </a:moveTo>
                <a:lnTo>
                  <a:pt x="45974" y="1066800"/>
                </a:lnTo>
                <a:lnTo>
                  <a:pt x="45212" y="1079500"/>
                </a:lnTo>
                <a:lnTo>
                  <a:pt x="81025" y="1079500"/>
                </a:lnTo>
                <a:lnTo>
                  <a:pt x="82550" y="1066800"/>
                </a:lnTo>
                <a:close/>
              </a:path>
              <a:path w="1476375" h="1270000">
                <a:moveTo>
                  <a:pt x="102996" y="990600"/>
                </a:moveTo>
                <a:lnTo>
                  <a:pt x="64134" y="990600"/>
                </a:lnTo>
                <a:lnTo>
                  <a:pt x="59816" y="1003300"/>
                </a:lnTo>
                <a:lnTo>
                  <a:pt x="58419" y="1016000"/>
                </a:lnTo>
                <a:lnTo>
                  <a:pt x="55244" y="1028700"/>
                </a:lnTo>
                <a:lnTo>
                  <a:pt x="53593" y="1028700"/>
                </a:lnTo>
                <a:lnTo>
                  <a:pt x="50037" y="1041400"/>
                </a:lnTo>
                <a:lnTo>
                  <a:pt x="49783" y="1041400"/>
                </a:lnTo>
                <a:lnTo>
                  <a:pt x="48006" y="1054100"/>
                </a:lnTo>
                <a:lnTo>
                  <a:pt x="47243" y="1066800"/>
                </a:lnTo>
                <a:lnTo>
                  <a:pt x="83312" y="1066800"/>
                </a:lnTo>
                <a:lnTo>
                  <a:pt x="84962" y="1054100"/>
                </a:lnTo>
                <a:lnTo>
                  <a:pt x="86106" y="1054100"/>
                </a:lnTo>
                <a:lnTo>
                  <a:pt x="88217" y="1042987"/>
                </a:lnTo>
                <a:lnTo>
                  <a:pt x="89788" y="1028700"/>
                </a:lnTo>
                <a:lnTo>
                  <a:pt x="93090" y="1016000"/>
                </a:lnTo>
                <a:lnTo>
                  <a:pt x="94233" y="1016000"/>
                </a:lnTo>
                <a:lnTo>
                  <a:pt x="98170" y="1003300"/>
                </a:lnTo>
                <a:lnTo>
                  <a:pt x="99440" y="1003300"/>
                </a:lnTo>
                <a:lnTo>
                  <a:pt x="102996" y="990600"/>
                </a:lnTo>
                <a:close/>
              </a:path>
              <a:path w="1476375" h="1270000">
                <a:moveTo>
                  <a:pt x="104647" y="977900"/>
                </a:moveTo>
                <a:lnTo>
                  <a:pt x="68580" y="977900"/>
                </a:lnTo>
                <a:lnTo>
                  <a:pt x="65024" y="990600"/>
                </a:lnTo>
                <a:lnTo>
                  <a:pt x="103124" y="990600"/>
                </a:lnTo>
                <a:lnTo>
                  <a:pt x="104647" y="977900"/>
                </a:lnTo>
                <a:close/>
              </a:path>
              <a:path w="1476375" h="1270000">
                <a:moveTo>
                  <a:pt x="108457" y="965200"/>
                </a:moveTo>
                <a:lnTo>
                  <a:pt x="70103" y="965200"/>
                </a:lnTo>
                <a:lnTo>
                  <a:pt x="69850" y="977900"/>
                </a:lnTo>
                <a:lnTo>
                  <a:pt x="104393" y="977900"/>
                </a:lnTo>
                <a:lnTo>
                  <a:pt x="108457" y="965200"/>
                </a:lnTo>
                <a:close/>
              </a:path>
              <a:path w="1476375" h="1270000">
                <a:moveTo>
                  <a:pt x="147193" y="850900"/>
                </a:moveTo>
                <a:lnTo>
                  <a:pt x="108203" y="850900"/>
                </a:lnTo>
                <a:lnTo>
                  <a:pt x="105918" y="863600"/>
                </a:lnTo>
                <a:lnTo>
                  <a:pt x="101091" y="876300"/>
                </a:lnTo>
                <a:lnTo>
                  <a:pt x="99313" y="876300"/>
                </a:lnTo>
                <a:lnTo>
                  <a:pt x="94995" y="889000"/>
                </a:lnTo>
                <a:lnTo>
                  <a:pt x="93218" y="901700"/>
                </a:lnTo>
                <a:lnTo>
                  <a:pt x="89026" y="914400"/>
                </a:lnTo>
                <a:lnTo>
                  <a:pt x="86613" y="914400"/>
                </a:lnTo>
                <a:lnTo>
                  <a:pt x="82422" y="927100"/>
                </a:lnTo>
                <a:lnTo>
                  <a:pt x="80137" y="939800"/>
                </a:lnTo>
                <a:lnTo>
                  <a:pt x="75818" y="952500"/>
                </a:lnTo>
                <a:lnTo>
                  <a:pt x="74040" y="965200"/>
                </a:lnTo>
                <a:lnTo>
                  <a:pt x="110235" y="965200"/>
                </a:lnTo>
                <a:lnTo>
                  <a:pt x="114553" y="952500"/>
                </a:lnTo>
                <a:lnTo>
                  <a:pt x="114300" y="952500"/>
                </a:lnTo>
                <a:lnTo>
                  <a:pt x="116458" y="939800"/>
                </a:lnTo>
                <a:lnTo>
                  <a:pt x="116712" y="939800"/>
                </a:lnTo>
                <a:lnTo>
                  <a:pt x="121031" y="927100"/>
                </a:lnTo>
                <a:lnTo>
                  <a:pt x="123062" y="927100"/>
                </a:lnTo>
                <a:lnTo>
                  <a:pt x="129158" y="901700"/>
                </a:lnTo>
                <a:lnTo>
                  <a:pt x="133603" y="889000"/>
                </a:lnTo>
                <a:lnTo>
                  <a:pt x="135255" y="889000"/>
                </a:lnTo>
                <a:lnTo>
                  <a:pt x="139826" y="876300"/>
                </a:lnTo>
                <a:lnTo>
                  <a:pt x="141985" y="863600"/>
                </a:lnTo>
                <a:lnTo>
                  <a:pt x="144462" y="863600"/>
                </a:lnTo>
                <a:lnTo>
                  <a:pt x="147193" y="850900"/>
                </a:lnTo>
                <a:close/>
              </a:path>
              <a:path w="1476375" h="1270000">
                <a:moveTo>
                  <a:pt x="144462" y="863600"/>
                </a:moveTo>
                <a:lnTo>
                  <a:pt x="141985" y="863600"/>
                </a:lnTo>
                <a:lnTo>
                  <a:pt x="141731" y="876300"/>
                </a:lnTo>
                <a:lnTo>
                  <a:pt x="144462" y="863600"/>
                </a:lnTo>
                <a:close/>
              </a:path>
              <a:path w="1476375" h="1270000">
                <a:moveTo>
                  <a:pt x="155320" y="838200"/>
                </a:moveTo>
                <a:lnTo>
                  <a:pt x="113791" y="838200"/>
                </a:lnTo>
                <a:lnTo>
                  <a:pt x="108331" y="850900"/>
                </a:lnTo>
                <a:lnTo>
                  <a:pt x="147193" y="850900"/>
                </a:lnTo>
                <a:lnTo>
                  <a:pt x="146812" y="863600"/>
                </a:lnTo>
                <a:lnTo>
                  <a:pt x="149225" y="850900"/>
                </a:lnTo>
                <a:lnTo>
                  <a:pt x="155320" y="838200"/>
                </a:lnTo>
                <a:close/>
              </a:path>
              <a:path w="1476375" h="1270000">
                <a:moveTo>
                  <a:pt x="164719" y="825500"/>
                </a:moveTo>
                <a:lnTo>
                  <a:pt x="122808" y="825500"/>
                </a:lnTo>
                <a:lnTo>
                  <a:pt x="116712" y="838200"/>
                </a:lnTo>
                <a:lnTo>
                  <a:pt x="157352" y="838200"/>
                </a:lnTo>
                <a:lnTo>
                  <a:pt x="164719" y="825500"/>
                </a:lnTo>
                <a:close/>
              </a:path>
              <a:path w="1476375" h="1270000">
                <a:moveTo>
                  <a:pt x="173355" y="812800"/>
                </a:moveTo>
                <a:lnTo>
                  <a:pt x="126110" y="812800"/>
                </a:lnTo>
                <a:lnTo>
                  <a:pt x="123189" y="825500"/>
                </a:lnTo>
                <a:lnTo>
                  <a:pt x="168020" y="825500"/>
                </a:lnTo>
                <a:lnTo>
                  <a:pt x="173355" y="812800"/>
                </a:lnTo>
                <a:close/>
              </a:path>
              <a:path w="1476375" h="1270000">
                <a:moveTo>
                  <a:pt x="178688" y="800100"/>
                </a:moveTo>
                <a:lnTo>
                  <a:pt x="134238" y="800100"/>
                </a:lnTo>
                <a:lnTo>
                  <a:pt x="126618" y="812800"/>
                </a:lnTo>
                <a:lnTo>
                  <a:pt x="173735" y="812800"/>
                </a:lnTo>
                <a:lnTo>
                  <a:pt x="178688" y="800100"/>
                </a:lnTo>
                <a:close/>
              </a:path>
              <a:path w="1476375" h="1270000">
                <a:moveTo>
                  <a:pt x="187070" y="787400"/>
                </a:moveTo>
                <a:lnTo>
                  <a:pt x="143001" y="787400"/>
                </a:lnTo>
                <a:lnTo>
                  <a:pt x="137668" y="800100"/>
                </a:lnTo>
                <a:lnTo>
                  <a:pt x="182118" y="800100"/>
                </a:lnTo>
                <a:lnTo>
                  <a:pt x="187070" y="787400"/>
                </a:lnTo>
                <a:close/>
              </a:path>
              <a:path w="1476375" h="1270000">
                <a:moveTo>
                  <a:pt x="192785" y="774700"/>
                </a:moveTo>
                <a:lnTo>
                  <a:pt x="150875" y="774700"/>
                </a:lnTo>
                <a:lnTo>
                  <a:pt x="147574" y="787400"/>
                </a:lnTo>
                <a:lnTo>
                  <a:pt x="190245" y="787400"/>
                </a:lnTo>
                <a:lnTo>
                  <a:pt x="192785" y="774700"/>
                </a:lnTo>
                <a:close/>
              </a:path>
              <a:path w="1476375" h="1270000">
                <a:moveTo>
                  <a:pt x="209676" y="749300"/>
                </a:moveTo>
                <a:lnTo>
                  <a:pt x="166624" y="749300"/>
                </a:lnTo>
                <a:lnTo>
                  <a:pt x="161289" y="762000"/>
                </a:lnTo>
                <a:lnTo>
                  <a:pt x="159384" y="762000"/>
                </a:lnTo>
                <a:lnTo>
                  <a:pt x="156463" y="774700"/>
                </a:lnTo>
                <a:lnTo>
                  <a:pt x="197993" y="774700"/>
                </a:lnTo>
                <a:lnTo>
                  <a:pt x="201675" y="762000"/>
                </a:lnTo>
                <a:lnTo>
                  <a:pt x="209676" y="749300"/>
                </a:lnTo>
                <a:close/>
              </a:path>
              <a:path w="1476375" h="1270000">
                <a:moveTo>
                  <a:pt x="222250" y="723900"/>
                </a:moveTo>
                <a:lnTo>
                  <a:pt x="178181" y="723900"/>
                </a:lnTo>
                <a:lnTo>
                  <a:pt x="177926" y="736600"/>
                </a:lnTo>
                <a:lnTo>
                  <a:pt x="169925" y="749300"/>
                </a:lnTo>
                <a:lnTo>
                  <a:pt x="209422" y="749300"/>
                </a:lnTo>
                <a:lnTo>
                  <a:pt x="213359" y="736600"/>
                </a:lnTo>
                <a:lnTo>
                  <a:pt x="213613" y="736600"/>
                </a:lnTo>
                <a:lnTo>
                  <a:pt x="222250" y="723900"/>
                </a:lnTo>
                <a:close/>
              </a:path>
              <a:path w="1476375" h="1270000">
                <a:moveTo>
                  <a:pt x="232156" y="698500"/>
                </a:moveTo>
                <a:lnTo>
                  <a:pt x="194690" y="698500"/>
                </a:lnTo>
                <a:lnTo>
                  <a:pt x="190753" y="711200"/>
                </a:lnTo>
                <a:lnTo>
                  <a:pt x="181990" y="723900"/>
                </a:lnTo>
                <a:lnTo>
                  <a:pt x="226059" y="723900"/>
                </a:lnTo>
                <a:lnTo>
                  <a:pt x="227837" y="711200"/>
                </a:lnTo>
                <a:lnTo>
                  <a:pt x="232156" y="698500"/>
                </a:lnTo>
                <a:close/>
              </a:path>
              <a:path w="1476375" h="1270000">
                <a:moveTo>
                  <a:pt x="235838" y="698500"/>
                </a:moveTo>
                <a:lnTo>
                  <a:pt x="232156" y="698500"/>
                </a:lnTo>
                <a:lnTo>
                  <a:pt x="228853" y="711200"/>
                </a:lnTo>
                <a:lnTo>
                  <a:pt x="235838" y="698500"/>
                </a:lnTo>
                <a:close/>
              </a:path>
              <a:path w="1476375" h="1270000">
                <a:moveTo>
                  <a:pt x="241807" y="673100"/>
                </a:moveTo>
                <a:lnTo>
                  <a:pt x="205866" y="673100"/>
                </a:lnTo>
                <a:lnTo>
                  <a:pt x="202691" y="685800"/>
                </a:lnTo>
                <a:lnTo>
                  <a:pt x="197865" y="685800"/>
                </a:lnTo>
                <a:lnTo>
                  <a:pt x="192912" y="698500"/>
                </a:lnTo>
                <a:lnTo>
                  <a:pt x="236855" y="698500"/>
                </a:lnTo>
                <a:lnTo>
                  <a:pt x="237489" y="685800"/>
                </a:lnTo>
                <a:lnTo>
                  <a:pt x="241807" y="673100"/>
                </a:lnTo>
                <a:close/>
              </a:path>
              <a:path w="1476375" h="1270000">
                <a:moveTo>
                  <a:pt x="204858" y="674967"/>
                </a:moveTo>
                <a:lnTo>
                  <a:pt x="199008" y="685800"/>
                </a:lnTo>
                <a:lnTo>
                  <a:pt x="202691" y="685800"/>
                </a:lnTo>
                <a:lnTo>
                  <a:pt x="204858" y="674967"/>
                </a:lnTo>
                <a:close/>
              </a:path>
              <a:path w="1476375" h="1270000">
                <a:moveTo>
                  <a:pt x="205866" y="673100"/>
                </a:moveTo>
                <a:lnTo>
                  <a:pt x="204858" y="674967"/>
                </a:lnTo>
                <a:lnTo>
                  <a:pt x="202691" y="685800"/>
                </a:lnTo>
                <a:lnTo>
                  <a:pt x="205866" y="673100"/>
                </a:lnTo>
                <a:close/>
              </a:path>
              <a:path w="1476375" h="1270000">
                <a:moveTo>
                  <a:pt x="244347" y="673100"/>
                </a:moveTo>
                <a:lnTo>
                  <a:pt x="241807" y="673100"/>
                </a:lnTo>
                <a:lnTo>
                  <a:pt x="237870" y="685800"/>
                </a:lnTo>
                <a:lnTo>
                  <a:pt x="244347" y="673100"/>
                </a:lnTo>
                <a:close/>
              </a:path>
              <a:path w="1476375" h="1270000">
                <a:moveTo>
                  <a:pt x="254381" y="660400"/>
                </a:moveTo>
                <a:lnTo>
                  <a:pt x="207771" y="660400"/>
                </a:lnTo>
                <a:lnTo>
                  <a:pt x="204858" y="674967"/>
                </a:lnTo>
                <a:lnTo>
                  <a:pt x="205866" y="673100"/>
                </a:lnTo>
                <a:lnTo>
                  <a:pt x="247650" y="673100"/>
                </a:lnTo>
                <a:lnTo>
                  <a:pt x="254381" y="660400"/>
                </a:lnTo>
                <a:close/>
              </a:path>
              <a:path w="1476375" h="1270000">
                <a:moveTo>
                  <a:pt x="217424" y="647700"/>
                </a:moveTo>
                <a:lnTo>
                  <a:pt x="210946" y="660400"/>
                </a:lnTo>
                <a:lnTo>
                  <a:pt x="214249" y="660400"/>
                </a:lnTo>
                <a:lnTo>
                  <a:pt x="217424" y="647700"/>
                </a:lnTo>
                <a:close/>
              </a:path>
              <a:path w="1476375" h="1270000">
                <a:moveTo>
                  <a:pt x="265683" y="635000"/>
                </a:moveTo>
                <a:lnTo>
                  <a:pt x="221106" y="635000"/>
                </a:lnTo>
                <a:lnTo>
                  <a:pt x="214249" y="660400"/>
                </a:lnTo>
                <a:lnTo>
                  <a:pt x="253872" y="660400"/>
                </a:lnTo>
                <a:lnTo>
                  <a:pt x="257809" y="647700"/>
                </a:lnTo>
                <a:lnTo>
                  <a:pt x="265683" y="635000"/>
                </a:lnTo>
                <a:close/>
              </a:path>
              <a:path w="1476375" h="1270000">
                <a:moveTo>
                  <a:pt x="245109" y="584200"/>
                </a:moveTo>
                <a:lnTo>
                  <a:pt x="236855" y="609600"/>
                </a:lnTo>
                <a:lnTo>
                  <a:pt x="232790" y="609600"/>
                </a:lnTo>
                <a:lnTo>
                  <a:pt x="224916" y="635000"/>
                </a:lnTo>
                <a:lnTo>
                  <a:pt x="265302" y="635000"/>
                </a:lnTo>
                <a:lnTo>
                  <a:pt x="269239" y="622300"/>
                </a:lnTo>
                <a:lnTo>
                  <a:pt x="269620" y="622300"/>
                </a:lnTo>
                <a:lnTo>
                  <a:pt x="277875" y="609600"/>
                </a:lnTo>
                <a:lnTo>
                  <a:pt x="281558" y="596900"/>
                </a:lnTo>
                <a:lnTo>
                  <a:pt x="244982" y="596900"/>
                </a:lnTo>
                <a:lnTo>
                  <a:pt x="245109" y="584200"/>
                </a:lnTo>
                <a:close/>
              </a:path>
              <a:path w="1476375" h="1270000">
                <a:moveTo>
                  <a:pt x="292734" y="571500"/>
                </a:moveTo>
                <a:lnTo>
                  <a:pt x="256539" y="571500"/>
                </a:lnTo>
                <a:lnTo>
                  <a:pt x="248665" y="584200"/>
                </a:lnTo>
                <a:lnTo>
                  <a:pt x="244982" y="596900"/>
                </a:lnTo>
                <a:lnTo>
                  <a:pt x="281558" y="596900"/>
                </a:lnTo>
                <a:lnTo>
                  <a:pt x="289432" y="584200"/>
                </a:lnTo>
                <a:lnTo>
                  <a:pt x="289813" y="584200"/>
                </a:lnTo>
                <a:lnTo>
                  <a:pt x="292734" y="571500"/>
                </a:lnTo>
                <a:close/>
              </a:path>
              <a:path w="1476375" h="1270000">
                <a:moveTo>
                  <a:pt x="299846" y="558800"/>
                </a:moveTo>
                <a:lnTo>
                  <a:pt x="259080" y="558800"/>
                </a:lnTo>
                <a:lnTo>
                  <a:pt x="256158" y="571500"/>
                </a:lnTo>
                <a:lnTo>
                  <a:pt x="292226" y="571500"/>
                </a:lnTo>
                <a:lnTo>
                  <a:pt x="299846" y="558800"/>
                </a:lnTo>
                <a:close/>
              </a:path>
              <a:path w="1476375" h="1270000">
                <a:moveTo>
                  <a:pt x="344550" y="457200"/>
                </a:moveTo>
                <a:lnTo>
                  <a:pt x="300989" y="457200"/>
                </a:lnTo>
                <a:lnTo>
                  <a:pt x="294385" y="482600"/>
                </a:lnTo>
                <a:lnTo>
                  <a:pt x="291464" y="482600"/>
                </a:lnTo>
                <a:lnTo>
                  <a:pt x="285750" y="495300"/>
                </a:lnTo>
                <a:lnTo>
                  <a:pt x="283209" y="508000"/>
                </a:lnTo>
                <a:lnTo>
                  <a:pt x="277749" y="520700"/>
                </a:lnTo>
                <a:lnTo>
                  <a:pt x="275716" y="520700"/>
                </a:lnTo>
                <a:lnTo>
                  <a:pt x="269747" y="533400"/>
                </a:lnTo>
                <a:lnTo>
                  <a:pt x="267048" y="546155"/>
                </a:lnTo>
                <a:lnTo>
                  <a:pt x="259587" y="558800"/>
                </a:lnTo>
                <a:lnTo>
                  <a:pt x="299974" y="558800"/>
                </a:lnTo>
                <a:lnTo>
                  <a:pt x="302939" y="546443"/>
                </a:lnTo>
                <a:lnTo>
                  <a:pt x="303008" y="546155"/>
                </a:lnTo>
                <a:lnTo>
                  <a:pt x="309371" y="533400"/>
                </a:lnTo>
                <a:lnTo>
                  <a:pt x="311531" y="533400"/>
                </a:lnTo>
                <a:lnTo>
                  <a:pt x="316738" y="520700"/>
                </a:lnTo>
                <a:lnTo>
                  <a:pt x="319277" y="508000"/>
                </a:lnTo>
                <a:lnTo>
                  <a:pt x="324738" y="495300"/>
                </a:lnTo>
                <a:lnTo>
                  <a:pt x="327151" y="495300"/>
                </a:lnTo>
                <a:lnTo>
                  <a:pt x="333501" y="482600"/>
                </a:lnTo>
                <a:lnTo>
                  <a:pt x="336803" y="469900"/>
                </a:lnTo>
                <a:lnTo>
                  <a:pt x="336295" y="469900"/>
                </a:lnTo>
                <a:lnTo>
                  <a:pt x="344550" y="457200"/>
                </a:lnTo>
                <a:close/>
              </a:path>
              <a:path w="1476375" h="1270000">
                <a:moveTo>
                  <a:pt x="361314" y="431800"/>
                </a:moveTo>
                <a:lnTo>
                  <a:pt x="316738" y="431800"/>
                </a:lnTo>
                <a:lnTo>
                  <a:pt x="313055" y="444500"/>
                </a:lnTo>
                <a:lnTo>
                  <a:pt x="304291" y="457200"/>
                </a:lnTo>
                <a:lnTo>
                  <a:pt x="347090" y="457200"/>
                </a:lnTo>
                <a:lnTo>
                  <a:pt x="356901" y="444782"/>
                </a:lnTo>
                <a:lnTo>
                  <a:pt x="361314" y="431800"/>
                </a:lnTo>
                <a:close/>
              </a:path>
              <a:path w="1476375" h="1270000">
                <a:moveTo>
                  <a:pt x="371347" y="419100"/>
                </a:moveTo>
                <a:lnTo>
                  <a:pt x="327787" y="419100"/>
                </a:lnTo>
                <a:lnTo>
                  <a:pt x="317753" y="431800"/>
                </a:lnTo>
                <a:lnTo>
                  <a:pt x="360806" y="431800"/>
                </a:lnTo>
                <a:lnTo>
                  <a:pt x="371347" y="419100"/>
                </a:lnTo>
                <a:close/>
              </a:path>
              <a:path w="1476375" h="1270000">
                <a:moveTo>
                  <a:pt x="385825" y="406400"/>
                </a:moveTo>
                <a:lnTo>
                  <a:pt x="343153" y="406400"/>
                </a:lnTo>
                <a:lnTo>
                  <a:pt x="332739" y="419100"/>
                </a:lnTo>
                <a:lnTo>
                  <a:pt x="376046" y="419100"/>
                </a:lnTo>
                <a:lnTo>
                  <a:pt x="385825" y="406400"/>
                </a:lnTo>
                <a:close/>
              </a:path>
              <a:path w="1476375" h="1270000">
                <a:moveTo>
                  <a:pt x="402335" y="381000"/>
                </a:moveTo>
                <a:lnTo>
                  <a:pt x="357505" y="381000"/>
                </a:lnTo>
                <a:lnTo>
                  <a:pt x="347852" y="393700"/>
                </a:lnTo>
                <a:lnTo>
                  <a:pt x="348106" y="393700"/>
                </a:lnTo>
                <a:lnTo>
                  <a:pt x="343407" y="406400"/>
                </a:lnTo>
                <a:lnTo>
                  <a:pt x="390525" y="406400"/>
                </a:lnTo>
                <a:lnTo>
                  <a:pt x="398780" y="393700"/>
                </a:lnTo>
                <a:lnTo>
                  <a:pt x="402335" y="381000"/>
                </a:lnTo>
                <a:close/>
              </a:path>
              <a:path w="1476375" h="1270000">
                <a:moveTo>
                  <a:pt x="423037" y="355600"/>
                </a:moveTo>
                <a:lnTo>
                  <a:pt x="381762" y="355600"/>
                </a:lnTo>
                <a:lnTo>
                  <a:pt x="373380" y="368300"/>
                </a:lnTo>
                <a:lnTo>
                  <a:pt x="369696" y="368300"/>
                </a:lnTo>
                <a:lnTo>
                  <a:pt x="361441" y="381000"/>
                </a:lnTo>
                <a:lnTo>
                  <a:pt x="410082" y="381000"/>
                </a:lnTo>
                <a:lnTo>
                  <a:pt x="414019" y="368300"/>
                </a:lnTo>
                <a:lnTo>
                  <a:pt x="423037" y="355600"/>
                </a:lnTo>
                <a:close/>
              </a:path>
              <a:path w="1476375" h="1270000">
                <a:moveTo>
                  <a:pt x="436499" y="342900"/>
                </a:moveTo>
                <a:lnTo>
                  <a:pt x="386080" y="342900"/>
                </a:lnTo>
                <a:lnTo>
                  <a:pt x="382143" y="355600"/>
                </a:lnTo>
                <a:lnTo>
                  <a:pt x="426338" y="355600"/>
                </a:lnTo>
                <a:lnTo>
                  <a:pt x="436499" y="342900"/>
                </a:lnTo>
                <a:close/>
              </a:path>
              <a:path w="1476375" h="1270000">
                <a:moveTo>
                  <a:pt x="452119" y="330200"/>
                </a:moveTo>
                <a:lnTo>
                  <a:pt x="395605" y="330200"/>
                </a:lnTo>
                <a:lnTo>
                  <a:pt x="395224" y="342900"/>
                </a:lnTo>
                <a:lnTo>
                  <a:pt x="439800" y="342900"/>
                </a:lnTo>
                <a:lnTo>
                  <a:pt x="452119" y="330200"/>
                </a:lnTo>
                <a:close/>
              </a:path>
              <a:path w="1476375" h="1270000">
                <a:moveTo>
                  <a:pt x="470788" y="317500"/>
                </a:moveTo>
                <a:lnTo>
                  <a:pt x="410463" y="317500"/>
                </a:lnTo>
                <a:lnTo>
                  <a:pt x="399922" y="330200"/>
                </a:lnTo>
                <a:lnTo>
                  <a:pt x="457072" y="330200"/>
                </a:lnTo>
                <a:lnTo>
                  <a:pt x="470788" y="317500"/>
                </a:lnTo>
                <a:close/>
              </a:path>
              <a:path w="1476375" h="1270000">
                <a:moveTo>
                  <a:pt x="490981" y="304800"/>
                </a:moveTo>
                <a:lnTo>
                  <a:pt x="428878" y="304800"/>
                </a:lnTo>
                <a:lnTo>
                  <a:pt x="415163" y="317500"/>
                </a:lnTo>
                <a:lnTo>
                  <a:pt x="476503" y="317500"/>
                </a:lnTo>
                <a:lnTo>
                  <a:pt x="490981" y="304800"/>
                </a:lnTo>
                <a:close/>
              </a:path>
              <a:path w="1476375" h="1270000">
                <a:moveTo>
                  <a:pt x="510903" y="292226"/>
                </a:moveTo>
                <a:lnTo>
                  <a:pt x="448808" y="292226"/>
                </a:lnTo>
                <a:lnTo>
                  <a:pt x="435228" y="304800"/>
                </a:lnTo>
                <a:lnTo>
                  <a:pt x="496569" y="304800"/>
                </a:lnTo>
                <a:lnTo>
                  <a:pt x="510903" y="292226"/>
                </a:lnTo>
                <a:close/>
              </a:path>
              <a:path w="1476375" h="1270000">
                <a:moveTo>
                  <a:pt x="530478" y="279400"/>
                </a:moveTo>
                <a:lnTo>
                  <a:pt x="454787" y="279400"/>
                </a:lnTo>
                <a:lnTo>
                  <a:pt x="448487" y="292523"/>
                </a:lnTo>
                <a:lnTo>
                  <a:pt x="448808" y="292226"/>
                </a:lnTo>
                <a:lnTo>
                  <a:pt x="516241" y="292226"/>
                </a:lnTo>
                <a:lnTo>
                  <a:pt x="530478" y="279400"/>
                </a:lnTo>
                <a:close/>
              </a:path>
              <a:path w="1476375" h="1270000">
                <a:moveTo>
                  <a:pt x="551814" y="266700"/>
                </a:moveTo>
                <a:lnTo>
                  <a:pt x="476757" y="266700"/>
                </a:lnTo>
                <a:lnTo>
                  <a:pt x="470153" y="279400"/>
                </a:lnTo>
                <a:lnTo>
                  <a:pt x="540638" y="279400"/>
                </a:lnTo>
                <a:lnTo>
                  <a:pt x="551814" y="266700"/>
                </a:lnTo>
                <a:close/>
              </a:path>
              <a:path w="1476375" h="1270000">
                <a:moveTo>
                  <a:pt x="576833" y="254000"/>
                </a:moveTo>
                <a:lnTo>
                  <a:pt x="497331" y="254000"/>
                </a:lnTo>
                <a:lnTo>
                  <a:pt x="491235" y="266700"/>
                </a:lnTo>
                <a:lnTo>
                  <a:pt x="571881" y="266700"/>
                </a:lnTo>
                <a:lnTo>
                  <a:pt x="576833" y="254000"/>
                </a:lnTo>
                <a:close/>
              </a:path>
              <a:path w="1476375" h="1270000">
                <a:moveTo>
                  <a:pt x="603250" y="241300"/>
                </a:moveTo>
                <a:lnTo>
                  <a:pt x="524128" y="241300"/>
                </a:lnTo>
                <a:lnTo>
                  <a:pt x="512952" y="254000"/>
                </a:lnTo>
                <a:lnTo>
                  <a:pt x="597915" y="254000"/>
                </a:lnTo>
                <a:lnTo>
                  <a:pt x="603250" y="241300"/>
                </a:lnTo>
                <a:close/>
              </a:path>
              <a:path w="1476375" h="1270000">
                <a:moveTo>
                  <a:pt x="636269" y="228600"/>
                </a:moveTo>
                <a:lnTo>
                  <a:pt x="545591" y="228600"/>
                </a:lnTo>
                <a:lnTo>
                  <a:pt x="535558" y="241300"/>
                </a:lnTo>
                <a:lnTo>
                  <a:pt x="620394" y="241300"/>
                </a:lnTo>
                <a:lnTo>
                  <a:pt x="636269" y="228600"/>
                </a:lnTo>
                <a:close/>
              </a:path>
              <a:path w="1476375" h="1270000">
                <a:moveTo>
                  <a:pt x="659003" y="215900"/>
                </a:moveTo>
                <a:lnTo>
                  <a:pt x="568197" y="215900"/>
                </a:lnTo>
                <a:lnTo>
                  <a:pt x="562863" y="228600"/>
                </a:lnTo>
                <a:lnTo>
                  <a:pt x="642746" y="228600"/>
                </a:lnTo>
                <a:lnTo>
                  <a:pt x="659003" y="215900"/>
                </a:lnTo>
                <a:close/>
              </a:path>
              <a:path w="1476375" h="1270000">
                <a:moveTo>
                  <a:pt x="687832" y="203200"/>
                </a:moveTo>
                <a:lnTo>
                  <a:pt x="596900" y="203200"/>
                </a:lnTo>
                <a:lnTo>
                  <a:pt x="586866" y="215900"/>
                </a:lnTo>
                <a:lnTo>
                  <a:pt x="680973" y="215900"/>
                </a:lnTo>
                <a:lnTo>
                  <a:pt x="687832" y="203200"/>
                </a:lnTo>
                <a:close/>
              </a:path>
              <a:path w="1476375" h="1270000">
                <a:moveTo>
                  <a:pt x="710057" y="190500"/>
                </a:moveTo>
                <a:lnTo>
                  <a:pt x="620268" y="190500"/>
                </a:lnTo>
                <a:lnTo>
                  <a:pt x="604519" y="203200"/>
                </a:lnTo>
                <a:lnTo>
                  <a:pt x="703198" y="203200"/>
                </a:lnTo>
                <a:lnTo>
                  <a:pt x="710057" y="190500"/>
                </a:lnTo>
                <a:close/>
              </a:path>
              <a:path w="1476375" h="1270000">
                <a:moveTo>
                  <a:pt x="745744" y="177800"/>
                </a:moveTo>
                <a:lnTo>
                  <a:pt x="651256" y="177800"/>
                </a:lnTo>
                <a:lnTo>
                  <a:pt x="628269" y="190500"/>
                </a:lnTo>
                <a:lnTo>
                  <a:pt x="732790" y="190500"/>
                </a:lnTo>
                <a:lnTo>
                  <a:pt x="745744" y="177800"/>
                </a:lnTo>
                <a:close/>
              </a:path>
              <a:path w="1476375" h="1270000">
                <a:moveTo>
                  <a:pt x="784732" y="165100"/>
                </a:moveTo>
                <a:lnTo>
                  <a:pt x="686816" y="165100"/>
                </a:lnTo>
                <a:lnTo>
                  <a:pt x="672083" y="177800"/>
                </a:lnTo>
                <a:lnTo>
                  <a:pt x="771397" y="177800"/>
                </a:lnTo>
                <a:lnTo>
                  <a:pt x="784732" y="165100"/>
                </a:lnTo>
                <a:close/>
              </a:path>
              <a:path w="1476375" h="1270000">
                <a:moveTo>
                  <a:pt x="824230" y="152400"/>
                </a:moveTo>
                <a:lnTo>
                  <a:pt x="709041" y="152400"/>
                </a:lnTo>
                <a:lnTo>
                  <a:pt x="694182" y="165100"/>
                </a:lnTo>
                <a:lnTo>
                  <a:pt x="809879" y="165100"/>
                </a:lnTo>
                <a:lnTo>
                  <a:pt x="824230" y="152400"/>
                </a:lnTo>
                <a:close/>
              </a:path>
              <a:path w="1476375" h="1270000">
                <a:moveTo>
                  <a:pt x="867536" y="139700"/>
                </a:moveTo>
                <a:lnTo>
                  <a:pt x="740536" y="139700"/>
                </a:lnTo>
                <a:lnTo>
                  <a:pt x="732282" y="152400"/>
                </a:lnTo>
                <a:lnTo>
                  <a:pt x="852043" y="152400"/>
                </a:lnTo>
                <a:lnTo>
                  <a:pt x="867536" y="139700"/>
                </a:lnTo>
                <a:close/>
              </a:path>
              <a:path w="1476375" h="1270000">
                <a:moveTo>
                  <a:pt x="912621" y="127000"/>
                </a:moveTo>
                <a:lnTo>
                  <a:pt x="772159" y="127000"/>
                </a:lnTo>
                <a:lnTo>
                  <a:pt x="758824" y="139700"/>
                </a:lnTo>
                <a:lnTo>
                  <a:pt x="895984" y="139700"/>
                </a:lnTo>
                <a:lnTo>
                  <a:pt x="912621" y="127000"/>
                </a:lnTo>
                <a:close/>
              </a:path>
              <a:path w="1476375" h="1270000">
                <a:moveTo>
                  <a:pt x="957453" y="114300"/>
                </a:moveTo>
                <a:lnTo>
                  <a:pt x="812419" y="114300"/>
                </a:lnTo>
                <a:lnTo>
                  <a:pt x="798194" y="127000"/>
                </a:lnTo>
                <a:lnTo>
                  <a:pt x="936497" y="127000"/>
                </a:lnTo>
                <a:lnTo>
                  <a:pt x="957453" y="114300"/>
                </a:lnTo>
                <a:close/>
              </a:path>
              <a:path w="1476375" h="1270000">
                <a:moveTo>
                  <a:pt x="998093" y="101600"/>
                </a:moveTo>
                <a:lnTo>
                  <a:pt x="856742" y="101600"/>
                </a:lnTo>
                <a:lnTo>
                  <a:pt x="840867" y="114300"/>
                </a:lnTo>
                <a:lnTo>
                  <a:pt x="997204" y="114300"/>
                </a:lnTo>
                <a:lnTo>
                  <a:pt x="998093" y="101600"/>
                </a:lnTo>
                <a:close/>
              </a:path>
              <a:path w="1476375" h="1270000">
                <a:moveTo>
                  <a:pt x="1059815" y="88900"/>
                </a:moveTo>
                <a:lnTo>
                  <a:pt x="902081" y="88900"/>
                </a:lnTo>
                <a:lnTo>
                  <a:pt x="885444" y="101600"/>
                </a:lnTo>
                <a:lnTo>
                  <a:pt x="1046098" y="101600"/>
                </a:lnTo>
                <a:lnTo>
                  <a:pt x="1059815" y="88900"/>
                </a:lnTo>
                <a:close/>
              </a:path>
              <a:path w="1476375" h="1270000">
                <a:moveTo>
                  <a:pt x="1104010" y="76200"/>
                </a:moveTo>
                <a:lnTo>
                  <a:pt x="934973" y="76200"/>
                </a:lnTo>
                <a:lnTo>
                  <a:pt x="926083" y="88900"/>
                </a:lnTo>
                <a:lnTo>
                  <a:pt x="1089533" y="88900"/>
                </a:lnTo>
                <a:lnTo>
                  <a:pt x="1104010" y="76200"/>
                </a:lnTo>
                <a:close/>
              </a:path>
              <a:path w="1476375" h="1270000">
                <a:moveTo>
                  <a:pt x="1161287" y="63500"/>
                </a:moveTo>
                <a:lnTo>
                  <a:pt x="989457" y="63500"/>
                </a:lnTo>
                <a:lnTo>
                  <a:pt x="974979" y="76200"/>
                </a:lnTo>
                <a:lnTo>
                  <a:pt x="1153668" y="76200"/>
                </a:lnTo>
                <a:lnTo>
                  <a:pt x="1161287" y="63500"/>
                </a:lnTo>
                <a:close/>
              </a:path>
              <a:path w="1476375" h="1270000">
                <a:moveTo>
                  <a:pt x="1239011" y="50800"/>
                </a:moveTo>
                <a:lnTo>
                  <a:pt x="1048638" y="50800"/>
                </a:lnTo>
                <a:lnTo>
                  <a:pt x="1034922" y="63500"/>
                </a:lnTo>
                <a:lnTo>
                  <a:pt x="1214246" y="63500"/>
                </a:lnTo>
                <a:lnTo>
                  <a:pt x="1239011" y="50800"/>
                </a:lnTo>
                <a:close/>
              </a:path>
              <a:path w="1476375" h="1270000">
                <a:moveTo>
                  <a:pt x="1340738" y="38100"/>
                </a:moveTo>
                <a:lnTo>
                  <a:pt x="1080388" y="38100"/>
                </a:lnTo>
                <a:lnTo>
                  <a:pt x="1071498" y="50800"/>
                </a:lnTo>
                <a:lnTo>
                  <a:pt x="1334134" y="50800"/>
                </a:lnTo>
                <a:lnTo>
                  <a:pt x="1340738" y="38100"/>
                </a:lnTo>
                <a:close/>
              </a:path>
              <a:path w="1476375" h="1270000">
                <a:moveTo>
                  <a:pt x="1469390" y="25400"/>
                </a:moveTo>
                <a:lnTo>
                  <a:pt x="1146683" y="25400"/>
                </a:lnTo>
                <a:lnTo>
                  <a:pt x="1129410" y="38100"/>
                </a:lnTo>
                <a:lnTo>
                  <a:pt x="1467358" y="38100"/>
                </a:lnTo>
                <a:lnTo>
                  <a:pt x="1469390" y="25400"/>
                </a:lnTo>
                <a:close/>
              </a:path>
              <a:path w="1476375" h="1270000">
                <a:moveTo>
                  <a:pt x="1475867" y="12700"/>
                </a:moveTo>
                <a:lnTo>
                  <a:pt x="1221867" y="12700"/>
                </a:lnTo>
                <a:lnTo>
                  <a:pt x="1206627" y="25400"/>
                </a:lnTo>
                <a:lnTo>
                  <a:pt x="1475867" y="25400"/>
                </a:lnTo>
                <a:lnTo>
                  <a:pt x="1475867" y="12700"/>
                </a:lnTo>
                <a:close/>
              </a:path>
              <a:path w="1476375" h="1270000">
                <a:moveTo>
                  <a:pt x="1467358" y="0"/>
                </a:moveTo>
                <a:lnTo>
                  <a:pt x="1294510" y="0"/>
                </a:lnTo>
                <a:lnTo>
                  <a:pt x="1280159" y="12700"/>
                </a:lnTo>
                <a:lnTo>
                  <a:pt x="1473708" y="12700"/>
                </a:lnTo>
                <a:lnTo>
                  <a:pt x="1467358" y="0"/>
                </a:lnTo>
                <a:close/>
              </a:path>
            </a:pathLst>
          </a:custGeom>
          <a:solidFill>
            <a:srgbClr val="4285F4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061836" y="2988564"/>
            <a:ext cx="316738" cy="186436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80684" y="2651251"/>
            <a:ext cx="625983" cy="260223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861429" y="2620264"/>
            <a:ext cx="666750" cy="546735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4510659" y="3515867"/>
            <a:ext cx="1539875" cy="735330"/>
            <a:chOff x="4510659" y="3515867"/>
            <a:chExt cx="1539875" cy="735330"/>
          </a:xfrm>
        </p:grpSpPr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10659" y="3732402"/>
              <a:ext cx="126482" cy="152057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943600" y="3707383"/>
              <a:ext cx="106552" cy="16167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673854" y="3515867"/>
              <a:ext cx="1233805" cy="735241"/>
            </a:xfrm>
            <a:prstGeom prst="rect">
              <a:avLst/>
            </a:prstGeom>
          </p:spPr>
        </p:pic>
      </p:grpSp>
      <p:sp>
        <p:nvSpPr>
          <p:cNvPr id="23" name="object 23"/>
          <p:cNvSpPr/>
          <p:nvPr/>
        </p:nvSpPr>
        <p:spPr>
          <a:xfrm>
            <a:off x="1457578" y="3871721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762" y="0"/>
                </a:moveTo>
                <a:lnTo>
                  <a:pt x="123317" y="5016"/>
                </a:lnTo>
                <a:lnTo>
                  <a:pt x="136779" y="16649"/>
                </a:lnTo>
                <a:lnTo>
                  <a:pt x="0" y="16649"/>
                </a:lnTo>
                <a:lnTo>
                  <a:pt x="0" y="24523"/>
                </a:lnTo>
                <a:lnTo>
                  <a:pt x="136779" y="24523"/>
                </a:lnTo>
                <a:lnTo>
                  <a:pt x="123317" y="36156"/>
                </a:lnTo>
                <a:lnTo>
                  <a:pt x="127762" y="41186"/>
                </a:lnTo>
                <a:lnTo>
                  <a:pt x="148844" y="23012"/>
                </a:lnTo>
                <a:lnTo>
                  <a:pt x="148844" y="18160"/>
                </a:lnTo>
                <a:lnTo>
                  <a:pt x="1277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829054" y="3797172"/>
            <a:ext cx="323850" cy="9525"/>
          </a:xfrm>
          <a:custGeom>
            <a:avLst/>
            <a:gdLst/>
            <a:ahLst/>
            <a:cxnLst/>
            <a:rect l="l" t="t" r="r" b="b"/>
            <a:pathLst>
              <a:path w="323850" h="9525">
                <a:moveTo>
                  <a:pt x="323850" y="0"/>
                </a:moveTo>
                <a:lnTo>
                  <a:pt x="0" y="0"/>
                </a:lnTo>
                <a:lnTo>
                  <a:pt x="0" y="9524"/>
                </a:lnTo>
                <a:lnTo>
                  <a:pt x="323850" y="9524"/>
                </a:lnTo>
                <a:lnTo>
                  <a:pt x="323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446149" y="3782059"/>
            <a:ext cx="71374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80">
                <a:latin typeface="Cambria Math"/>
                <a:cs typeface="Cambria Math"/>
              </a:rPr>
              <a:t>w,𝑏</a:t>
            </a:r>
            <a:r>
              <a:rPr dirty="0" sz="1350" spc="330">
                <a:latin typeface="Cambria Math"/>
                <a:cs typeface="Cambria Math"/>
              </a:rPr>
              <a:t> </a:t>
            </a:r>
            <a:r>
              <a:rPr dirty="0" sz="1800" spc="-35">
                <a:latin typeface="Cambria Math"/>
                <a:cs typeface="Cambria Math"/>
              </a:rPr>
              <a:t>2</a:t>
            </a:r>
            <a:r>
              <a:rPr dirty="0" sz="1800" spc="-35">
                <a:solidFill>
                  <a:srgbClr val="0096FF"/>
                </a:solidFill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90114" y="3982402"/>
            <a:ext cx="3155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0096FF"/>
                </a:solidFill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247264" y="3333432"/>
            <a:ext cx="1860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5">
                <a:solidFill>
                  <a:srgbClr val="0096FF"/>
                </a:solidFill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2515875" y="3660394"/>
            <a:ext cx="1748789" cy="276225"/>
          </a:xfrm>
          <a:custGeom>
            <a:avLst/>
            <a:gdLst/>
            <a:ahLst/>
            <a:cxnLst/>
            <a:rect l="l" t="t" r="r" b="b"/>
            <a:pathLst>
              <a:path w="1748789" h="276225">
                <a:moveTo>
                  <a:pt x="1675886" y="0"/>
                </a:moveTo>
                <a:lnTo>
                  <a:pt x="1673092" y="9143"/>
                </a:lnTo>
                <a:lnTo>
                  <a:pt x="1685786" y="15765"/>
                </a:lnTo>
                <a:lnTo>
                  <a:pt x="1696825" y="25352"/>
                </a:lnTo>
                <a:lnTo>
                  <a:pt x="1720060" y="71560"/>
                </a:lnTo>
                <a:lnTo>
                  <a:pt x="1726969" y="113938"/>
                </a:lnTo>
                <a:lnTo>
                  <a:pt x="1727829" y="138175"/>
                </a:lnTo>
                <a:lnTo>
                  <a:pt x="1726969" y="162393"/>
                </a:lnTo>
                <a:lnTo>
                  <a:pt x="1720060" y="204689"/>
                </a:lnTo>
                <a:lnTo>
                  <a:pt x="1696825" y="250880"/>
                </a:lnTo>
                <a:lnTo>
                  <a:pt x="1673092" y="267017"/>
                </a:lnTo>
                <a:lnTo>
                  <a:pt x="1675886" y="276174"/>
                </a:lnTo>
                <a:lnTo>
                  <a:pt x="1719052" y="246063"/>
                </a:lnTo>
                <a:lnTo>
                  <a:pt x="1737741" y="208706"/>
                </a:lnTo>
                <a:lnTo>
                  <a:pt x="1747214" y="163361"/>
                </a:lnTo>
                <a:lnTo>
                  <a:pt x="1748397" y="138175"/>
                </a:lnTo>
                <a:lnTo>
                  <a:pt x="1747267" y="113938"/>
                </a:lnTo>
                <a:lnTo>
                  <a:pt x="1737741" y="67522"/>
                </a:lnTo>
                <a:lnTo>
                  <a:pt x="1719052" y="30164"/>
                </a:lnTo>
                <a:lnTo>
                  <a:pt x="1692243" y="6403"/>
                </a:lnTo>
                <a:lnTo>
                  <a:pt x="1675886" y="0"/>
                </a:lnTo>
                <a:close/>
              </a:path>
              <a:path w="1748789" h="276225">
                <a:moveTo>
                  <a:pt x="72511" y="0"/>
                </a:moveTo>
                <a:lnTo>
                  <a:pt x="29220" y="30164"/>
                </a:lnTo>
                <a:lnTo>
                  <a:pt x="10549" y="67522"/>
                </a:lnTo>
                <a:lnTo>
                  <a:pt x="1162" y="112809"/>
                </a:lnTo>
                <a:lnTo>
                  <a:pt x="0" y="138175"/>
                </a:lnTo>
                <a:lnTo>
                  <a:pt x="1118" y="162393"/>
                </a:lnTo>
                <a:lnTo>
                  <a:pt x="1162" y="163361"/>
                </a:lnTo>
                <a:lnTo>
                  <a:pt x="10549" y="208706"/>
                </a:lnTo>
                <a:lnTo>
                  <a:pt x="29220" y="246063"/>
                </a:lnTo>
                <a:lnTo>
                  <a:pt x="72511" y="276174"/>
                </a:lnTo>
                <a:lnTo>
                  <a:pt x="75305" y="267017"/>
                </a:lnTo>
                <a:lnTo>
                  <a:pt x="62611" y="260445"/>
                </a:lnTo>
                <a:lnTo>
                  <a:pt x="51572" y="250880"/>
                </a:lnTo>
                <a:lnTo>
                  <a:pt x="28317" y="204689"/>
                </a:lnTo>
                <a:lnTo>
                  <a:pt x="21435" y="163361"/>
                </a:lnTo>
                <a:lnTo>
                  <a:pt x="20441" y="138175"/>
                </a:lnTo>
                <a:lnTo>
                  <a:pt x="21320" y="113938"/>
                </a:lnTo>
                <a:lnTo>
                  <a:pt x="28317" y="71560"/>
                </a:lnTo>
                <a:lnTo>
                  <a:pt x="51572" y="25352"/>
                </a:lnTo>
                <a:lnTo>
                  <a:pt x="75305" y="9143"/>
                </a:lnTo>
                <a:lnTo>
                  <a:pt x="725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398524" y="3457511"/>
            <a:ext cx="1343660" cy="4724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53035">
              <a:lnSpc>
                <a:spcPts val="1755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ts val="1755"/>
              </a:lnSpc>
              <a:tabLst>
                <a:tab pos="781685" algn="l"/>
              </a:tabLst>
            </a:pPr>
            <a:r>
              <a:rPr dirty="0" sz="1800" spc="-25">
                <a:latin typeface="Cambria Math"/>
                <a:cs typeface="Cambria Math"/>
              </a:rPr>
              <a:t>min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-290">
                <a:latin typeface="Cambria Math"/>
                <a:cs typeface="Cambria Math"/>
              </a:rPr>
              <a:t> </a:t>
            </a:r>
            <a:r>
              <a:rPr dirty="0" sz="1800" spc="-415"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724404" y="3766946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762" y="0"/>
                </a:moveTo>
                <a:lnTo>
                  <a:pt x="123316" y="5079"/>
                </a:lnTo>
                <a:lnTo>
                  <a:pt x="136778" y="16636"/>
                </a:lnTo>
                <a:lnTo>
                  <a:pt x="0" y="16636"/>
                </a:lnTo>
                <a:lnTo>
                  <a:pt x="0" y="24510"/>
                </a:lnTo>
                <a:lnTo>
                  <a:pt x="136778" y="24510"/>
                </a:lnTo>
                <a:lnTo>
                  <a:pt x="123316" y="36194"/>
                </a:lnTo>
                <a:lnTo>
                  <a:pt x="127762" y="41147"/>
                </a:lnTo>
                <a:lnTo>
                  <a:pt x="148844" y="22986"/>
                </a:lnTo>
                <a:lnTo>
                  <a:pt x="148844" y="18160"/>
                </a:lnTo>
                <a:lnTo>
                  <a:pt x="1277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2714625" y="3734117"/>
            <a:ext cx="31877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39750" y="3657091"/>
            <a:ext cx="501015" cy="280035"/>
            <a:chOff x="3039750" y="3657091"/>
            <a:chExt cx="501015" cy="280035"/>
          </a:xfrm>
        </p:grpSpPr>
        <p:sp>
          <p:nvSpPr>
            <p:cNvPr id="33" name="object 33"/>
            <p:cNvSpPr/>
            <p:nvPr/>
          </p:nvSpPr>
          <p:spPr>
            <a:xfrm>
              <a:off x="3039745" y="3660393"/>
              <a:ext cx="501015" cy="276225"/>
            </a:xfrm>
            <a:custGeom>
              <a:avLst/>
              <a:gdLst/>
              <a:ahLst/>
              <a:cxnLst/>
              <a:rect l="l" t="t" r="r" b="b"/>
              <a:pathLst>
                <a:path w="501014" h="276225">
                  <a:moveTo>
                    <a:pt x="75311" y="9144"/>
                  </a:moveTo>
                  <a:lnTo>
                    <a:pt x="72517" y="0"/>
                  </a:lnTo>
                  <a:lnTo>
                    <a:pt x="56083" y="6413"/>
                  </a:lnTo>
                  <a:lnTo>
                    <a:pt x="41656" y="16471"/>
                  </a:lnTo>
                  <a:lnTo>
                    <a:pt x="18796" y="47498"/>
                  </a:lnTo>
                  <a:lnTo>
                    <a:pt x="4673" y="89306"/>
                  </a:lnTo>
                  <a:lnTo>
                    <a:pt x="0" y="138176"/>
                  </a:lnTo>
                  <a:lnTo>
                    <a:pt x="1117" y="162394"/>
                  </a:lnTo>
                  <a:lnTo>
                    <a:pt x="10553" y="208711"/>
                  </a:lnTo>
                  <a:lnTo>
                    <a:pt x="29222" y="246075"/>
                  </a:lnTo>
                  <a:lnTo>
                    <a:pt x="72517" y="276174"/>
                  </a:lnTo>
                  <a:lnTo>
                    <a:pt x="75311" y="267017"/>
                  </a:lnTo>
                  <a:lnTo>
                    <a:pt x="62611" y="260451"/>
                  </a:lnTo>
                  <a:lnTo>
                    <a:pt x="51574" y="250888"/>
                  </a:lnTo>
                  <a:lnTo>
                    <a:pt x="28321" y="204698"/>
                  </a:lnTo>
                  <a:lnTo>
                    <a:pt x="21437" y="163372"/>
                  </a:lnTo>
                  <a:lnTo>
                    <a:pt x="20447" y="138176"/>
                  </a:lnTo>
                  <a:lnTo>
                    <a:pt x="21323" y="113944"/>
                  </a:lnTo>
                  <a:lnTo>
                    <a:pt x="28321" y="71564"/>
                  </a:lnTo>
                  <a:lnTo>
                    <a:pt x="51574" y="25361"/>
                  </a:lnTo>
                  <a:lnTo>
                    <a:pt x="62611" y="15773"/>
                  </a:lnTo>
                  <a:lnTo>
                    <a:pt x="75311" y="9144"/>
                  </a:lnTo>
                  <a:close/>
                </a:path>
                <a:path w="501014" h="276225">
                  <a:moveTo>
                    <a:pt x="197358" y="47625"/>
                  </a:moveTo>
                  <a:lnTo>
                    <a:pt x="169418" y="23495"/>
                  </a:lnTo>
                  <a:lnTo>
                    <a:pt x="163449" y="30226"/>
                  </a:lnTo>
                  <a:lnTo>
                    <a:pt x="181356" y="45720"/>
                  </a:lnTo>
                  <a:lnTo>
                    <a:pt x="84709" y="45720"/>
                  </a:lnTo>
                  <a:lnTo>
                    <a:pt x="84709" y="56134"/>
                  </a:lnTo>
                  <a:lnTo>
                    <a:pt x="181356" y="56134"/>
                  </a:lnTo>
                  <a:lnTo>
                    <a:pt x="163449" y="71628"/>
                  </a:lnTo>
                  <a:lnTo>
                    <a:pt x="169418" y="78359"/>
                  </a:lnTo>
                  <a:lnTo>
                    <a:pt x="197358" y="54102"/>
                  </a:lnTo>
                  <a:lnTo>
                    <a:pt x="197358" y="47625"/>
                  </a:lnTo>
                  <a:close/>
                </a:path>
                <a:path w="501014" h="276225">
                  <a:moveTo>
                    <a:pt x="500621" y="138176"/>
                  </a:moveTo>
                  <a:lnTo>
                    <a:pt x="499491" y="113944"/>
                  </a:lnTo>
                  <a:lnTo>
                    <a:pt x="499440" y="112814"/>
                  </a:lnTo>
                  <a:lnTo>
                    <a:pt x="495884" y="89306"/>
                  </a:lnTo>
                  <a:lnTo>
                    <a:pt x="481711" y="47498"/>
                  </a:lnTo>
                  <a:lnTo>
                    <a:pt x="458863" y="16471"/>
                  </a:lnTo>
                  <a:lnTo>
                    <a:pt x="428117" y="0"/>
                  </a:lnTo>
                  <a:lnTo>
                    <a:pt x="425323" y="9144"/>
                  </a:lnTo>
                  <a:lnTo>
                    <a:pt x="438010" y="15773"/>
                  </a:lnTo>
                  <a:lnTo>
                    <a:pt x="449046" y="25361"/>
                  </a:lnTo>
                  <a:lnTo>
                    <a:pt x="472287" y="71564"/>
                  </a:lnTo>
                  <a:lnTo>
                    <a:pt x="479196" y="113944"/>
                  </a:lnTo>
                  <a:lnTo>
                    <a:pt x="480060" y="138176"/>
                  </a:lnTo>
                  <a:lnTo>
                    <a:pt x="479196" y="162394"/>
                  </a:lnTo>
                  <a:lnTo>
                    <a:pt x="472287" y="204698"/>
                  </a:lnTo>
                  <a:lnTo>
                    <a:pt x="449046" y="250888"/>
                  </a:lnTo>
                  <a:lnTo>
                    <a:pt x="425323" y="267017"/>
                  </a:lnTo>
                  <a:lnTo>
                    <a:pt x="428117" y="276174"/>
                  </a:lnTo>
                  <a:lnTo>
                    <a:pt x="471271" y="246075"/>
                  </a:lnTo>
                  <a:lnTo>
                    <a:pt x="489966" y="208711"/>
                  </a:lnTo>
                  <a:lnTo>
                    <a:pt x="499440" y="163372"/>
                  </a:lnTo>
                  <a:lnTo>
                    <a:pt x="500621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3263265" y="3657091"/>
              <a:ext cx="174371" cy="158877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3089655" y="3543617"/>
            <a:ext cx="3270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latin typeface="Cambria Math"/>
                <a:cs typeface="Cambria Math"/>
              </a:rPr>
              <a:t>x</a:t>
            </a:r>
            <a:r>
              <a:rPr dirty="0" baseline="-21604" sz="2700" spc="330"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36" name="object 3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977640" y="3657091"/>
            <a:ext cx="174371" cy="158877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566159" y="3629342"/>
            <a:ext cx="56578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𝑦</a:t>
            </a:r>
            <a:r>
              <a:rPr dirty="0" sz="1800" spc="160">
                <a:latin typeface="Cambria Math"/>
                <a:cs typeface="Cambria Math"/>
              </a:rPr>
              <a:t> </a:t>
            </a:r>
            <a:r>
              <a:rPr dirty="0" baseline="26748" sz="2025" spc="-75">
                <a:latin typeface="Cambria Math"/>
                <a:cs typeface="Cambria Math"/>
              </a:rPr>
              <a:t>𝑖</a:t>
            </a:r>
            <a:endParaRPr baseline="26748" sz="2025">
              <a:latin typeface="Cambria Math"/>
              <a:cs typeface="Cambria Math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278376" y="3524313"/>
            <a:ext cx="1250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5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6145276" y="3570859"/>
            <a:ext cx="1217549" cy="652157"/>
          </a:xfrm>
          <a:prstGeom prst="rect">
            <a:avLst/>
          </a:prstGeom>
        </p:spPr>
      </p:pic>
      <p:sp>
        <p:nvSpPr>
          <p:cNvPr id="40" name="object 4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3943350"/>
            <a:ext cx="9144000" cy="1200150"/>
            <a:chOff x="0" y="3943350"/>
            <a:chExt cx="9144000" cy="1200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429528" y="4250334"/>
              <a:ext cx="1375088" cy="2685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84038" y="4224629"/>
              <a:ext cx="1115517" cy="24430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43776" y="4096765"/>
              <a:ext cx="194818" cy="25427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23812" y="4146054"/>
              <a:ext cx="409829" cy="22165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09675" y="3943350"/>
              <a:ext cx="133350" cy="123825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365442" y="145076"/>
            <a:ext cx="3585845" cy="903605"/>
          </a:xfrm>
          <a:prstGeom prst="rect"/>
        </p:spPr>
        <p:txBody>
          <a:bodyPr wrap="square" lIns="0" tIns="1276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5"/>
              </a:spcBef>
            </a:pPr>
            <a:r>
              <a:rPr dirty="0" sz="2700" spc="-10"/>
              <a:t>Regularization</a:t>
            </a:r>
            <a:endParaRPr sz="2700"/>
          </a:p>
          <a:p>
            <a:pPr algn="ctr" marL="506095">
              <a:lnSpc>
                <a:spcPct val="100000"/>
              </a:lnSpc>
              <a:spcBef>
                <a:spcPts val="605"/>
              </a:spcBef>
            </a:pPr>
            <a:r>
              <a:rPr dirty="0" sz="1800"/>
              <a:t>small</a:t>
            </a:r>
            <a:r>
              <a:rPr dirty="0" sz="1800" spc="-30"/>
              <a:t> </a:t>
            </a:r>
            <a:r>
              <a:rPr dirty="0" sz="1800"/>
              <a:t>values</a:t>
            </a:r>
            <a:r>
              <a:rPr dirty="0" sz="1800" spc="110"/>
              <a:t> </a:t>
            </a:r>
            <a:r>
              <a:rPr dirty="0" sz="1800" spc="-30">
                <a:latin typeface="Cambria Math"/>
                <a:cs typeface="Cambria Math"/>
              </a:rPr>
              <a:t>𝑤</a:t>
            </a:r>
            <a:r>
              <a:rPr dirty="0" baseline="-16460" sz="2025" spc="-44">
                <a:latin typeface="Cambria Math"/>
                <a:cs typeface="Cambria Math"/>
              </a:rPr>
              <a:t>1</a:t>
            </a:r>
            <a:r>
              <a:rPr dirty="0" sz="1800" spc="-30">
                <a:latin typeface="Cambria Math"/>
                <a:cs typeface="Cambria Math"/>
              </a:rPr>
              <a:t>,</a:t>
            </a:r>
            <a:r>
              <a:rPr dirty="0" sz="1800" spc="-9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2</a:t>
            </a:r>
            <a:r>
              <a:rPr dirty="0" sz="1800">
                <a:latin typeface="Cambria Math"/>
                <a:cs typeface="Cambria Math"/>
              </a:rPr>
              <a:t>,</a:t>
            </a:r>
            <a:r>
              <a:rPr dirty="0" sz="1800" spc="-10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⋯</a:t>
            </a:r>
            <a:r>
              <a:rPr dirty="0" sz="1800" spc="-80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,</a:t>
            </a:r>
            <a:r>
              <a:rPr dirty="0" sz="1800" spc="-9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𝑛</a:t>
            </a:r>
            <a:r>
              <a:rPr dirty="0" sz="1800">
                <a:latin typeface="Cambria Math"/>
                <a:cs typeface="Cambria Math"/>
              </a:rPr>
              <a:t>,</a:t>
            </a:r>
            <a:r>
              <a:rPr dirty="0" sz="1800" spc="-17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70375" y="353123"/>
            <a:ext cx="2254250" cy="706120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20"/>
              </a:spcBef>
            </a:pPr>
            <a:r>
              <a:rPr dirty="0" sz="1800">
                <a:latin typeface="Verdana"/>
                <a:cs typeface="Verdana"/>
              </a:rPr>
              <a:t>simpler</a:t>
            </a:r>
            <a:r>
              <a:rPr dirty="0" sz="1800" spc="-65">
                <a:latin typeface="Verdana"/>
                <a:cs typeface="Verdana"/>
              </a:rPr>
              <a:t> </a:t>
            </a:r>
            <a:r>
              <a:rPr dirty="0" sz="1800" spc="-20">
                <a:latin typeface="Verdana"/>
                <a:cs typeface="Verdana"/>
              </a:rPr>
              <a:t>model</a:t>
            </a:r>
            <a:endParaRPr sz="18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dirty="0" sz="1800">
                <a:latin typeface="Verdana"/>
                <a:cs typeface="Verdana"/>
              </a:rPr>
              <a:t>less</a:t>
            </a:r>
            <a:r>
              <a:rPr dirty="0" sz="1800" spc="-10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likely</a:t>
            </a:r>
            <a:r>
              <a:rPr dirty="0" sz="1800" spc="110">
                <a:latin typeface="Verdana"/>
                <a:cs typeface="Verdana"/>
              </a:rPr>
              <a:t> </a:t>
            </a:r>
            <a:r>
              <a:rPr dirty="0" sz="1800">
                <a:latin typeface="Verdana"/>
                <a:cs typeface="Verdana"/>
              </a:rPr>
              <a:t>to</a:t>
            </a:r>
            <a:r>
              <a:rPr dirty="0" sz="1800" spc="-100">
                <a:latin typeface="Verdana"/>
                <a:cs typeface="Verdana"/>
              </a:rPr>
              <a:t> </a:t>
            </a:r>
            <a:r>
              <a:rPr dirty="0" sz="1800" spc="-10">
                <a:latin typeface="Verdana"/>
                <a:cs typeface="Verdana"/>
              </a:rPr>
              <a:t>overfit</a:t>
            </a:r>
            <a:endParaRPr sz="18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29017" y="2312606"/>
            <a:ext cx="234188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 spc="-9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135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baseline="-16666" sz="2250" spc="-202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65">
                <a:latin typeface="Cambria Math"/>
                <a:cs typeface="Cambria Math"/>
              </a:rPr>
              <a:t> </a:t>
            </a:r>
            <a:r>
              <a:rPr dirty="0" sz="2000" spc="-3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44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2000" spc="-30">
                <a:latin typeface="Cambria Math"/>
                <a:cs typeface="Cambria Math"/>
              </a:rPr>
              <a:t>,</a:t>
            </a:r>
            <a:r>
              <a:rPr dirty="0" sz="2000" spc="-7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7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⋯</a:t>
            </a:r>
            <a:r>
              <a:rPr dirty="0" sz="2000" spc="-3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5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100</a:t>
            </a:r>
            <a:r>
              <a:rPr dirty="0" sz="2000">
                <a:latin typeface="Cambria Math"/>
                <a:cs typeface="Cambria Math"/>
              </a:rPr>
              <a:t>,</a:t>
            </a:r>
            <a:r>
              <a:rPr dirty="0" sz="2000" spc="-160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FF40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75932" y="3559809"/>
            <a:ext cx="755015" cy="251460"/>
            <a:chOff x="275932" y="3559809"/>
            <a:chExt cx="755015" cy="251460"/>
          </a:xfrm>
        </p:grpSpPr>
        <p:pic>
          <p:nvPicPr>
            <p:cNvPr id="12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5932" y="3590797"/>
              <a:ext cx="114147" cy="22009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26415" y="3559809"/>
              <a:ext cx="604520" cy="250190"/>
            </a:xfrm>
            <a:custGeom>
              <a:avLst/>
              <a:gdLst/>
              <a:ahLst/>
              <a:cxnLst/>
              <a:rect l="l" t="t" r="r" b="b"/>
              <a:pathLst>
                <a:path w="604519" h="250189">
                  <a:moveTo>
                    <a:pt x="79362" y="21082"/>
                  </a:moveTo>
                  <a:lnTo>
                    <a:pt x="75971" y="11430"/>
                  </a:lnTo>
                  <a:lnTo>
                    <a:pt x="58699" y="17691"/>
                  </a:lnTo>
                  <a:lnTo>
                    <a:pt x="43561" y="26758"/>
                  </a:lnTo>
                  <a:lnTo>
                    <a:pt x="11049" y="70078"/>
                  </a:lnTo>
                  <a:lnTo>
                    <a:pt x="1219" y="108839"/>
                  </a:lnTo>
                  <a:lnTo>
                    <a:pt x="0" y="130683"/>
                  </a:lnTo>
                  <a:lnTo>
                    <a:pt x="1104" y="150393"/>
                  </a:lnTo>
                  <a:lnTo>
                    <a:pt x="1219" y="152527"/>
                  </a:lnTo>
                  <a:lnTo>
                    <a:pt x="11023" y="191198"/>
                  </a:lnTo>
                  <a:lnTo>
                    <a:pt x="43472" y="234429"/>
                  </a:lnTo>
                  <a:lnTo>
                    <a:pt x="75971" y="249682"/>
                  </a:lnTo>
                  <a:lnTo>
                    <a:pt x="78994" y="240030"/>
                  </a:lnTo>
                  <a:lnTo>
                    <a:pt x="65417" y="234010"/>
                  </a:lnTo>
                  <a:lnTo>
                    <a:pt x="53695" y="225640"/>
                  </a:lnTo>
                  <a:lnTo>
                    <a:pt x="29667" y="186626"/>
                  </a:lnTo>
                  <a:lnTo>
                    <a:pt x="21780" y="130683"/>
                  </a:lnTo>
                  <a:lnTo>
                    <a:pt x="21729" y="129413"/>
                  </a:lnTo>
                  <a:lnTo>
                    <a:pt x="22606" y="109080"/>
                  </a:lnTo>
                  <a:lnTo>
                    <a:pt x="35852" y="58801"/>
                  </a:lnTo>
                  <a:lnTo>
                    <a:pt x="65620" y="27089"/>
                  </a:lnTo>
                  <a:lnTo>
                    <a:pt x="79362" y="21082"/>
                  </a:lnTo>
                  <a:close/>
                </a:path>
                <a:path w="604519" h="250189">
                  <a:moveTo>
                    <a:pt x="281635" y="27305"/>
                  </a:moveTo>
                  <a:lnTo>
                    <a:pt x="250113" y="0"/>
                  </a:lnTo>
                  <a:lnTo>
                    <a:pt x="243459" y="7493"/>
                  </a:lnTo>
                  <a:lnTo>
                    <a:pt x="263550" y="25019"/>
                  </a:lnTo>
                  <a:lnTo>
                    <a:pt x="82181" y="25019"/>
                  </a:lnTo>
                  <a:lnTo>
                    <a:pt x="82181" y="36830"/>
                  </a:lnTo>
                  <a:lnTo>
                    <a:pt x="263550" y="36830"/>
                  </a:lnTo>
                  <a:lnTo>
                    <a:pt x="243459" y="54229"/>
                  </a:lnTo>
                  <a:lnTo>
                    <a:pt x="250113" y="61849"/>
                  </a:lnTo>
                  <a:lnTo>
                    <a:pt x="281635" y="34544"/>
                  </a:lnTo>
                  <a:lnTo>
                    <a:pt x="281635" y="27305"/>
                  </a:lnTo>
                  <a:close/>
                </a:path>
                <a:path w="604519" h="250189">
                  <a:moveTo>
                    <a:pt x="604456" y="130683"/>
                  </a:moveTo>
                  <a:lnTo>
                    <a:pt x="603237" y="109080"/>
                  </a:lnTo>
                  <a:lnTo>
                    <a:pt x="603224" y="108839"/>
                  </a:lnTo>
                  <a:lnTo>
                    <a:pt x="599541" y="88620"/>
                  </a:lnTo>
                  <a:lnTo>
                    <a:pt x="584809" y="53213"/>
                  </a:lnTo>
                  <a:lnTo>
                    <a:pt x="545744" y="17691"/>
                  </a:lnTo>
                  <a:lnTo>
                    <a:pt x="528485" y="11430"/>
                  </a:lnTo>
                  <a:lnTo>
                    <a:pt x="525094" y="21082"/>
                  </a:lnTo>
                  <a:lnTo>
                    <a:pt x="538873" y="27089"/>
                  </a:lnTo>
                  <a:lnTo>
                    <a:pt x="550735" y="35382"/>
                  </a:lnTo>
                  <a:lnTo>
                    <a:pt x="574814" y="73787"/>
                  </a:lnTo>
                  <a:lnTo>
                    <a:pt x="582739" y="129413"/>
                  </a:lnTo>
                  <a:lnTo>
                    <a:pt x="581850" y="150393"/>
                  </a:lnTo>
                  <a:lnTo>
                    <a:pt x="568604" y="201803"/>
                  </a:lnTo>
                  <a:lnTo>
                    <a:pt x="539038" y="234010"/>
                  </a:lnTo>
                  <a:lnTo>
                    <a:pt x="525475" y="240030"/>
                  </a:lnTo>
                  <a:lnTo>
                    <a:pt x="528485" y="249682"/>
                  </a:lnTo>
                  <a:lnTo>
                    <a:pt x="574001" y="222631"/>
                  </a:lnTo>
                  <a:lnTo>
                    <a:pt x="599554" y="172694"/>
                  </a:lnTo>
                  <a:lnTo>
                    <a:pt x="603224" y="152527"/>
                  </a:lnTo>
                  <a:lnTo>
                    <a:pt x="604456" y="1306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2229" y="3642232"/>
              <a:ext cx="236943" cy="15468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5891" y="3582669"/>
              <a:ext cx="113893" cy="181610"/>
            </a:xfrm>
            <a:prstGeom prst="rect">
              <a:avLst/>
            </a:prstGeom>
          </p:spPr>
        </p:pic>
      </p:grpSp>
      <p:sp>
        <p:nvSpPr>
          <p:cNvPr id="16" name="object 16"/>
          <p:cNvSpPr/>
          <p:nvPr/>
        </p:nvSpPr>
        <p:spPr>
          <a:xfrm>
            <a:off x="1136904" y="3654425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4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40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75410" y="3676522"/>
            <a:ext cx="361950" cy="19050"/>
          </a:xfrm>
          <a:custGeom>
            <a:avLst/>
            <a:gdLst/>
            <a:ahLst/>
            <a:cxnLst/>
            <a:rect l="l" t="t" r="r" b="b"/>
            <a:pathLst>
              <a:path w="361950" h="19050">
                <a:moveTo>
                  <a:pt x="361950" y="0"/>
                </a:moveTo>
                <a:lnTo>
                  <a:pt x="0" y="0"/>
                </a:lnTo>
                <a:lnTo>
                  <a:pt x="0" y="19049"/>
                </a:lnTo>
                <a:lnTo>
                  <a:pt x="361950" y="19049"/>
                </a:lnTo>
                <a:lnTo>
                  <a:pt x="3619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object 18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02536" y="3398392"/>
            <a:ext cx="99949" cy="173354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391538" y="3760342"/>
            <a:ext cx="339725" cy="175895"/>
            <a:chOff x="1391538" y="3760342"/>
            <a:chExt cx="339725" cy="175895"/>
          </a:xfrm>
        </p:grpSpPr>
        <p:pic>
          <p:nvPicPr>
            <p:cNvPr id="20" name="object 20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391538" y="3760342"/>
              <a:ext cx="105537" cy="173354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521205" y="3811523"/>
              <a:ext cx="209676" cy="124180"/>
            </a:xfrm>
            <a:prstGeom prst="rect">
              <a:avLst/>
            </a:prstGeom>
          </p:spPr>
        </p:pic>
      </p:grpSp>
      <p:grpSp>
        <p:nvGrpSpPr>
          <p:cNvPr id="22" name="object 22"/>
          <p:cNvGrpSpPr/>
          <p:nvPr/>
        </p:nvGrpSpPr>
        <p:grpSpPr>
          <a:xfrm>
            <a:off x="1830151" y="2826385"/>
            <a:ext cx="3948429" cy="1338580"/>
            <a:chOff x="1830151" y="2826385"/>
            <a:chExt cx="3948429" cy="1338580"/>
          </a:xfrm>
        </p:grpSpPr>
        <p:pic>
          <p:nvPicPr>
            <p:cNvPr id="23" name="object 2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45740" y="3460877"/>
              <a:ext cx="2061336" cy="384175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830151" y="3219589"/>
              <a:ext cx="384093" cy="944880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466321" y="3610610"/>
              <a:ext cx="129059" cy="146177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232675" y="2826385"/>
              <a:ext cx="1481308" cy="261112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633088" y="3125851"/>
              <a:ext cx="2145067" cy="1034948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766941" y="477393"/>
            <a:ext cx="741044" cy="26669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6815201" y="836549"/>
            <a:ext cx="771017" cy="256159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7244715" y="3058286"/>
            <a:ext cx="1233805" cy="1056640"/>
            <a:chOff x="7244715" y="3058286"/>
            <a:chExt cx="1233805" cy="1056640"/>
          </a:xfrm>
        </p:grpSpPr>
        <p:pic>
          <p:nvPicPr>
            <p:cNvPr id="31" name="object 31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244715" y="3197453"/>
              <a:ext cx="255142" cy="916940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479258" y="3158362"/>
              <a:ext cx="321843" cy="115569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507986" y="3058286"/>
              <a:ext cx="970026" cy="44310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7594219" y="3568318"/>
              <a:ext cx="120014" cy="180340"/>
            </a:xfrm>
            <a:prstGeom prst="rect">
              <a:avLst/>
            </a:prstGeom>
          </p:spPr>
        </p:pic>
      </p:grpSp>
      <p:sp>
        <p:nvSpPr>
          <p:cNvPr id="35" name="object 35"/>
          <p:cNvSpPr/>
          <p:nvPr/>
        </p:nvSpPr>
        <p:spPr>
          <a:xfrm>
            <a:off x="977023" y="1311910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7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2072258" y="1311910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7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918079" y="1311910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7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626739" y="1311910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7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4586859" y="1311910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7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265039" y="1311910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7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385178" y="1311910"/>
            <a:ext cx="0" cy="868680"/>
          </a:xfrm>
          <a:custGeom>
            <a:avLst/>
            <a:gdLst/>
            <a:ahLst/>
            <a:cxnLst/>
            <a:rect l="l" t="t" r="r" b="b"/>
            <a:pathLst>
              <a:path w="0" h="868680">
                <a:moveTo>
                  <a:pt x="0" y="0"/>
                </a:moveTo>
                <a:lnTo>
                  <a:pt x="0" y="868679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graphicFrame>
        <p:nvGraphicFramePr>
          <p:cNvPr id="42" name="object 42"/>
          <p:cNvGraphicFramePr>
            <a:graphicFrameLocks noGrp="1"/>
          </p:cNvGraphicFramePr>
          <p:nvPr/>
        </p:nvGraphicFramePr>
        <p:xfrm>
          <a:off x="425665" y="1310999"/>
          <a:ext cx="7118350" cy="6477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1180"/>
                <a:gridCol w="1095375"/>
                <a:gridCol w="845819"/>
                <a:gridCol w="708660"/>
                <a:gridCol w="960119"/>
                <a:gridCol w="678179"/>
                <a:gridCol w="1120139"/>
                <a:gridCol w="1082039"/>
              </a:tblGrid>
              <a:tr h="220979">
                <a:tc>
                  <a:txBody>
                    <a:bodyPr/>
                    <a:lstStyle/>
                    <a:p>
                      <a:pPr marL="93980">
                        <a:lnSpc>
                          <a:spcPts val="1610"/>
                        </a:lnSpc>
                        <a:spcBef>
                          <a:spcPts val="35"/>
                        </a:spcBef>
                      </a:pPr>
                      <a:r>
                        <a:rPr dirty="0" sz="1400" spc="-20">
                          <a:latin typeface="Verdana"/>
                          <a:cs typeface="Verdana"/>
                        </a:rPr>
                        <a:t>size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4445"/>
                </a:tc>
                <a:tc>
                  <a:txBody>
                    <a:bodyPr/>
                    <a:lstStyle/>
                    <a:p>
                      <a:pPr marL="94615">
                        <a:lnSpc>
                          <a:spcPts val="1605"/>
                        </a:lnSpc>
                        <a:spcBef>
                          <a:spcPts val="40"/>
                        </a:spcBef>
                      </a:pPr>
                      <a:r>
                        <a:rPr dirty="0" sz="1400" spc="-10">
                          <a:latin typeface="Verdana"/>
                          <a:cs typeface="Verdana"/>
                        </a:rPr>
                        <a:t>bedrooms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62560">
                        <a:lnSpc>
                          <a:spcPts val="1605"/>
                        </a:lnSpc>
                        <a:spcBef>
                          <a:spcPts val="40"/>
                        </a:spcBef>
                      </a:pPr>
                      <a:r>
                        <a:rPr dirty="0" sz="1400" spc="-10">
                          <a:latin typeface="Verdana"/>
                          <a:cs typeface="Verdana"/>
                        </a:rPr>
                        <a:t>floors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191770">
                        <a:lnSpc>
                          <a:spcPts val="1605"/>
                        </a:lnSpc>
                        <a:spcBef>
                          <a:spcPts val="40"/>
                        </a:spcBef>
                      </a:pPr>
                      <a:r>
                        <a:rPr dirty="0" sz="1400" spc="-25">
                          <a:latin typeface="Verdana"/>
                          <a:cs typeface="Verdana"/>
                        </a:rPr>
                        <a:t>age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605"/>
                        </a:lnSpc>
                        <a:spcBef>
                          <a:spcPts val="40"/>
                        </a:spcBef>
                      </a:pPr>
                      <a:r>
                        <a:rPr dirty="0" sz="1400" spc="-25">
                          <a:latin typeface="Verdana"/>
                          <a:cs typeface="Verdana"/>
                        </a:rPr>
                        <a:t>avg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ctr" marL="17145">
                        <a:lnSpc>
                          <a:spcPts val="1605"/>
                        </a:lnSpc>
                        <a:spcBef>
                          <a:spcPts val="40"/>
                        </a:spcBef>
                      </a:pPr>
                      <a:r>
                        <a:rPr dirty="0" sz="1400" spc="-50">
                          <a:latin typeface="Cambria Math"/>
                          <a:cs typeface="Cambria Math"/>
                        </a:rPr>
                        <a:t>…</a:t>
                      </a:r>
                      <a:endParaRPr sz="1400">
                        <a:latin typeface="Cambria Math"/>
                        <a:cs typeface="Cambria Math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algn="r" marR="62865">
                        <a:lnSpc>
                          <a:spcPts val="1605"/>
                        </a:lnSpc>
                        <a:spcBef>
                          <a:spcPts val="40"/>
                        </a:spcBef>
                      </a:pPr>
                      <a:r>
                        <a:rPr dirty="0" sz="1400">
                          <a:latin typeface="Verdana"/>
                          <a:cs typeface="Verdana"/>
                        </a:rPr>
                        <a:t>distance</a:t>
                      </a:r>
                      <a:r>
                        <a:rPr dirty="0" sz="14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latin typeface="Verdana"/>
                          <a:cs typeface="Verdana"/>
                        </a:rPr>
                        <a:t>to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 marL="318770">
                        <a:lnSpc>
                          <a:spcPts val="1605"/>
                        </a:lnSpc>
                        <a:spcBef>
                          <a:spcPts val="40"/>
                        </a:spcBef>
                      </a:pPr>
                      <a:r>
                        <a:rPr dirty="0" sz="1400" spc="-10">
                          <a:latin typeface="Verdana"/>
                          <a:cs typeface="Verdana"/>
                        </a:rPr>
                        <a:t>price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5080"/>
                </a:tc>
              </a:tr>
              <a:tr h="4267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 marL="8890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 spc="-10">
                          <a:latin typeface="Verdana"/>
                          <a:cs typeface="Verdana"/>
                        </a:rPr>
                        <a:t>income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2384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dirty="0" sz="1400">
                          <a:latin typeface="Verdana"/>
                          <a:cs typeface="Verdana"/>
                        </a:rPr>
                        <a:t>coffee</a:t>
                      </a:r>
                      <a:r>
                        <a:rPr dirty="0" sz="1400" spc="-35"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latin typeface="Verdana"/>
                          <a:cs typeface="Verdana"/>
                        </a:rPr>
                        <a:t>shop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254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pic>
        <p:nvPicPr>
          <p:cNvPr id="43" name="object 43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68134" y="1623949"/>
            <a:ext cx="156197" cy="22415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544066" y="1625472"/>
            <a:ext cx="230942" cy="225678"/>
          </a:xfrm>
          <a:prstGeom prst="rect">
            <a:avLst/>
          </a:prstGeom>
        </p:spPr>
      </p:pic>
      <p:pic>
        <p:nvPicPr>
          <p:cNvPr id="45" name="object 45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2461641" y="1644014"/>
            <a:ext cx="213030" cy="25019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3187064" y="1660398"/>
            <a:ext cx="208534" cy="261112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984625" y="1738629"/>
            <a:ext cx="201675" cy="212090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9" cstate="print"/>
          <a:stretch>
            <a:fillRect/>
          </a:stretch>
        </p:blipFill>
        <p:spPr>
          <a:xfrm>
            <a:off x="5611367" y="1741804"/>
            <a:ext cx="439801" cy="209804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30" cstate="print"/>
          <a:stretch>
            <a:fillRect/>
          </a:stretch>
        </p:blipFill>
        <p:spPr>
          <a:xfrm>
            <a:off x="6817148" y="1677161"/>
            <a:ext cx="145449" cy="229869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5840603" y="2820542"/>
            <a:ext cx="561086" cy="174370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3697221" y="2339975"/>
            <a:ext cx="96547" cy="127000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916934" y="2281427"/>
            <a:ext cx="926845" cy="192151"/>
          </a:xfrm>
          <a:prstGeom prst="rect">
            <a:avLst/>
          </a:prstGeom>
        </p:spPr>
      </p:pic>
      <p:sp>
        <p:nvSpPr>
          <p:cNvPr id="53" name="object 53"/>
          <p:cNvSpPr/>
          <p:nvPr/>
        </p:nvSpPr>
        <p:spPr>
          <a:xfrm>
            <a:off x="5709920" y="2205100"/>
            <a:ext cx="93980" cy="93980"/>
          </a:xfrm>
          <a:custGeom>
            <a:avLst/>
            <a:gdLst/>
            <a:ahLst/>
            <a:cxnLst/>
            <a:rect l="l" t="t" r="r" b="b"/>
            <a:pathLst>
              <a:path w="93979" h="93980">
                <a:moveTo>
                  <a:pt x="83312" y="8890"/>
                </a:moveTo>
                <a:lnTo>
                  <a:pt x="81280" y="5715"/>
                </a:lnTo>
                <a:lnTo>
                  <a:pt x="69977" y="381"/>
                </a:lnTo>
                <a:lnTo>
                  <a:pt x="68199" y="0"/>
                </a:lnTo>
                <a:lnTo>
                  <a:pt x="5461" y="0"/>
                </a:lnTo>
                <a:lnTo>
                  <a:pt x="0" y="5461"/>
                </a:lnTo>
                <a:lnTo>
                  <a:pt x="0" y="19177"/>
                </a:lnTo>
                <a:lnTo>
                  <a:pt x="5461" y="24765"/>
                </a:lnTo>
                <a:lnTo>
                  <a:pt x="12319" y="24765"/>
                </a:lnTo>
                <a:lnTo>
                  <a:pt x="68199" y="24765"/>
                </a:lnTo>
                <a:lnTo>
                  <a:pt x="69977" y="24257"/>
                </a:lnTo>
                <a:lnTo>
                  <a:pt x="81280" y="19050"/>
                </a:lnTo>
                <a:lnTo>
                  <a:pt x="83312" y="15875"/>
                </a:lnTo>
                <a:lnTo>
                  <a:pt x="83312" y="8890"/>
                </a:lnTo>
                <a:close/>
              </a:path>
              <a:path w="93979" h="93980">
                <a:moveTo>
                  <a:pt x="93472" y="78613"/>
                </a:moveTo>
                <a:lnTo>
                  <a:pt x="91694" y="75438"/>
                </a:lnTo>
                <a:lnTo>
                  <a:pt x="88773" y="73787"/>
                </a:lnTo>
                <a:lnTo>
                  <a:pt x="82804" y="70485"/>
                </a:lnTo>
                <a:lnTo>
                  <a:pt x="81280" y="69596"/>
                </a:lnTo>
                <a:lnTo>
                  <a:pt x="79502" y="69088"/>
                </a:lnTo>
                <a:lnTo>
                  <a:pt x="79222" y="69088"/>
                </a:lnTo>
                <a:lnTo>
                  <a:pt x="69342" y="68262"/>
                </a:lnTo>
                <a:lnTo>
                  <a:pt x="68808" y="68262"/>
                </a:lnTo>
                <a:lnTo>
                  <a:pt x="62915" y="67437"/>
                </a:lnTo>
                <a:lnTo>
                  <a:pt x="61214" y="67208"/>
                </a:lnTo>
                <a:lnTo>
                  <a:pt x="54356" y="65659"/>
                </a:lnTo>
                <a:lnTo>
                  <a:pt x="54610" y="65659"/>
                </a:lnTo>
                <a:lnTo>
                  <a:pt x="48920" y="64262"/>
                </a:lnTo>
                <a:lnTo>
                  <a:pt x="47586" y="63944"/>
                </a:lnTo>
                <a:lnTo>
                  <a:pt x="48514" y="64262"/>
                </a:lnTo>
                <a:lnTo>
                  <a:pt x="47523" y="63944"/>
                </a:lnTo>
                <a:lnTo>
                  <a:pt x="42418" y="62103"/>
                </a:lnTo>
                <a:lnTo>
                  <a:pt x="41910" y="61849"/>
                </a:lnTo>
                <a:lnTo>
                  <a:pt x="36195" y="60071"/>
                </a:lnTo>
                <a:lnTo>
                  <a:pt x="32512" y="59563"/>
                </a:lnTo>
                <a:lnTo>
                  <a:pt x="14859" y="59563"/>
                </a:lnTo>
                <a:lnTo>
                  <a:pt x="9271" y="65024"/>
                </a:lnTo>
                <a:lnTo>
                  <a:pt x="9271" y="78740"/>
                </a:lnTo>
                <a:lnTo>
                  <a:pt x="14859" y="84328"/>
                </a:lnTo>
                <a:lnTo>
                  <a:pt x="30861" y="84328"/>
                </a:lnTo>
                <a:lnTo>
                  <a:pt x="34163" y="85344"/>
                </a:lnTo>
                <a:lnTo>
                  <a:pt x="40259" y="87503"/>
                </a:lnTo>
                <a:lnTo>
                  <a:pt x="41402" y="87884"/>
                </a:lnTo>
                <a:lnTo>
                  <a:pt x="49149" y="89789"/>
                </a:lnTo>
                <a:lnTo>
                  <a:pt x="48895" y="89789"/>
                </a:lnTo>
                <a:lnTo>
                  <a:pt x="57327" y="91694"/>
                </a:lnTo>
                <a:lnTo>
                  <a:pt x="57912" y="91694"/>
                </a:lnTo>
                <a:lnTo>
                  <a:pt x="66167" y="92837"/>
                </a:lnTo>
                <a:lnTo>
                  <a:pt x="66802" y="92837"/>
                </a:lnTo>
                <a:lnTo>
                  <a:pt x="77317" y="93726"/>
                </a:lnTo>
                <a:lnTo>
                  <a:pt x="79336" y="93726"/>
                </a:lnTo>
                <a:lnTo>
                  <a:pt x="81788" y="92583"/>
                </a:lnTo>
                <a:lnTo>
                  <a:pt x="88011" y="89916"/>
                </a:lnTo>
                <a:lnTo>
                  <a:pt x="91059" y="88519"/>
                </a:lnTo>
                <a:lnTo>
                  <a:pt x="93218" y="85471"/>
                </a:lnTo>
                <a:lnTo>
                  <a:pt x="93256" y="84328"/>
                </a:lnTo>
                <a:lnTo>
                  <a:pt x="93281" y="83693"/>
                </a:lnTo>
                <a:lnTo>
                  <a:pt x="93345" y="82042"/>
                </a:lnTo>
                <a:lnTo>
                  <a:pt x="93472" y="78613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4" name="object 5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899784" y="2184654"/>
            <a:ext cx="309752" cy="169418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5523862" y="2202433"/>
            <a:ext cx="96452" cy="127000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3057525" y="2628900"/>
            <a:ext cx="142875" cy="133350"/>
          </a:xfrm>
          <a:prstGeom prst="rect">
            <a:avLst/>
          </a:prstGeom>
        </p:spPr>
      </p:pic>
      <p:pic>
        <p:nvPicPr>
          <p:cNvPr id="57" name="object 57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131940" y="3106039"/>
            <a:ext cx="1003808" cy="774865"/>
          </a:xfrm>
          <a:prstGeom prst="rect">
            <a:avLst/>
          </a:prstGeom>
        </p:spPr>
      </p:pic>
      <p:sp>
        <p:nvSpPr>
          <p:cNvPr id="58" name="object 5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89244" rIns="0" bIns="0" rtlCol="0" vert="horz">
            <a:spAutoFit/>
          </a:bodyPr>
          <a:lstStyle/>
          <a:p>
            <a:pPr marL="86995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Regularization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85532" y="1336675"/>
            <a:ext cx="755015" cy="251460"/>
            <a:chOff x="885532" y="1336675"/>
            <a:chExt cx="755015" cy="2514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85532" y="1367663"/>
              <a:ext cx="114147" cy="22009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036015" y="1336674"/>
              <a:ext cx="604520" cy="250190"/>
            </a:xfrm>
            <a:custGeom>
              <a:avLst/>
              <a:gdLst/>
              <a:ahLst/>
              <a:cxnLst/>
              <a:rect l="l" t="t" r="r" b="b"/>
              <a:pathLst>
                <a:path w="604519" h="250190">
                  <a:moveTo>
                    <a:pt x="79362" y="21082"/>
                  </a:moveTo>
                  <a:lnTo>
                    <a:pt x="75971" y="11430"/>
                  </a:lnTo>
                  <a:lnTo>
                    <a:pt x="58699" y="17691"/>
                  </a:lnTo>
                  <a:lnTo>
                    <a:pt x="43548" y="26758"/>
                  </a:lnTo>
                  <a:lnTo>
                    <a:pt x="11049" y="70078"/>
                  </a:lnTo>
                  <a:lnTo>
                    <a:pt x="1219" y="108839"/>
                  </a:lnTo>
                  <a:lnTo>
                    <a:pt x="0" y="130683"/>
                  </a:lnTo>
                  <a:lnTo>
                    <a:pt x="1092" y="150393"/>
                  </a:lnTo>
                  <a:lnTo>
                    <a:pt x="11010" y="191198"/>
                  </a:lnTo>
                  <a:lnTo>
                    <a:pt x="43472" y="234429"/>
                  </a:lnTo>
                  <a:lnTo>
                    <a:pt x="75971" y="249682"/>
                  </a:lnTo>
                  <a:lnTo>
                    <a:pt x="78994" y="240030"/>
                  </a:lnTo>
                  <a:lnTo>
                    <a:pt x="65417" y="234010"/>
                  </a:lnTo>
                  <a:lnTo>
                    <a:pt x="53695" y="225640"/>
                  </a:lnTo>
                  <a:lnTo>
                    <a:pt x="29667" y="186626"/>
                  </a:lnTo>
                  <a:lnTo>
                    <a:pt x="21780" y="130683"/>
                  </a:lnTo>
                  <a:lnTo>
                    <a:pt x="21729" y="129413"/>
                  </a:lnTo>
                  <a:lnTo>
                    <a:pt x="22606" y="109080"/>
                  </a:lnTo>
                  <a:lnTo>
                    <a:pt x="35852" y="58801"/>
                  </a:lnTo>
                  <a:lnTo>
                    <a:pt x="65620" y="27089"/>
                  </a:lnTo>
                  <a:lnTo>
                    <a:pt x="79362" y="21082"/>
                  </a:lnTo>
                  <a:close/>
                </a:path>
                <a:path w="604519" h="250190">
                  <a:moveTo>
                    <a:pt x="281609" y="27305"/>
                  </a:moveTo>
                  <a:lnTo>
                    <a:pt x="250113" y="0"/>
                  </a:lnTo>
                  <a:lnTo>
                    <a:pt x="243509" y="7493"/>
                  </a:lnTo>
                  <a:lnTo>
                    <a:pt x="263575" y="25019"/>
                  </a:lnTo>
                  <a:lnTo>
                    <a:pt x="82169" y="25019"/>
                  </a:lnTo>
                  <a:lnTo>
                    <a:pt x="82169" y="36830"/>
                  </a:lnTo>
                  <a:lnTo>
                    <a:pt x="263575" y="36830"/>
                  </a:lnTo>
                  <a:lnTo>
                    <a:pt x="243509" y="54229"/>
                  </a:lnTo>
                  <a:lnTo>
                    <a:pt x="250113" y="61849"/>
                  </a:lnTo>
                  <a:lnTo>
                    <a:pt x="281609" y="34544"/>
                  </a:lnTo>
                  <a:lnTo>
                    <a:pt x="281609" y="27305"/>
                  </a:lnTo>
                  <a:close/>
                </a:path>
                <a:path w="604519" h="250190">
                  <a:moveTo>
                    <a:pt x="604431" y="130683"/>
                  </a:moveTo>
                  <a:lnTo>
                    <a:pt x="603237" y="109080"/>
                  </a:lnTo>
                  <a:lnTo>
                    <a:pt x="603224" y="108839"/>
                  </a:lnTo>
                  <a:lnTo>
                    <a:pt x="599554" y="88620"/>
                  </a:lnTo>
                  <a:lnTo>
                    <a:pt x="584758" y="53213"/>
                  </a:lnTo>
                  <a:lnTo>
                    <a:pt x="545731" y="17691"/>
                  </a:lnTo>
                  <a:lnTo>
                    <a:pt x="528497" y="11430"/>
                  </a:lnTo>
                  <a:lnTo>
                    <a:pt x="525068" y="21082"/>
                  </a:lnTo>
                  <a:lnTo>
                    <a:pt x="538848" y="27089"/>
                  </a:lnTo>
                  <a:lnTo>
                    <a:pt x="550697" y="35369"/>
                  </a:lnTo>
                  <a:lnTo>
                    <a:pt x="574789" y="73787"/>
                  </a:lnTo>
                  <a:lnTo>
                    <a:pt x="581799" y="108839"/>
                  </a:lnTo>
                  <a:lnTo>
                    <a:pt x="581837" y="109080"/>
                  </a:lnTo>
                  <a:lnTo>
                    <a:pt x="582726" y="129413"/>
                  </a:lnTo>
                  <a:lnTo>
                    <a:pt x="581837" y="150393"/>
                  </a:lnTo>
                  <a:lnTo>
                    <a:pt x="579196" y="169468"/>
                  </a:lnTo>
                  <a:lnTo>
                    <a:pt x="560628" y="214909"/>
                  </a:lnTo>
                  <a:lnTo>
                    <a:pt x="525449" y="240030"/>
                  </a:lnTo>
                  <a:lnTo>
                    <a:pt x="528497" y="249682"/>
                  </a:lnTo>
                  <a:lnTo>
                    <a:pt x="574001" y="222631"/>
                  </a:lnTo>
                  <a:lnTo>
                    <a:pt x="599567" y="172694"/>
                  </a:lnTo>
                  <a:lnTo>
                    <a:pt x="603224" y="152527"/>
                  </a:lnTo>
                  <a:lnTo>
                    <a:pt x="604431" y="1306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21829" y="1419097"/>
              <a:ext cx="236943" cy="154686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5541" y="1359534"/>
              <a:ext cx="113792" cy="1816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4901" y="2377694"/>
            <a:ext cx="1982393" cy="182275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85628" y="3094647"/>
            <a:ext cx="268605" cy="516890"/>
          </a:xfrm>
          <a:prstGeom prst="rect">
            <a:avLst/>
          </a:prstGeom>
        </p:spPr>
        <p:txBody>
          <a:bodyPr wrap="square" lIns="0" tIns="16510" rIns="0" bIns="0" rtlCol="0" vert="vert27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550" spc="-10">
                <a:latin typeface="Verdana"/>
                <a:cs typeface="Verdana"/>
              </a:rPr>
              <a:t>price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07716" y="2745041"/>
            <a:ext cx="17354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Arial"/>
                <a:cs typeface="Arial"/>
              </a:rPr>
              <a:t>choose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solidFill>
                  <a:srgbClr val="7030A0"/>
                </a:solidFill>
                <a:latin typeface="Cambria Math"/>
                <a:cs typeface="Cambria Math"/>
              </a:rPr>
              <a:t>𝜆</a:t>
            </a:r>
            <a:r>
              <a:rPr dirty="0" sz="1800" spc="150">
                <a:solidFill>
                  <a:srgbClr val="7030A0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5">
                <a:latin typeface="Cambria Math"/>
                <a:cs typeface="Cambria Math"/>
              </a:rPr>
              <a:t> </a:t>
            </a:r>
            <a:r>
              <a:rPr dirty="0" sz="1800" spc="-20">
                <a:latin typeface="Cambria Math"/>
                <a:cs typeface="Cambria Math"/>
              </a:rPr>
              <a:t>10</a:t>
            </a:r>
            <a:r>
              <a:rPr dirty="0" baseline="28806" sz="2025" spc="-30">
                <a:latin typeface="Cambria Math"/>
                <a:cs typeface="Cambria Math"/>
              </a:rPr>
              <a:t>10</a:t>
            </a:r>
            <a:endParaRPr baseline="28806" sz="2025">
              <a:latin typeface="Cambria Math"/>
              <a:cs typeface="Cambria Math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969386" y="3224402"/>
            <a:ext cx="165735" cy="45720"/>
          </a:xfrm>
          <a:custGeom>
            <a:avLst/>
            <a:gdLst/>
            <a:ahLst/>
            <a:cxnLst/>
            <a:rect l="l" t="t" r="r" b="b"/>
            <a:pathLst>
              <a:path w="165735" h="45720">
                <a:moveTo>
                  <a:pt x="142112" y="0"/>
                </a:moveTo>
                <a:lnTo>
                  <a:pt x="137160" y="5588"/>
                </a:lnTo>
                <a:lnTo>
                  <a:pt x="152019" y="18542"/>
                </a:lnTo>
                <a:lnTo>
                  <a:pt x="0" y="18542"/>
                </a:lnTo>
                <a:lnTo>
                  <a:pt x="0" y="27178"/>
                </a:lnTo>
                <a:lnTo>
                  <a:pt x="152019" y="27178"/>
                </a:lnTo>
                <a:lnTo>
                  <a:pt x="137160" y="40132"/>
                </a:lnTo>
                <a:lnTo>
                  <a:pt x="142112" y="45720"/>
                </a:lnTo>
                <a:lnTo>
                  <a:pt x="165481" y="25527"/>
                </a:lnTo>
                <a:lnTo>
                  <a:pt x="165481" y="20193"/>
                </a:lnTo>
                <a:lnTo>
                  <a:pt x="14211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91460" y="3119754"/>
            <a:ext cx="53403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baseline="12500" sz="3000" spc="-30">
                <a:latin typeface="Cambria Math"/>
                <a:cs typeface="Cambria Math"/>
              </a:rPr>
              <a:t>𝑓</a:t>
            </a:r>
            <a:r>
              <a:rPr dirty="0" sz="1500" spc="-20">
                <a:latin typeface="Cambria Math"/>
                <a:cs typeface="Cambria Math"/>
              </a:rPr>
              <a:t>w,𝑏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325355" y="3124326"/>
            <a:ext cx="290830" cy="249554"/>
          </a:xfrm>
          <a:custGeom>
            <a:avLst/>
            <a:gdLst/>
            <a:ahLst/>
            <a:cxnLst/>
            <a:rect l="l" t="t" r="r" b="b"/>
            <a:pathLst>
              <a:path w="290829" h="249554">
                <a:moveTo>
                  <a:pt x="79387" y="21082"/>
                </a:moveTo>
                <a:lnTo>
                  <a:pt x="76085" y="11430"/>
                </a:lnTo>
                <a:lnTo>
                  <a:pt x="58762" y="17678"/>
                </a:lnTo>
                <a:lnTo>
                  <a:pt x="43599" y="26708"/>
                </a:lnTo>
                <a:lnTo>
                  <a:pt x="11099" y="70053"/>
                </a:lnTo>
                <a:lnTo>
                  <a:pt x="1244" y="108724"/>
                </a:lnTo>
                <a:lnTo>
                  <a:pt x="76" y="129286"/>
                </a:lnTo>
                <a:lnTo>
                  <a:pt x="0" y="130556"/>
                </a:lnTo>
                <a:lnTo>
                  <a:pt x="4940" y="172681"/>
                </a:lnTo>
                <a:lnTo>
                  <a:pt x="19697" y="208026"/>
                </a:lnTo>
                <a:lnTo>
                  <a:pt x="58699" y="243370"/>
                </a:lnTo>
                <a:lnTo>
                  <a:pt x="76085" y="249555"/>
                </a:lnTo>
                <a:lnTo>
                  <a:pt x="79006" y="239903"/>
                </a:lnTo>
                <a:lnTo>
                  <a:pt x="65455" y="233934"/>
                </a:lnTo>
                <a:lnTo>
                  <a:pt x="53759" y="225577"/>
                </a:lnTo>
                <a:lnTo>
                  <a:pt x="29756" y="186563"/>
                </a:lnTo>
                <a:lnTo>
                  <a:pt x="21780" y="130556"/>
                </a:lnTo>
                <a:lnTo>
                  <a:pt x="21729" y="129286"/>
                </a:lnTo>
                <a:lnTo>
                  <a:pt x="22618" y="108953"/>
                </a:lnTo>
                <a:lnTo>
                  <a:pt x="35953" y="58801"/>
                </a:lnTo>
                <a:lnTo>
                  <a:pt x="65671" y="27089"/>
                </a:lnTo>
                <a:lnTo>
                  <a:pt x="79387" y="21082"/>
                </a:lnTo>
                <a:close/>
              </a:path>
              <a:path w="290829" h="249554">
                <a:moveTo>
                  <a:pt x="205498" y="27178"/>
                </a:moveTo>
                <a:lnTo>
                  <a:pt x="174002" y="0"/>
                </a:lnTo>
                <a:lnTo>
                  <a:pt x="167271" y="7493"/>
                </a:lnTo>
                <a:lnTo>
                  <a:pt x="187464" y="24892"/>
                </a:lnTo>
                <a:lnTo>
                  <a:pt x="82181" y="24892"/>
                </a:lnTo>
                <a:lnTo>
                  <a:pt x="82181" y="36703"/>
                </a:lnTo>
                <a:lnTo>
                  <a:pt x="187464" y="36703"/>
                </a:lnTo>
                <a:lnTo>
                  <a:pt x="167271" y="54229"/>
                </a:lnTo>
                <a:lnTo>
                  <a:pt x="174002" y="61722"/>
                </a:lnTo>
                <a:lnTo>
                  <a:pt x="205498" y="34544"/>
                </a:lnTo>
                <a:lnTo>
                  <a:pt x="205498" y="27178"/>
                </a:lnTo>
                <a:close/>
              </a:path>
              <a:path w="290829" h="249554">
                <a:moveTo>
                  <a:pt x="290207" y="130556"/>
                </a:moveTo>
                <a:lnTo>
                  <a:pt x="288975" y="108953"/>
                </a:lnTo>
                <a:lnTo>
                  <a:pt x="288963" y="108724"/>
                </a:lnTo>
                <a:lnTo>
                  <a:pt x="285267" y="88557"/>
                </a:lnTo>
                <a:lnTo>
                  <a:pt x="270522" y="53213"/>
                </a:lnTo>
                <a:lnTo>
                  <a:pt x="231495" y="17678"/>
                </a:lnTo>
                <a:lnTo>
                  <a:pt x="214261" y="11430"/>
                </a:lnTo>
                <a:lnTo>
                  <a:pt x="210832" y="21082"/>
                </a:lnTo>
                <a:lnTo>
                  <a:pt x="224612" y="27089"/>
                </a:lnTo>
                <a:lnTo>
                  <a:pt x="236461" y="35382"/>
                </a:lnTo>
                <a:lnTo>
                  <a:pt x="260553" y="73710"/>
                </a:lnTo>
                <a:lnTo>
                  <a:pt x="268490" y="129286"/>
                </a:lnTo>
                <a:lnTo>
                  <a:pt x="267601" y="150317"/>
                </a:lnTo>
                <a:lnTo>
                  <a:pt x="254393" y="201803"/>
                </a:lnTo>
                <a:lnTo>
                  <a:pt x="224764" y="233934"/>
                </a:lnTo>
                <a:lnTo>
                  <a:pt x="211213" y="239903"/>
                </a:lnTo>
                <a:lnTo>
                  <a:pt x="214261" y="249555"/>
                </a:lnTo>
                <a:lnTo>
                  <a:pt x="259765" y="222580"/>
                </a:lnTo>
                <a:lnTo>
                  <a:pt x="285280" y="172681"/>
                </a:lnTo>
                <a:lnTo>
                  <a:pt x="288963" y="152476"/>
                </a:lnTo>
                <a:lnTo>
                  <a:pt x="290207" y="1305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373120" y="3062223"/>
            <a:ext cx="4105275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23850" algn="l"/>
              </a:tabLst>
            </a:pPr>
            <a:r>
              <a:rPr dirty="0" sz="2000" spc="-50">
                <a:latin typeface="Cambria Math"/>
                <a:cs typeface="Cambria Math"/>
              </a:rPr>
              <a:t>x</a:t>
            </a:r>
            <a:r>
              <a:rPr dirty="0" sz="2000">
                <a:latin typeface="Cambria Math"/>
                <a:cs typeface="Cambria Math"/>
              </a:rPr>
              <a:t>	=</a:t>
            </a:r>
            <a:r>
              <a:rPr dirty="0" sz="2000" spc="19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1</a:t>
            </a:r>
            <a:r>
              <a:rPr dirty="0" sz="2000">
                <a:latin typeface="Cambria Math"/>
                <a:cs typeface="Cambria Math"/>
              </a:rPr>
              <a:t>𝑥</a:t>
            </a:r>
            <a:r>
              <a:rPr dirty="0" sz="2000" spc="10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r>
              <a:rPr dirty="0" sz="2000">
                <a:latin typeface="Cambria Math"/>
                <a:cs typeface="Cambria Math"/>
              </a:rPr>
              <a:t>𝑥</a:t>
            </a:r>
            <a:r>
              <a:rPr dirty="0" baseline="27777" sz="2250">
                <a:latin typeface="Cambria Math"/>
                <a:cs typeface="Cambria Math"/>
              </a:rPr>
              <a:t>2</a:t>
            </a:r>
            <a:r>
              <a:rPr dirty="0" baseline="27777" sz="2250" spc="292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 spc="-5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82">
                <a:solidFill>
                  <a:srgbClr val="0096FF"/>
                </a:solidFill>
                <a:latin typeface="Cambria Math"/>
                <a:cs typeface="Cambria Math"/>
              </a:rPr>
              <a:t>3</a:t>
            </a:r>
            <a:r>
              <a:rPr dirty="0" baseline="-16666" sz="2250" spc="-19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 spc="80">
                <a:latin typeface="Cambria Math"/>
                <a:cs typeface="Cambria Math"/>
              </a:rPr>
              <a:t>𝑥</a:t>
            </a:r>
            <a:r>
              <a:rPr dirty="0" baseline="27777" sz="2250" spc="120">
                <a:latin typeface="Cambria Math"/>
                <a:cs typeface="Cambria Math"/>
              </a:rPr>
              <a:t>3</a:t>
            </a:r>
            <a:r>
              <a:rPr dirty="0" baseline="27777" sz="2250" spc="292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-5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0096FF"/>
                </a:solidFill>
                <a:latin typeface="Cambria Math"/>
                <a:cs typeface="Cambria Math"/>
              </a:rPr>
              <a:t>4</a:t>
            </a:r>
            <a:r>
              <a:rPr dirty="0" sz="2000">
                <a:latin typeface="Cambria Math"/>
                <a:cs typeface="Cambria Math"/>
              </a:rPr>
              <a:t>𝑥</a:t>
            </a:r>
            <a:r>
              <a:rPr dirty="0" baseline="27777" sz="2250">
                <a:latin typeface="Cambria Math"/>
                <a:cs typeface="Cambria Math"/>
              </a:rPr>
              <a:t>4</a:t>
            </a:r>
            <a:r>
              <a:rPr dirty="0" baseline="27777" sz="2250" spc="292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+</a:t>
            </a:r>
            <a:r>
              <a:rPr dirty="0" sz="2000" spc="3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FF40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pic>
        <p:nvPicPr>
          <p:cNvPr id="15" name="object 1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963161" y="3481578"/>
            <a:ext cx="293283" cy="150495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3912996" y="3174745"/>
            <a:ext cx="453390" cy="231140"/>
          </a:xfrm>
          <a:custGeom>
            <a:avLst/>
            <a:gdLst/>
            <a:ahLst/>
            <a:cxnLst/>
            <a:rect l="l" t="t" r="r" b="b"/>
            <a:pathLst>
              <a:path w="453389" h="231139">
                <a:moveTo>
                  <a:pt x="76142" y="184099"/>
                </a:moveTo>
                <a:lnTo>
                  <a:pt x="43814" y="195706"/>
                </a:lnTo>
                <a:lnTo>
                  <a:pt x="43052" y="195961"/>
                </a:lnTo>
                <a:lnTo>
                  <a:pt x="24891" y="204216"/>
                </a:lnTo>
                <a:lnTo>
                  <a:pt x="6730" y="212090"/>
                </a:lnTo>
                <a:lnTo>
                  <a:pt x="2158" y="214122"/>
                </a:lnTo>
                <a:lnTo>
                  <a:pt x="0" y="219456"/>
                </a:lnTo>
                <a:lnTo>
                  <a:pt x="3810" y="228854"/>
                </a:lnTo>
                <a:lnTo>
                  <a:pt x="9143" y="231140"/>
                </a:lnTo>
                <a:lnTo>
                  <a:pt x="13842" y="229235"/>
                </a:lnTo>
                <a:lnTo>
                  <a:pt x="32385" y="221996"/>
                </a:lnTo>
                <a:lnTo>
                  <a:pt x="51646" y="214122"/>
                </a:lnTo>
                <a:lnTo>
                  <a:pt x="82571" y="197231"/>
                </a:lnTo>
                <a:lnTo>
                  <a:pt x="96519" y="190373"/>
                </a:lnTo>
                <a:lnTo>
                  <a:pt x="96900" y="190119"/>
                </a:lnTo>
                <a:lnTo>
                  <a:pt x="106774" y="184531"/>
                </a:lnTo>
                <a:lnTo>
                  <a:pt x="75437" y="184531"/>
                </a:lnTo>
                <a:lnTo>
                  <a:pt x="76142" y="184099"/>
                </a:lnTo>
                <a:close/>
              </a:path>
              <a:path w="453389" h="231139">
                <a:moveTo>
                  <a:pt x="76707" y="183896"/>
                </a:moveTo>
                <a:lnTo>
                  <a:pt x="76142" y="184099"/>
                </a:lnTo>
                <a:lnTo>
                  <a:pt x="75437" y="184531"/>
                </a:lnTo>
                <a:lnTo>
                  <a:pt x="76707" y="183896"/>
                </a:lnTo>
                <a:close/>
              </a:path>
              <a:path w="453389" h="231139">
                <a:moveTo>
                  <a:pt x="107896" y="183896"/>
                </a:moveTo>
                <a:lnTo>
                  <a:pt x="76707" y="183896"/>
                </a:lnTo>
                <a:lnTo>
                  <a:pt x="75437" y="184531"/>
                </a:lnTo>
                <a:lnTo>
                  <a:pt x="106774" y="184531"/>
                </a:lnTo>
                <a:lnTo>
                  <a:pt x="107896" y="183896"/>
                </a:lnTo>
                <a:close/>
              </a:path>
              <a:path w="453389" h="231139">
                <a:moveTo>
                  <a:pt x="444245" y="0"/>
                </a:moveTo>
                <a:lnTo>
                  <a:pt x="441578" y="1143"/>
                </a:lnTo>
                <a:lnTo>
                  <a:pt x="414274" y="12318"/>
                </a:lnTo>
                <a:lnTo>
                  <a:pt x="414019" y="12446"/>
                </a:lnTo>
                <a:lnTo>
                  <a:pt x="344169" y="43053"/>
                </a:lnTo>
                <a:lnTo>
                  <a:pt x="278891" y="74295"/>
                </a:lnTo>
                <a:lnTo>
                  <a:pt x="233299" y="97155"/>
                </a:lnTo>
                <a:lnTo>
                  <a:pt x="214249" y="107187"/>
                </a:lnTo>
                <a:lnTo>
                  <a:pt x="196214" y="116205"/>
                </a:lnTo>
                <a:lnTo>
                  <a:pt x="158368" y="137160"/>
                </a:lnTo>
                <a:lnTo>
                  <a:pt x="130170" y="153254"/>
                </a:lnTo>
                <a:lnTo>
                  <a:pt x="111894" y="162687"/>
                </a:lnTo>
                <a:lnTo>
                  <a:pt x="111760" y="162687"/>
                </a:lnTo>
                <a:lnTo>
                  <a:pt x="88900" y="176276"/>
                </a:lnTo>
                <a:lnTo>
                  <a:pt x="76142" y="184099"/>
                </a:lnTo>
                <a:lnTo>
                  <a:pt x="76707" y="183896"/>
                </a:lnTo>
                <a:lnTo>
                  <a:pt x="107896" y="183896"/>
                </a:lnTo>
                <a:lnTo>
                  <a:pt x="120014" y="177037"/>
                </a:lnTo>
                <a:lnTo>
                  <a:pt x="166377" y="151379"/>
                </a:lnTo>
                <a:lnTo>
                  <a:pt x="187578" y="140335"/>
                </a:lnTo>
                <a:lnTo>
                  <a:pt x="222123" y="123062"/>
                </a:lnTo>
                <a:lnTo>
                  <a:pt x="222376" y="123062"/>
                </a:lnTo>
                <a:lnTo>
                  <a:pt x="261492" y="102362"/>
                </a:lnTo>
                <a:lnTo>
                  <a:pt x="311912" y="76835"/>
                </a:lnTo>
                <a:lnTo>
                  <a:pt x="331097" y="66929"/>
                </a:lnTo>
                <a:lnTo>
                  <a:pt x="350466" y="57737"/>
                </a:lnTo>
                <a:lnTo>
                  <a:pt x="378570" y="45419"/>
                </a:lnTo>
                <a:lnTo>
                  <a:pt x="378439" y="45419"/>
                </a:lnTo>
                <a:lnTo>
                  <a:pt x="420343" y="27118"/>
                </a:lnTo>
                <a:lnTo>
                  <a:pt x="447675" y="16002"/>
                </a:lnTo>
                <a:lnTo>
                  <a:pt x="450341" y="14986"/>
                </a:lnTo>
                <a:lnTo>
                  <a:pt x="452247" y="12446"/>
                </a:lnTo>
                <a:lnTo>
                  <a:pt x="453008" y="6858"/>
                </a:lnTo>
                <a:lnTo>
                  <a:pt x="451865" y="3937"/>
                </a:lnTo>
                <a:lnTo>
                  <a:pt x="449579" y="2286"/>
                </a:lnTo>
                <a:lnTo>
                  <a:pt x="447293" y="508"/>
                </a:lnTo>
                <a:lnTo>
                  <a:pt x="444245" y="0"/>
                </a:lnTo>
                <a:close/>
              </a:path>
              <a:path w="453389" h="231139">
                <a:moveTo>
                  <a:pt x="383970" y="43053"/>
                </a:moveTo>
                <a:lnTo>
                  <a:pt x="378439" y="45419"/>
                </a:lnTo>
                <a:lnTo>
                  <a:pt x="378570" y="45419"/>
                </a:lnTo>
                <a:lnTo>
                  <a:pt x="383970" y="43053"/>
                </a:lnTo>
                <a:close/>
              </a:path>
              <a:path w="453389" h="231139">
                <a:moveTo>
                  <a:pt x="420515" y="27118"/>
                </a:moveTo>
                <a:lnTo>
                  <a:pt x="420354" y="27118"/>
                </a:lnTo>
                <a:lnTo>
                  <a:pt x="418143" y="28089"/>
                </a:lnTo>
                <a:lnTo>
                  <a:pt x="420515" y="27118"/>
                </a:lnTo>
                <a:close/>
              </a:path>
            </a:pathLst>
          </a:custGeom>
          <a:solidFill>
            <a:srgbClr val="5B2D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object 1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4743958" y="3488309"/>
            <a:ext cx="284504" cy="137287"/>
          </a:xfrm>
          <a:prstGeom prst="rect">
            <a:avLst/>
          </a:prstGeom>
        </p:spPr>
      </p:pic>
      <p:sp>
        <p:nvSpPr>
          <p:cNvPr id="18" name="object 18"/>
          <p:cNvSpPr/>
          <p:nvPr/>
        </p:nvSpPr>
        <p:spPr>
          <a:xfrm>
            <a:off x="4705401" y="3165475"/>
            <a:ext cx="570230" cy="220345"/>
          </a:xfrm>
          <a:custGeom>
            <a:avLst/>
            <a:gdLst/>
            <a:ahLst/>
            <a:cxnLst/>
            <a:rect l="l" t="t" r="r" b="b"/>
            <a:pathLst>
              <a:path w="570229" h="220345">
                <a:moveTo>
                  <a:pt x="16331" y="193929"/>
                </a:moveTo>
                <a:lnTo>
                  <a:pt x="7335" y="195304"/>
                </a:lnTo>
                <a:lnTo>
                  <a:pt x="1512" y="201197"/>
                </a:lnTo>
                <a:lnTo>
                  <a:pt x="1032" y="201802"/>
                </a:lnTo>
                <a:lnTo>
                  <a:pt x="929" y="204216"/>
                </a:lnTo>
                <a:lnTo>
                  <a:pt x="837" y="206375"/>
                </a:lnTo>
                <a:lnTo>
                  <a:pt x="781" y="208938"/>
                </a:lnTo>
                <a:lnTo>
                  <a:pt x="1853" y="211581"/>
                </a:lnTo>
                <a:lnTo>
                  <a:pt x="2791" y="213994"/>
                </a:lnTo>
                <a:lnTo>
                  <a:pt x="3696" y="216197"/>
                </a:lnTo>
                <a:lnTo>
                  <a:pt x="6266" y="217910"/>
                </a:lnTo>
                <a:lnTo>
                  <a:pt x="10362" y="218820"/>
                </a:lnTo>
                <a:lnTo>
                  <a:pt x="16204" y="220218"/>
                </a:lnTo>
                <a:lnTo>
                  <a:pt x="22046" y="217297"/>
                </a:lnTo>
                <a:lnTo>
                  <a:pt x="24459" y="211836"/>
                </a:lnTo>
                <a:lnTo>
                  <a:pt x="25602" y="209295"/>
                </a:lnTo>
                <a:lnTo>
                  <a:pt x="26745" y="207010"/>
                </a:lnTo>
                <a:lnTo>
                  <a:pt x="26745" y="204216"/>
                </a:lnTo>
                <a:lnTo>
                  <a:pt x="17855" y="195452"/>
                </a:lnTo>
                <a:lnTo>
                  <a:pt x="15721" y="194563"/>
                </a:lnTo>
                <a:lnTo>
                  <a:pt x="13560" y="194563"/>
                </a:lnTo>
                <a:lnTo>
                  <a:pt x="14509" y="194227"/>
                </a:lnTo>
                <a:lnTo>
                  <a:pt x="14914" y="194227"/>
                </a:lnTo>
                <a:lnTo>
                  <a:pt x="16331" y="193929"/>
                </a:lnTo>
                <a:close/>
              </a:path>
              <a:path w="570229" h="220345">
                <a:moveTo>
                  <a:pt x="6266" y="217910"/>
                </a:moveTo>
                <a:lnTo>
                  <a:pt x="8203" y="219201"/>
                </a:lnTo>
                <a:lnTo>
                  <a:pt x="11955" y="219201"/>
                </a:lnTo>
                <a:lnTo>
                  <a:pt x="10362" y="218820"/>
                </a:lnTo>
                <a:lnTo>
                  <a:pt x="6266" y="217910"/>
                </a:lnTo>
                <a:close/>
              </a:path>
              <a:path w="570229" h="220345">
                <a:moveTo>
                  <a:pt x="94376" y="193929"/>
                </a:moveTo>
                <a:lnTo>
                  <a:pt x="16331" y="193929"/>
                </a:lnTo>
                <a:lnTo>
                  <a:pt x="14914" y="194227"/>
                </a:lnTo>
                <a:lnTo>
                  <a:pt x="17855" y="195452"/>
                </a:lnTo>
                <a:lnTo>
                  <a:pt x="20522" y="196469"/>
                </a:lnTo>
                <a:lnTo>
                  <a:pt x="22935" y="197485"/>
                </a:lnTo>
                <a:lnTo>
                  <a:pt x="24840" y="199389"/>
                </a:lnTo>
                <a:lnTo>
                  <a:pt x="25856" y="201802"/>
                </a:lnTo>
                <a:lnTo>
                  <a:pt x="26745" y="204216"/>
                </a:lnTo>
                <a:lnTo>
                  <a:pt x="26745" y="207010"/>
                </a:lnTo>
                <a:lnTo>
                  <a:pt x="25602" y="209295"/>
                </a:lnTo>
                <a:lnTo>
                  <a:pt x="22046" y="217297"/>
                </a:lnTo>
                <a:lnTo>
                  <a:pt x="18236" y="219201"/>
                </a:lnTo>
                <a:lnTo>
                  <a:pt x="19972" y="219201"/>
                </a:lnTo>
                <a:lnTo>
                  <a:pt x="24713" y="218312"/>
                </a:lnTo>
                <a:lnTo>
                  <a:pt x="24459" y="218312"/>
                </a:lnTo>
                <a:lnTo>
                  <a:pt x="33476" y="216788"/>
                </a:lnTo>
                <a:lnTo>
                  <a:pt x="35127" y="216407"/>
                </a:lnTo>
                <a:lnTo>
                  <a:pt x="42747" y="213994"/>
                </a:lnTo>
                <a:lnTo>
                  <a:pt x="42603" y="213994"/>
                </a:lnTo>
                <a:lnTo>
                  <a:pt x="51764" y="211074"/>
                </a:lnTo>
                <a:lnTo>
                  <a:pt x="68655" y="204597"/>
                </a:lnTo>
                <a:lnTo>
                  <a:pt x="69036" y="204469"/>
                </a:lnTo>
                <a:lnTo>
                  <a:pt x="90372" y="195580"/>
                </a:lnTo>
                <a:lnTo>
                  <a:pt x="90626" y="195580"/>
                </a:lnTo>
                <a:lnTo>
                  <a:pt x="94376" y="193929"/>
                </a:lnTo>
                <a:close/>
              </a:path>
              <a:path w="570229" h="220345">
                <a:moveTo>
                  <a:pt x="3696" y="216197"/>
                </a:moveTo>
                <a:lnTo>
                  <a:pt x="3803" y="216407"/>
                </a:lnTo>
                <a:lnTo>
                  <a:pt x="4647" y="217550"/>
                </a:lnTo>
                <a:lnTo>
                  <a:pt x="6266" y="217910"/>
                </a:lnTo>
                <a:lnTo>
                  <a:pt x="3696" y="216197"/>
                </a:lnTo>
                <a:close/>
              </a:path>
              <a:path w="570229" h="220345">
                <a:moveTo>
                  <a:pt x="781" y="208938"/>
                </a:moveTo>
                <a:lnTo>
                  <a:pt x="710" y="212217"/>
                </a:lnTo>
                <a:lnTo>
                  <a:pt x="3648" y="216197"/>
                </a:lnTo>
                <a:lnTo>
                  <a:pt x="1952" y="211836"/>
                </a:lnTo>
                <a:lnTo>
                  <a:pt x="781" y="208938"/>
                </a:lnTo>
                <a:close/>
              </a:path>
              <a:path w="570229" h="220345">
                <a:moveTo>
                  <a:pt x="1032" y="201802"/>
                </a:moveTo>
                <a:lnTo>
                  <a:pt x="468" y="204216"/>
                </a:lnTo>
                <a:lnTo>
                  <a:pt x="47" y="206375"/>
                </a:lnTo>
                <a:lnTo>
                  <a:pt x="0" y="207010"/>
                </a:lnTo>
                <a:lnTo>
                  <a:pt x="781" y="208938"/>
                </a:lnTo>
                <a:lnTo>
                  <a:pt x="837" y="206375"/>
                </a:lnTo>
                <a:lnTo>
                  <a:pt x="929" y="204216"/>
                </a:lnTo>
                <a:lnTo>
                  <a:pt x="1032" y="201802"/>
                </a:lnTo>
                <a:close/>
              </a:path>
              <a:path w="570229" h="220345">
                <a:moveTo>
                  <a:pt x="7335" y="195304"/>
                </a:moveTo>
                <a:lnTo>
                  <a:pt x="5536" y="195580"/>
                </a:lnTo>
                <a:lnTo>
                  <a:pt x="1091" y="200406"/>
                </a:lnTo>
                <a:lnTo>
                  <a:pt x="1032" y="201802"/>
                </a:lnTo>
                <a:lnTo>
                  <a:pt x="1512" y="201197"/>
                </a:lnTo>
                <a:lnTo>
                  <a:pt x="7335" y="195304"/>
                </a:lnTo>
                <a:close/>
              </a:path>
              <a:path w="570229" h="220345">
                <a:moveTo>
                  <a:pt x="13283" y="193548"/>
                </a:moveTo>
                <a:lnTo>
                  <a:pt x="8076" y="194563"/>
                </a:lnTo>
                <a:lnTo>
                  <a:pt x="7335" y="195304"/>
                </a:lnTo>
                <a:lnTo>
                  <a:pt x="14380" y="194227"/>
                </a:lnTo>
                <a:lnTo>
                  <a:pt x="14914" y="194227"/>
                </a:lnTo>
                <a:lnTo>
                  <a:pt x="13283" y="193548"/>
                </a:lnTo>
                <a:close/>
              </a:path>
              <a:path w="570229" h="220345">
                <a:moveTo>
                  <a:pt x="14914" y="194227"/>
                </a:moveTo>
                <a:lnTo>
                  <a:pt x="14509" y="194227"/>
                </a:lnTo>
                <a:lnTo>
                  <a:pt x="13560" y="194563"/>
                </a:lnTo>
                <a:lnTo>
                  <a:pt x="13315" y="194563"/>
                </a:lnTo>
                <a:lnTo>
                  <a:pt x="14914" y="194227"/>
                </a:lnTo>
                <a:close/>
              </a:path>
              <a:path w="570229" h="220345">
                <a:moveTo>
                  <a:pt x="14914" y="194227"/>
                </a:moveTo>
                <a:lnTo>
                  <a:pt x="13315" y="194563"/>
                </a:lnTo>
                <a:lnTo>
                  <a:pt x="15721" y="194563"/>
                </a:lnTo>
                <a:lnTo>
                  <a:pt x="14914" y="194227"/>
                </a:lnTo>
                <a:close/>
              </a:path>
              <a:path w="570229" h="220345">
                <a:moveTo>
                  <a:pt x="28269" y="190626"/>
                </a:moveTo>
                <a:lnTo>
                  <a:pt x="19252" y="192658"/>
                </a:lnTo>
                <a:lnTo>
                  <a:pt x="17855" y="193039"/>
                </a:lnTo>
                <a:lnTo>
                  <a:pt x="14509" y="194227"/>
                </a:lnTo>
                <a:lnTo>
                  <a:pt x="14380" y="194227"/>
                </a:lnTo>
                <a:lnTo>
                  <a:pt x="16331" y="193929"/>
                </a:lnTo>
                <a:lnTo>
                  <a:pt x="94376" y="193929"/>
                </a:lnTo>
                <a:lnTo>
                  <a:pt x="101011" y="191007"/>
                </a:lnTo>
                <a:lnTo>
                  <a:pt x="26745" y="191007"/>
                </a:lnTo>
                <a:lnTo>
                  <a:pt x="28269" y="190626"/>
                </a:lnTo>
                <a:close/>
              </a:path>
              <a:path w="570229" h="220345">
                <a:moveTo>
                  <a:pt x="253440" y="97408"/>
                </a:moveTo>
                <a:lnTo>
                  <a:pt x="121106" y="150494"/>
                </a:lnTo>
                <a:lnTo>
                  <a:pt x="120852" y="150622"/>
                </a:lnTo>
                <a:lnTo>
                  <a:pt x="99262" y="160019"/>
                </a:lnTo>
                <a:lnTo>
                  <a:pt x="79639" y="168973"/>
                </a:lnTo>
                <a:lnTo>
                  <a:pt x="34037" y="188421"/>
                </a:lnTo>
                <a:lnTo>
                  <a:pt x="26745" y="191007"/>
                </a:lnTo>
                <a:lnTo>
                  <a:pt x="26578" y="191007"/>
                </a:lnTo>
                <a:lnTo>
                  <a:pt x="28269" y="190626"/>
                </a:lnTo>
                <a:lnTo>
                  <a:pt x="101876" y="190626"/>
                </a:lnTo>
                <a:lnTo>
                  <a:pt x="110819" y="186689"/>
                </a:lnTo>
                <a:lnTo>
                  <a:pt x="208835" y="144014"/>
                </a:lnTo>
                <a:lnTo>
                  <a:pt x="208623" y="144014"/>
                </a:lnTo>
                <a:lnTo>
                  <a:pt x="326465" y="97536"/>
                </a:lnTo>
                <a:lnTo>
                  <a:pt x="253440" y="97536"/>
                </a:lnTo>
                <a:lnTo>
                  <a:pt x="253440" y="97408"/>
                </a:lnTo>
                <a:close/>
              </a:path>
              <a:path w="570229" h="220345">
                <a:moveTo>
                  <a:pt x="101876" y="190626"/>
                </a:moveTo>
                <a:lnTo>
                  <a:pt x="28269" y="190626"/>
                </a:lnTo>
                <a:lnTo>
                  <a:pt x="26745" y="191007"/>
                </a:lnTo>
                <a:lnTo>
                  <a:pt x="101011" y="191007"/>
                </a:lnTo>
                <a:lnTo>
                  <a:pt x="101876" y="190626"/>
                </a:lnTo>
                <a:close/>
              </a:path>
              <a:path w="570229" h="220345">
                <a:moveTo>
                  <a:pt x="210778" y="143163"/>
                </a:moveTo>
                <a:lnTo>
                  <a:pt x="208623" y="144014"/>
                </a:lnTo>
                <a:lnTo>
                  <a:pt x="209244" y="143859"/>
                </a:lnTo>
                <a:lnTo>
                  <a:pt x="210778" y="143163"/>
                </a:lnTo>
                <a:close/>
              </a:path>
              <a:path w="570229" h="220345">
                <a:moveTo>
                  <a:pt x="209189" y="143859"/>
                </a:moveTo>
                <a:lnTo>
                  <a:pt x="208623" y="144014"/>
                </a:lnTo>
                <a:lnTo>
                  <a:pt x="208835" y="144014"/>
                </a:lnTo>
                <a:lnTo>
                  <a:pt x="209189" y="143859"/>
                </a:lnTo>
                <a:close/>
              </a:path>
              <a:path w="570229" h="220345">
                <a:moveTo>
                  <a:pt x="516622" y="10460"/>
                </a:moveTo>
                <a:lnTo>
                  <a:pt x="500582" y="12064"/>
                </a:lnTo>
                <a:lnTo>
                  <a:pt x="498804" y="12445"/>
                </a:lnTo>
                <a:lnTo>
                  <a:pt x="470483" y="20193"/>
                </a:lnTo>
                <a:lnTo>
                  <a:pt x="440387" y="29588"/>
                </a:lnTo>
                <a:lnTo>
                  <a:pt x="412317" y="37973"/>
                </a:lnTo>
                <a:lnTo>
                  <a:pt x="411809" y="38226"/>
                </a:lnTo>
                <a:lnTo>
                  <a:pt x="347166" y="60832"/>
                </a:lnTo>
                <a:lnTo>
                  <a:pt x="317321" y="72262"/>
                </a:lnTo>
                <a:lnTo>
                  <a:pt x="253440" y="97536"/>
                </a:lnTo>
                <a:lnTo>
                  <a:pt x="326465" y="97536"/>
                </a:lnTo>
                <a:lnTo>
                  <a:pt x="356839" y="85716"/>
                </a:lnTo>
                <a:lnTo>
                  <a:pt x="420445" y="62992"/>
                </a:lnTo>
                <a:lnTo>
                  <a:pt x="448258" y="53593"/>
                </a:lnTo>
                <a:lnTo>
                  <a:pt x="477595" y="43306"/>
                </a:lnTo>
                <a:lnTo>
                  <a:pt x="505408" y="33908"/>
                </a:lnTo>
                <a:lnTo>
                  <a:pt x="506297" y="33527"/>
                </a:lnTo>
                <a:lnTo>
                  <a:pt x="520269" y="27305"/>
                </a:lnTo>
                <a:lnTo>
                  <a:pt x="520013" y="27305"/>
                </a:lnTo>
                <a:lnTo>
                  <a:pt x="521410" y="26797"/>
                </a:lnTo>
                <a:lnTo>
                  <a:pt x="522025" y="26797"/>
                </a:lnTo>
                <a:lnTo>
                  <a:pt x="545309" y="20918"/>
                </a:lnTo>
                <a:lnTo>
                  <a:pt x="545651" y="20750"/>
                </a:lnTo>
                <a:lnTo>
                  <a:pt x="552776" y="19247"/>
                </a:lnTo>
                <a:lnTo>
                  <a:pt x="566876" y="16891"/>
                </a:lnTo>
                <a:lnTo>
                  <a:pt x="570051" y="12445"/>
                </a:lnTo>
                <a:lnTo>
                  <a:pt x="569759" y="10668"/>
                </a:lnTo>
                <a:lnTo>
                  <a:pt x="515822" y="10668"/>
                </a:lnTo>
                <a:lnTo>
                  <a:pt x="516622" y="10460"/>
                </a:lnTo>
                <a:close/>
              </a:path>
              <a:path w="570229" h="220345">
                <a:moveTo>
                  <a:pt x="447704" y="27305"/>
                </a:moveTo>
                <a:lnTo>
                  <a:pt x="440100" y="29588"/>
                </a:lnTo>
                <a:lnTo>
                  <a:pt x="440387" y="29588"/>
                </a:lnTo>
                <a:lnTo>
                  <a:pt x="447704" y="27305"/>
                </a:lnTo>
                <a:close/>
              </a:path>
              <a:path w="570229" h="220345">
                <a:moveTo>
                  <a:pt x="521094" y="26937"/>
                </a:moveTo>
                <a:lnTo>
                  <a:pt x="520013" y="27305"/>
                </a:lnTo>
                <a:lnTo>
                  <a:pt x="520605" y="27155"/>
                </a:lnTo>
                <a:lnTo>
                  <a:pt x="521094" y="26937"/>
                </a:lnTo>
                <a:close/>
              </a:path>
              <a:path w="570229" h="220345">
                <a:moveTo>
                  <a:pt x="520605" y="27155"/>
                </a:moveTo>
                <a:lnTo>
                  <a:pt x="520013" y="27305"/>
                </a:lnTo>
                <a:lnTo>
                  <a:pt x="520269" y="27305"/>
                </a:lnTo>
                <a:lnTo>
                  <a:pt x="520605" y="27155"/>
                </a:lnTo>
                <a:close/>
              </a:path>
              <a:path w="570229" h="220345">
                <a:moveTo>
                  <a:pt x="522025" y="26797"/>
                </a:moveTo>
                <a:lnTo>
                  <a:pt x="521410" y="26797"/>
                </a:lnTo>
                <a:lnTo>
                  <a:pt x="520605" y="27155"/>
                </a:lnTo>
                <a:lnTo>
                  <a:pt x="522025" y="26797"/>
                </a:lnTo>
                <a:close/>
              </a:path>
              <a:path w="570229" h="220345">
                <a:moveTo>
                  <a:pt x="547670" y="20322"/>
                </a:moveTo>
                <a:lnTo>
                  <a:pt x="545651" y="20750"/>
                </a:lnTo>
                <a:lnTo>
                  <a:pt x="545309" y="20918"/>
                </a:lnTo>
                <a:lnTo>
                  <a:pt x="547670" y="20322"/>
                </a:lnTo>
                <a:close/>
              </a:path>
              <a:path w="570229" h="220345">
                <a:moveTo>
                  <a:pt x="564082" y="0"/>
                </a:moveTo>
                <a:lnTo>
                  <a:pt x="559383" y="762"/>
                </a:lnTo>
                <a:lnTo>
                  <a:pt x="557224" y="1143"/>
                </a:lnTo>
                <a:lnTo>
                  <a:pt x="550493" y="2158"/>
                </a:lnTo>
                <a:lnTo>
                  <a:pt x="549985" y="2286"/>
                </a:lnTo>
                <a:lnTo>
                  <a:pt x="541730" y="4063"/>
                </a:lnTo>
                <a:lnTo>
                  <a:pt x="541349" y="4063"/>
                </a:lnTo>
                <a:lnTo>
                  <a:pt x="515822" y="10668"/>
                </a:lnTo>
                <a:lnTo>
                  <a:pt x="516857" y="10460"/>
                </a:lnTo>
                <a:lnTo>
                  <a:pt x="569725" y="10460"/>
                </a:lnTo>
                <a:lnTo>
                  <a:pt x="568527" y="3175"/>
                </a:lnTo>
                <a:lnTo>
                  <a:pt x="564082" y="0"/>
                </a:lnTo>
                <a:close/>
              </a:path>
              <a:path w="570229" h="220345">
                <a:moveTo>
                  <a:pt x="569725" y="10460"/>
                </a:moveTo>
                <a:lnTo>
                  <a:pt x="516857" y="10460"/>
                </a:lnTo>
                <a:lnTo>
                  <a:pt x="515822" y="10668"/>
                </a:lnTo>
                <a:lnTo>
                  <a:pt x="569759" y="10668"/>
                </a:lnTo>
                <a:lnTo>
                  <a:pt x="569725" y="10460"/>
                </a:lnTo>
                <a:close/>
              </a:path>
            </a:pathLst>
          </a:custGeom>
          <a:solidFill>
            <a:srgbClr val="5B2D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9" name="object 1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556630" y="3473958"/>
            <a:ext cx="290639" cy="124587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5502147" y="3094863"/>
            <a:ext cx="624205" cy="317500"/>
          </a:xfrm>
          <a:custGeom>
            <a:avLst/>
            <a:gdLst/>
            <a:ahLst/>
            <a:cxnLst/>
            <a:rect l="l" t="t" r="r" b="b"/>
            <a:pathLst>
              <a:path w="624204" h="317500">
                <a:moveTo>
                  <a:pt x="82267" y="251252"/>
                </a:moveTo>
                <a:lnTo>
                  <a:pt x="38988" y="274574"/>
                </a:lnTo>
                <a:lnTo>
                  <a:pt x="1650" y="298576"/>
                </a:lnTo>
                <a:lnTo>
                  <a:pt x="0" y="305307"/>
                </a:lnTo>
                <a:lnTo>
                  <a:pt x="6350" y="315722"/>
                </a:lnTo>
                <a:lnTo>
                  <a:pt x="12953" y="317500"/>
                </a:lnTo>
                <a:lnTo>
                  <a:pt x="51562" y="296291"/>
                </a:lnTo>
                <a:lnTo>
                  <a:pt x="51942" y="296163"/>
                </a:lnTo>
                <a:lnTo>
                  <a:pt x="80899" y="279273"/>
                </a:lnTo>
                <a:lnTo>
                  <a:pt x="83057" y="277749"/>
                </a:lnTo>
                <a:lnTo>
                  <a:pt x="92574" y="269239"/>
                </a:lnTo>
                <a:lnTo>
                  <a:pt x="92201" y="269239"/>
                </a:lnTo>
                <a:lnTo>
                  <a:pt x="93852" y="268097"/>
                </a:lnTo>
                <a:lnTo>
                  <a:pt x="94164" y="268097"/>
                </a:lnTo>
                <a:lnTo>
                  <a:pt x="105282" y="261619"/>
                </a:lnTo>
                <a:lnTo>
                  <a:pt x="120014" y="252730"/>
                </a:lnTo>
                <a:lnTo>
                  <a:pt x="121983" y="251713"/>
                </a:lnTo>
                <a:lnTo>
                  <a:pt x="81534" y="251713"/>
                </a:lnTo>
                <a:lnTo>
                  <a:pt x="82267" y="251252"/>
                </a:lnTo>
                <a:close/>
              </a:path>
              <a:path w="624204" h="317500">
                <a:moveTo>
                  <a:pt x="93852" y="268097"/>
                </a:moveTo>
                <a:lnTo>
                  <a:pt x="92201" y="269239"/>
                </a:lnTo>
                <a:lnTo>
                  <a:pt x="93271" y="268617"/>
                </a:lnTo>
                <a:lnTo>
                  <a:pt x="93852" y="268097"/>
                </a:lnTo>
                <a:close/>
              </a:path>
              <a:path w="624204" h="317500">
                <a:moveTo>
                  <a:pt x="93271" y="268617"/>
                </a:moveTo>
                <a:lnTo>
                  <a:pt x="92201" y="269239"/>
                </a:lnTo>
                <a:lnTo>
                  <a:pt x="92574" y="269239"/>
                </a:lnTo>
                <a:lnTo>
                  <a:pt x="93271" y="268617"/>
                </a:lnTo>
                <a:close/>
              </a:path>
              <a:path w="624204" h="317500">
                <a:moveTo>
                  <a:pt x="94164" y="268097"/>
                </a:moveTo>
                <a:lnTo>
                  <a:pt x="93852" y="268097"/>
                </a:lnTo>
                <a:lnTo>
                  <a:pt x="93271" y="268617"/>
                </a:lnTo>
                <a:lnTo>
                  <a:pt x="94164" y="268097"/>
                </a:lnTo>
                <a:close/>
              </a:path>
              <a:path w="624204" h="317500">
                <a:moveTo>
                  <a:pt x="83438" y="250825"/>
                </a:moveTo>
                <a:lnTo>
                  <a:pt x="82267" y="251252"/>
                </a:lnTo>
                <a:lnTo>
                  <a:pt x="81534" y="251713"/>
                </a:lnTo>
                <a:lnTo>
                  <a:pt x="83438" y="250825"/>
                </a:lnTo>
                <a:close/>
              </a:path>
              <a:path w="624204" h="317500">
                <a:moveTo>
                  <a:pt x="123721" y="250825"/>
                </a:moveTo>
                <a:lnTo>
                  <a:pt x="83438" y="250825"/>
                </a:lnTo>
                <a:lnTo>
                  <a:pt x="81534" y="251713"/>
                </a:lnTo>
                <a:lnTo>
                  <a:pt x="121983" y="251713"/>
                </a:lnTo>
                <a:lnTo>
                  <a:pt x="123721" y="250825"/>
                </a:lnTo>
                <a:close/>
              </a:path>
              <a:path w="624204" h="317500">
                <a:moveTo>
                  <a:pt x="542028" y="53436"/>
                </a:moveTo>
                <a:lnTo>
                  <a:pt x="479088" y="53436"/>
                </a:lnTo>
                <a:lnTo>
                  <a:pt x="424561" y="78486"/>
                </a:lnTo>
                <a:lnTo>
                  <a:pt x="404875" y="87884"/>
                </a:lnTo>
                <a:lnTo>
                  <a:pt x="386296" y="96562"/>
                </a:lnTo>
                <a:lnTo>
                  <a:pt x="356714" y="109855"/>
                </a:lnTo>
                <a:lnTo>
                  <a:pt x="356869" y="109855"/>
                </a:lnTo>
                <a:lnTo>
                  <a:pt x="267080" y="150749"/>
                </a:lnTo>
                <a:lnTo>
                  <a:pt x="243204" y="162051"/>
                </a:lnTo>
                <a:lnTo>
                  <a:pt x="220599" y="172466"/>
                </a:lnTo>
                <a:lnTo>
                  <a:pt x="220217" y="172719"/>
                </a:lnTo>
                <a:lnTo>
                  <a:pt x="199136" y="183261"/>
                </a:lnTo>
                <a:lnTo>
                  <a:pt x="167512" y="199389"/>
                </a:lnTo>
                <a:lnTo>
                  <a:pt x="167131" y="199517"/>
                </a:lnTo>
                <a:lnTo>
                  <a:pt x="140588" y="214249"/>
                </a:lnTo>
                <a:lnTo>
                  <a:pt x="140080" y="214503"/>
                </a:lnTo>
                <a:lnTo>
                  <a:pt x="123698" y="224409"/>
                </a:lnTo>
                <a:lnTo>
                  <a:pt x="109102" y="234139"/>
                </a:lnTo>
                <a:lnTo>
                  <a:pt x="108437" y="234537"/>
                </a:lnTo>
                <a:lnTo>
                  <a:pt x="94234" y="243712"/>
                </a:lnTo>
                <a:lnTo>
                  <a:pt x="82267" y="251252"/>
                </a:lnTo>
                <a:lnTo>
                  <a:pt x="83438" y="250825"/>
                </a:lnTo>
                <a:lnTo>
                  <a:pt x="123721" y="250825"/>
                </a:lnTo>
                <a:lnTo>
                  <a:pt x="135636" y="244729"/>
                </a:lnTo>
                <a:lnTo>
                  <a:pt x="152432" y="235312"/>
                </a:lnTo>
                <a:lnTo>
                  <a:pt x="152295" y="235312"/>
                </a:lnTo>
                <a:lnTo>
                  <a:pt x="178574" y="221487"/>
                </a:lnTo>
                <a:lnTo>
                  <a:pt x="231150" y="195759"/>
                </a:lnTo>
                <a:lnTo>
                  <a:pt x="254000" y="185419"/>
                </a:lnTo>
                <a:lnTo>
                  <a:pt x="277875" y="174244"/>
                </a:lnTo>
                <a:lnTo>
                  <a:pt x="300736" y="163830"/>
                </a:lnTo>
                <a:lnTo>
                  <a:pt x="339216" y="146812"/>
                </a:lnTo>
                <a:lnTo>
                  <a:pt x="416178" y="111887"/>
                </a:lnTo>
                <a:lnTo>
                  <a:pt x="416432" y="111887"/>
                </a:lnTo>
                <a:lnTo>
                  <a:pt x="435409" y="102708"/>
                </a:lnTo>
                <a:lnTo>
                  <a:pt x="490347" y="77343"/>
                </a:lnTo>
                <a:lnTo>
                  <a:pt x="510361" y="67585"/>
                </a:lnTo>
                <a:lnTo>
                  <a:pt x="529463" y="58928"/>
                </a:lnTo>
                <a:lnTo>
                  <a:pt x="542028" y="53436"/>
                </a:lnTo>
                <a:close/>
              </a:path>
              <a:path w="624204" h="317500">
                <a:moveTo>
                  <a:pt x="153823" y="234537"/>
                </a:moveTo>
                <a:lnTo>
                  <a:pt x="152320" y="235312"/>
                </a:lnTo>
                <a:lnTo>
                  <a:pt x="152055" y="235523"/>
                </a:lnTo>
                <a:lnTo>
                  <a:pt x="153815" y="234537"/>
                </a:lnTo>
                <a:close/>
              </a:path>
              <a:path w="624204" h="317500">
                <a:moveTo>
                  <a:pt x="510641" y="67585"/>
                </a:moveTo>
                <a:lnTo>
                  <a:pt x="510380" y="67585"/>
                </a:lnTo>
                <a:lnTo>
                  <a:pt x="505679" y="69868"/>
                </a:lnTo>
                <a:lnTo>
                  <a:pt x="510641" y="67585"/>
                </a:lnTo>
                <a:close/>
              </a:path>
              <a:path w="624204" h="317500">
                <a:moveTo>
                  <a:pt x="598324" y="20414"/>
                </a:moveTo>
                <a:lnTo>
                  <a:pt x="551603" y="20414"/>
                </a:lnTo>
                <a:lnTo>
                  <a:pt x="535939" y="27431"/>
                </a:lnTo>
                <a:lnTo>
                  <a:pt x="518794" y="34925"/>
                </a:lnTo>
                <a:lnTo>
                  <a:pt x="499490" y="43561"/>
                </a:lnTo>
                <a:lnTo>
                  <a:pt x="473201" y="56134"/>
                </a:lnTo>
                <a:lnTo>
                  <a:pt x="479088" y="53436"/>
                </a:lnTo>
                <a:lnTo>
                  <a:pt x="542028" y="53436"/>
                </a:lnTo>
                <a:lnTo>
                  <a:pt x="546607" y="51435"/>
                </a:lnTo>
                <a:lnTo>
                  <a:pt x="561782" y="44450"/>
                </a:lnTo>
                <a:lnTo>
                  <a:pt x="561593" y="44450"/>
                </a:lnTo>
                <a:lnTo>
                  <a:pt x="584580" y="36068"/>
                </a:lnTo>
                <a:lnTo>
                  <a:pt x="602945" y="27812"/>
                </a:lnTo>
                <a:lnTo>
                  <a:pt x="603467" y="27812"/>
                </a:lnTo>
                <a:lnTo>
                  <a:pt x="605265" y="27288"/>
                </a:lnTo>
                <a:lnTo>
                  <a:pt x="601084" y="23107"/>
                </a:lnTo>
                <a:lnTo>
                  <a:pt x="598324" y="20414"/>
                </a:lnTo>
                <a:close/>
              </a:path>
              <a:path w="624204" h="317500">
                <a:moveTo>
                  <a:pt x="562499" y="44119"/>
                </a:moveTo>
                <a:lnTo>
                  <a:pt x="561593" y="44450"/>
                </a:lnTo>
                <a:lnTo>
                  <a:pt x="561782" y="44450"/>
                </a:lnTo>
                <a:lnTo>
                  <a:pt x="562499" y="44119"/>
                </a:lnTo>
                <a:close/>
              </a:path>
              <a:path w="624204" h="317500">
                <a:moveTo>
                  <a:pt x="603467" y="27812"/>
                </a:moveTo>
                <a:lnTo>
                  <a:pt x="602967" y="27812"/>
                </a:lnTo>
                <a:lnTo>
                  <a:pt x="601835" y="28320"/>
                </a:lnTo>
                <a:lnTo>
                  <a:pt x="603467" y="27812"/>
                </a:lnTo>
                <a:close/>
              </a:path>
              <a:path w="624204" h="317500">
                <a:moveTo>
                  <a:pt x="616434" y="25042"/>
                </a:moveTo>
                <a:lnTo>
                  <a:pt x="612648" y="25781"/>
                </a:lnTo>
                <a:lnTo>
                  <a:pt x="607483" y="26641"/>
                </a:lnTo>
                <a:lnTo>
                  <a:pt x="605265" y="27288"/>
                </a:lnTo>
                <a:lnTo>
                  <a:pt x="605789" y="27812"/>
                </a:lnTo>
                <a:lnTo>
                  <a:pt x="613663" y="27812"/>
                </a:lnTo>
                <a:lnTo>
                  <a:pt x="616434" y="25042"/>
                </a:lnTo>
                <a:close/>
              </a:path>
              <a:path w="624204" h="317500">
                <a:moveTo>
                  <a:pt x="612284" y="516"/>
                </a:moveTo>
                <a:lnTo>
                  <a:pt x="608329" y="1269"/>
                </a:lnTo>
                <a:lnTo>
                  <a:pt x="604383" y="1914"/>
                </a:lnTo>
                <a:lnTo>
                  <a:pt x="596392" y="9906"/>
                </a:lnTo>
                <a:lnTo>
                  <a:pt x="596011" y="10413"/>
                </a:lnTo>
                <a:lnTo>
                  <a:pt x="596011" y="18161"/>
                </a:lnTo>
                <a:lnTo>
                  <a:pt x="601084" y="23107"/>
                </a:lnTo>
                <a:lnTo>
                  <a:pt x="605265" y="27288"/>
                </a:lnTo>
                <a:lnTo>
                  <a:pt x="606951" y="26797"/>
                </a:lnTo>
                <a:lnTo>
                  <a:pt x="606551" y="26797"/>
                </a:lnTo>
                <a:lnTo>
                  <a:pt x="607328" y="26641"/>
                </a:lnTo>
                <a:lnTo>
                  <a:pt x="607483" y="26641"/>
                </a:lnTo>
                <a:lnTo>
                  <a:pt x="612648" y="25781"/>
                </a:lnTo>
                <a:lnTo>
                  <a:pt x="616434" y="25042"/>
                </a:lnTo>
                <a:lnTo>
                  <a:pt x="622122" y="19354"/>
                </a:lnTo>
                <a:lnTo>
                  <a:pt x="622807" y="15239"/>
                </a:lnTo>
                <a:lnTo>
                  <a:pt x="623358" y="11387"/>
                </a:lnTo>
                <a:lnTo>
                  <a:pt x="621538" y="7747"/>
                </a:lnTo>
                <a:lnTo>
                  <a:pt x="619786" y="4419"/>
                </a:lnTo>
                <a:lnTo>
                  <a:pt x="619667" y="4192"/>
                </a:lnTo>
                <a:lnTo>
                  <a:pt x="612284" y="516"/>
                </a:lnTo>
                <a:close/>
              </a:path>
              <a:path w="624204" h="317500">
                <a:moveTo>
                  <a:pt x="607483" y="26641"/>
                </a:moveTo>
                <a:lnTo>
                  <a:pt x="607328" y="26641"/>
                </a:lnTo>
                <a:lnTo>
                  <a:pt x="606551" y="26797"/>
                </a:lnTo>
                <a:lnTo>
                  <a:pt x="607483" y="26641"/>
                </a:lnTo>
                <a:close/>
              </a:path>
              <a:path w="624204" h="317500">
                <a:moveTo>
                  <a:pt x="607483" y="26641"/>
                </a:moveTo>
                <a:lnTo>
                  <a:pt x="606551" y="26797"/>
                </a:lnTo>
                <a:lnTo>
                  <a:pt x="606951" y="26797"/>
                </a:lnTo>
                <a:lnTo>
                  <a:pt x="607483" y="26641"/>
                </a:lnTo>
                <a:close/>
              </a:path>
              <a:path w="624204" h="317500">
                <a:moveTo>
                  <a:pt x="622122" y="19354"/>
                </a:moveTo>
                <a:lnTo>
                  <a:pt x="616434" y="25042"/>
                </a:lnTo>
                <a:lnTo>
                  <a:pt x="617854" y="24764"/>
                </a:lnTo>
                <a:lnTo>
                  <a:pt x="621918" y="20574"/>
                </a:lnTo>
                <a:lnTo>
                  <a:pt x="622122" y="19354"/>
                </a:lnTo>
                <a:close/>
              </a:path>
              <a:path w="624204" h="317500">
                <a:moveTo>
                  <a:pt x="604383" y="1914"/>
                </a:moveTo>
                <a:lnTo>
                  <a:pt x="601329" y="2412"/>
                </a:lnTo>
                <a:lnTo>
                  <a:pt x="601673" y="2412"/>
                </a:lnTo>
                <a:lnTo>
                  <a:pt x="595601" y="4192"/>
                </a:lnTo>
                <a:lnTo>
                  <a:pt x="575182" y="9525"/>
                </a:lnTo>
                <a:lnTo>
                  <a:pt x="572769" y="10413"/>
                </a:lnTo>
                <a:lnTo>
                  <a:pt x="545592" y="23107"/>
                </a:lnTo>
                <a:lnTo>
                  <a:pt x="551603" y="20414"/>
                </a:lnTo>
                <a:lnTo>
                  <a:pt x="598324" y="20414"/>
                </a:lnTo>
                <a:lnTo>
                  <a:pt x="596011" y="18161"/>
                </a:lnTo>
                <a:lnTo>
                  <a:pt x="596011" y="10413"/>
                </a:lnTo>
                <a:lnTo>
                  <a:pt x="596392" y="9906"/>
                </a:lnTo>
                <a:lnTo>
                  <a:pt x="604383" y="1914"/>
                </a:lnTo>
                <a:close/>
              </a:path>
              <a:path w="624204" h="317500">
                <a:moveTo>
                  <a:pt x="623358" y="11387"/>
                </a:moveTo>
                <a:lnTo>
                  <a:pt x="622807" y="15239"/>
                </a:lnTo>
                <a:lnTo>
                  <a:pt x="622122" y="19354"/>
                </a:lnTo>
                <a:lnTo>
                  <a:pt x="623062" y="18414"/>
                </a:lnTo>
                <a:lnTo>
                  <a:pt x="623951" y="12573"/>
                </a:lnTo>
                <a:lnTo>
                  <a:pt x="623358" y="11387"/>
                </a:lnTo>
                <a:close/>
              </a:path>
              <a:path w="624204" h="317500">
                <a:moveTo>
                  <a:pt x="619735" y="4192"/>
                </a:moveTo>
                <a:lnTo>
                  <a:pt x="619786" y="4419"/>
                </a:lnTo>
                <a:lnTo>
                  <a:pt x="621538" y="7747"/>
                </a:lnTo>
                <a:lnTo>
                  <a:pt x="623358" y="11387"/>
                </a:lnTo>
                <a:lnTo>
                  <a:pt x="623497" y="10413"/>
                </a:lnTo>
                <a:lnTo>
                  <a:pt x="623569" y="9906"/>
                </a:lnTo>
                <a:lnTo>
                  <a:pt x="620776" y="4699"/>
                </a:lnTo>
                <a:lnTo>
                  <a:pt x="619735" y="4192"/>
                </a:lnTo>
                <a:close/>
              </a:path>
              <a:path w="624204" h="317500">
                <a:moveTo>
                  <a:pt x="613663" y="254"/>
                </a:moveTo>
                <a:lnTo>
                  <a:pt x="612284" y="516"/>
                </a:lnTo>
                <a:lnTo>
                  <a:pt x="616076" y="2412"/>
                </a:lnTo>
                <a:lnTo>
                  <a:pt x="619735" y="4192"/>
                </a:lnTo>
                <a:lnTo>
                  <a:pt x="618998" y="2920"/>
                </a:lnTo>
                <a:lnTo>
                  <a:pt x="613663" y="254"/>
                </a:lnTo>
                <a:close/>
              </a:path>
              <a:path w="624204" h="317500">
                <a:moveTo>
                  <a:pt x="611251" y="0"/>
                </a:moveTo>
                <a:lnTo>
                  <a:pt x="605409" y="888"/>
                </a:lnTo>
                <a:lnTo>
                  <a:pt x="604383" y="1914"/>
                </a:lnTo>
                <a:lnTo>
                  <a:pt x="608329" y="1269"/>
                </a:lnTo>
                <a:lnTo>
                  <a:pt x="612284" y="516"/>
                </a:lnTo>
                <a:lnTo>
                  <a:pt x="611251" y="0"/>
                </a:lnTo>
                <a:close/>
              </a:path>
            </a:pathLst>
          </a:custGeom>
          <a:solidFill>
            <a:srgbClr val="5B2D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454241" y="3468878"/>
            <a:ext cx="291490" cy="135890"/>
          </a:xfrm>
          <a:prstGeom prst="rect">
            <a:avLst/>
          </a:prstGeom>
        </p:spPr>
      </p:pic>
      <p:sp>
        <p:nvSpPr>
          <p:cNvPr id="22" name="object 22"/>
          <p:cNvSpPr/>
          <p:nvPr/>
        </p:nvSpPr>
        <p:spPr>
          <a:xfrm>
            <a:off x="6348476" y="3098038"/>
            <a:ext cx="779145" cy="314960"/>
          </a:xfrm>
          <a:custGeom>
            <a:avLst/>
            <a:gdLst/>
            <a:ahLst/>
            <a:cxnLst/>
            <a:rect l="l" t="t" r="r" b="b"/>
            <a:pathLst>
              <a:path w="779145" h="314960">
                <a:moveTo>
                  <a:pt x="57701" y="267080"/>
                </a:moveTo>
                <a:lnTo>
                  <a:pt x="34544" y="277494"/>
                </a:lnTo>
                <a:lnTo>
                  <a:pt x="2412" y="293624"/>
                </a:lnTo>
                <a:lnTo>
                  <a:pt x="0" y="300355"/>
                </a:lnTo>
                <a:lnTo>
                  <a:pt x="2539" y="306197"/>
                </a:lnTo>
                <a:lnTo>
                  <a:pt x="5079" y="311912"/>
                </a:lnTo>
                <a:lnTo>
                  <a:pt x="11811" y="314706"/>
                </a:lnTo>
                <a:lnTo>
                  <a:pt x="44831" y="301751"/>
                </a:lnTo>
                <a:lnTo>
                  <a:pt x="69341" y="291592"/>
                </a:lnTo>
                <a:lnTo>
                  <a:pt x="70358" y="291084"/>
                </a:lnTo>
                <a:lnTo>
                  <a:pt x="92963" y="279400"/>
                </a:lnTo>
                <a:lnTo>
                  <a:pt x="93115" y="279400"/>
                </a:lnTo>
                <a:lnTo>
                  <a:pt x="107804" y="271256"/>
                </a:lnTo>
                <a:lnTo>
                  <a:pt x="115453" y="267335"/>
                </a:lnTo>
                <a:lnTo>
                  <a:pt x="57276" y="267335"/>
                </a:lnTo>
                <a:lnTo>
                  <a:pt x="57701" y="267080"/>
                </a:lnTo>
                <a:close/>
              </a:path>
              <a:path w="779145" h="314960">
                <a:moveTo>
                  <a:pt x="116692" y="266700"/>
                </a:moveTo>
                <a:lnTo>
                  <a:pt x="58547" y="266700"/>
                </a:lnTo>
                <a:lnTo>
                  <a:pt x="57276" y="267335"/>
                </a:lnTo>
                <a:lnTo>
                  <a:pt x="115453" y="267335"/>
                </a:lnTo>
                <a:lnTo>
                  <a:pt x="116692" y="266700"/>
                </a:lnTo>
                <a:close/>
              </a:path>
              <a:path w="779145" h="314960">
                <a:moveTo>
                  <a:pt x="125963" y="232735"/>
                </a:moveTo>
                <a:lnTo>
                  <a:pt x="109600" y="238887"/>
                </a:lnTo>
                <a:lnTo>
                  <a:pt x="107823" y="239649"/>
                </a:lnTo>
                <a:lnTo>
                  <a:pt x="92794" y="247672"/>
                </a:lnTo>
                <a:lnTo>
                  <a:pt x="80010" y="254126"/>
                </a:lnTo>
                <a:lnTo>
                  <a:pt x="67690" y="261238"/>
                </a:lnTo>
                <a:lnTo>
                  <a:pt x="67437" y="261238"/>
                </a:lnTo>
                <a:lnTo>
                  <a:pt x="57701" y="267080"/>
                </a:lnTo>
                <a:lnTo>
                  <a:pt x="58547" y="266700"/>
                </a:lnTo>
                <a:lnTo>
                  <a:pt x="116692" y="266700"/>
                </a:lnTo>
                <a:lnTo>
                  <a:pt x="120903" y="264541"/>
                </a:lnTo>
                <a:lnTo>
                  <a:pt x="122300" y="263779"/>
                </a:lnTo>
                <a:lnTo>
                  <a:pt x="136266" y="254507"/>
                </a:lnTo>
                <a:lnTo>
                  <a:pt x="136016" y="254507"/>
                </a:lnTo>
                <a:lnTo>
                  <a:pt x="137413" y="253745"/>
                </a:lnTo>
                <a:lnTo>
                  <a:pt x="137561" y="253745"/>
                </a:lnTo>
                <a:lnTo>
                  <a:pt x="154487" y="245397"/>
                </a:lnTo>
                <a:lnTo>
                  <a:pt x="180854" y="233044"/>
                </a:lnTo>
                <a:lnTo>
                  <a:pt x="125349" y="233044"/>
                </a:lnTo>
                <a:lnTo>
                  <a:pt x="125963" y="232735"/>
                </a:lnTo>
                <a:close/>
              </a:path>
              <a:path w="779145" h="314960">
                <a:moveTo>
                  <a:pt x="136840" y="254126"/>
                </a:moveTo>
                <a:lnTo>
                  <a:pt x="136016" y="254507"/>
                </a:lnTo>
                <a:lnTo>
                  <a:pt x="136266" y="254507"/>
                </a:lnTo>
                <a:lnTo>
                  <a:pt x="136840" y="254126"/>
                </a:lnTo>
                <a:close/>
              </a:path>
              <a:path w="779145" h="314960">
                <a:moveTo>
                  <a:pt x="137561" y="253745"/>
                </a:moveTo>
                <a:lnTo>
                  <a:pt x="137413" y="253745"/>
                </a:lnTo>
                <a:lnTo>
                  <a:pt x="136840" y="254126"/>
                </a:lnTo>
                <a:lnTo>
                  <a:pt x="137561" y="253745"/>
                </a:lnTo>
                <a:close/>
              </a:path>
              <a:path w="779145" h="314960">
                <a:moveTo>
                  <a:pt x="181943" y="232537"/>
                </a:moveTo>
                <a:lnTo>
                  <a:pt x="126491" y="232537"/>
                </a:lnTo>
                <a:lnTo>
                  <a:pt x="125349" y="233044"/>
                </a:lnTo>
                <a:lnTo>
                  <a:pt x="180854" y="233044"/>
                </a:lnTo>
                <a:lnTo>
                  <a:pt x="181943" y="232537"/>
                </a:lnTo>
                <a:close/>
              </a:path>
              <a:path w="779145" h="314960">
                <a:moveTo>
                  <a:pt x="770635" y="0"/>
                </a:moveTo>
                <a:lnTo>
                  <a:pt x="765301" y="1524"/>
                </a:lnTo>
                <a:lnTo>
                  <a:pt x="759968" y="2920"/>
                </a:lnTo>
                <a:lnTo>
                  <a:pt x="754888" y="4444"/>
                </a:lnTo>
                <a:lnTo>
                  <a:pt x="718903" y="15685"/>
                </a:lnTo>
                <a:lnTo>
                  <a:pt x="716789" y="16318"/>
                </a:lnTo>
                <a:lnTo>
                  <a:pt x="694308" y="21970"/>
                </a:lnTo>
                <a:lnTo>
                  <a:pt x="669417" y="28575"/>
                </a:lnTo>
                <a:lnTo>
                  <a:pt x="643508" y="35941"/>
                </a:lnTo>
                <a:lnTo>
                  <a:pt x="643254" y="35941"/>
                </a:lnTo>
                <a:lnTo>
                  <a:pt x="540512" y="68072"/>
                </a:lnTo>
                <a:lnTo>
                  <a:pt x="457073" y="96138"/>
                </a:lnTo>
                <a:lnTo>
                  <a:pt x="457073" y="96266"/>
                </a:lnTo>
                <a:lnTo>
                  <a:pt x="437642" y="102869"/>
                </a:lnTo>
                <a:lnTo>
                  <a:pt x="390525" y="120142"/>
                </a:lnTo>
                <a:lnTo>
                  <a:pt x="294258" y="157225"/>
                </a:lnTo>
                <a:lnTo>
                  <a:pt x="294004" y="157353"/>
                </a:lnTo>
                <a:lnTo>
                  <a:pt x="248284" y="176403"/>
                </a:lnTo>
                <a:lnTo>
                  <a:pt x="199135" y="197738"/>
                </a:lnTo>
                <a:lnTo>
                  <a:pt x="199008" y="197866"/>
                </a:lnTo>
                <a:lnTo>
                  <a:pt x="181864" y="205612"/>
                </a:lnTo>
                <a:lnTo>
                  <a:pt x="144018" y="223647"/>
                </a:lnTo>
                <a:lnTo>
                  <a:pt x="125963" y="232735"/>
                </a:lnTo>
                <a:lnTo>
                  <a:pt x="126491" y="232537"/>
                </a:lnTo>
                <a:lnTo>
                  <a:pt x="181943" y="232537"/>
                </a:lnTo>
                <a:lnTo>
                  <a:pt x="192653" y="227544"/>
                </a:lnTo>
                <a:lnTo>
                  <a:pt x="209042" y="220725"/>
                </a:lnTo>
                <a:lnTo>
                  <a:pt x="257910" y="199456"/>
                </a:lnTo>
                <a:lnTo>
                  <a:pt x="303439" y="180556"/>
                </a:lnTo>
                <a:lnTo>
                  <a:pt x="303171" y="180556"/>
                </a:lnTo>
                <a:lnTo>
                  <a:pt x="399415" y="144144"/>
                </a:lnTo>
                <a:lnTo>
                  <a:pt x="446308" y="127081"/>
                </a:lnTo>
                <a:lnTo>
                  <a:pt x="446032" y="127081"/>
                </a:lnTo>
                <a:lnTo>
                  <a:pt x="548666" y="92660"/>
                </a:lnTo>
                <a:lnTo>
                  <a:pt x="548398" y="92660"/>
                </a:lnTo>
                <a:lnTo>
                  <a:pt x="650748" y="59817"/>
                </a:lnTo>
                <a:lnTo>
                  <a:pt x="651001" y="59689"/>
                </a:lnTo>
                <a:lnTo>
                  <a:pt x="676275" y="51181"/>
                </a:lnTo>
                <a:lnTo>
                  <a:pt x="700404" y="43434"/>
                </a:lnTo>
                <a:lnTo>
                  <a:pt x="700658" y="43306"/>
                </a:lnTo>
                <a:lnTo>
                  <a:pt x="722650" y="35560"/>
                </a:lnTo>
                <a:lnTo>
                  <a:pt x="760856" y="23749"/>
                </a:lnTo>
                <a:lnTo>
                  <a:pt x="765162" y="22313"/>
                </a:lnTo>
                <a:lnTo>
                  <a:pt x="765320" y="22313"/>
                </a:lnTo>
                <a:lnTo>
                  <a:pt x="770508" y="20955"/>
                </a:lnTo>
                <a:lnTo>
                  <a:pt x="775843" y="19431"/>
                </a:lnTo>
                <a:lnTo>
                  <a:pt x="779018" y="13969"/>
                </a:lnTo>
                <a:lnTo>
                  <a:pt x="777621" y="8636"/>
                </a:lnTo>
                <a:lnTo>
                  <a:pt x="776224" y="3175"/>
                </a:lnTo>
                <a:lnTo>
                  <a:pt x="770635" y="0"/>
                </a:lnTo>
                <a:close/>
              </a:path>
              <a:path w="779145" h="314960">
                <a:moveTo>
                  <a:pt x="258081" y="199456"/>
                </a:moveTo>
                <a:lnTo>
                  <a:pt x="257915" y="199456"/>
                </a:lnTo>
                <a:lnTo>
                  <a:pt x="251871" y="202070"/>
                </a:lnTo>
                <a:lnTo>
                  <a:pt x="258081" y="199456"/>
                </a:lnTo>
                <a:close/>
              </a:path>
              <a:path w="779145" h="314960">
                <a:moveTo>
                  <a:pt x="307495" y="178886"/>
                </a:moveTo>
                <a:lnTo>
                  <a:pt x="303171" y="180556"/>
                </a:lnTo>
                <a:lnTo>
                  <a:pt x="303439" y="180556"/>
                </a:lnTo>
                <a:lnTo>
                  <a:pt x="307495" y="178886"/>
                </a:lnTo>
                <a:close/>
              </a:path>
              <a:path w="779145" h="314960">
                <a:moveTo>
                  <a:pt x="449122" y="126051"/>
                </a:moveTo>
                <a:lnTo>
                  <a:pt x="446032" y="127081"/>
                </a:lnTo>
                <a:lnTo>
                  <a:pt x="446308" y="127081"/>
                </a:lnTo>
                <a:lnTo>
                  <a:pt x="449122" y="126051"/>
                </a:lnTo>
                <a:close/>
              </a:path>
              <a:path w="779145" h="314960">
                <a:moveTo>
                  <a:pt x="429325" y="105968"/>
                </a:moveTo>
                <a:lnTo>
                  <a:pt x="417996" y="110106"/>
                </a:lnTo>
                <a:lnTo>
                  <a:pt x="418213" y="110106"/>
                </a:lnTo>
                <a:lnTo>
                  <a:pt x="429325" y="105968"/>
                </a:lnTo>
                <a:close/>
              </a:path>
              <a:path w="779145" h="314960">
                <a:moveTo>
                  <a:pt x="553144" y="91132"/>
                </a:moveTo>
                <a:lnTo>
                  <a:pt x="548398" y="92660"/>
                </a:lnTo>
                <a:lnTo>
                  <a:pt x="548666" y="92660"/>
                </a:lnTo>
                <a:lnTo>
                  <a:pt x="553144" y="91132"/>
                </a:lnTo>
                <a:close/>
              </a:path>
              <a:path w="779145" h="314960">
                <a:moveTo>
                  <a:pt x="765320" y="22313"/>
                </a:moveTo>
                <a:lnTo>
                  <a:pt x="765162" y="22313"/>
                </a:lnTo>
                <a:lnTo>
                  <a:pt x="764582" y="22507"/>
                </a:lnTo>
                <a:lnTo>
                  <a:pt x="765320" y="22313"/>
                </a:lnTo>
                <a:close/>
              </a:path>
              <a:path w="779145" h="314960">
                <a:moveTo>
                  <a:pt x="718903" y="15685"/>
                </a:moveTo>
                <a:lnTo>
                  <a:pt x="716425" y="16318"/>
                </a:lnTo>
                <a:lnTo>
                  <a:pt x="716789" y="16318"/>
                </a:lnTo>
                <a:lnTo>
                  <a:pt x="718903" y="15685"/>
                </a:lnTo>
                <a:close/>
              </a:path>
            </a:pathLst>
          </a:custGeom>
          <a:solidFill>
            <a:srgbClr val="5B2D9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399790" y="3781996"/>
            <a:ext cx="428625" cy="254990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3910965" y="3873246"/>
            <a:ext cx="139573" cy="104063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4141215" y="3790418"/>
            <a:ext cx="143891" cy="222159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5346700" y="321563"/>
            <a:ext cx="1749924" cy="488061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3671189" y="2383789"/>
            <a:ext cx="151002" cy="253619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904740" y="3923220"/>
            <a:ext cx="530053" cy="276339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5498358" y="4040123"/>
            <a:ext cx="311510" cy="145808"/>
          </a:xfrm>
          <a:prstGeom prst="rect">
            <a:avLst/>
          </a:prstGeom>
        </p:spPr>
      </p:pic>
      <p:pic>
        <p:nvPicPr>
          <p:cNvPr id="30" name="object 30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5969314" y="3916489"/>
            <a:ext cx="205743" cy="254368"/>
          </a:xfrm>
          <a:prstGeom prst="rect">
            <a:avLst/>
          </a:prstGeom>
        </p:spPr>
      </p:pic>
      <p:pic>
        <p:nvPicPr>
          <p:cNvPr id="31" name="object 31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6193782" y="2081022"/>
            <a:ext cx="227591" cy="225933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5325396" y="943102"/>
            <a:ext cx="1767839" cy="1360170"/>
            <a:chOff x="5325396" y="943102"/>
            <a:chExt cx="1767839" cy="1360170"/>
          </a:xfrm>
        </p:grpSpPr>
        <p:sp>
          <p:nvSpPr>
            <p:cNvPr id="33" name="object 33"/>
            <p:cNvSpPr/>
            <p:nvPr/>
          </p:nvSpPr>
          <p:spPr>
            <a:xfrm>
              <a:off x="5346954" y="1385569"/>
              <a:ext cx="591185" cy="161290"/>
            </a:xfrm>
            <a:custGeom>
              <a:avLst/>
              <a:gdLst/>
              <a:ahLst/>
              <a:cxnLst/>
              <a:rect l="l" t="t" r="r" b="b"/>
              <a:pathLst>
                <a:path w="591185" h="161290">
                  <a:moveTo>
                    <a:pt x="154686" y="71120"/>
                  </a:moveTo>
                  <a:lnTo>
                    <a:pt x="86233" y="71120"/>
                  </a:lnTo>
                  <a:lnTo>
                    <a:pt x="86233" y="0"/>
                  </a:lnTo>
                  <a:lnTo>
                    <a:pt x="68453" y="0"/>
                  </a:lnTo>
                  <a:lnTo>
                    <a:pt x="68453" y="71120"/>
                  </a:lnTo>
                  <a:lnTo>
                    <a:pt x="0" y="71120"/>
                  </a:lnTo>
                  <a:lnTo>
                    <a:pt x="0" y="88900"/>
                  </a:lnTo>
                  <a:lnTo>
                    <a:pt x="68453" y="88900"/>
                  </a:lnTo>
                  <a:lnTo>
                    <a:pt x="68453" y="161290"/>
                  </a:lnTo>
                  <a:lnTo>
                    <a:pt x="86233" y="161290"/>
                  </a:lnTo>
                  <a:lnTo>
                    <a:pt x="86233" y="88900"/>
                  </a:lnTo>
                  <a:lnTo>
                    <a:pt x="154686" y="88900"/>
                  </a:lnTo>
                  <a:lnTo>
                    <a:pt x="154686" y="71120"/>
                  </a:lnTo>
                  <a:close/>
                </a:path>
                <a:path w="591185" h="161290">
                  <a:moveTo>
                    <a:pt x="590931" y="67818"/>
                  </a:moveTo>
                  <a:lnTo>
                    <a:pt x="228981" y="67818"/>
                  </a:lnTo>
                  <a:lnTo>
                    <a:pt x="228981" y="86868"/>
                  </a:lnTo>
                  <a:lnTo>
                    <a:pt x="590931" y="86868"/>
                  </a:lnTo>
                  <a:lnTo>
                    <a:pt x="590931" y="6781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5692012" y="1168908"/>
              <a:ext cx="129412" cy="181737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325396" y="943102"/>
              <a:ext cx="1561178" cy="1043813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6526021" y="2025650"/>
              <a:ext cx="566674" cy="191516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5383237" y="2076196"/>
              <a:ext cx="690651" cy="226949"/>
            </a:xfrm>
            <a:prstGeom prst="rect">
              <a:avLst/>
            </a:prstGeom>
          </p:spPr>
        </p:pic>
      </p:grpSp>
      <p:pic>
        <p:nvPicPr>
          <p:cNvPr id="38" name="object 38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3975989" y="2419350"/>
            <a:ext cx="924902" cy="177164"/>
          </a:xfrm>
          <a:prstGeom prst="rect">
            <a:avLst/>
          </a:prstGeom>
        </p:spPr>
      </p:pic>
      <p:grpSp>
        <p:nvGrpSpPr>
          <p:cNvPr id="39" name="object 39"/>
          <p:cNvGrpSpPr/>
          <p:nvPr/>
        </p:nvGrpSpPr>
        <p:grpSpPr>
          <a:xfrm>
            <a:off x="4308421" y="2114295"/>
            <a:ext cx="1070610" cy="469265"/>
            <a:chOff x="4308421" y="2114295"/>
            <a:chExt cx="1070610" cy="469265"/>
          </a:xfrm>
        </p:grpSpPr>
        <p:pic>
          <p:nvPicPr>
            <p:cNvPr id="40" name="object 40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4977510" y="2400299"/>
              <a:ext cx="401447" cy="183006"/>
            </a:xfrm>
            <a:prstGeom prst="rect">
              <a:avLst/>
            </a:prstGeom>
          </p:spPr>
        </p:pic>
        <p:pic>
          <p:nvPicPr>
            <p:cNvPr id="41" name="object 41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4308421" y="2114295"/>
              <a:ext cx="695632" cy="242569"/>
            </a:xfrm>
            <a:prstGeom prst="rect">
              <a:avLst/>
            </a:prstGeom>
          </p:spPr>
        </p:pic>
      </p:grpSp>
      <p:grpSp>
        <p:nvGrpSpPr>
          <p:cNvPr id="42" name="object 42"/>
          <p:cNvGrpSpPr/>
          <p:nvPr/>
        </p:nvGrpSpPr>
        <p:grpSpPr>
          <a:xfrm>
            <a:off x="1746504" y="658748"/>
            <a:ext cx="3503929" cy="1520190"/>
            <a:chOff x="1746504" y="658748"/>
            <a:chExt cx="3503929" cy="1520190"/>
          </a:xfrm>
        </p:grpSpPr>
        <p:sp>
          <p:nvSpPr>
            <p:cNvPr id="43" name="object 43"/>
            <p:cNvSpPr/>
            <p:nvPr/>
          </p:nvSpPr>
          <p:spPr>
            <a:xfrm>
              <a:off x="1746504" y="1431289"/>
              <a:ext cx="154940" cy="69215"/>
            </a:xfrm>
            <a:custGeom>
              <a:avLst/>
              <a:gdLst/>
              <a:ahLst/>
              <a:cxnLst/>
              <a:rect l="l" t="t" r="r" b="b"/>
              <a:pathLst>
                <a:path w="154939" h="69215">
                  <a:moveTo>
                    <a:pt x="154686" y="52070"/>
                  </a:moveTo>
                  <a:lnTo>
                    <a:pt x="0" y="52070"/>
                  </a:lnTo>
                  <a:lnTo>
                    <a:pt x="0" y="68707"/>
                  </a:lnTo>
                  <a:lnTo>
                    <a:pt x="154686" y="68707"/>
                  </a:lnTo>
                  <a:lnTo>
                    <a:pt x="154686" y="52070"/>
                  </a:lnTo>
                  <a:close/>
                </a:path>
                <a:path w="154939" h="69215">
                  <a:moveTo>
                    <a:pt x="154686" y="0"/>
                  </a:moveTo>
                  <a:lnTo>
                    <a:pt x="0" y="0"/>
                  </a:lnTo>
                  <a:lnTo>
                    <a:pt x="0" y="16637"/>
                  </a:lnTo>
                  <a:lnTo>
                    <a:pt x="154686" y="16637"/>
                  </a:lnTo>
                  <a:lnTo>
                    <a:pt x="1546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4" name="object 44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2559812" y="1175130"/>
              <a:ext cx="99949" cy="173482"/>
            </a:xfrm>
            <a:prstGeom prst="rect">
              <a:avLst/>
            </a:prstGeom>
          </p:spPr>
        </p:pic>
        <p:sp>
          <p:nvSpPr>
            <p:cNvPr id="45" name="object 45"/>
            <p:cNvSpPr/>
            <p:nvPr/>
          </p:nvSpPr>
          <p:spPr>
            <a:xfrm>
              <a:off x="2835910" y="1220215"/>
              <a:ext cx="315595" cy="491490"/>
            </a:xfrm>
            <a:custGeom>
              <a:avLst/>
              <a:gdLst/>
              <a:ahLst/>
              <a:cxnLst/>
              <a:rect l="l" t="t" r="r" b="b"/>
              <a:pathLst>
                <a:path w="315594" h="491489">
                  <a:moveTo>
                    <a:pt x="308482" y="0"/>
                  </a:moveTo>
                  <a:lnTo>
                    <a:pt x="5206" y="0"/>
                  </a:lnTo>
                  <a:lnTo>
                    <a:pt x="5206" y="11811"/>
                  </a:lnTo>
                  <a:lnTo>
                    <a:pt x="176021" y="240030"/>
                  </a:lnTo>
                  <a:lnTo>
                    <a:pt x="0" y="478536"/>
                  </a:lnTo>
                  <a:lnTo>
                    <a:pt x="0" y="490982"/>
                  </a:lnTo>
                  <a:lnTo>
                    <a:pt x="308863" y="490982"/>
                  </a:lnTo>
                  <a:lnTo>
                    <a:pt x="315213" y="398907"/>
                  </a:lnTo>
                  <a:lnTo>
                    <a:pt x="296671" y="398907"/>
                  </a:lnTo>
                  <a:lnTo>
                    <a:pt x="293768" y="414958"/>
                  </a:lnTo>
                  <a:lnTo>
                    <a:pt x="290591" y="427878"/>
                  </a:lnTo>
                  <a:lnTo>
                    <a:pt x="287152" y="437679"/>
                  </a:lnTo>
                  <a:lnTo>
                    <a:pt x="283463" y="444373"/>
                  </a:lnTo>
                  <a:lnTo>
                    <a:pt x="278383" y="451104"/>
                  </a:lnTo>
                  <a:lnTo>
                    <a:pt x="271017" y="454533"/>
                  </a:lnTo>
                  <a:lnTo>
                    <a:pt x="43433" y="454533"/>
                  </a:lnTo>
                  <a:lnTo>
                    <a:pt x="205231" y="234950"/>
                  </a:lnTo>
                  <a:lnTo>
                    <a:pt x="205231" y="219837"/>
                  </a:lnTo>
                  <a:lnTo>
                    <a:pt x="55371" y="16383"/>
                  </a:lnTo>
                  <a:lnTo>
                    <a:pt x="253619" y="16383"/>
                  </a:lnTo>
                  <a:lnTo>
                    <a:pt x="284184" y="40433"/>
                  </a:lnTo>
                  <a:lnTo>
                    <a:pt x="291845" y="74295"/>
                  </a:lnTo>
                  <a:lnTo>
                    <a:pt x="308482" y="74295"/>
                  </a:lnTo>
                  <a:lnTo>
                    <a:pt x="3084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6" name="object 46"/>
            <p:cNvSpPr/>
            <p:nvPr/>
          </p:nvSpPr>
          <p:spPr>
            <a:xfrm>
              <a:off x="2857893" y="1731390"/>
              <a:ext cx="183515" cy="133350"/>
            </a:xfrm>
            <a:custGeom>
              <a:avLst/>
              <a:gdLst/>
              <a:ahLst/>
              <a:cxnLst/>
              <a:rect l="l" t="t" r="r" b="b"/>
              <a:pathLst>
                <a:path w="183514" h="133350">
                  <a:moveTo>
                    <a:pt x="42151" y="0"/>
                  </a:moveTo>
                  <a:lnTo>
                    <a:pt x="23609" y="0"/>
                  </a:lnTo>
                  <a:lnTo>
                    <a:pt x="19164" y="20066"/>
                  </a:lnTo>
                  <a:lnTo>
                    <a:pt x="37579" y="20066"/>
                  </a:lnTo>
                  <a:lnTo>
                    <a:pt x="42151" y="0"/>
                  </a:lnTo>
                  <a:close/>
                </a:path>
                <a:path w="183514" h="133350">
                  <a:moveTo>
                    <a:pt x="45707" y="115455"/>
                  </a:moveTo>
                  <a:lnTo>
                    <a:pt x="39357" y="109220"/>
                  </a:lnTo>
                  <a:lnTo>
                    <a:pt x="37579" y="111252"/>
                  </a:lnTo>
                  <a:lnTo>
                    <a:pt x="34277" y="114566"/>
                  </a:lnTo>
                  <a:lnTo>
                    <a:pt x="24371" y="120777"/>
                  </a:lnTo>
                  <a:lnTo>
                    <a:pt x="21323" y="120777"/>
                  </a:lnTo>
                  <a:lnTo>
                    <a:pt x="19799" y="120269"/>
                  </a:lnTo>
                  <a:lnTo>
                    <a:pt x="17894" y="118110"/>
                  </a:lnTo>
                  <a:lnTo>
                    <a:pt x="17386" y="116459"/>
                  </a:lnTo>
                  <a:lnTo>
                    <a:pt x="17500" y="111391"/>
                  </a:lnTo>
                  <a:lnTo>
                    <a:pt x="19799" y="99453"/>
                  </a:lnTo>
                  <a:lnTo>
                    <a:pt x="33515" y="37592"/>
                  </a:lnTo>
                  <a:lnTo>
                    <a:pt x="28943" y="37592"/>
                  </a:lnTo>
                  <a:lnTo>
                    <a:pt x="2019" y="38608"/>
                  </a:lnTo>
                  <a:lnTo>
                    <a:pt x="850" y="44958"/>
                  </a:lnTo>
                  <a:lnTo>
                    <a:pt x="4940" y="44958"/>
                  </a:lnTo>
                  <a:lnTo>
                    <a:pt x="7734" y="45593"/>
                  </a:lnTo>
                  <a:lnTo>
                    <a:pt x="9258" y="46736"/>
                  </a:lnTo>
                  <a:lnTo>
                    <a:pt x="10909" y="47879"/>
                  </a:lnTo>
                  <a:lnTo>
                    <a:pt x="11671" y="49657"/>
                  </a:lnTo>
                  <a:lnTo>
                    <a:pt x="11798" y="52070"/>
                  </a:lnTo>
                  <a:lnTo>
                    <a:pt x="11798" y="54229"/>
                  </a:lnTo>
                  <a:lnTo>
                    <a:pt x="11671" y="54737"/>
                  </a:lnTo>
                  <a:lnTo>
                    <a:pt x="11417" y="57658"/>
                  </a:lnTo>
                  <a:lnTo>
                    <a:pt x="10909" y="60833"/>
                  </a:lnTo>
                  <a:lnTo>
                    <a:pt x="10147" y="64516"/>
                  </a:lnTo>
                  <a:lnTo>
                    <a:pt x="9385" y="68072"/>
                  </a:lnTo>
                  <a:lnTo>
                    <a:pt x="8623" y="71755"/>
                  </a:lnTo>
                  <a:lnTo>
                    <a:pt x="6845" y="79375"/>
                  </a:lnTo>
                  <a:lnTo>
                    <a:pt x="5956" y="83312"/>
                  </a:lnTo>
                  <a:lnTo>
                    <a:pt x="4940" y="87249"/>
                  </a:lnTo>
                  <a:lnTo>
                    <a:pt x="3162" y="94869"/>
                  </a:lnTo>
                  <a:lnTo>
                    <a:pt x="1638" y="101981"/>
                  </a:lnTo>
                  <a:lnTo>
                    <a:pt x="1003" y="105283"/>
                  </a:lnTo>
                  <a:lnTo>
                    <a:pt x="0" y="111252"/>
                  </a:lnTo>
                  <a:lnTo>
                    <a:pt x="114" y="120777"/>
                  </a:lnTo>
                  <a:lnTo>
                    <a:pt x="11049" y="132969"/>
                  </a:lnTo>
                  <a:lnTo>
                    <a:pt x="11493" y="132969"/>
                  </a:lnTo>
                  <a:lnTo>
                    <a:pt x="12941" y="133223"/>
                  </a:lnTo>
                  <a:lnTo>
                    <a:pt x="17894" y="133223"/>
                  </a:lnTo>
                  <a:lnTo>
                    <a:pt x="20180" y="132969"/>
                  </a:lnTo>
                  <a:lnTo>
                    <a:pt x="40271" y="120777"/>
                  </a:lnTo>
                  <a:lnTo>
                    <a:pt x="42532" y="118630"/>
                  </a:lnTo>
                  <a:lnTo>
                    <a:pt x="45707" y="115455"/>
                  </a:lnTo>
                  <a:close/>
                </a:path>
                <a:path w="183514" h="133350">
                  <a:moveTo>
                    <a:pt x="183375" y="90297"/>
                  </a:moveTo>
                  <a:lnTo>
                    <a:pt x="76187" y="90297"/>
                  </a:lnTo>
                  <a:lnTo>
                    <a:pt x="76187" y="104521"/>
                  </a:lnTo>
                  <a:lnTo>
                    <a:pt x="183375" y="104521"/>
                  </a:lnTo>
                  <a:lnTo>
                    <a:pt x="183375" y="90297"/>
                  </a:lnTo>
                  <a:close/>
                </a:path>
                <a:path w="183514" h="133350">
                  <a:moveTo>
                    <a:pt x="183375" y="49784"/>
                  </a:moveTo>
                  <a:lnTo>
                    <a:pt x="76187" y="49784"/>
                  </a:lnTo>
                  <a:lnTo>
                    <a:pt x="76187" y="64008"/>
                  </a:lnTo>
                  <a:lnTo>
                    <a:pt x="183375" y="64008"/>
                  </a:lnTo>
                  <a:lnTo>
                    <a:pt x="183375" y="49784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7" name="object 47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3078353" y="1743201"/>
              <a:ext cx="78867" cy="119761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3188721" y="1237741"/>
              <a:ext cx="2061331" cy="38417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3108804" y="1961387"/>
              <a:ext cx="368836" cy="21755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602207" y="1970151"/>
              <a:ext cx="490875" cy="191643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1917012" y="658748"/>
              <a:ext cx="3261158" cy="1398015"/>
            </a:xfrm>
            <a:prstGeom prst="rect">
              <a:avLst/>
            </a:prstGeom>
          </p:spPr>
        </p:pic>
      </p:grpSp>
      <p:pic>
        <p:nvPicPr>
          <p:cNvPr id="52" name="object 52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474334" y="2393569"/>
            <a:ext cx="573913" cy="256539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351760" y="1368805"/>
            <a:ext cx="402937" cy="466852"/>
          </a:xfrm>
          <a:prstGeom prst="rect">
            <a:avLst/>
          </a:prstGeom>
        </p:spPr>
      </p:pic>
      <p:sp>
        <p:nvSpPr>
          <p:cNvPr id="54" name="object 54"/>
          <p:cNvSpPr/>
          <p:nvPr/>
        </p:nvSpPr>
        <p:spPr>
          <a:xfrm>
            <a:off x="4634357" y="4267352"/>
            <a:ext cx="1951989" cy="104775"/>
          </a:xfrm>
          <a:custGeom>
            <a:avLst/>
            <a:gdLst/>
            <a:ahLst/>
            <a:cxnLst/>
            <a:rect l="l" t="t" r="r" b="b"/>
            <a:pathLst>
              <a:path w="1951990" h="104775">
                <a:moveTo>
                  <a:pt x="184721" y="69850"/>
                </a:moveTo>
                <a:lnTo>
                  <a:pt x="7861" y="69850"/>
                </a:lnTo>
                <a:lnTo>
                  <a:pt x="0" y="77660"/>
                </a:lnTo>
                <a:lnTo>
                  <a:pt x="0" y="96951"/>
                </a:lnTo>
                <a:lnTo>
                  <a:pt x="7873" y="104762"/>
                </a:lnTo>
                <a:lnTo>
                  <a:pt x="183514" y="104762"/>
                </a:lnTo>
                <a:lnTo>
                  <a:pt x="226059" y="104317"/>
                </a:lnTo>
                <a:lnTo>
                  <a:pt x="410946" y="104317"/>
                </a:lnTo>
                <a:lnTo>
                  <a:pt x="429692" y="102876"/>
                </a:lnTo>
                <a:lnTo>
                  <a:pt x="447877" y="101803"/>
                </a:lnTo>
                <a:lnTo>
                  <a:pt x="447675" y="101803"/>
                </a:lnTo>
                <a:lnTo>
                  <a:pt x="489076" y="101079"/>
                </a:lnTo>
                <a:lnTo>
                  <a:pt x="489434" y="101079"/>
                </a:lnTo>
                <a:lnTo>
                  <a:pt x="509804" y="99618"/>
                </a:lnTo>
                <a:lnTo>
                  <a:pt x="530115" y="98564"/>
                </a:lnTo>
                <a:lnTo>
                  <a:pt x="552449" y="98200"/>
                </a:lnTo>
                <a:lnTo>
                  <a:pt x="705011" y="98200"/>
                </a:lnTo>
                <a:lnTo>
                  <a:pt x="731265" y="97726"/>
                </a:lnTo>
                <a:lnTo>
                  <a:pt x="1169008" y="97726"/>
                </a:lnTo>
                <a:lnTo>
                  <a:pt x="1199768" y="96265"/>
                </a:lnTo>
                <a:lnTo>
                  <a:pt x="1256029" y="93014"/>
                </a:lnTo>
                <a:lnTo>
                  <a:pt x="1256233" y="93014"/>
                </a:lnTo>
                <a:lnTo>
                  <a:pt x="1310513" y="87922"/>
                </a:lnTo>
                <a:lnTo>
                  <a:pt x="1361566" y="81394"/>
                </a:lnTo>
                <a:lnTo>
                  <a:pt x="1413638" y="73812"/>
                </a:lnTo>
                <a:lnTo>
                  <a:pt x="1438274" y="70332"/>
                </a:lnTo>
                <a:lnTo>
                  <a:pt x="231311" y="70332"/>
                </a:lnTo>
                <a:lnTo>
                  <a:pt x="184721" y="69850"/>
                </a:lnTo>
                <a:close/>
              </a:path>
              <a:path w="1951990" h="104775">
                <a:moveTo>
                  <a:pt x="705011" y="98200"/>
                </a:moveTo>
                <a:lnTo>
                  <a:pt x="552449" y="98200"/>
                </a:lnTo>
                <a:lnTo>
                  <a:pt x="574801" y="98564"/>
                </a:lnTo>
                <a:lnTo>
                  <a:pt x="684842" y="98564"/>
                </a:lnTo>
                <a:lnTo>
                  <a:pt x="705011" y="98200"/>
                </a:lnTo>
                <a:close/>
              </a:path>
              <a:path w="1951990" h="104775">
                <a:moveTo>
                  <a:pt x="552703" y="64173"/>
                </a:moveTo>
                <a:lnTo>
                  <a:pt x="529463" y="64528"/>
                </a:lnTo>
                <a:lnTo>
                  <a:pt x="507753" y="65646"/>
                </a:lnTo>
                <a:lnTo>
                  <a:pt x="487552" y="67094"/>
                </a:lnTo>
                <a:lnTo>
                  <a:pt x="486224" y="67094"/>
                </a:lnTo>
                <a:lnTo>
                  <a:pt x="445561" y="67792"/>
                </a:lnTo>
                <a:lnTo>
                  <a:pt x="446277" y="67792"/>
                </a:lnTo>
                <a:lnTo>
                  <a:pt x="427989" y="68872"/>
                </a:lnTo>
                <a:lnTo>
                  <a:pt x="408939" y="70332"/>
                </a:lnTo>
                <a:lnTo>
                  <a:pt x="1438274" y="70332"/>
                </a:lnTo>
                <a:lnTo>
                  <a:pt x="1441703" y="69850"/>
                </a:lnTo>
                <a:lnTo>
                  <a:pt x="1463676" y="66254"/>
                </a:lnTo>
                <a:lnTo>
                  <a:pt x="1469792" y="65379"/>
                </a:lnTo>
                <a:lnTo>
                  <a:pt x="731958" y="65379"/>
                </a:lnTo>
                <a:lnTo>
                  <a:pt x="685545" y="64528"/>
                </a:lnTo>
                <a:lnTo>
                  <a:pt x="575437" y="64528"/>
                </a:lnTo>
                <a:lnTo>
                  <a:pt x="552703" y="64173"/>
                </a:lnTo>
                <a:close/>
              </a:path>
              <a:path w="1951990" h="104775">
                <a:moveTo>
                  <a:pt x="1671950" y="46278"/>
                </a:moveTo>
                <a:lnTo>
                  <a:pt x="1379277" y="46278"/>
                </a:lnTo>
                <a:lnTo>
                  <a:pt x="1356922" y="49376"/>
                </a:lnTo>
                <a:lnTo>
                  <a:pt x="1306596" y="55778"/>
                </a:lnTo>
                <a:lnTo>
                  <a:pt x="1279092" y="58642"/>
                </a:lnTo>
                <a:lnTo>
                  <a:pt x="1254071" y="60727"/>
                </a:lnTo>
                <a:lnTo>
                  <a:pt x="1197977" y="63957"/>
                </a:lnTo>
                <a:lnTo>
                  <a:pt x="1168018" y="65379"/>
                </a:lnTo>
                <a:lnTo>
                  <a:pt x="1469792" y="65379"/>
                </a:lnTo>
                <a:lnTo>
                  <a:pt x="1484897" y="63247"/>
                </a:lnTo>
                <a:lnTo>
                  <a:pt x="1533270" y="57289"/>
                </a:lnTo>
                <a:lnTo>
                  <a:pt x="1565591" y="52730"/>
                </a:lnTo>
                <a:lnTo>
                  <a:pt x="1564639" y="52730"/>
                </a:lnTo>
                <a:lnTo>
                  <a:pt x="1566671" y="52578"/>
                </a:lnTo>
                <a:lnTo>
                  <a:pt x="1575395" y="52578"/>
                </a:lnTo>
                <a:lnTo>
                  <a:pt x="1596008" y="52285"/>
                </a:lnTo>
                <a:lnTo>
                  <a:pt x="1597145" y="52285"/>
                </a:lnTo>
                <a:lnTo>
                  <a:pt x="1622524" y="47992"/>
                </a:lnTo>
                <a:lnTo>
                  <a:pt x="1620689" y="47992"/>
                </a:lnTo>
                <a:lnTo>
                  <a:pt x="1623948" y="47752"/>
                </a:lnTo>
                <a:lnTo>
                  <a:pt x="1657131" y="47752"/>
                </a:lnTo>
                <a:lnTo>
                  <a:pt x="1671950" y="46278"/>
                </a:lnTo>
                <a:close/>
              </a:path>
              <a:path w="1951990" h="104775">
                <a:moveTo>
                  <a:pt x="1566671" y="52578"/>
                </a:moveTo>
                <a:lnTo>
                  <a:pt x="1564639" y="52730"/>
                </a:lnTo>
                <a:lnTo>
                  <a:pt x="1565591" y="52730"/>
                </a:lnTo>
                <a:lnTo>
                  <a:pt x="1566671" y="52578"/>
                </a:lnTo>
                <a:close/>
              </a:path>
              <a:path w="1951990" h="104775">
                <a:moveTo>
                  <a:pt x="1575395" y="52578"/>
                </a:moveTo>
                <a:lnTo>
                  <a:pt x="1566671" y="52578"/>
                </a:lnTo>
                <a:lnTo>
                  <a:pt x="1565591" y="52730"/>
                </a:lnTo>
                <a:lnTo>
                  <a:pt x="1564640" y="52730"/>
                </a:lnTo>
                <a:lnTo>
                  <a:pt x="1575395" y="52578"/>
                </a:lnTo>
                <a:close/>
              </a:path>
              <a:path w="1951990" h="104775">
                <a:moveTo>
                  <a:pt x="1657131" y="47752"/>
                </a:moveTo>
                <a:lnTo>
                  <a:pt x="1623948" y="47752"/>
                </a:lnTo>
                <a:lnTo>
                  <a:pt x="1622524" y="47992"/>
                </a:lnTo>
                <a:lnTo>
                  <a:pt x="1649094" y="48437"/>
                </a:lnTo>
                <a:lnTo>
                  <a:pt x="1650233" y="48437"/>
                </a:lnTo>
                <a:lnTo>
                  <a:pt x="1657131" y="47752"/>
                </a:lnTo>
                <a:close/>
              </a:path>
              <a:path w="1951990" h="104775">
                <a:moveTo>
                  <a:pt x="1623948" y="47752"/>
                </a:moveTo>
                <a:lnTo>
                  <a:pt x="1620689" y="47992"/>
                </a:lnTo>
                <a:lnTo>
                  <a:pt x="1622524" y="47992"/>
                </a:lnTo>
                <a:lnTo>
                  <a:pt x="1623948" y="47752"/>
                </a:lnTo>
                <a:close/>
              </a:path>
              <a:path w="1951990" h="104775">
                <a:moveTo>
                  <a:pt x="1594246" y="20110"/>
                </a:moveTo>
                <a:lnTo>
                  <a:pt x="1563877" y="21081"/>
                </a:lnTo>
                <a:lnTo>
                  <a:pt x="1562227" y="21234"/>
                </a:lnTo>
                <a:lnTo>
                  <a:pt x="1529079" y="25901"/>
                </a:lnTo>
                <a:lnTo>
                  <a:pt x="1505815" y="28771"/>
                </a:lnTo>
                <a:lnTo>
                  <a:pt x="1481327" y="31432"/>
                </a:lnTo>
                <a:lnTo>
                  <a:pt x="1458848" y="34251"/>
                </a:lnTo>
                <a:lnTo>
                  <a:pt x="1436757" y="37878"/>
                </a:lnTo>
                <a:lnTo>
                  <a:pt x="1408938" y="41783"/>
                </a:lnTo>
                <a:lnTo>
                  <a:pt x="1379405" y="46278"/>
                </a:lnTo>
                <a:lnTo>
                  <a:pt x="1709419" y="46278"/>
                </a:lnTo>
                <a:lnTo>
                  <a:pt x="1724914" y="46672"/>
                </a:lnTo>
                <a:lnTo>
                  <a:pt x="1742566" y="46672"/>
                </a:lnTo>
                <a:lnTo>
                  <a:pt x="1755013" y="46812"/>
                </a:lnTo>
                <a:lnTo>
                  <a:pt x="1868932" y="46812"/>
                </a:lnTo>
                <a:lnTo>
                  <a:pt x="1909064" y="39916"/>
                </a:lnTo>
                <a:lnTo>
                  <a:pt x="1917749" y="37045"/>
                </a:lnTo>
                <a:lnTo>
                  <a:pt x="1915794" y="37045"/>
                </a:lnTo>
                <a:lnTo>
                  <a:pt x="1920366" y="36131"/>
                </a:lnTo>
                <a:lnTo>
                  <a:pt x="1924679" y="36131"/>
                </a:lnTo>
                <a:lnTo>
                  <a:pt x="1928757" y="34925"/>
                </a:lnTo>
                <a:lnTo>
                  <a:pt x="1926209" y="34925"/>
                </a:lnTo>
                <a:lnTo>
                  <a:pt x="1930896" y="34251"/>
                </a:lnTo>
                <a:lnTo>
                  <a:pt x="1944413" y="34251"/>
                </a:lnTo>
                <a:lnTo>
                  <a:pt x="1951609" y="27114"/>
                </a:lnTo>
                <a:lnTo>
                  <a:pt x="1951609" y="20307"/>
                </a:lnTo>
                <a:lnTo>
                  <a:pt x="1593088" y="20307"/>
                </a:lnTo>
                <a:lnTo>
                  <a:pt x="1594246" y="20110"/>
                </a:lnTo>
                <a:close/>
              </a:path>
              <a:path w="1951990" h="104775">
                <a:moveTo>
                  <a:pt x="1920366" y="36131"/>
                </a:moveTo>
                <a:lnTo>
                  <a:pt x="1915794" y="37045"/>
                </a:lnTo>
                <a:lnTo>
                  <a:pt x="1918197" y="36889"/>
                </a:lnTo>
                <a:lnTo>
                  <a:pt x="1920366" y="36131"/>
                </a:lnTo>
                <a:close/>
              </a:path>
              <a:path w="1951990" h="104775">
                <a:moveTo>
                  <a:pt x="1918197" y="36889"/>
                </a:moveTo>
                <a:lnTo>
                  <a:pt x="1915794" y="37045"/>
                </a:lnTo>
                <a:lnTo>
                  <a:pt x="1917749" y="37045"/>
                </a:lnTo>
                <a:lnTo>
                  <a:pt x="1918197" y="36889"/>
                </a:lnTo>
                <a:close/>
              </a:path>
              <a:path w="1951990" h="104775">
                <a:moveTo>
                  <a:pt x="1924419" y="36131"/>
                </a:moveTo>
                <a:lnTo>
                  <a:pt x="1920366" y="36131"/>
                </a:lnTo>
                <a:lnTo>
                  <a:pt x="1918197" y="36889"/>
                </a:lnTo>
                <a:lnTo>
                  <a:pt x="1921256" y="36690"/>
                </a:lnTo>
                <a:lnTo>
                  <a:pt x="1924419" y="36131"/>
                </a:lnTo>
                <a:close/>
              </a:path>
              <a:path w="1951990" h="104775">
                <a:moveTo>
                  <a:pt x="1931033" y="34251"/>
                </a:moveTo>
                <a:lnTo>
                  <a:pt x="1930896" y="34251"/>
                </a:lnTo>
                <a:lnTo>
                  <a:pt x="1926209" y="34925"/>
                </a:lnTo>
                <a:lnTo>
                  <a:pt x="1928757" y="34925"/>
                </a:lnTo>
                <a:lnTo>
                  <a:pt x="1931033" y="34251"/>
                </a:lnTo>
                <a:close/>
              </a:path>
              <a:path w="1951990" h="104775">
                <a:moveTo>
                  <a:pt x="1944413" y="34251"/>
                </a:moveTo>
                <a:lnTo>
                  <a:pt x="1931033" y="34251"/>
                </a:lnTo>
                <a:lnTo>
                  <a:pt x="1928757" y="34925"/>
                </a:lnTo>
                <a:lnTo>
                  <a:pt x="1943735" y="34925"/>
                </a:lnTo>
                <a:lnTo>
                  <a:pt x="1944413" y="34251"/>
                </a:lnTo>
                <a:close/>
              </a:path>
              <a:path w="1951990" h="104775">
                <a:moveTo>
                  <a:pt x="1951609" y="11887"/>
                </a:moveTo>
                <a:lnTo>
                  <a:pt x="1868747" y="11887"/>
                </a:lnTo>
                <a:lnTo>
                  <a:pt x="1866900" y="12014"/>
                </a:lnTo>
                <a:lnTo>
                  <a:pt x="1724914" y="12014"/>
                </a:lnTo>
                <a:lnTo>
                  <a:pt x="1706421" y="12484"/>
                </a:lnTo>
                <a:lnTo>
                  <a:pt x="1669288" y="12484"/>
                </a:lnTo>
                <a:lnTo>
                  <a:pt x="1647697" y="14643"/>
                </a:lnTo>
                <a:lnTo>
                  <a:pt x="1647221" y="14643"/>
                </a:lnTo>
                <a:lnTo>
                  <a:pt x="1620646" y="15773"/>
                </a:lnTo>
                <a:lnTo>
                  <a:pt x="1618614" y="15976"/>
                </a:lnTo>
                <a:lnTo>
                  <a:pt x="1593088" y="20307"/>
                </a:lnTo>
                <a:lnTo>
                  <a:pt x="1594944" y="20110"/>
                </a:lnTo>
                <a:lnTo>
                  <a:pt x="1951609" y="20110"/>
                </a:lnTo>
                <a:lnTo>
                  <a:pt x="1951609" y="11887"/>
                </a:lnTo>
                <a:close/>
              </a:path>
              <a:path w="1951990" h="104775">
                <a:moveTo>
                  <a:pt x="1951609" y="20110"/>
                </a:moveTo>
                <a:lnTo>
                  <a:pt x="1594944" y="20110"/>
                </a:lnTo>
                <a:lnTo>
                  <a:pt x="1593088" y="20307"/>
                </a:lnTo>
                <a:lnTo>
                  <a:pt x="1951609" y="20307"/>
                </a:lnTo>
                <a:lnTo>
                  <a:pt x="1951609" y="20110"/>
                </a:lnTo>
                <a:close/>
              </a:path>
              <a:path w="1951990" h="104775">
                <a:moveTo>
                  <a:pt x="1867937" y="11887"/>
                </a:moveTo>
                <a:lnTo>
                  <a:pt x="1755013" y="11887"/>
                </a:lnTo>
                <a:lnTo>
                  <a:pt x="1742439" y="12014"/>
                </a:lnTo>
                <a:lnTo>
                  <a:pt x="1866900" y="12014"/>
                </a:lnTo>
                <a:lnTo>
                  <a:pt x="1867937" y="11887"/>
                </a:lnTo>
                <a:close/>
              </a:path>
              <a:path w="1951990" h="104775">
                <a:moveTo>
                  <a:pt x="1880863" y="10304"/>
                </a:moveTo>
                <a:lnTo>
                  <a:pt x="1866900" y="12014"/>
                </a:lnTo>
                <a:lnTo>
                  <a:pt x="1868747" y="11887"/>
                </a:lnTo>
                <a:lnTo>
                  <a:pt x="1951609" y="11887"/>
                </a:lnTo>
                <a:lnTo>
                  <a:pt x="1951609" y="10464"/>
                </a:lnTo>
                <a:lnTo>
                  <a:pt x="1880108" y="10464"/>
                </a:lnTo>
                <a:lnTo>
                  <a:pt x="1880863" y="10304"/>
                </a:lnTo>
                <a:close/>
              </a:path>
              <a:path w="1951990" h="104775">
                <a:moveTo>
                  <a:pt x="1900642" y="6021"/>
                </a:moveTo>
                <a:lnTo>
                  <a:pt x="1891866" y="7975"/>
                </a:lnTo>
                <a:lnTo>
                  <a:pt x="1880108" y="10464"/>
                </a:lnTo>
                <a:lnTo>
                  <a:pt x="1881067" y="10304"/>
                </a:lnTo>
                <a:lnTo>
                  <a:pt x="1951609" y="10304"/>
                </a:lnTo>
                <a:lnTo>
                  <a:pt x="1951609" y="7975"/>
                </a:lnTo>
                <a:lnTo>
                  <a:pt x="1951762" y="7975"/>
                </a:lnTo>
                <a:lnTo>
                  <a:pt x="1950139" y="6362"/>
                </a:lnTo>
                <a:lnTo>
                  <a:pt x="1899665" y="6362"/>
                </a:lnTo>
                <a:lnTo>
                  <a:pt x="1900642" y="6021"/>
                </a:lnTo>
                <a:close/>
              </a:path>
              <a:path w="1951990" h="104775">
                <a:moveTo>
                  <a:pt x="1951609" y="10304"/>
                </a:moveTo>
                <a:lnTo>
                  <a:pt x="1881067" y="10304"/>
                </a:lnTo>
                <a:lnTo>
                  <a:pt x="1880108" y="10464"/>
                </a:lnTo>
                <a:lnTo>
                  <a:pt x="1951609" y="10464"/>
                </a:lnTo>
                <a:lnTo>
                  <a:pt x="1951609" y="10304"/>
                </a:lnTo>
                <a:close/>
              </a:path>
              <a:path w="1951990" h="104775">
                <a:moveTo>
                  <a:pt x="1901570" y="5816"/>
                </a:moveTo>
                <a:lnTo>
                  <a:pt x="1900642" y="6021"/>
                </a:lnTo>
                <a:lnTo>
                  <a:pt x="1899665" y="6362"/>
                </a:lnTo>
                <a:lnTo>
                  <a:pt x="1901570" y="5816"/>
                </a:lnTo>
                <a:close/>
              </a:path>
              <a:path w="1951990" h="104775">
                <a:moveTo>
                  <a:pt x="1949589" y="5816"/>
                </a:moveTo>
                <a:lnTo>
                  <a:pt x="1901570" y="5816"/>
                </a:lnTo>
                <a:lnTo>
                  <a:pt x="1899665" y="6362"/>
                </a:lnTo>
                <a:lnTo>
                  <a:pt x="1950139" y="6362"/>
                </a:lnTo>
                <a:lnTo>
                  <a:pt x="1949589" y="5816"/>
                </a:lnTo>
                <a:close/>
              </a:path>
              <a:path w="1951990" h="104775">
                <a:moveTo>
                  <a:pt x="1917002" y="1969"/>
                </a:moveTo>
                <a:lnTo>
                  <a:pt x="1913509" y="2197"/>
                </a:lnTo>
                <a:lnTo>
                  <a:pt x="1908937" y="3124"/>
                </a:lnTo>
                <a:lnTo>
                  <a:pt x="1900642" y="6021"/>
                </a:lnTo>
                <a:lnTo>
                  <a:pt x="1901570" y="5816"/>
                </a:lnTo>
                <a:lnTo>
                  <a:pt x="1949589" y="5816"/>
                </a:lnTo>
                <a:lnTo>
                  <a:pt x="1946265" y="2514"/>
                </a:lnTo>
                <a:lnTo>
                  <a:pt x="1915160" y="2514"/>
                </a:lnTo>
                <a:lnTo>
                  <a:pt x="1917002" y="1969"/>
                </a:lnTo>
                <a:close/>
              </a:path>
              <a:path w="1951990" h="104775">
                <a:moveTo>
                  <a:pt x="1918969" y="1841"/>
                </a:moveTo>
                <a:lnTo>
                  <a:pt x="1917002" y="1969"/>
                </a:lnTo>
                <a:lnTo>
                  <a:pt x="1915160" y="2514"/>
                </a:lnTo>
                <a:lnTo>
                  <a:pt x="1918969" y="1841"/>
                </a:lnTo>
                <a:close/>
              </a:path>
              <a:path w="1951990" h="104775">
                <a:moveTo>
                  <a:pt x="1945588" y="1841"/>
                </a:moveTo>
                <a:lnTo>
                  <a:pt x="1918969" y="1841"/>
                </a:lnTo>
                <a:lnTo>
                  <a:pt x="1915160" y="2514"/>
                </a:lnTo>
                <a:lnTo>
                  <a:pt x="1946265" y="2514"/>
                </a:lnTo>
                <a:lnTo>
                  <a:pt x="1945588" y="1841"/>
                </a:lnTo>
                <a:close/>
              </a:path>
              <a:path w="1951990" h="104775">
                <a:moveTo>
                  <a:pt x="1943735" y="0"/>
                </a:moveTo>
                <a:lnTo>
                  <a:pt x="1926209" y="0"/>
                </a:lnTo>
                <a:lnTo>
                  <a:pt x="1921256" y="711"/>
                </a:lnTo>
                <a:lnTo>
                  <a:pt x="1917002" y="1969"/>
                </a:lnTo>
                <a:lnTo>
                  <a:pt x="1918969" y="1841"/>
                </a:lnTo>
                <a:lnTo>
                  <a:pt x="1945588" y="1841"/>
                </a:lnTo>
                <a:lnTo>
                  <a:pt x="1943735" y="0"/>
                </a:lnTo>
                <a:close/>
              </a:path>
            </a:pathLst>
          </a:custGeom>
          <a:solidFill>
            <a:srgbClr val="5B2D9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53468" rIns="0" bIns="0" rtlCol="0" vert="horz">
            <a:spAutoFit/>
          </a:bodyPr>
          <a:lstStyle/>
          <a:p>
            <a:pPr marL="1466215" marR="5080" indent="-972819">
              <a:lnSpc>
                <a:spcPct val="117300"/>
              </a:lnSpc>
              <a:spcBef>
                <a:spcPts val="90"/>
              </a:spcBef>
            </a:pPr>
            <a:r>
              <a:rPr dirty="0" sz="3950">
                <a:solidFill>
                  <a:srgbClr val="000000"/>
                </a:solidFill>
              </a:rPr>
              <a:t>Regularized</a:t>
            </a:r>
            <a:r>
              <a:rPr dirty="0" sz="3950" spc="110">
                <a:solidFill>
                  <a:srgbClr val="000000"/>
                </a:solidFill>
              </a:rPr>
              <a:t> </a:t>
            </a:r>
            <a:r>
              <a:rPr dirty="0" sz="3950" spc="-10">
                <a:solidFill>
                  <a:srgbClr val="000000"/>
                </a:solidFill>
              </a:rPr>
              <a:t>Linear Regression</a:t>
            </a:r>
            <a:endParaRPr sz="395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50800" marR="5080" indent="228600">
              <a:lnSpc>
                <a:spcPct val="101000"/>
              </a:lnSpc>
              <a:spcBef>
                <a:spcPts val="80"/>
              </a:spcBef>
            </a:pPr>
            <a:r>
              <a:rPr dirty="0" sz="4400">
                <a:solidFill>
                  <a:srgbClr val="0070EA"/>
                </a:solidFill>
              </a:rPr>
              <a:t>Regularization</a:t>
            </a:r>
            <a:r>
              <a:rPr dirty="0" sz="4400" spc="-210">
                <a:solidFill>
                  <a:srgbClr val="0070EA"/>
                </a:solidFill>
              </a:rPr>
              <a:t> </a:t>
            </a:r>
            <a:r>
              <a:rPr dirty="0" sz="4400" spc="-25">
                <a:solidFill>
                  <a:srgbClr val="0070EA"/>
                </a:solidFill>
              </a:rPr>
              <a:t>to </a:t>
            </a:r>
            <a:r>
              <a:rPr dirty="0" sz="4400">
                <a:solidFill>
                  <a:srgbClr val="0070EA"/>
                </a:solidFill>
              </a:rPr>
              <a:t>Reduce</a:t>
            </a:r>
            <a:r>
              <a:rPr dirty="0" sz="4400" spc="-100">
                <a:solidFill>
                  <a:srgbClr val="0070EA"/>
                </a:solidFill>
              </a:rPr>
              <a:t> </a:t>
            </a:r>
            <a:r>
              <a:rPr dirty="0" sz="4400" spc="-10">
                <a:solidFill>
                  <a:srgbClr val="0070EA"/>
                </a:solidFill>
              </a:rPr>
              <a:t>Overfitting</a:t>
            </a:r>
            <a:endParaRPr sz="44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1800" y="2708846"/>
            <a:ext cx="138493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baseline="-16666" sz="2250">
                <a:latin typeface="Cambria Math"/>
                <a:cs typeface="Cambria Math"/>
              </a:rPr>
              <a:t>𝑗</a:t>
            </a:r>
            <a:r>
              <a:rPr dirty="0" baseline="-16666" sz="2250" spc="419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4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dirty="0" baseline="-16666" sz="2250" spc="209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2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831594" y="2887726"/>
            <a:ext cx="409575" cy="19050"/>
          </a:xfrm>
          <a:custGeom>
            <a:avLst/>
            <a:gdLst/>
            <a:ahLst/>
            <a:cxnLst/>
            <a:rect l="l" t="t" r="r" b="b"/>
            <a:pathLst>
              <a:path w="409575" h="19050">
                <a:moveTo>
                  <a:pt x="409575" y="0"/>
                </a:moveTo>
                <a:lnTo>
                  <a:pt x="0" y="0"/>
                </a:lnTo>
                <a:lnTo>
                  <a:pt x="0" y="19050"/>
                </a:lnTo>
                <a:lnTo>
                  <a:pt x="409575" y="19050"/>
                </a:lnTo>
                <a:lnTo>
                  <a:pt x="409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944751" y="2518092"/>
            <a:ext cx="1689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latin typeface="Cambria Math"/>
                <a:cs typeface="Cambria Math"/>
              </a:rPr>
              <a:t>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20926" y="2880677"/>
            <a:ext cx="35877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latin typeface="Cambria Math"/>
                <a:cs typeface="Cambria Math"/>
              </a:rPr>
              <a:t>𝜕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25979" y="3004502"/>
            <a:ext cx="11493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14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406650" y="2771012"/>
            <a:ext cx="604520" cy="250190"/>
          </a:xfrm>
          <a:custGeom>
            <a:avLst/>
            <a:gdLst/>
            <a:ahLst/>
            <a:cxnLst/>
            <a:rect l="l" t="t" r="r" b="b"/>
            <a:pathLst>
              <a:path w="604519" h="250189">
                <a:moveTo>
                  <a:pt x="79375" y="21082"/>
                </a:moveTo>
                <a:lnTo>
                  <a:pt x="75946" y="11430"/>
                </a:lnTo>
                <a:lnTo>
                  <a:pt x="58699" y="17691"/>
                </a:lnTo>
                <a:lnTo>
                  <a:pt x="43573" y="26758"/>
                </a:lnTo>
                <a:lnTo>
                  <a:pt x="11087" y="70129"/>
                </a:lnTo>
                <a:lnTo>
                  <a:pt x="1231" y="108851"/>
                </a:lnTo>
                <a:lnTo>
                  <a:pt x="0" y="130683"/>
                </a:lnTo>
                <a:lnTo>
                  <a:pt x="1117" y="150444"/>
                </a:lnTo>
                <a:lnTo>
                  <a:pt x="1231" y="152539"/>
                </a:lnTo>
                <a:lnTo>
                  <a:pt x="11087" y="191249"/>
                </a:lnTo>
                <a:lnTo>
                  <a:pt x="43472" y="234429"/>
                </a:lnTo>
                <a:lnTo>
                  <a:pt x="75946" y="249682"/>
                </a:lnTo>
                <a:lnTo>
                  <a:pt x="78994" y="240030"/>
                </a:lnTo>
                <a:lnTo>
                  <a:pt x="65443" y="234010"/>
                </a:lnTo>
                <a:lnTo>
                  <a:pt x="53746" y="225640"/>
                </a:lnTo>
                <a:lnTo>
                  <a:pt x="29692" y="186639"/>
                </a:lnTo>
                <a:lnTo>
                  <a:pt x="21767" y="130683"/>
                </a:lnTo>
                <a:lnTo>
                  <a:pt x="21717" y="129413"/>
                </a:lnTo>
                <a:lnTo>
                  <a:pt x="22593" y="109080"/>
                </a:lnTo>
                <a:lnTo>
                  <a:pt x="35941" y="58928"/>
                </a:lnTo>
                <a:lnTo>
                  <a:pt x="65659" y="27089"/>
                </a:lnTo>
                <a:lnTo>
                  <a:pt x="79375" y="21082"/>
                </a:lnTo>
                <a:close/>
              </a:path>
              <a:path w="604519" h="250189">
                <a:moveTo>
                  <a:pt x="281686" y="27305"/>
                </a:moveTo>
                <a:lnTo>
                  <a:pt x="250190" y="0"/>
                </a:lnTo>
                <a:lnTo>
                  <a:pt x="243459" y="7620"/>
                </a:lnTo>
                <a:lnTo>
                  <a:pt x="263525" y="25019"/>
                </a:lnTo>
                <a:lnTo>
                  <a:pt x="82169" y="25019"/>
                </a:lnTo>
                <a:lnTo>
                  <a:pt x="82169" y="36830"/>
                </a:lnTo>
                <a:lnTo>
                  <a:pt x="263525" y="36830"/>
                </a:lnTo>
                <a:lnTo>
                  <a:pt x="243459" y="54229"/>
                </a:lnTo>
                <a:lnTo>
                  <a:pt x="250190" y="61849"/>
                </a:lnTo>
                <a:lnTo>
                  <a:pt x="281686" y="34544"/>
                </a:lnTo>
                <a:lnTo>
                  <a:pt x="281686" y="27305"/>
                </a:lnTo>
                <a:close/>
              </a:path>
              <a:path w="604519" h="250189">
                <a:moveTo>
                  <a:pt x="604520" y="130683"/>
                </a:moveTo>
                <a:lnTo>
                  <a:pt x="603288" y="109080"/>
                </a:lnTo>
                <a:lnTo>
                  <a:pt x="603275" y="108851"/>
                </a:lnTo>
                <a:lnTo>
                  <a:pt x="599579" y="88671"/>
                </a:lnTo>
                <a:lnTo>
                  <a:pt x="584835" y="53213"/>
                </a:lnTo>
                <a:lnTo>
                  <a:pt x="545807" y="17691"/>
                </a:lnTo>
                <a:lnTo>
                  <a:pt x="528574" y="11430"/>
                </a:lnTo>
                <a:lnTo>
                  <a:pt x="525145" y="21082"/>
                </a:lnTo>
                <a:lnTo>
                  <a:pt x="538924" y="27089"/>
                </a:lnTo>
                <a:lnTo>
                  <a:pt x="550773" y="35394"/>
                </a:lnTo>
                <a:lnTo>
                  <a:pt x="574865" y="73837"/>
                </a:lnTo>
                <a:lnTo>
                  <a:pt x="582803" y="129413"/>
                </a:lnTo>
                <a:lnTo>
                  <a:pt x="581914" y="150444"/>
                </a:lnTo>
                <a:lnTo>
                  <a:pt x="568579" y="201803"/>
                </a:lnTo>
                <a:lnTo>
                  <a:pt x="539064" y="234010"/>
                </a:lnTo>
                <a:lnTo>
                  <a:pt x="525526" y="240030"/>
                </a:lnTo>
                <a:lnTo>
                  <a:pt x="528574" y="249682"/>
                </a:lnTo>
                <a:lnTo>
                  <a:pt x="574078" y="222631"/>
                </a:lnTo>
                <a:lnTo>
                  <a:pt x="599592" y="172745"/>
                </a:lnTo>
                <a:lnTo>
                  <a:pt x="603275" y="152539"/>
                </a:lnTo>
                <a:lnTo>
                  <a:pt x="604520" y="130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268854" y="2708846"/>
            <a:ext cx="66040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𝐽</a:t>
            </a:r>
            <a:r>
              <a:rPr dirty="0" sz="2000" spc="4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w,</a:t>
            </a:r>
            <a:r>
              <a:rPr dirty="0" sz="2000" spc="-18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92759" y="3514407"/>
            <a:ext cx="110490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𝑏</a:t>
            </a:r>
            <a:r>
              <a:rPr dirty="0" sz="2000" spc="12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5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2000" spc="4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 </a:t>
            </a:r>
            <a:r>
              <a:rPr dirty="0" sz="2000" spc="-5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28901" y="3691763"/>
            <a:ext cx="285750" cy="19050"/>
          </a:xfrm>
          <a:custGeom>
            <a:avLst/>
            <a:gdLst/>
            <a:ahLst/>
            <a:cxnLst/>
            <a:rect l="l" t="t" r="r" b="b"/>
            <a:pathLst>
              <a:path w="285750" h="19050">
                <a:moveTo>
                  <a:pt x="285750" y="0"/>
                </a:moveTo>
                <a:lnTo>
                  <a:pt x="0" y="0"/>
                </a:lnTo>
                <a:lnTo>
                  <a:pt x="0" y="19050"/>
                </a:lnTo>
                <a:lnTo>
                  <a:pt x="285750" y="19050"/>
                </a:lnTo>
                <a:lnTo>
                  <a:pt x="2857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684654" y="3323653"/>
            <a:ext cx="1689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latin typeface="Cambria Math"/>
                <a:cs typeface="Cambria Math"/>
              </a:rPr>
              <a:t>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17980" y="3686175"/>
            <a:ext cx="30734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latin typeface="Cambria Math"/>
                <a:cs typeface="Cambria Math"/>
              </a:rPr>
              <a:t>𝜕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080133" y="3575050"/>
            <a:ext cx="604520" cy="250190"/>
          </a:xfrm>
          <a:custGeom>
            <a:avLst/>
            <a:gdLst/>
            <a:ahLst/>
            <a:cxnLst/>
            <a:rect l="l" t="t" r="r" b="b"/>
            <a:pathLst>
              <a:path w="604519" h="250189">
                <a:moveTo>
                  <a:pt x="79375" y="21082"/>
                </a:moveTo>
                <a:lnTo>
                  <a:pt x="76073" y="11430"/>
                </a:lnTo>
                <a:lnTo>
                  <a:pt x="58750" y="17678"/>
                </a:lnTo>
                <a:lnTo>
                  <a:pt x="43586" y="26708"/>
                </a:lnTo>
                <a:lnTo>
                  <a:pt x="11087" y="70053"/>
                </a:lnTo>
                <a:lnTo>
                  <a:pt x="1231" y="108724"/>
                </a:lnTo>
                <a:lnTo>
                  <a:pt x="0" y="130556"/>
                </a:lnTo>
                <a:lnTo>
                  <a:pt x="1104" y="150317"/>
                </a:lnTo>
                <a:lnTo>
                  <a:pt x="11087" y="191198"/>
                </a:lnTo>
                <a:lnTo>
                  <a:pt x="43497" y="234429"/>
                </a:lnTo>
                <a:lnTo>
                  <a:pt x="76073" y="249682"/>
                </a:lnTo>
                <a:lnTo>
                  <a:pt x="78994" y="240030"/>
                </a:lnTo>
                <a:lnTo>
                  <a:pt x="65443" y="234010"/>
                </a:lnTo>
                <a:lnTo>
                  <a:pt x="53746" y="225640"/>
                </a:lnTo>
                <a:lnTo>
                  <a:pt x="29692" y="186563"/>
                </a:lnTo>
                <a:lnTo>
                  <a:pt x="21767" y="130556"/>
                </a:lnTo>
                <a:lnTo>
                  <a:pt x="21717" y="129286"/>
                </a:lnTo>
                <a:lnTo>
                  <a:pt x="22593" y="109029"/>
                </a:lnTo>
                <a:lnTo>
                  <a:pt x="35941" y="58801"/>
                </a:lnTo>
                <a:lnTo>
                  <a:pt x="65659" y="27089"/>
                </a:lnTo>
                <a:lnTo>
                  <a:pt x="79375" y="21082"/>
                </a:lnTo>
                <a:close/>
              </a:path>
              <a:path w="604519" h="250189">
                <a:moveTo>
                  <a:pt x="281686" y="27178"/>
                </a:moveTo>
                <a:lnTo>
                  <a:pt x="250190" y="0"/>
                </a:lnTo>
                <a:lnTo>
                  <a:pt x="243459" y="7493"/>
                </a:lnTo>
                <a:lnTo>
                  <a:pt x="263652" y="25019"/>
                </a:lnTo>
                <a:lnTo>
                  <a:pt x="82169" y="25019"/>
                </a:lnTo>
                <a:lnTo>
                  <a:pt x="82169" y="36830"/>
                </a:lnTo>
                <a:lnTo>
                  <a:pt x="263652" y="36830"/>
                </a:lnTo>
                <a:lnTo>
                  <a:pt x="243459" y="54229"/>
                </a:lnTo>
                <a:lnTo>
                  <a:pt x="250190" y="61722"/>
                </a:lnTo>
                <a:lnTo>
                  <a:pt x="281686" y="34544"/>
                </a:lnTo>
                <a:lnTo>
                  <a:pt x="281686" y="27178"/>
                </a:lnTo>
                <a:close/>
              </a:path>
              <a:path w="604519" h="250189">
                <a:moveTo>
                  <a:pt x="604520" y="130556"/>
                </a:moveTo>
                <a:lnTo>
                  <a:pt x="599579" y="88557"/>
                </a:lnTo>
                <a:lnTo>
                  <a:pt x="584835" y="53213"/>
                </a:lnTo>
                <a:lnTo>
                  <a:pt x="545807" y="17678"/>
                </a:lnTo>
                <a:lnTo>
                  <a:pt x="528574" y="11430"/>
                </a:lnTo>
                <a:lnTo>
                  <a:pt x="525145" y="21082"/>
                </a:lnTo>
                <a:lnTo>
                  <a:pt x="538924" y="27089"/>
                </a:lnTo>
                <a:lnTo>
                  <a:pt x="550773" y="35369"/>
                </a:lnTo>
                <a:lnTo>
                  <a:pt x="574865" y="73787"/>
                </a:lnTo>
                <a:lnTo>
                  <a:pt x="582803" y="129286"/>
                </a:lnTo>
                <a:lnTo>
                  <a:pt x="581914" y="150317"/>
                </a:lnTo>
                <a:lnTo>
                  <a:pt x="568706" y="201803"/>
                </a:lnTo>
                <a:lnTo>
                  <a:pt x="539076" y="234010"/>
                </a:lnTo>
                <a:lnTo>
                  <a:pt x="525526" y="240030"/>
                </a:lnTo>
                <a:lnTo>
                  <a:pt x="528574" y="249682"/>
                </a:lnTo>
                <a:lnTo>
                  <a:pt x="574078" y="222631"/>
                </a:lnTo>
                <a:lnTo>
                  <a:pt x="599592" y="172681"/>
                </a:lnTo>
                <a:lnTo>
                  <a:pt x="603275" y="152476"/>
                </a:lnTo>
                <a:lnTo>
                  <a:pt x="604520" y="1305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942210" y="3514407"/>
            <a:ext cx="66040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𝐽</a:t>
            </a:r>
            <a:r>
              <a:rPr dirty="0" sz="2000" spc="44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w,</a:t>
            </a:r>
            <a:r>
              <a:rPr dirty="0" sz="2000" spc="-17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39090" y="1824715"/>
            <a:ext cx="2391410" cy="760730"/>
          </a:xfrm>
          <a:prstGeom prst="rect">
            <a:avLst/>
          </a:prstGeom>
        </p:spPr>
        <p:txBody>
          <a:bodyPr wrap="square" lIns="0" tIns="647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dirty="0" sz="2150">
                <a:latin typeface="Verdana"/>
                <a:cs typeface="Verdana"/>
              </a:rPr>
              <a:t>Gradient</a:t>
            </a:r>
            <a:r>
              <a:rPr dirty="0" sz="2150" spc="165">
                <a:latin typeface="Verdana"/>
                <a:cs typeface="Verdana"/>
              </a:rPr>
              <a:t> </a:t>
            </a:r>
            <a:r>
              <a:rPr dirty="0" sz="2150" spc="-10">
                <a:latin typeface="Verdana"/>
                <a:cs typeface="Verdana"/>
              </a:rPr>
              <a:t>descent</a:t>
            </a:r>
            <a:endParaRPr sz="2150">
              <a:latin typeface="Verdana"/>
              <a:cs typeface="Verdana"/>
            </a:endParaRPr>
          </a:p>
          <a:p>
            <a:pPr marL="15240">
              <a:lnSpc>
                <a:spcPct val="100000"/>
              </a:lnSpc>
              <a:spcBef>
                <a:spcPts val="390"/>
              </a:spcBef>
            </a:pPr>
            <a:r>
              <a:rPr dirty="0" sz="1800">
                <a:latin typeface="Verdana"/>
                <a:cs typeface="Verdana"/>
              </a:rPr>
              <a:t>repeat</a:t>
            </a:r>
            <a:r>
              <a:rPr dirty="0" sz="1800" spc="25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{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02325" rIns="0" bIns="0" rtlCol="0" vert="horz">
            <a:spAutoFit/>
          </a:bodyPr>
          <a:lstStyle/>
          <a:p>
            <a:pPr marL="99695">
              <a:lnSpc>
                <a:spcPct val="100000"/>
              </a:lnSpc>
              <a:spcBef>
                <a:spcPts val="105"/>
              </a:spcBef>
            </a:pPr>
            <a:r>
              <a:rPr dirty="0"/>
              <a:t>Regularized</a:t>
            </a:r>
            <a:r>
              <a:rPr dirty="0" spc="-75"/>
              <a:t> </a:t>
            </a:r>
            <a:r>
              <a:rPr dirty="0"/>
              <a:t>linear</a:t>
            </a:r>
            <a:r>
              <a:rPr dirty="0" spc="-85"/>
              <a:t> </a:t>
            </a:r>
            <a:r>
              <a:rPr dirty="0" spc="-10"/>
              <a:t>regression</a:t>
            </a:r>
          </a:p>
        </p:txBody>
      </p:sp>
      <p:grpSp>
        <p:nvGrpSpPr>
          <p:cNvPr id="17" name="object 17"/>
          <p:cNvGrpSpPr/>
          <p:nvPr/>
        </p:nvGrpSpPr>
        <p:grpSpPr>
          <a:xfrm>
            <a:off x="1288922" y="1229105"/>
            <a:ext cx="755015" cy="251460"/>
            <a:chOff x="1288922" y="1229105"/>
            <a:chExt cx="755015" cy="25146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8922" y="1260093"/>
              <a:ext cx="114173" cy="22009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439418" y="1229105"/>
              <a:ext cx="604520" cy="250190"/>
            </a:xfrm>
            <a:custGeom>
              <a:avLst/>
              <a:gdLst/>
              <a:ahLst/>
              <a:cxnLst/>
              <a:rect l="l" t="t" r="r" b="b"/>
              <a:pathLst>
                <a:path w="604519" h="250190">
                  <a:moveTo>
                    <a:pt x="79375" y="21082"/>
                  </a:moveTo>
                  <a:lnTo>
                    <a:pt x="75946" y="11430"/>
                  </a:lnTo>
                  <a:lnTo>
                    <a:pt x="58699" y="17691"/>
                  </a:lnTo>
                  <a:lnTo>
                    <a:pt x="43573" y="26758"/>
                  </a:lnTo>
                  <a:lnTo>
                    <a:pt x="11087" y="70078"/>
                  </a:lnTo>
                  <a:lnTo>
                    <a:pt x="1231" y="108839"/>
                  </a:lnTo>
                  <a:lnTo>
                    <a:pt x="0" y="130683"/>
                  </a:lnTo>
                  <a:lnTo>
                    <a:pt x="1092" y="150393"/>
                  </a:lnTo>
                  <a:lnTo>
                    <a:pt x="1206" y="152527"/>
                  </a:lnTo>
                  <a:lnTo>
                    <a:pt x="10972" y="191198"/>
                  </a:lnTo>
                  <a:lnTo>
                    <a:pt x="43459" y="234429"/>
                  </a:lnTo>
                  <a:lnTo>
                    <a:pt x="75946" y="249682"/>
                  </a:lnTo>
                  <a:lnTo>
                    <a:pt x="78994" y="240030"/>
                  </a:lnTo>
                  <a:lnTo>
                    <a:pt x="65430" y="234010"/>
                  </a:lnTo>
                  <a:lnTo>
                    <a:pt x="53733" y="225640"/>
                  </a:lnTo>
                  <a:lnTo>
                    <a:pt x="29641" y="186626"/>
                  </a:lnTo>
                  <a:lnTo>
                    <a:pt x="21767" y="130683"/>
                  </a:lnTo>
                  <a:lnTo>
                    <a:pt x="21717" y="129413"/>
                  </a:lnTo>
                  <a:lnTo>
                    <a:pt x="22593" y="109080"/>
                  </a:lnTo>
                  <a:lnTo>
                    <a:pt x="35814" y="58801"/>
                  </a:lnTo>
                  <a:lnTo>
                    <a:pt x="65646" y="27089"/>
                  </a:lnTo>
                  <a:lnTo>
                    <a:pt x="79375" y="21082"/>
                  </a:lnTo>
                  <a:close/>
                </a:path>
                <a:path w="604519" h="250190">
                  <a:moveTo>
                    <a:pt x="281686" y="27305"/>
                  </a:moveTo>
                  <a:lnTo>
                    <a:pt x="250063" y="0"/>
                  </a:lnTo>
                  <a:lnTo>
                    <a:pt x="243459" y="7493"/>
                  </a:lnTo>
                  <a:lnTo>
                    <a:pt x="263525" y="25019"/>
                  </a:lnTo>
                  <a:lnTo>
                    <a:pt x="82169" y="25019"/>
                  </a:lnTo>
                  <a:lnTo>
                    <a:pt x="82169" y="36830"/>
                  </a:lnTo>
                  <a:lnTo>
                    <a:pt x="263525" y="36830"/>
                  </a:lnTo>
                  <a:lnTo>
                    <a:pt x="243459" y="54229"/>
                  </a:lnTo>
                  <a:lnTo>
                    <a:pt x="250063" y="61849"/>
                  </a:lnTo>
                  <a:lnTo>
                    <a:pt x="281686" y="34544"/>
                  </a:lnTo>
                  <a:lnTo>
                    <a:pt x="281686" y="27305"/>
                  </a:lnTo>
                  <a:close/>
                </a:path>
                <a:path w="604519" h="250190">
                  <a:moveTo>
                    <a:pt x="604520" y="130683"/>
                  </a:moveTo>
                  <a:lnTo>
                    <a:pt x="603288" y="109080"/>
                  </a:lnTo>
                  <a:lnTo>
                    <a:pt x="603275" y="108839"/>
                  </a:lnTo>
                  <a:lnTo>
                    <a:pt x="599579" y="88620"/>
                  </a:lnTo>
                  <a:lnTo>
                    <a:pt x="584835" y="53213"/>
                  </a:lnTo>
                  <a:lnTo>
                    <a:pt x="545757" y="17691"/>
                  </a:lnTo>
                  <a:lnTo>
                    <a:pt x="528447" y="11430"/>
                  </a:lnTo>
                  <a:lnTo>
                    <a:pt x="525145" y="21082"/>
                  </a:lnTo>
                  <a:lnTo>
                    <a:pt x="538924" y="27089"/>
                  </a:lnTo>
                  <a:lnTo>
                    <a:pt x="550773" y="35382"/>
                  </a:lnTo>
                  <a:lnTo>
                    <a:pt x="574865" y="73787"/>
                  </a:lnTo>
                  <a:lnTo>
                    <a:pt x="581875" y="108839"/>
                  </a:lnTo>
                  <a:lnTo>
                    <a:pt x="581914" y="109080"/>
                  </a:lnTo>
                  <a:lnTo>
                    <a:pt x="581901" y="150393"/>
                  </a:lnTo>
                  <a:lnTo>
                    <a:pt x="568579" y="201803"/>
                  </a:lnTo>
                  <a:lnTo>
                    <a:pt x="539064" y="234010"/>
                  </a:lnTo>
                  <a:lnTo>
                    <a:pt x="525526" y="240030"/>
                  </a:lnTo>
                  <a:lnTo>
                    <a:pt x="528447" y="249682"/>
                  </a:lnTo>
                  <a:lnTo>
                    <a:pt x="573963" y="222631"/>
                  </a:lnTo>
                  <a:lnTo>
                    <a:pt x="599579" y="172694"/>
                  </a:lnTo>
                  <a:lnTo>
                    <a:pt x="603275" y="152527"/>
                  </a:lnTo>
                  <a:lnTo>
                    <a:pt x="604520" y="13068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25269" y="1311528"/>
              <a:ext cx="236855" cy="154686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8893" y="1251965"/>
              <a:ext cx="113918" cy="181610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2149856" y="1323720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5">
                <a:moveTo>
                  <a:pt x="154813" y="52070"/>
                </a:moveTo>
                <a:lnTo>
                  <a:pt x="0" y="52070"/>
                </a:lnTo>
                <a:lnTo>
                  <a:pt x="0" y="68707"/>
                </a:lnTo>
                <a:lnTo>
                  <a:pt x="154813" y="68707"/>
                </a:lnTo>
                <a:lnTo>
                  <a:pt x="154813" y="52070"/>
                </a:lnTo>
                <a:close/>
              </a:path>
              <a:path w="154939" h="69215">
                <a:moveTo>
                  <a:pt x="154813" y="0"/>
                </a:moveTo>
                <a:lnTo>
                  <a:pt x="0" y="0"/>
                </a:lnTo>
                <a:lnTo>
                  <a:pt x="0" y="16637"/>
                </a:lnTo>
                <a:lnTo>
                  <a:pt x="154813" y="16637"/>
                </a:lnTo>
                <a:lnTo>
                  <a:pt x="1548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963164" y="1067561"/>
            <a:ext cx="99949" cy="173482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6096" y="946022"/>
            <a:ext cx="170941" cy="96647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5750306" y="1277619"/>
            <a:ext cx="154940" cy="161290"/>
          </a:xfrm>
          <a:custGeom>
            <a:avLst/>
            <a:gdLst/>
            <a:ahLst/>
            <a:cxnLst/>
            <a:rect l="l" t="t" r="r" b="b"/>
            <a:pathLst>
              <a:path w="154939" h="161290">
                <a:moveTo>
                  <a:pt x="154813" y="72390"/>
                </a:moveTo>
                <a:lnTo>
                  <a:pt x="86360" y="72390"/>
                </a:lnTo>
                <a:lnTo>
                  <a:pt x="86360" y="0"/>
                </a:lnTo>
                <a:lnTo>
                  <a:pt x="68453" y="0"/>
                </a:lnTo>
                <a:lnTo>
                  <a:pt x="68453" y="72390"/>
                </a:lnTo>
                <a:lnTo>
                  <a:pt x="0" y="72390"/>
                </a:lnTo>
                <a:lnTo>
                  <a:pt x="0" y="88900"/>
                </a:lnTo>
                <a:lnTo>
                  <a:pt x="68453" y="88900"/>
                </a:lnTo>
                <a:lnTo>
                  <a:pt x="68453" y="161290"/>
                </a:lnTo>
                <a:lnTo>
                  <a:pt x="86360" y="161290"/>
                </a:lnTo>
                <a:lnTo>
                  <a:pt x="86360" y="88900"/>
                </a:lnTo>
                <a:lnTo>
                  <a:pt x="154813" y="88900"/>
                </a:lnTo>
                <a:lnTo>
                  <a:pt x="154813" y="72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26" name="object 26"/>
          <p:cNvGrpSpPr/>
          <p:nvPr/>
        </p:nvGrpSpPr>
        <p:grpSpPr>
          <a:xfrm>
            <a:off x="5979286" y="1112519"/>
            <a:ext cx="734060" cy="680085"/>
            <a:chOff x="5979286" y="1112519"/>
            <a:chExt cx="734060" cy="680085"/>
          </a:xfrm>
        </p:grpSpPr>
        <p:sp>
          <p:nvSpPr>
            <p:cNvPr id="27" name="object 27"/>
            <p:cNvSpPr/>
            <p:nvPr/>
          </p:nvSpPr>
          <p:spPr>
            <a:xfrm>
              <a:off x="5979287" y="1112519"/>
              <a:ext cx="718820" cy="491490"/>
            </a:xfrm>
            <a:custGeom>
              <a:avLst/>
              <a:gdLst/>
              <a:ahLst/>
              <a:cxnLst/>
              <a:rect l="l" t="t" r="r" b="b"/>
              <a:pathLst>
                <a:path w="718820" h="491490">
                  <a:moveTo>
                    <a:pt x="361950" y="233299"/>
                  </a:moveTo>
                  <a:lnTo>
                    <a:pt x="0" y="233299"/>
                  </a:lnTo>
                  <a:lnTo>
                    <a:pt x="0" y="252349"/>
                  </a:lnTo>
                  <a:lnTo>
                    <a:pt x="361950" y="252349"/>
                  </a:lnTo>
                  <a:lnTo>
                    <a:pt x="361950" y="233299"/>
                  </a:lnTo>
                  <a:close/>
                </a:path>
                <a:path w="718820" h="491490">
                  <a:moveTo>
                    <a:pt x="718566" y="399034"/>
                  </a:moveTo>
                  <a:lnTo>
                    <a:pt x="699897" y="399034"/>
                  </a:lnTo>
                  <a:lnTo>
                    <a:pt x="697001" y="415086"/>
                  </a:lnTo>
                  <a:lnTo>
                    <a:pt x="693864" y="428015"/>
                  </a:lnTo>
                  <a:lnTo>
                    <a:pt x="690422" y="437807"/>
                  </a:lnTo>
                  <a:lnTo>
                    <a:pt x="686689" y="444500"/>
                  </a:lnTo>
                  <a:lnTo>
                    <a:pt x="681609" y="451231"/>
                  </a:lnTo>
                  <a:lnTo>
                    <a:pt x="674243" y="454660"/>
                  </a:lnTo>
                  <a:lnTo>
                    <a:pt x="446786" y="454660"/>
                  </a:lnTo>
                  <a:lnTo>
                    <a:pt x="608457" y="235077"/>
                  </a:lnTo>
                  <a:lnTo>
                    <a:pt x="608457" y="219964"/>
                  </a:lnTo>
                  <a:lnTo>
                    <a:pt x="458724" y="16510"/>
                  </a:lnTo>
                  <a:lnTo>
                    <a:pt x="656844" y="16510"/>
                  </a:lnTo>
                  <a:lnTo>
                    <a:pt x="687527" y="40563"/>
                  </a:lnTo>
                  <a:lnTo>
                    <a:pt x="695198" y="74422"/>
                  </a:lnTo>
                  <a:lnTo>
                    <a:pt x="711708" y="74422"/>
                  </a:lnTo>
                  <a:lnTo>
                    <a:pt x="711708" y="0"/>
                  </a:lnTo>
                  <a:lnTo>
                    <a:pt x="408432" y="0"/>
                  </a:lnTo>
                  <a:lnTo>
                    <a:pt x="408432" y="11938"/>
                  </a:lnTo>
                  <a:lnTo>
                    <a:pt x="579234" y="240157"/>
                  </a:lnTo>
                  <a:lnTo>
                    <a:pt x="403352" y="478663"/>
                  </a:lnTo>
                  <a:lnTo>
                    <a:pt x="403352" y="491109"/>
                  </a:lnTo>
                  <a:lnTo>
                    <a:pt x="712089" y="491109"/>
                  </a:lnTo>
                  <a:lnTo>
                    <a:pt x="718566" y="39903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379590" y="1623821"/>
              <a:ext cx="82423" cy="168655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490335" y="1673605"/>
              <a:ext cx="107314" cy="55244"/>
            </a:xfrm>
            <a:custGeom>
              <a:avLst/>
              <a:gdLst/>
              <a:ahLst/>
              <a:cxnLst/>
              <a:rect l="l" t="t" r="r" b="b"/>
              <a:pathLst>
                <a:path w="107315" h="55244">
                  <a:moveTo>
                    <a:pt x="107188" y="40513"/>
                  </a:moveTo>
                  <a:lnTo>
                    <a:pt x="0" y="40513"/>
                  </a:lnTo>
                  <a:lnTo>
                    <a:pt x="0" y="54737"/>
                  </a:lnTo>
                  <a:lnTo>
                    <a:pt x="107188" y="54737"/>
                  </a:lnTo>
                  <a:lnTo>
                    <a:pt x="107188" y="40513"/>
                  </a:lnTo>
                  <a:close/>
                </a:path>
                <a:path w="107315" h="55244">
                  <a:moveTo>
                    <a:pt x="107188" y="0"/>
                  </a:moveTo>
                  <a:lnTo>
                    <a:pt x="0" y="0"/>
                  </a:lnTo>
                  <a:lnTo>
                    <a:pt x="0" y="14224"/>
                  </a:lnTo>
                  <a:lnTo>
                    <a:pt x="107188" y="14224"/>
                  </a:lnTo>
                  <a:lnTo>
                    <a:pt x="107188" y="0"/>
                  </a:lnTo>
                  <a:close/>
                </a:path>
              </a:pathLst>
            </a:custGeom>
            <a:solidFill>
              <a:srgbClr val="FF93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34479" y="1635632"/>
              <a:ext cx="78867" cy="119761"/>
            </a:xfrm>
            <a:prstGeom prst="rect">
              <a:avLst/>
            </a:prstGeom>
          </p:spPr>
        </p:pic>
      </p:grpSp>
      <p:pic>
        <p:nvPicPr>
          <p:cNvPr id="31" name="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095491" y="1061338"/>
            <a:ext cx="129286" cy="181737"/>
          </a:xfrm>
          <a:prstGeom prst="rect">
            <a:avLst/>
          </a:prstGeom>
        </p:spPr>
      </p:pic>
      <p:grpSp>
        <p:nvGrpSpPr>
          <p:cNvPr id="32" name="object 32"/>
          <p:cNvGrpSpPr/>
          <p:nvPr/>
        </p:nvGrpSpPr>
        <p:grpSpPr>
          <a:xfrm>
            <a:off x="5995542" y="1429511"/>
            <a:ext cx="339725" cy="175895"/>
            <a:chOff x="5995542" y="1429511"/>
            <a:chExt cx="339725" cy="175895"/>
          </a:xfrm>
        </p:grpSpPr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995542" y="1429511"/>
              <a:ext cx="105410" cy="173482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125209" y="1480819"/>
              <a:ext cx="209550" cy="124205"/>
            </a:xfrm>
            <a:prstGeom prst="rect">
              <a:avLst/>
            </a:prstGeom>
          </p:spPr>
        </p:pic>
      </p:grpSp>
      <p:pic>
        <p:nvPicPr>
          <p:cNvPr id="35" name="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6487921" y="946022"/>
            <a:ext cx="116458" cy="96647"/>
          </a:xfrm>
          <a:prstGeom prst="rect">
            <a:avLst/>
          </a:prstGeom>
        </p:spPr>
      </p:pic>
      <p:grpSp>
        <p:nvGrpSpPr>
          <p:cNvPr id="36" name="object 36"/>
          <p:cNvGrpSpPr/>
          <p:nvPr/>
        </p:nvGrpSpPr>
        <p:grpSpPr>
          <a:xfrm>
            <a:off x="6767194" y="908303"/>
            <a:ext cx="494030" cy="963930"/>
            <a:chOff x="6767194" y="908303"/>
            <a:chExt cx="494030" cy="963930"/>
          </a:xfrm>
        </p:grpSpPr>
        <p:pic>
          <p:nvPicPr>
            <p:cNvPr id="37" name="object 3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67194" y="1206245"/>
              <a:ext cx="295909" cy="329056"/>
            </a:xfrm>
            <a:prstGeom prst="rect">
              <a:avLst/>
            </a:prstGeom>
          </p:spPr>
        </p:pic>
        <p:sp>
          <p:nvSpPr>
            <p:cNvPr id="38" name="object 38"/>
            <p:cNvSpPr/>
            <p:nvPr/>
          </p:nvSpPr>
          <p:spPr>
            <a:xfrm>
              <a:off x="7079741" y="908303"/>
              <a:ext cx="180975" cy="963930"/>
            </a:xfrm>
            <a:custGeom>
              <a:avLst/>
              <a:gdLst/>
              <a:ahLst/>
              <a:cxnLst/>
              <a:rect l="l" t="t" r="r" b="b"/>
              <a:pathLst>
                <a:path w="180975" h="963930">
                  <a:moveTo>
                    <a:pt x="58889" y="951616"/>
                  </a:moveTo>
                  <a:lnTo>
                    <a:pt x="58419" y="956310"/>
                  </a:lnTo>
                  <a:lnTo>
                    <a:pt x="58292" y="957580"/>
                  </a:lnTo>
                  <a:lnTo>
                    <a:pt x="61340" y="961390"/>
                  </a:lnTo>
                  <a:lnTo>
                    <a:pt x="66039" y="963930"/>
                  </a:lnTo>
                  <a:lnTo>
                    <a:pt x="98551" y="963930"/>
                  </a:lnTo>
                  <a:lnTo>
                    <a:pt x="105028" y="962660"/>
                  </a:lnTo>
                  <a:lnTo>
                    <a:pt x="112140" y="962660"/>
                  </a:lnTo>
                  <a:lnTo>
                    <a:pt x="120396" y="961390"/>
                  </a:lnTo>
                  <a:lnTo>
                    <a:pt x="121284" y="960120"/>
                  </a:lnTo>
                  <a:lnTo>
                    <a:pt x="126110" y="960120"/>
                  </a:lnTo>
                  <a:lnTo>
                    <a:pt x="133603" y="958850"/>
                  </a:lnTo>
                  <a:lnTo>
                    <a:pt x="139573" y="956310"/>
                  </a:lnTo>
                  <a:lnTo>
                    <a:pt x="146938" y="953770"/>
                  </a:lnTo>
                  <a:lnTo>
                    <a:pt x="60451" y="953770"/>
                  </a:lnTo>
                  <a:lnTo>
                    <a:pt x="59816" y="952500"/>
                  </a:lnTo>
                  <a:lnTo>
                    <a:pt x="59308" y="952500"/>
                  </a:lnTo>
                  <a:lnTo>
                    <a:pt x="58889" y="951616"/>
                  </a:lnTo>
                  <a:close/>
                </a:path>
                <a:path w="180975" h="963930">
                  <a:moveTo>
                    <a:pt x="59181" y="948690"/>
                  </a:moveTo>
                  <a:lnTo>
                    <a:pt x="58927" y="951230"/>
                  </a:lnTo>
                  <a:lnTo>
                    <a:pt x="58889" y="951616"/>
                  </a:lnTo>
                  <a:lnTo>
                    <a:pt x="59308" y="952500"/>
                  </a:lnTo>
                  <a:lnTo>
                    <a:pt x="59816" y="952500"/>
                  </a:lnTo>
                  <a:lnTo>
                    <a:pt x="60451" y="953770"/>
                  </a:lnTo>
                  <a:lnTo>
                    <a:pt x="59181" y="948690"/>
                  </a:lnTo>
                  <a:close/>
                </a:path>
                <a:path w="180975" h="963930">
                  <a:moveTo>
                    <a:pt x="157860" y="948690"/>
                  </a:moveTo>
                  <a:lnTo>
                    <a:pt x="59181" y="948690"/>
                  </a:lnTo>
                  <a:lnTo>
                    <a:pt x="60451" y="953770"/>
                  </a:lnTo>
                  <a:lnTo>
                    <a:pt x="147827" y="953770"/>
                  </a:lnTo>
                  <a:lnTo>
                    <a:pt x="151764" y="951230"/>
                  </a:lnTo>
                  <a:lnTo>
                    <a:pt x="152146" y="951230"/>
                  </a:lnTo>
                  <a:lnTo>
                    <a:pt x="157860" y="948690"/>
                  </a:lnTo>
                  <a:close/>
                </a:path>
                <a:path w="180975" h="963930">
                  <a:moveTo>
                    <a:pt x="66675" y="938530"/>
                  </a:moveTo>
                  <a:lnTo>
                    <a:pt x="58547" y="942340"/>
                  </a:lnTo>
                  <a:lnTo>
                    <a:pt x="56896" y="947420"/>
                  </a:lnTo>
                  <a:lnTo>
                    <a:pt x="58889" y="951616"/>
                  </a:lnTo>
                  <a:lnTo>
                    <a:pt x="59181" y="948690"/>
                  </a:lnTo>
                  <a:lnTo>
                    <a:pt x="157860" y="948690"/>
                  </a:lnTo>
                  <a:lnTo>
                    <a:pt x="160019" y="947420"/>
                  </a:lnTo>
                  <a:lnTo>
                    <a:pt x="161416" y="946150"/>
                  </a:lnTo>
                  <a:lnTo>
                    <a:pt x="163258" y="944880"/>
                  </a:lnTo>
                  <a:lnTo>
                    <a:pt x="74294" y="944880"/>
                  </a:lnTo>
                  <a:lnTo>
                    <a:pt x="72453" y="943610"/>
                  </a:lnTo>
                  <a:lnTo>
                    <a:pt x="66039" y="943610"/>
                  </a:lnTo>
                  <a:lnTo>
                    <a:pt x="66675" y="942340"/>
                  </a:lnTo>
                  <a:lnTo>
                    <a:pt x="70230" y="942340"/>
                  </a:lnTo>
                  <a:lnTo>
                    <a:pt x="72494" y="941356"/>
                  </a:lnTo>
                  <a:lnTo>
                    <a:pt x="71754" y="939800"/>
                  </a:lnTo>
                  <a:lnTo>
                    <a:pt x="66675" y="938530"/>
                  </a:lnTo>
                  <a:close/>
                </a:path>
                <a:path w="180975" h="963930">
                  <a:moveTo>
                    <a:pt x="70611" y="942340"/>
                  </a:moveTo>
                  <a:lnTo>
                    <a:pt x="74294" y="944880"/>
                  </a:lnTo>
                  <a:lnTo>
                    <a:pt x="73659" y="943610"/>
                  </a:lnTo>
                  <a:lnTo>
                    <a:pt x="70611" y="942340"/>
                  </a:lnTo>
                  <a:close/>
                </a:path>
                <a:path w="180975" h="963930">
                  <a:moveTo>
                    <a:pt x="170433" y="939800"/>
                  </a:moveTo>
                  <a:lnTo>
                    <a:pt x="102488" y="939800"/>
                  </a:lnTo>
                  <a:lnTo>
                    <a:pt x="96011" y="941070"/>
                  </a:lnTo>
                  <a:lnTo>
                    <a:pt x="73151" y="941070"/>
                  </a:lnTo>
                  <a:lnTo>
                    <a:pt x="72494" y="941356"/>
                  </a:lnTo>
                  <a:lnTo>
                    <a:pt x="72961" y="942340"/>
                  </a:lnTo>
                  <a:lnTo>
                    <a:pt x="73659" y="943610"/>
                  </a:lnTo>
                  <a:lnTo>
                    <a:pt x="74294" y="944880"/>
                  </a:lnTo>
                  <a:lnTo>
                    <a:pt x="163258" y="944880"/>
                  </a:lnTo>
                  <a:lnTo>
                    <a:pt x="165100" y="943610"/>
                  </a:lnTo>
                  <a:lnTo>
                    <a:pt x="167004" y="942340"/>
                  </a:lnTo>
                  <a:lnTo>
                    <a:pt x="167512" y="942340"/>
                  </a:lnTo>
                  <a:lnTo>
                    <a:pt x="170433" y="939800"/>
                  </a:lnTo>
                  <a:close/>
                </a:path>
                <a:path w="180975" h="963930">
                  <a:moveTo>
                    <a:pt x="70611" y="942340"/>
                  </a:moveTo>
                  <a:lnTo>
                    <a:pt x="66675" y="942340"/>
                  </a:lnTo>
                  <a:lnTo>
                    <a:pt x="66039" y="943610"/>
                  </a:lnTo>
                  <a:lnTo>
                    <a:pt x="72453" y="943610"/>
                  </a:lnTo>
                  <a:lnTo>
                    <a:pt x="70611" y="942340"/>
                  </a:lnTo>
                  <a:close/>
                </a:path>
                <a:path w="180975" h="963930">
                  <a:moveTo>
                    <a:pt x="72494" y="941356"/>
                  </a:moveTo>
                  <a:lnTo>
                    <a:pt x="70230" y="942340"/>
                  </a:lnTo>
                  <a:lnTo>
                    <a:pt x="70611" y="942340"/>
                  </a:lnTo>
                  <a:lnTo>
                    <a:pt x="73659" y="943610"/>
                  </a:lnTo>
                  <a:lnTo>
                    <a:pt x="72961" y="942340"/>
                  </a:lnTo>
                  <a:lnTo>
                    <a:pt x="72494" y="941356"/>
                  </a:lnTo>
                  <a:close/>
                </a:path>
                <a:path w="180975" h="963930">
                  <a:moveTo>
                    <a:pt x="176275" y="934720"/>
                  </a:moveTo>
                  <a:lnTo>
                    <a:pt x="171323" y="938530"/>
                  </a:lnTo>
                  <a:lnTo>
                    <a:pt x="117475" y="938530"/>
                  </a:lnTo>
                  <a:lnTo>
                    <a:pt x="109092" y="939800"/>
                  </a:lnTo>
                  <a:lnTo>
                    <a:pt x="170433" y="939800"/>
                  </a:lnTo>
                  <a:lnTo>
                    <a:pt x="169925" y="941070"/>
                  </a:lnTo>
                  <a:lnTo>
                    <a:pt x="172084" y="938530"/>
                  </a:lnTo>
                  <a:lnTo>
                    <a:pt x="174498" y="937260"/>
                  </a:lnTo>
                  <a:lnTo>
                    <a:pt x="176275" y="934720"/>
                  </a:lnTo>
                  <a:close/>
                </a:path>
                <a:path w="180975" h="963930">
                  <a:moveTo>
                    <a:pt x="172465" y="937260"/>
                  </a:moveTo>
                  <a:lnTo>
                    <a:pt x="121538" y="937260"/>
                  </a:lnTo>
                  <a:lnTo>
                    <a:pt x="116458" y="938530"/>
                  </a:lnTo>
                  <a:lnTo>
                    <a:pt x="171323" y="938530"/>
                  </a:lnTo>
                  <a:lnTo>
                    <a:pt x="172465" y="937260"/>
                  </a:lnTo>
                  <a:close/>
                </a:path>
                <a:path w="180975" h="963930">
                  <a:moveTo>
                    <a:pt x="176275" y="934720"/>
                  </a:moveTo>
                  <a:lnTo>
                    <a:pt x="132841" y="934720"/>
                  </a:lnTo>
                  <a:lnTo>
                    <a:pt x="128142" y="935990"/>
                  </a:lnTo>
                  <a:lnTo>
                    <a:pt x="129412" y="935990"/>
                  </a:lnTo>
                  <a:lnTo>
                    <a:pt x="121792" y="937260"/>
                  </a:lnTo>
                  <a:lnTo>
                    <a:pt x="172974" y="937260"/>
                  </a:lnTo>
                  <a:lnTo>
                    <a:pt x="176275" y="934720"/>
                  </a:lnTo>
                  <a:close/>
                </a:path>
                <a:path w="180975" h="963930">
                  <a:moveTo>
                    <a:pt x="179378" y="931021"/>
                  </a:moveTo>
                  <a:lnTo>
                    <a:pt x="141894" y="931021"/>
                  </a:lnTo>
                  <a:lnTo>
                    <a:pt x="138302" y="932180"/>
                  </a:lnTo>
                  <a:lnTo>
                    <a:pt x="139064" y="932180"/>
                  </a:lnTo>
                  <a:lnTo>
                    <a:pt x="132206" y="934720"/>
                  </a:lnTo>
                  <a:lnTo>
                    <a:pt x="176275" y="934720"/>
                  </a:lnTo>
                  <a:lnTo>
                    <a:pt x="174498" y="937260"/>
                  </a:lnTo>
                  <a:lnTo>
                    <a:pt x="175259" y="937260"/>
                  </a:lnTo>
                  <a:lnTo>
                    <a:pt x="177546" y="934720"/>
                  </a:lnTo>
                  <a:lnTo>
                    <a:pt x="178180" y="933450"/>
                  </a:lnTo>
                  <a:lnTo>
                    <a:pt x="177800" y="933450"/>
                  </a:lnTo>
                  <a:lnTo>
                    <a:pt x="179378" y="931021"/>
                  </a:lnTo>
                  <a:close/>
                </a:path>
                <a:path w="180975" h="963930">
                  <a:moveTo>
                    <a:pt x="179212" y="931386"/>
                  </a:moveTo>
                  <a:lnTo>
                    <a:pt x="178625" y="932180"/>
                  </a:lnTo>
                  <a:lnTo>
                    <a:pt x="177800" y="933450"/>
                  </a:lnTo>
                  <a:lnTo>
                    <a:pt x="178053" y="933450"/>
                  </a:lnTo>
                  <a:lnTo>
                    <a:pt x="178435" y="932941"/>
                  </a:lnTo>
                  <a:lnTo>
                    <a:pt x="179212" y="931386"/>
                  </a:lnTo>
                  <a:close/>
                </a:path>
                <a:path w="180975" h="963930">
                  <a:moveTo>
                    <a:pt x="179875" y="931021"/>
                  </a:moveTo>
                  <a:lnTo>
                    <a:pt x="179395" y="931021"/>
                  </a:lnTo>
                  <a:lnTo>
                    <a:pt x="178435" y="932941"/>
                  </a:lnTo>
                  <a:lnTo>
                    <a:pt x="179875" y="931021"/>
                  </a:lnTo>
                  <a:close/>
                </a:path>
                <a:path w="180975" h="963930">
                  <a:moveTo>
                    <a:pt x="154431" y="923290"/>
                  </a:moveTo>
                  <a:lnTo>
                    <a:pt x="151891" y="925830"/>
                  </a:lnTo>
                  <a:lnTo>
                    <a:pt x="148335" y="928370"/>
                  </a:lnTo>
                  <a:lnTo>
                    <a:pt x="147700" y="928370"/>
                  </a:lnTo>
                  <a:lnTo>
                    <a:pt x="140763" y="931386"/>
                  </a:lnTo>
                  <a:lnTo>
                    <a:pt x="141894" y="931021"/>
                  </a:lnTo>
                  <a:lnTo>
                    <a:pt x="179914" y="931021"/>
                  </a:lnTo>
                  <a:lnTo>
                    <a:pt x="180975" y="928370"/>
                  </a:lnTo>
                  <a:lnTo>
                    <a:pt x="148335" y="928370"/>
                  </a:lnTo>
                  <a:lnTo>
                    <a:pt x="149859" y="927100"/>
                  </a:lnTo>
                  <a:lnTo>
                    <a:pt x="180975" y="927100"/>
                  </a:lnTo>
                  <a:lnTo>
                    <a:pt x="180975" y="925830"/>
                  </a:lnTo>
                  <a:lnTo>
                    <a:pt x="158368" y="925830"/>
                  </a:lnTo>
                  <a:lnTo>
                    <a:pt x="158368" y="924560"/>
                  </a:lnTo>
                  <a:lnTo>
                    <a:pt x="153797" y="924560"/>
                  </a:lnTo>
                  <a:lnTo>
                    <a:pt x="154431" y="923290"/>
                  </a:lnTo>
                  <a:close/>
                </a:path>
                <a:path w="180975" h="963930">
                  <a:moveTo>
                    <a:pt x="160721" y="920340"/>
                  </a:moveTo>
                  <a:lnTo>
                    <a:pt x="159107" y="921558"/>
                  </a:lnTo>
                  <a:lnTo>
                    <a:pt x="158368" y="922141"/>
                  </a:lnTo>
                  <a:lnTo>
                    <a:pt x="158368" y="925830"/>
                  </a:lnTo>
                  <a:lnTo>
                    <a:pt x="160721" y="920340"/>
                  </a:lnTo>
                  <a:close/>
                </a:path>
                <a:path w="180975" h="963930">
                  <a:moveTo>
                    <a:pt x="180941" y="916985"/>
                  </a:moveTo>
                  <a:lnTo>
                    <a:pt x="165166" y="916985"/>
                  </a:lnTo>
                  <a:lnTo>
                    <a:pt x="160721" y="920340"/>
                  </a:lnTo>
                  <a:lnTo>
                    <a:pt x="158368" y="925830"/>
                  </a:lnTo>
                  <a:lnTo>
                    <a:pt x="180975" y="925830"/>
                  </a:lnTo>
                  <a:lnTo>
                    <a:pt x="180941" y="916985"/>
                  </a:lnTo>
                  <a:close/>
                </a:path>
                <a:path w="180975" h="963930">
                  <a:moveTo>
                    <a:pt x="158368" y="921022"/>
                  </a:moveTo>
                  <a:lnTo>
                    <a:pt x="157061" y="922141"/>
                  </a:lnTo>
                  <a:lnTo>
                    <a:pt x="153797" y="924560"/>
                  </a:lnTo>
                  <a:lnTo>
                    <a:pt x="158368" y="924560"/>
                  </a:lnTo>
                  <a:lnTo>
                    <a:pt x="158368" y="922141"/>
                  </a:lnTo>
                  <a:lnTo>
                    <a:pt x="156693" y="922141"/>
                  </a:lnTo>
                  <a:lnTo>
                    <a:pt x="157924" y="921558"/>
                  </a:lnTo>
                  <a:lnTo>
                    <a:pt x="158249" y="921347"/>
                  </a:lnTo>
                  <a:lnTo>
                    <a:pt x="158368" y="921022"/>
                  </a:lnTo>
                  <a:close/>
                </a:path>
                <a:path w="180975" h="963930">
                  <a:moveTo>
                    <a:pt x="157849" y="921558"/>
                  </a:moveTo>
                  <a:lnTo>
                    <a:pt x="156741" y="922141"/>
                  </a:lnTo>
                  <a:lnTo>
                    <a:pt x="157061" y="922141"/>
                  </a:lnTo>
                  <a:lnTo>
                    <a:pt x="157849" y="921558"/>
                  </a:lnTo>
                  <a:close/>
                </a:path>
                <a:path w="180975" h="963930">
                  <a:moveTo>
                    <a:pt x="157849" y="921558"/>
                  </a:moveTo>
                  <a:lnTo>
                    <a:pt x="156693" y="922141"/>
                  </a:lnTo>
                  <a:lnTo>
                    <a:pt x="157061" y="922141"/>
                  </a:lnTo>
                  <a:lnTo>
                    <a:pt x="157849" y="921558"/>
                  </a:lnTo>
                  <a:close/>
                </a:path>
                <a:path w="180975" h="963930">
                  <a:moveTo>
                    <a:pt x="158368" y="921347"/>
                  </a:moveTo>
                  <a:lnTo>
                    <a:pt x="157849" y="921558"/>
                  </a:lnTo>
                  <a:lnTo>
                    <a:pt x="157061" y="922141"/>
                  </a:lnTo>
                  <a:lnTo>
                    <a:pt x="158368" y="922141"/>
                  </a:lnTo>
                  <a:lnTo>
                    <a:pt x="158368" y="921347"/>
                  </a:lnTo>
                  <a:close/>
                </a:path>
                <a:path w="180975" h="963930">
                  <a:moveTo>
                    <a:pt x="159246" y="920872"/>
                  </a:moveTo>
                  <a:lnTo>
                    <a:pt x="158922" y="921022"/>
                  </a:lnTo>
                  <a:lnTo>
                    <a:pt x="158368" y="921347"/>
                  </a:lnTo>
                  <a:lnTo>
                    <a:pt x="158368" y="922141"/>
                  </a:lnTo>
                  <a:lnTo>
                    <a:pt x="158798" y="921558"/>
                  </a:lnTo>
                  <a:lnTo>
                    <a:pt x="159148" y="921022"/>
                  </a:lnTo>
                  <a:lnTo>
                    <a:pt x="159246" y="920872"/>
                  </a:lnTo>
                  <a:close/>
                </a:path>
                <a:path w="180975" h="963930">
                  <a:moveTo>
                    <a:pt x="162097" y="916985"/>
                  </a:moveTo>
                  <a:lnTo>
                    <a:pt x="161594" y="917244"/>
                  </a:lnTo>
                  <a:lnTo>
                    <a:pt x="158416" y="922141"/>
                  </a:lnTo>
                  <a:lnTo>
                    <a:pt x="159107" y="921558"/>
                  </a:lnTo>
                  <a:lnTo>
                    <a:pt x="160721" y="920340"/>
                  </a:lnTo>
                  <a:lnTo>
                    <a:pt x="161932" y="917387"/>
                  </a:lnTo>
                  <a:lnTo>
                    <a:pt x="161990" y="917244"/>
                  </a:lnTo>
                  <a:lnTo>
                    <a:pt x="162097" y="916985"/>
                  </a:lnTo>
                  <a:close/>
                </a:path>
                <a:path w="180975" h="963930">
                  <a:moveTo>
                    <a:pt x="161502" y="917387"/>
                  </a:moveTo>
                  <a:lnTo>
                    <a:pt x="160147" y="918210"/>
                  </a:lnTo>
                  <a:lnTo>
                    <a:pt x="158975" y="920340"/>
                  </a:lnTo>
                  <a:lnTo>
                    <a:pt x="158577" y="920872"/>
                  </a:lnTo>
                  <a:lnTo>
                    <a:pt x="158368" y="921022"/>
                  </a:lnTo>
                  <a:lnTo>
                    <a:pt x="158368" y="921347"/>
                  </a:lnTo>
                  <a:lnTo>
                    <a:pt x="158867" y="921022"/>
                  </a:lnTo>
                  <a:lnTo>
                    <a:pt x="159151" y="920872"/>
                  </a:lnTo>
                  <a:lnTo>
                    <a:pt x="159591" y="920340"/>
                  </a:lnTo>
                  <a:lnTo>
                    <a:pt x="161502" y="917387"/>
                  </a:lnTo>
                  <a:close/>
                </a:path>
                <a:path w="180975" h="963930">
                  <a:moveTo>
                    <a:pt x="119688" y="62230"/>
                  </a:moveTo>
                  <a:lnTo>
                    <a:pt x="98678" y="62230"/>
                  </a:lnTo>
                  <a:lnTo>
                    <a:pt x="100329" y="71120"/>
                  </a:lnTo>
                  <a:lnTo>
                    <a:pt x="104266" y="93980"/>
                  </a:lnTo>
                  <a:lnTo>
                    <a:pt x="105917" y="109220"/>
                  </a:lnTo>
                  <a:lnTo>
                    <a:pt x="108838" y="134620"/>
                  </a:lnTo>
                  <a:lnTo>
                    <a:pt x="110871" y="151130"/>
                  </a:lnTo>
                  <a:lnTo>
                    <a:pt x="113158" y="174001"/>
                  </a:lnTo>
                  <a:lnTo>
                    <a:pt x="113283" y="175260"/>
                  </a:lnTo>
                  <a:lnTo>
                    <a:pt x="113410" y="176530"/>
                  </a:lnTo>
                  <a:lnTo>
                    <a:pt x="114892" y="189230"/>
                  </a:lnTo>
                  <a:lnTo>
                    <a:pt x="115061" y="190500"/>
                  </a:lnTo>
                  <a:lnTo>
                    <a:pt x="117866" y="220980"/>
                  </a:lnTo>
                  <a:lnTo>
                    <a:pt x="119252" y="234950"/>
                  </a:lnTo>
                  <a:lnTo>
                    <a:pt x="119379" y="236220"/>
                  </a:lnTo>
                  <a:lnTo>
                    <a:pt x="121696" y="266700"/>
                  </a:lnTo>
                  <a:lnTo>
                    <a:pt x="122716" y="280670"/>
                  </a:lnTo>
                  <a:lnTo>
                    <a:pt x="122808" y="281940"/>
                  </a:lnTo>
                  <a:lnTo>
                    <a:pt x="124428" y="312013"/>
                  </a:lnTo>
                  <a:lnTo>
                    <a:pt x="124518" y="313682"/>
                  </a:lnTo>
                  <a:lnTo>
                    <a:pt x="124586" y="314960"/>
                  </a:lnTo>
                  <a:lnTo>
                    <a:pt x="125626" y="327660"/>
                  </a:lnTo>
                  <a:lnTo>
                    <a:pt x="125729" y="328930"/>
                  </a:lnTo>
                  <a:lnTo>
                    <a:pt x="127436" y="359410"/>
                  </a:lnTo>
                  <a:lnTo>
                    <a:pt x="127507" y="361950"/>
                  </a:lnTo>
                  <a:lnTo>
                    <a:pt x="128524" y="375920"/>
                  </a:lnTo>
                  <a:lnTo>
                    <a:pt x="130301" y="407670"/>
                  </a:lnTo>
                  <a:lnTo>
                    <a:pt x="130879" y="420370"/>
                  </a:lnTo>
                  <a:lnTo>
                    <a:pt x="130936" y="421640"/>
                  </a:lnTo>
                  <a:lnTo>
                    <a:pt x="133012" y="453390"/>
                  </a:lnTo>
                  <a:lnTo>
                    <a:pt x="133788" y="467360"/>
                  </a:lnTo>
                  <a:lnTo>
                    <a:pt x="133857" y="469900"/>
                  </a:lnTo>
                  <a:lnTo>
                    <a:pt x="136535" y="499110"/>
                  </a:lnTo>
                  <a:lnTo>
                    <a:pt x="136651" y="500380"/>
                  </a:lnTo>
                  <a:lnTo>
                    <a:pt x="136778" y="501650"/>
                  </a:lnTo>
                  <a:lnTo>
                    <a:pt x="138175" y="513080"/>
                  </a:lnTo>
                  <a:lnTo>
                    <a:pt x="140969" y="541020"/>
                  </a:lnTo>
                  <a:lnTo>
                    <a:pt x="141097" y="541020"/>
                  </a:lnTo>
                  <a:lnTo>
                    <a:pt x="142748" y="552450"/>
                  </a:lnTo>
                  <a:lnTo>
                    <a:pt x="144680" y="574049"/>
                  </a:lnTo>
                  <a:lnTo>
                    <a:pt x="144793" y="575310"/>
                  </a:lnTo>
                  <a:lnTo>
                    <a:pt x="144906" y="576580"/>
                  </a:lnTo>
                  <a:lnTo>
                    <a:pt x="145033" y="577850"/>
                  </a:lnTo>
                  <a:lnTo>
                    <a:pt x="146081" y="585470"/>
                  </a:lnTo>
                  <a:lnTo>
                    <a:pt x="146303" y="586740"/>
                  </a:lnTo>
                  <a:lnTo>
                    <a:pt x="147747" y="609600"/>
                  </a:lnTo>
                  <a:lnTo>
                    <a:pt x="148392" y="621033"/>
                  </a:lnTo>
                  <a:lnTo>
                    <a:pt x="148491" y="622804"/>
                  </a:lnTo>
                  <a:lnTo>
                    <a:pt x="148823" y="643890"/>
                  </a:lnTo>
                  <a:lnTo>
                    <a:pt x="148843" y="655320"/>
                  </a:lnTo>
                  <a:lnTo>
                    <a:pt x="149225" y="670560"/>
                  </a:lnTo>
                  <a:lnTo>
                    <a:pt x="149225" y="681990"/>
                  </a:lnTo>
                  <a:lnTo>
                    <a:pt x="149442" y="689610"/>
                  </a:lnTo>
                  <a:lnTo>
                    <a:pt x="149478" y="718820"/>
                  </a:lnTo>
                  <a:lnTo>
                    <a:pt x="150193" y="737870"/>
                  </a:lnTo>
                  <a:lnTo>
                    <a:pt x="150240" y="739140"/>
                  </a:lnTo>
                  <a:lnTo>
                    <a:pt x="150360" y="751204"/>
                  </a:lnTo>
                  <a:lnTo>
                    <a:pt x="150955" y="767080"/>
                  </a:lnTo>
                  <a:lnTo>
                    <a:pt x="151256" y="775970"/>
                  </a:lnTo>
                  <a:lnTo>
                    <a:pt x="151637" y="795020"/>
                  </a:lnTo>
                  <a:lnTo>
                    <a:pt x="152018" y="802640"/>
                  </a:lnTo>
                  <a:lnTo>
                    <a:pt x="152400" y="820420"/>
                  </a:lnTo>
                  <a:lnTo>
                    <a:pt x="152780" y="830580"/>
                  </a:lnTo>
                  <a:lnTo>
                    <a:pt x="153123" y="842010"/>
                  </a:lnTo>
                  <a:lnTo>
                    <a:pt x="153161" y="843280"/>
                  </a:lnTo>
                  <a:lnTo>
                    <a:pt x="153952" y="852170"/>
                  </a:lnTo>
                  <a:lnTo>
                    <a:pt x="154065" y="853440"/>
                  </a:lnTo>
                  <a:lnTo>
                    <a:pt x="154177" y="855980"/>
                  </a:lnTo>
                  <a:lnTo>
                    <a:pt x="156717" y="876300"/>
                  </a:lnTo>
                  <a:lnTo>
                    <a:pt x="157479" y="883920"/>
                  </a:lnTo>
                  <a:lnTo>
                    <a:pt x="157606" y="885190"/>
                  </a:lnTo>
                  <a:lnTo>
                    <a:pt x="157733" y="886460"/>
                  </a:lnTo>
                  <a:lnTo>
                    <a:pt x="158114" y="891540"/>
                  </a:lnTo>
                  <a:lnTo>
                    <a:pt x="158114" y="895350"/>
                  </a:lnTo>
                  <a:lnTo>
                    <a:pt x="158496" y="899160"/>
                  </a:lnTo>
                  <a:lnTo>
                    <a:pt x="158496" y="906780"/>
                  </a:lnTo>
                  <a:lnTo>
                    <a:pt x="158368" y="909320"/>
                  </a:lnTo>
                  <a:lnTo>
                    <a:pt x="158368" y="921022"/>
                  </a:lnTo>
                  <a:lnTo>
                    <a:pt x="158577" y="920872"/>
                  </a:lnTo>
                  <a:lnTo>
                    <a:pt x="158975" y="920340"/>
                  </a:lnTo>
                  <a:lnTo>
                    <a:pt x="160147" y="918210"/>
                  </a:lnTo>
                  <a:lnTo>
                    <a:pt x="161499" y="917387"/>
                  </a:lnTo>
                  <a:lnTo>
                    <a:pt x="161683" y="917244"/>
                  </a:lnTo>
                  <a:lnTo>
                    <a:pt x="161767" y="916985"/>
                  </a:lnTo>
                  <a:lnTo>
                    <a:pt x="180941" y="916985"/>
                  </a:lnTo>
                  <a:lnTo>
                    <a:pt x="180848" y="899160"/>
                  </a:lnTo>
                  <a:lnTo>
                    <a:pt x="180562" y="895350"/>
                  </a:lnTo>
                  <a:lnTo>
                    <a:pt x="180466" y="891540"/>
                  </a:lnTo>
                  <a:lnTo>
                    <a:pt x="180162" y="886460"/>
                  </a:lnTo>
                  <a:lnTo>
                    <a:pt x="180085" y="883920"/>
                  </a:lnTo>
                  <a:lnTo>
                    <a:pt x="178942" y="873760"/>
                  </a:lnTo>
                  <a:lnTo>
                    <a:pt x="178180" y="868680"/>
                  </a:lnTo>
                  <a:lnTo>
                    <a:pt x="177164" y="858520"/>
                  </a:lnTo>
                  <a:lnTo>
                    <a:pt x="176402" y="852170"/>
                  </a:lnTo>
                  <a:lnTo>
                    <a:pt x="174371" y="802640"/>
                  </a:lnTo>
                  <a:lnTo>
                    <a:pt x="173989" y="795020"/>
                  </a:lnTo>
                  <a:lnTo>
                    <a:pt x="173634" y="777240"/>
                  </a:lnTo>
                  <a:lnTo>
                    <a:pt x="173608" y="775970"/>
                  </a:lnTo>
                  <a:lnTo>
                    <a:pt x="173282" y="768350"/>
                  </a:lnTo>
                  <a:lnTo>
                    <a:pt x="172632" y="751204"/>
                  </a:lnTo>
                  <a:lnTo>
                    <a:pt x="172577" y="746758"/>
                  </a:lnTo>
                  <a:lnTo>
                    <a:pt x="172465" y="737870"/>
                  </a:lnTo>
                  <a:lnTo>
                    <a:pt x="171870" y="718820"/>
                  </a:lnTo>
                  <a:lnTo>
                    <a:pt x="171830" y="689610"/>
                  </a:lnTo>
                  <a:lnTo>
                    <a:pt x="171504" y="681990"/>
                  </a:lnTo>
                  <a:lnTo>
                    <a:pt x="171450" y="670560"/>
                  </a:lnTo>
                  <a:lnTo>
                    <a:pt x="171098" y="655320"/>
                  </a:lnTo>
                  <a:lnTo>
                    <a:pt x="171068" y="643890"/>
                  </a:lnTo>
                  <a:lnTo>
                    <a:pt x="170717" y="622804"/>
                  </a:lnTo>
                  <a:lnTo>
                    <a:pt x="170688" y="621033"/>
                  </a:lnTo>
                  <a:lnTo>
                    <a:pt x="170010" y="610870"/>
                  </a:lnTo>
                  <a:lnTo>
                    <a:pt x="168676" y="588010"/>
                  </a:lnTo>
                  <a:lnTo>
                    <a:pt x="168602" y="586740"/>
                  </a:lnTo>
                  <a:lnTo>
                    <a:pt x="168528" y="585470"/>
                  </a:lnTo>
                  <a:lnTo>
                    <a:pt x="168401" y="584200"/>
                  </a:lnTo>
                  <a:lnTo>
                    <a:pt x="167179" y="575310"/>
                  </a:lnTo>
                  <a:lnTo>
                    <a:pt x="167004" y="575310"/>
                  </a:lnTo>
                  <a:lnTo>
                    <a:pt x="164846" y="549910"/>
                  </a:lnTo>
                  <a:lnTo>
                    <a:pt x="162928" y="537211"/>
                  </a:lnTo>
                  <a:lnTo>
                    <a:pt x="158750" y="499110"/>
                  </a:lnTo>
                  <a:lnTo>
                    <a:pt x="156062" y="469900"/>
                  </a:lnTo>
                  <a:lnTo>
                    <a:pt x="155945" y="468630"/>
                  </a:lnTo>
                  <a:lnTo>
                    <a:pt x="155828" y="467360"/>
                  </a:lnTo>
                  <a:lnTo>
                    <a:pt x="155136" y="454660"/>
                  </a:lnTo>
                  <a:lnTo>
                    <a:pt x="155066" y="453390"/>
                  </a:lnTo>
                  <a:lnTo>
                    <a:pt x="152991" y="421640"/>
                  </a:lnTo>
                  <a:lnTo>
                    <a:pt x="152907" y="420370"/>
                  </a:lnTo>
                  <a:lnTo>
                    <a:pt x="150367" y="373380"/>
                  </a:lnTo>
                  <a:lnTo>
                    <a:pt x="149432" y="361950"/>
                  </a:lnTo>
                  <a:lnTo>
                    <a:pt x="149328" y="360680"/>
                  </a:lnTo>
                  <a:lnTo>
                    <a:pt x="149225" y="359410"/>
                  </a:lnTo>
                  <a:lnTo>
                    <a:pt x="147518" y="328930"/>
                  </a:lnTo>
                  <a:lnTo>
                    <a:pt x="147447" y="327660"/>
                  </a:lnTo>
                  <a:lnTo>
                    <a:pt x="146494" y="314960"/>
                  </a:lnTo>
                  <a:lnTo>
                    <a:pt x="146398" y="313682"/>
                  </a:lnTo>
                  <a:lnTo>
                    <a:pt x="146235" y="312423"/>
                  </a:lnTo>
                  <a:lnTo>
                    <a:pt x="144594" y="281940"/>
                  </a:lnTo>
                  <a:lnTo>
                    <a:pt x="144525" y="280670"/>
                  </a:lnTo>
                  <a:lnTo>
                    <a:pt x="143371" y="267970"/>
                  </a:lnTo>
                  <a:lnTo>
                    <a:pt x="143255" y="266700"/>
                  </a:lnTo>
                  <a:lnTo>
                    <a:pt x="140817" y="236220"/>
                  </a:lnTo>
                  <a:lnTo>
                    <a:pt x="140715" y="234950"/>
                  </a:lnTo>
                  <a:lnTo>
                    <a:pt x="139445" y="222250"/>
                  </a:lnTo>
                  <a:lnTo>
                    <a:pt x="136631" y="191770"/>
                  </a:lnTo>
                  <a:lnTo>
                    <a:pt x="136514" y="190500"/>
                  </a:lnTo>
                  <a:lnTo>
                    <a:pt x="136398" y="189230"/>
                  </a:lnTo>
                  <a:lnTo>
                    <a:pt x="136271" y="187960"/>
                  </a:lnTo>
                  <a:lnTo>
                    <a:pt x="134654" y="175260"/>
                  </a:lnTo>
                  <a:lnTo>
                    <a:pt x="134492" y="175260"/>
                  </a:lnTo>
                  <a:lnTo>
                    <a:pt x="131952" y="148590"/>
                  </a:lnTo>
                  <a:lnTo>
                    <a:pt x="129666" y="132080"/>
                  </a:lnTo>
                  <a:lnTo>
                    <a:pt x="126873" y="106680"/>
                  </a:lnTo>
                  <a:lnTo>
                    <a:pt x="124967" y="91440"/>
                  </a:lnTo>
                  <a:lnTo>
                    <a:pt x="124840" y="90170"/>
                  </a:lnTo>
                  <a:lnTo>
                    <a:pt x="120776" y="67310"/>
                  </a:lnTo>
                  <a:lnTo>
                    <a:pt x="119688" y="62230"/>
                  </a:lnTo>
                  <a:close/>
                </a:path>
                <a:path w="180975" h="963930">
                  <a:moveTo>
                    <a:pt x="165166" y="916985"/>
                  </a:moveTo>
                  <a:lnTo>
                    <a:pt x="162097" y="916985"/>
                  </a:lnTo>
                  <a:lnTo>
                    <a:pt x="160721" y="920340"/>
                  </a:lnTo>
                  <a:lnTo>
                    <a:pt x="165166" y="916985"/>
                  </a:lnTo>
                  <a:close/>
                </a:path>
                <a:path w="180975" h="963930">
                  <a:moveTo>
                    <a:pt x="162017" y="916985"/>
                  </a:moveTo>
                  <a:lnTo>
                    <a:pt x="161767" y="916985"/>
                  </a:lnTo>
                  <a:lnTo>
                    <a:pt x="161594" y="917244"/>
                  </a:lnTo>
                  <a:lnTo>
                    <a:pt x="162017" y="916985"/>
                  </a:lnTo>
                  <a:close/>
                </a:path>
                <a:path w="180975" h="963930">
                  <a:moveTo>
                    <a:pt x="167006" y="574049"/>
                  </a:moveTo>
                  <a:lnTo>
                    <a:pt x="167004" y="575310"/>
                  </a:lnTo>
                  <a:lnTo>
                    <a:pt x="167179" y="575310"/>
                  </a:lnTo>
                  <a:lnTo>
                    <a:pt x="167006" y="574049"/>
                  </a:lnTo>
                  <a:close/>
                </a:path>
                <a:path w="180975" h="963930">
                  <a:moveTo>
                    <a:pt x="134494" y="174001"/>
                  </a:moveTo>
                  <a:lnTo>
                    <a:pt x="134492" y="175260"/>
                  </a:lnTo>
                  <a:lnTo>
                    <a:pt x="134654" y="175260"/>
                  </a:lnTo>
                  <a:lnTo>
                    <a:pt x="134494" y="174001"/>
                  </a:lnTo>
                  <a:close/>
                </a:path>
                <a:path w="180975" h="963930">
                  <a:moveTo>
                    <a:pt x="115755" y="45720"/>
                  </a:moveTo>
                  <a:lnTo>
                    <a:pt x="94614" y="45720"/>
                  </a:lnTo>
                  <a:lnTo>
                    <a:pt x="98801" y="63480"/>
                  </a:lnTo>
                  <a:lnTo>
                    <a:pt x="98678" y="62230"/>
                  </a:lnTo>
                  <a:lnTo>
                    <a:pt x="119688" y="62230"/>
                  </a:lnTo>
                  <a:lnTo>
                    <a:pt x="118872" y="58420"/>
                  </a:lnTo>
                  <a:lnTo>
                    <a:pt x="118744" y="57150"/>
                  </a:lnTo>
                  <a:lnTo>
                    <a:pt x="115755" y="45720"/>
                  </a:lnTo>
                  <a:close/>
                </a:path>
                <a:path w="180975" h="963930">
                  <a:moveTo>
                    <a:pt x="92802" y="42487"/>
                  </a:moveTo>
                  <a:lnTo>
                    <a:pt x="94996" y="48260"/>
                  </a:lnTo>
                  <a:lnTo>
                    <a:pt x="94614" y="45720"/>
                  </a:lnTo>
                  <a:lnTo>
                    <a:pt x="115755" y="45720"/>
                  </a:lnTo>
                  <a:lnTo>
                    <a:pt x="115091" y="43180"/>
                  </a:lnTo>
                  <a:lnTo>
                    <a:pt x="93217" y="43180"/>
                  </a:lnTo>
                  <a:lnTo>
                    <a:pt x="92802" y="42487"/>
                  </a:lnTo>
                  <a:close/>
                </a:path>
                <a:path w="180975" h="963930">
                  <a:moveTo>
                    <a:pt x="110518" y="33020"/>
                  </a:moveTo>
                  <a:lnTo>
                    <a:pt x="87122" y="33020"/>
                  </a:lnTo>
                  <a:lnTo>
                    <a:pt x="91694" y="40640"/>
                  </a:lnTo>
                  <a:lnTo>
                    <a:pt x="92582" y="41910"/>
                  </a:lnTo>
                  <a:lnTo>
                    <a:pt x="93217" y="43180"/>
                  </a:lnTo>
                  <a:lnTo>
                    <a:pt x="115091" y="43180"/>
                  </a:lnTo>
                  <a:lnTo>
                    <a:pt x="114426" y="40640"/>
                  </a:lnTo>
                  <a:lnTo>
                    <a:pt x="111252" y="34290"/>
                  </a:lnTo>
                  <a:lnTo>
                    <a:pt x="110518" y="33020"/>
                  </a:lnTo>
                  <a:close/>
                </a:path>
                <a:path w="180975" h="963930">
                  <a:moveTo>
                    <a:pt x="79658" y="24877"/>
                  </a:moveTo>
                  <a:lnTo>
                    <a:pt x="85598" y="30480"/>
                  </a:lnTo>
                  <a:lnTo>
                    <a:pt x="84708" y="30480"/>
                  </a:lnTo>
                  <a:lnTo>
                    <a:pt x="87884" y="34290"/>
                  </a:lnTo>
                  <a:lnTo>
                    <a:pt x="87122" y="33020"/>
                  </a:lnTo>
                  <a:lnTo>
                    <a:pt x="110518" y="33020"/>
                  </a:lnTo>
                  <a:lnTo>
                    <a:pt x="106115" y="25400"/>
                  </a:lnTo>
                  <a:lnTo>
                    <a:pt x="80390" y="25400"/>
                  </a:lnTo>
                  <a:lnTo>
                    <a:pt x="79658" y="24877"/>
                  </a:lnTo>
                  <a:close/>
                </a:path>
                <a:path w="180975" h="963930">
                  <a:moveTo>
                    <a:pt x="105381" y="24130"/>
                  </a:moveTo>
                  <a:lnTo>
                    <a:pt x="78866" y="24130"/>
                  </a:lnTo>
                  <a:lnTo>
                    <a:pt x="80390" y="25400"/>
                  </a:lnTo>
                  <a:lnTo>
                    <a:pt x="106115" y="25400"/>
                  </a:lnTo>
                  <a:lnTo>
                    <a:pt x="105381" y="24130"/>
                  </a:lnTo>
                  <a:close/>
                </a:path>
                <a:path w="180975" h="963930">
                  <a:moveTo>
                    <a:pt x="104648" y="22860"/>
                  </a:moveTo>
                  <a:lnTo>
                    <a:pt x="76834" y="22860"/>
                  </a:lnTo>
                  <a:lnTo>
                    <a:pt x="79658" y="24877"/>
                  </a:lnTo>
                  <a:lnTo>
                    <a:pt x="78866" y="24130"/>
                  </a:lnTo>
                  <a:lnTo>
                    <a:pt x="105381" y="24130"/>
                  </a:lnTo>
                  <a:lnTo>
                    <a:pt x="104648" y="22860"/>
                  </a:lnTo>
                  <a:close/>
                </a:path>
                <a:path w="180975" h="963930">
                  <a:moveTo>
                    <a:pt x="26415" y="22860"/>
                  </a:moveTo>
                  <a:lnTo>
                    <a:pt x="14477" y="22860"/>
                  </a:lnTo>
                  <a:lnTo>
                    <a:pt x="20574" y="24130"/>
                  </a:lnTo>
                  <a:lnTo>
                    <a:pt x="22478" y="24130"/>
                  </a:lnTo>
                  <a:lnTo>
                    <a:pt x="26415" y="22860"/>
                  </a:lnTo>
                  <a:close/>
                </a:path>
                <a:path w="180975" h="963930">
                  <a:moveTo>
                    <a:pt x="101599" y="19050"/>
                  </a:moveTo>
                  <a:lnTo>
                    <a:pt x="63626" y="19050"/>
                  </a:lnTo>
                  <a:lnTo>
                    <a:pt x="70103" y="20320"/>
                  </a:lnTo>
                  <a:lnTo>
                    <a:pt x="70865" y="20320"/>
                  </a:lnTo>
                  <a:lnTo>
                    <a:pt x="78104" y="24130"/>
                  </a:lnTo>
                  <a:lnTo>
                    <a:pt x="76834" y="22860"/>
                  </a:lnTo>
                  <a:lnTo>
                    <a:pt x="104648" y="22860"/>
                  </a:lnTo>
                  <a:lnTo>
                    <a:pt x="101599" y="19050"/>
                  </a:lnTo>
                  <a:close/>
                </a:path>
                <a:path w="180975" h="963930">
                  <a:moveTo>
                    <a:pt x="5333" y="3810"/>
                  </a:moveTo>
                  <a:lnTo>
                    <a:pt x="1142" y="7620"/>
                  </a:lnTo>
                  <a:lnTo>
                    <a:pt x="634" y="12700"/>
                  </a:lnTo>
                  <a:lnTo>
                    <a:pt x="0" y="16510"/>
                  </a:lnTo>
                  <a:lnTo>
                    <a:pt x="3301" y="21590"/>
                  </a:lnTo>
                  <a:lnTo>
                    <a:pt x="8127" y="21590"/>
                  </a:lnTo>
                  <a:lnTo>
                    <a:pt x="14224" y="22860"/>
                  </a:lnTo>
                  <a:lnTo>
                    <a:pt x="31241" y="22860"/>
                  </a:lnTo>
                  <a:lnTo>
                    <a:pt x="39750" y="21590"/>
                  </a:lnTo>
                  <a:lnTo>
                    <a:pt x="45847" y="20320"/>
                  </a:lnTo>
                  <a:lnTo>
                    <a:pt x="51180" y="20320"/>
                  </a:lnTo>
                  <a:lnTo>
                    <a:pt x="56896" y="19050"/>
                  </a:lnTo>
                  <a:lnTo>
                    <a:pt x="101599" y="19050"/>
                  </a:lnTo>
                  <a:lnTo>
                    <a:pt x="99567" y="16510"/>
                  </a:lnTo>
                  <a:lnTo>
                    <a:pt x="92709" y="10160"/>
                  </a:lnTo>
                  <a:lnTo>
                    <a:pt x="90804" y="8890"/>
                  </a:lnTo>
                  <a:lnTo>
                    <a:pt x="86232" y="6350"/>
                  </a:lnTo>
                  <a:lnTo>
                    <a:pt x="83820" y="5080"/>
                  </a:lnTo>
                  <a:lnTo>
                    <a:pt x="16382" y="5080"/>
                  </a:lnTo>
                  <a:lnTo>
                    <a:pt x="5333" y="3810"/>
                  </a:lnTo>
                  <a:close/>
                </a:path>
                <a:path w="180975" h="963930">
                  <a:moveTo>
                    <a:pt x="70865" y="20320"/>
                  </a:moveTo>
                  <a:lnTo>
                    <a:pt x="69341" y="20320"/>
                  </a:lnTo>
                  <a:lnTo>
                    <a:pt x="72516" y="21590"/>
                  </a:lnTo>
                  <a:lnTo>
                    <a:pt x="70865" y="20320"/>
                  </a:lnTo>
                  <a:close/>
                </a:path>
                <a:path w="180975" h="963930">
                  <a:moveTo>
                    <a:pt x="63626" y="19050"/>
                  </a:moveTo>
                  <a:lnTo>
                    <a:pt x="61594" y="19050"/>
                  </a:lnTo>
                  <a:lnTo>
                    <a:pt x="64897" y="20320"/>
                  </a:lnTo>
                  <a:lnTo>
                    <a:pt x="63626" y="19050"/>
                  </a:lnTo>
                  <a:close/>
                </a:path>
                <a:path w="180975" h="963930">
                  <a:moveTo>
                    <a:pt x="73659" y="1270"/>
                  </a:moveTo>
                  <a:lnTo>
                    <a:pt x="42544" y="1270"/>
                  </a:lnTo>
                  <a:lnTo>
                    <a:pt x="23875" y="5080"/>
                  </a:lnTo>
                  <a:lnTo>
                    <a:pt x="83820" y="5080"/>
                  </a:lnTo>
                  <a:lnTo>
                    <a:pt x="78993" y="2540"/>
                  </a:lnTo>
                  <a:lnTo>
                    <a:pt x="76834" y="2540"/>
                  </a:lnTo>
                  <a:lnTo>
                    <a:pt x="73659" y="1270"/>
                  </a:lnTo>
                  <a:close/>
                </a:path>
                <a:path w="180975" h="963930">
                  <a:moveTo>
                    <a:pt x="66801" y="0"/>
                  </a:moveTo>
                  <a:lnTo>
                    <a:pt x="54482" y="0"/>
                  </a:lnTo>
                  <a:lnTo>
                    <a:pt x="48767" y="1270"/>
                  </a:lnTo>
                  <a:lnTo>
                    <a:pt x="73278" y="1270"/>
                  </a:lnTo>
                  <a:lnTo>
                    <a:pt x="66801" y="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39" name="object 3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7548118" y="2536999"/>
            <a:ext cx="857023" cy="536273"/>
          </a:xfrm>
          <a:prstGeom prst="rect">
            <a:avLst/>
          </a:prstGeom>
        </p:spPr>
      </p:pic>
      <p:pic>
        <p:nvPicPr>
          <p:cNvPr id="40" name="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381500" y="2636520"/>
            <a:ext cx="99949" cy="17335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658233" y="2514854"/>
            <a:ext cx="170941" cy="96646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370451" y="3973499"/>
            <a:ext cx="209550" cy="124193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427854" y="3560317"/>
            <a:ext cx="99949" cy="173354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704588" y="3438778"/>
            <a:ext cx="171069" cy="96646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4367403" y="3605276"/>
            <a:ext cx="2560320" cy="644525"/>
            <a:chOff x="4367403" y="3605276"/>
            <a:chExt cx="2560320" cy="644525"/>
          </a:xfrm>
        </p:grpSpPr>
        <p:sp>
          <p:nvSpPr>
            <p:cNvPr id="46" name="object 46"/>
            <p:cNvSpPr/>
            <p:nvPr/>
          </p:nvSpPr>
          <p:spPr>
            <a:xfrm>
              <a:off x="4367403" y="3605275"/>
              <a:ext cx="575945" cy="491490"/>
            </a:xfrm>
            <a:custGeom>
              <a:avLst/>
              <a:gdLst/>
              <a:ahLst/>
              <a:cxnLst/>
              <a:rect l="l" t="t" r="r" b="b"/>
              <a:pathLst>
                <a:path w="575945" h="491489">
                  <a:moveTo>
                    <a:pt x="219075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219075" y="252222"/>
                  </a:lnTo>
                  <a:lnTo>
                    <a:pt x="219075" y="233172"/>
                  </a:lnTo>
                  <a:close/>
                </a:path>
                <a:path w="575945" h="491489">
                  <a:moveTo>
                    <a:pt x="575691" y="398945"/>
                  </a:moveTo>
                  <a:lnTo>
                    <a:pt x="557149" y="398945"/>
                  </a:lnTo>
                  <a:lnTo>
                    <a:pt x="554240" y="415023"/>
                  </a:lnTo>
                  <a:lnTo>
                    <a:pt x="551065" y="427951"/>
                  </a:lnTo>
                  <a:lnTo>
                    <a:pt x="547624" y="437743"/>
                  </a:lnTo>
                  <a:lnTo>
                    <a:pt x="543941" y="444398"/>
                  </a:lnTo>
                  <a:lnTo>
                    <a:pt x="538861" y="451180"/>
                  </a:lnTo>
                  <a:lnTo>
                    <a:pt x="531368" y="454571"/>
                  </a:lnTo>
                  <a:lnTo>
                    <a:pt x="303911" y="454571"/>
                  </a:lnTo>
                  <a:lnTo>
                    <a:pt x="465709" y="235077"/>
                  </a:lnTo>
                  <a:lnTo>
                    <a:pt x="465709" y="219837"/>
                  </a:lnTo>
                  <a:lnTo>
                    <a:pt x="315849" y="16510"/>
                  </a:lnTo>
                  <a:lnTo>
                    <a:pt x="513969" y="16510"/>
                  </a:lnTo>
                  <a:lnTo>
                    <a:pt x="544652" y="40513"/>
                  </a:lnTo>
                  <a:lnTo>
                    <a:pt x="552323" y="74295"/>
                  </a:lnTo>
                  <a:lnTo>
                    <a:pt x="568833" y="74295"/>
                  </a:lnTo>
                  <a:lnTo>
                    <a:pt x="568833" y="0"/>
                  </a:lnTo>
                  <a:lnTo>
                    <a:pt x="265684" y="0"/>
                  </a:lnTo>
                  <a:lnTo>
                    <a:pt x="265684" y="11938"/>
                  </a:lnTo>
                  <a:lnTo>
                    <a:pt x="436372" y="240157"/>
                  </a:lnTo>
                  <a:lnTo>
                    <a:pt x="260477" y="478561"/>
                  </a:lnTo>
                  <a:lnTo>
                    <a:pt x="260477" y="490994"/>
                  </a:lnTo>
                  <a:lnTo>
                    <a:pt x="569214" y="490994"/>
                  </a:lnTo>
                  <a:lnTo>
                    <a:pt x="575691" y="39894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4649851" y="4116552"/>
              <a:ext cx="183515" cy="133350"/>
            </a:xfrm>
            <a:custGeom>
              <a:avLst/>
              <a:gdLst/>
              <a:ahLst/>
              <a:cxnLst/>
              <a:rect l="l" t="t" r="r" b="b"/>
              <a:pathLst>
                <a:path w="183514" h="133350">
                  <a:moveTo>
                    <a:pt x="42164" y="0"/>
                  </a:moveTo>
                  <a:lnTo>
                    <a:pt x="23495" y="0"/>
                  </a:lnTo>
                  <a:lnTo>
                    <a:pt x="19177" y="20002"/>
                  </a:lnTo>
                  <a:lnTo>
                    <a:pt x="37592" y="20002"/>
                  </a:lnTo>
                  <a:lnTo>
                    <a:pt x="42164" y="0"/>
                  </a:lnTo>
                  <a:close/>
                </a:path>
                <a:path w="183514" h="133350">
                  <a:moveTo>
                    <a:pt x="45720" y="115341"/>
                  </a:moveTo>
                  <a:lnTo>
                    <a:pt x="39370" y="109207"/>
                  </a:lnTo>
                  <a:lnTo>
                    <a:pt x="35814" y="113004"/>
                  </a:lnTo>
                  <a:lnTo>
                    <a:pt x="32766" y="115912"/>
                  </a:lnTo>
                  <a:lnTo>
                    <a:pt x="24117" y="120764"/>
                  </a:lnTo>
                  <a:lnTo>
                    <a:pt x="21272" y="120764"/>
                  </a:lnTo>
                  <a:lnTo>
                    <a:pt x="19812" y="120205"/>
                  </a:lnTo>
                  <a:lnTo>
                    <a:pt x="18796" y="119151"/>
                  </a:lnTo>
                  <a:lnTo>
                    <a:pt x="17907" y="118097"/>
                  </a:lnTo>
                  <a:lnTo>
                    <a:pt x="17399" y="116395"/>
                  </a:lnTo>
                  <a:lnTo>
                    <a:pt x="17526" y="110350"/>
                  </a:lnTo>
                  <a:lnTo>
                    <a:pt x="18288" y="106006"/>
                  </a:lnTo>
                  <a:lnTo>
                    <a:pt x="18923" y="103098"/>
                  </a:lnTo>
                  <a:lnTo>
                    <a:pt x="19685" y="99441"/>
                  </a:lnTo>
                  <a:lnTo>
                    <a:pt x="33528" y="37490"/>
                  </a:lnTo>
                  <a:lnTo>
                    <a:pt x="28956" y="37490"/>
                  </a:lnTo>
                  <a:lnTo>
                    <a:pt x="2032" y="38506"/>
                  </a:lnTo>
                  <a:lnTo>
                    <a:pt x="863" y="44958"/>
                  </a:lnTo>
                  <a:lnTo>
                    <a:pt x="4826" y="44958"/>
                  </a:lnTo>
                  <a:lnTo>
                    <a:pt x="7747" y="45580"/>
                  </a:lnTo>
                  <a:lnTo>
                    <a:pt x="10795" y="47815"/>
                  </a:lnTo>
                  <a:lnTo>
                    <a:pt x="11684" y="49580"/>
                  </a:lnTo>
                  <a:lnTo>
                    <a:pt x="11684" y="54698"/>
                  </a:lnTo>
                  <a:lnTo>
                    <a:pt x="11303" y="57607"/>
                  </a:lnTo>
                  <a:lnTo>
                    <a:pt x="10795" y="60845"/>
                  </a:lnTo>
                  <a:lnTo>
                    <a:pt x="10160" y="64414"/>
                  </a:lnTo>
                  <a:lnTo>
                    <a:pt x="9398" y="67983"/>
                  </a:lnTo>
                  <a:lnTo>
                    <a:pt x="8636" y="71691"/>
                  </a:lnTo>
                  <a:lnTo>
                    <a:pt x="7747" y="75526"/>
                  </a:lnTo>
                  <a:lnTo>
                    <a:pt x="6731" y="79375"/>
                  </a:lnTo>
                  <a:lnTo>
                    <a:pt x="4064" y="91071"/>
                  </a:lnTo>
                  <a:lnTo>
                    <a:pt x="3175" y="94805"/>
                  </a:lnTo>
                  <a:lnTo>
                    <a:pt x="1651" y="101930"/>
                  </a:lnTo>
                  <a:lnTo>
                    <a:pt x="1016" y="105232"/>
                  </a:lnTo>
                  <a:lnTo>
                    <a:pt x="0" y="111315"/>
                  </a:lnTo>
                  <a:lnTo>
                    <a:pt x="127" y="120764"/>
                  </a:lnTo>
                  <a:lnTo>
                    <a:pt x="1651" y="124980"/>
                  </a:lnTo>
                  <a:lnTo>
                    <a:pt x="2667" y="126796"/>
                  </a:lnTo>
                  <a:lnTo>
                    <a:pt x="4064" y="128320"/>
                  </a:lnTo>
                  <a:lnTo>
                    <a:pt x="5334" y="129844"/>
                  </a:lnTo>
                  <a:lnTo>
                    <a:pt x="6985" y="131038"/>
                  </a:lnTo>
                  <a:lnTo>
                    <a:pt x="10795" y="132765"/>
                  </a:lnTo>
                  <a:lnTo>
                    <a:pt x="12954" y="133197"/>
                  </a:lnTo>
                  <a:lnTo>
                    <a:pt x="17780" y="133197"/>
                  </a:lnTo>
                  <a:lnTo>
                    <a:pt x="40157" y="120764"/>
                  </a:lnTo>
                  <a:lnTo>
                    <a:pt x="42418" y="118630"/>
                  </a:lnTo>
                  <a:lnTo>
                    <a:pt x="45720" y="115341"/>
                  </a:lnTo>
                  <a:close/>
                </a:path>
                <a:path w="183514" h="133350">
                  <a:moveTo>
                    <a:pt x="183388" y="90233"/>
                  </a:moveTo>
                  <a:lnTo>
                    <a:pt x="76200" y="90233"/>
                  </a:lnTo>
                  <a:lnTo>
                    <a:pt x="76200" y="104457"/>
                  </a:lnTo>
                  <a:lnTo>
                    <a:pt x="183388" y="104457"/>
                  </a:lnTo>
                  <a:lnTo>
                    <a:pt x="183388" y="90233"/>
                  </a:lnTo>
                  <a:close/>
                </a:path>
                <a:path w="183514" h="133350">
                  <a:moveTo>
                    <a:pt x="183388" y="49771"/>
                  </a:moveTo>
                  <a:lnTo>
                    <a:pt x="76200" y="49771"/>
                  </a:lnTo>
                  <a:lnTo>
                    <a:pt x="76200" y="63995"/>
                  </a:lnTo>
                  <a:lnTo>
                    <a:pt x="183388" y="63995"/>
                  </a:lnTo>
                  <a:lnTo>
                    <a:pt x="183388" y="49771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8" name="object 4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870196" y="4128274"/>
              <a:ext cx="78866" cy="119811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980559" y="3685032"/>
              <a:ext cx="1946777" cy="322021"/>
            </a:xfrm>
            <a:prstGeom prst="rect">
              <a:avLst/>
            </a:prstGeom>
          </p:spPr>
        </p:pic>
      </p:grpSp>
      <p:grpSp>
        <p:nvGrpSpPr>
          <p:cNvPr id="50" name="object 50"/>
          <p:cNvGrpSpPr/>
          <p:nvPr/>
        </p:nvGrpSpPr>
        <p:grpSpPr>
          <a:xfrm>
            <a:off x="7141718" y="3829303"/>
            <a:ext cx="1368425" cy="525145"/>
            <a:chOff x="7141718" y="3829303"/>
            <a:chExt cx="1368425" cy="525145"/>
          </a:xfrm>
        </p:grpSpPr>
        <p:pic>
          <p:nvPicPr>
            <p:cNvPr id="51" name="object 5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761478" y="3829303"/>
              <a:ext cx="403351" cy="181127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8266176" y="3850512"/>
              <a:ext cx="213439" cy="16465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7141718" y="3843400"/>
              <a:ext cx="1104264" cy="510654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8372856" y="4096219"/>
              <a:ext cx="137033" cy="218440"/>
            </a:xfrm>
            <a:prstGeom prst="rect">
              <a:avLst/>
            </a:prstGeom>
          </p:spPr>
        </p:pic>
      </p:grpSp>
      <p:grpSp>
        <p:nvGrpSpPr>
          <p:cNvPr id="55" name="object 55"/>
          <p:cNvGrpSpPr/>
          <p:nvPr/>
        </p:nvGrpSpPr>
        <p:grpSpPr>
          <a:xfrm>
            <a:off x="876604" y="2249551"/>
            <a:ext cx="6431280" cy="2117090"/>
            <a:chOff x="876604" y="2249551"/>
            <a:chExt cx="6431280" cy="2117090"/>
          </a:xfrm>
        </p:grpSpPr>
        <p:sp>
          <p:nvSpPr>
            <p:cNvPr id="56" name="object 56"/>
            <p:cNvSpPr/>
            <p:nvPr/>
          </p:nvSpPr>
          <p:spPr>
            <a:xfrm>
              <a:off x="4082542" y="2892551"/>
              <a:ext cx="457834" cy="69215"/>
            </a:xfrm>
            <a:custGeom>
              <a:avLst/>
              <a:gdLst/>
              <a:ahLst/>
              <a:cxnLst/>
              <a:rect l="l" t="t" r="r" b="b"/>
              <a:pathLst>
                <a:path w="457835" h="69214">
                  <a:moveTo>
                    <a:pt x="154813" y="52070"/>
                  </a:moveTo>
                  <a:lnTo>
                    <a:pt x="0" y="52070"/>
                  </a:lnTo>
                  <a:lnTo>
                    <a:pt x="0" y="68834"/>
                  </a:lnTo>
                  <a:lnTo>
                    <a:pt x="154813" y="68834"/>
                  </a:lnTo>
                  <a:lnTo>
                    <a:pt x="154813" y="52070"/>
                  </a:lnTo>
                  <a:close/>
                </a:path>
                <a:path w="457835" h="69214">
                  <a:moveTo>
                    <a:pt x="154813" y="0"/>
                  </a:moveTo>
                  <a:lnTo>
                    <a:pt x="0" y="0"/>
                  </a:lnTo>
                  <a:lnTo>
                    <a:pt x="0" y="16637"/>
                  </a:lnTo>
                  <a:lnTo>
                    <a:pt x="154813" y="16637"/>
                  </a:lnTo>
                  <a:lnTo>
                    <a:pt x="154813" y="0"/>
                  </a:lnTo>
                  <a:close/>
                </a:path>
                <a:path w="457835" h="69214">
                  <a:moveTo>
                    <a:pt x="457581" y="22098"/>
                  </a:moveTo>
                  <a:lnTo>
                    <a:pt x="238506" y="22098"/>
                  </a:lnTo>
                  <a:lnTo>
                    <a:pt x="238506" y="41148"/>
                  </a:lnTo>
                  <a:lnTo>
                    <a:pt x="457581" y="41148"/>
                  </a:lnTo>
                  <a:lnTo>
                    <a:pt x="457581" y="2209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57" name="object 57"/>
            <p:cNvPicPr/>
            <p:nvPr/>
          </p:nvPicPr>
          <p:blipFill>
            <a:blip r:embed="rId26" cstate="print"/>
            <a:stretch>
              <a:fillRect/>
            </a:stretch>
          </p:blipFill>
          <p:spPr>
            <a:xfrm>
              <a:off x="4324095" y="3049651"/>
              <a:ext cx="209550" cy="124206"/>
            </a:xfrm>
            <a:prstGeom prst="rect">
              <a:avLst/>
            </a:prstGeom>
          </p:spPr>
        </p:pic>
        <p:sp>
          <p:nvSpPr>
            <p:cNvPr id="58" name="object 58"/>
            <p:cNvSpPr/>
            <p:nvPr/>
          </p:nvSpPr>
          <p:spPr>
            <a:xfrm>
              <a:off x="4581525" y="2681478"/>
              <a:ext cx="315595" cy="491490"/>
            </a:xfrm>
            <a:custGeom>
              <a:avLst/>
              <a:gdLst/>
              <a:ahLst/>
              <a:cxnLst/>
              <a:rect l="l" t="t" r="r" b="b"/>
              <a:pathLst>
                <a:path w="315595" h="491489">
                  <a:moveTo>
                    <a:pt x="308355" y="0"/>
                  </a:moveTo>
                  <a:lnTo>
                    <a:pt x="5079" y="0"/>
                  </a:lnTo>
                  <a:lnTo>
                    <a:pt x="5079" y="11938"/>
                  </a:lnTo>
                  <a:lnTo>
                    <a:pt x="175895" y="240030"/>
                  </a:lnTo>
                  <a:lnTo>
                    <a:pt x="0" y="478536"/>
                  </a:lnTo>
                  <a:lnTo>
                    <a:pt x="0" y="490982"/>
                  </a:lnTo>
                  <a:lnTo>
                    <a:pt x="308737" y="490982"/>
                  </a:lnTo>
                  <a:lnTo>
                    <a:pt x="315213" y="398907"/>
                  </a:lnTo>
                  <a:lnTo>
                    <a:pt x="296545" y="398907"/>
                  </a:lnTo>
                  <a:lnTo>
                    <a:pt x="293659" y="414976"/>
                  </a:lnTo>
                  <a:lnTo>
                    <a:pt x="290512" y="427926"/>
                  </a:lnTo>
                  <a:lnTo>
                    <a:pt x="287079" y="437733"/>
                  </a:lnTo>
                  <a:lnTo>
                    <a:pt x="283337" y="444373"/>
                  </a:lnTo>
                  <a:lnTo>
                    <a:pt x="278257" y="451104"/>
                  </a:lnTo>
                  <a:lnTo>
                    <a:pt x="270890" y="454533"/>
                  </a:lnTo>
                  <a:lnTo>
                    <a:pt x="43434" y="454533"/>
                  </a:lnTo>
                  <a:lnTo>
                    <a:pt x="205104" y="235077"/>
                  </a:lnTo>
                  <a:lnTo>
                    <a:pt x="205104" y="219837"/>
                  </a:lnTo>
                  <a:lnTo>
                    <a:pt x="55372" y="16383"/>
                  </a:lnTo>
                  <a:lnTo>
                    <a:pt x="253491" y="16383"/>
                  </a:lnTo>
                  <a:lnTo>
                    <a:pt x="284184" y="40505"/>
                  </a:lnTo>
                  <a:lnTo>
                    <a:pt x="291846" y="74295"/>
                  </a:lnTo>
                  <a:lnTo>
                    <a:pt x="308355" y="74295"/>
                  </a:lnTo>
                  <a:lnTo>
                    <a:pt x="30835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9" name="object 59"/>
            <p:cNvSpPr/>
            <p:nvPr/>
          </p:nvSpPr>
          <p:spPr>
            <a:xfrm>
              <a:off x="4603242" y="3192779"/>
              <a:ext cx="184150" cy="133350"/>
            </a:xfrm>
            <a:custGeom>
              <a:avLst/>
              <a:gdLst/>
              <a:ahLst/>
              <a:cxnLst/>
              <a:rect l="l" t="t" r="r" b="b"/>
              <a:pathLst>
                <a:path w="184150" h="133350">
                  <a:moveTo>
                    <a:pt x="42418" y="0"/>
                  </a:moveTo>
                  <a:lnTo>
                    <a:pt x="23749" y="0"/>
                  </a:lnTo>
                  <a:lnTo>
                    <a:pt x="19431" y="19939"/>
                  </a:lnTo>
                  <a:lnTo>
                    <a:pt x="37846" y="19939"/>
                  </a:lnTo>
                  <a:lnTo>
                    <a:pt x="42418" y="0"/>
                  </a:lnTo>
                  <a:close/>
                </a:path>
                <a:path w="184150" h="133350">
                  <a:moveTo>
                    <a:pt x="45974" y="115316"/>
                  </a:moveTo>
                  <a:lnTo>
                    <a:pt x="39624" y="109220"/>
                  </a:lnTo>
                  <a:lnTo>
                    <a:pt x="37719" y="111252"/>
                  </a:lnTo>
                  <a:lnTo>
                    <a:pt x="34544" y="114427"/>
                  </a:lnTo>
                  <a:lnTo>
                    <a:pt x="31623" y="117094"/>
                  </a:lnTo>
                  <a:lnTo>
                    <a:pt x="29083" y="118872"/>
                  </a:lnTo>
                  <a:lnTo>
                    <a:pt x="27813" y="119634"/>
                  </a:lnTo>
                  <a:lnTo>
                    <a:pt x="26797" y="120015"/>
                  </a:lnTo>
                  <a:lnTo>
                    <a:pt x="25654" y="120523"/>
                  </a:lnTo>
                  <a:lnTo>
                    <a:pt x="23368" y="120777"/>
                  </a:lnTo>
                  <a:lnTo>
                    <a:pt x="21805" y="120777"/>
                  </a:lnTo>
                  <a:lnTo>
                    <a:pt x="20066" y="120142"/>
                  </a:lnTo>
                  <a:lnTo>
                    <a:pt x="19050" y="119126"/>
                  </a:lnTo>
                  <a:lnTo>
                    <a:pt x="18161" y="118110"/>
                  </a:lnTo>
                  <a:lnTo>
                    <a:pt x="17653" y="116332"/>
                  </a:lnTo>
                  <a:lnTo>
                    <a:pt x="17780" y="110363"/>
                  </a:lnTo>
                  <a:lnTo>
                    <a:pt x="19050" y="102997"/>
                  </a:lnTo>
                  <a:lnTo>
                    <a:pt x="19939" y="99441"/>
                  </a:lnTo>
                  <a:lnTo>
                    <a:pt x="33782" y="37465"/>
                  </a:lnTo>
                  <a:lnTo>
                    <a:pt x="29210" y="37465"/>
                  </a:lnTo>
                  <a:lnTo>
                    <a:pt x="2159" y="38481"/>
                  </a:lnTo>
                  <a:lnTo>
                    <a:pt x="990" y="44958"/>
                  </a:lnTo>
                  <a:lnTo>
                    <a:pt x="5080" y="44958"/>
                  </a:lnTo>
                  <a:lnTo>
                    <a:pt x="7874" y="45593"/>
                  </a:lnTo>
                  <a:lnTo>
                    <a:pt x="9525" y="46609"/>
                  </a:lnTo>
                  <a:lnTo>
                    <a:pt x="11049" y="47752"/>
                  </a:lnTo>
                  <a:lnTo>
                    <a:pt x="11938" y="49530"/>
                  </a:lnTo>
                  <a:lnTo>
                    <a:pt x="12065" y="51943"/>
                  </a:lnTo>
                  <a:lnTo>
                    <a:pt x="12065" y="53721"/>
                  </a:lnTo>
                  <a:lnTo>
                    <a:pt x="11938" y="54102"/>
                  </a:lnTo>
                  <a:lnTo>
                    <a:pt x="11811" y="54610"/>
                  </a:lnTo>
                  <a:lnTo>
                    <a:pt x="11557" y="57531"/>
                  </a:lnTo>
                  <a:lnTo>
                    <a:pt x="11049" y="60833"/>
                  </a:lnTo>
                  <a:lnTo>
                    <a:pt x="10287" y="64389"/>
                  </a:lnTo>
                  <a:lnTo>
                    <a:pt x="9652" y="67945"/>
                  </a:lnTo>
                  <a:lnTo>
                    <a:pt x="8763" y="71628"/>
                  </a:lnTo>
                  <a:lnTo>
                    <a:pt x="7874" y="75438"/>
                  </a:lnTo>
                  <a:lnTo>
                    <a:pt x="6985" y="79375"/>
                  </a:lnTo>
                  <a:lnTo>
                    <a:pt x="6096" y="83185"/>
                  </a:lnTo>
                  <a:lnTo>
                    <a:pt x="5207" y="87122"/>
                  </a:lnTo>
                  <a:lnTo>
                    <a:pt x="4191" y="91059"/>
                  </a:lnTo>
                  <a:lnTo>
                    <a:pt x="3429" y="94742"/>
                  </a:lnTo>
                  <a:lnTo>
                    <a:pt x="2667" y="98298"/>
                  </a:lnTo>
                  <a:lnTo>
                    <a:pt x="1778" y="101854"/>
                  </a:lnTo>
                  <a:lnTo>
                    <a:pt x="1143" y="105156"/>
                  </a:lnTo>
                  <a:lnTo>
                    <a:pt x="762" y="108204"/>
                  </a:lnTo>
                  <a:lnTo>
                    <a:pt x="254" y="111252"/>
                  </a:lnTo>
                  <a:lnTo>
                    <a:pt x="0" y="113792"/>
                  </a:lnTo>
                  <a:lnTo>
                    <a:pt x="76" y="118872"/>
                  </a:lnTo>
                  <a:lnTo>
                    <a:pt x="190" y="119634"/>
                  </a:lnTo>
                  <a:lnTo>
                    <a:pt x="254" y="120015"/>
                  </a:lnTo>
                  <a:lnTo>
                    <a:pt x="381" y="120777"/>
                  </a:lnTo>
                  <a:lnTo>
                    <a:pt x="13081" y="133096"/>
                  </a:lnTo>
                  <a:lnTo>
                    <a:pt x="18034" y="133096"/>
                  </a:lnTo>
                  <a:lnTo>
                    <a:pt x="20447" y="132842"/>
                  </a:lnTo>
                  <a:lnTo>
                    <a:pt x="25019" y="131572"/>
                  </a:lnTo>
                  <a:lnTo>
                    <a:pt x="27305" y="130556"/>
                  </a:lnTo>
                  <a:lnTo>
                    <a:pt x="29591" y="129159"/>
                  </a:lnTo>
                  <a:lnTo>
                    <a:pt x="32004" y="127762"/>
                  </a:lnTo>
                  <a:lnTo>
                    <a:pt x="34544" y="125857"/>
                  </a:lnTo>
                  <a:lnTo>
                    <a:pt x="37084" y="123571"/>
                  </a:lnTo>
                  <a:lnTo>
                    <a:pt x="39751" y="121412"/>
                  </a:lnTo>
                  <a:lnTo>
                    <a:pt x="40411" y="120777"/>
                  </a:lnTo>
                  <a:lnTo>
                    <a:pt x="42672" y="118618"/>
                  </a:lnTo>
                  <a:lnTo>
                    <a:pt x="45974" y="115316"/>
                  </a:lnTo>
                  <a:close/>
                </a:path>
                <a:path w="184150" h="133350">
                  <a:moveTo>
                    <a:pt x="183642" y="90170"/>
                  </a:moveTo>
                  <a:lnTo>
                    <a:pt x="76454" y="90170"/>
                  </a:lnTo>
                  <a:lnTo>
                    <a:pt x="76454" y="104394"/>
                  </a:lnTo>
                  <a:lnTo>
                    <a:pt x="183642" y="104394"/>
                  </a:lnTo>
                  <a:lnTo>
                    <a:pt x="183642" y="90170"/>
                  </a:lnTo>
                  <a:close/>
                </a:path>
                <a:path w="184150" h="133350">
                  <a:moveTo>
                    <a:pt x="183642" y="49657"/>
                  </a:moveTo>
                  <a:lnTo>
                    <a:pt x="76454" y="49657"/>
                  </a:lnTo>
                  <a:lnTo>
                    <a:pt x="76454" y="64008"/>
                  </a:lnTo>
                  <a:lnTo>
                    <a:pt x="183642" y="64008"/>
                  </a:lnTo>
                  <a:lnTo>
                    <a:pt x="183642" y="49657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0" name="object 60"/>
            <p:cNvPicPr/>
            <p:nvPr/>
          </p:nvPicPr>
          <p:blipFill>
            <a:blip r:embed="rId27" cstate="print"/>
            <a:stretch>
              <a:fillRect/>
            </a:stretch>
          </p:blipFill>
          <p:spPr>
            <a:xfrm>
              <a:off x="4823841" y="3204464"/>
              <a:ext cx="78867" cy="119761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4943734" y="2732659"/>
              <a:ext cx="2363845" cy="39065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119499" y="3816350"/>
              <a:ext cx="154940" cy="69215"/>
            </a:xfrm>
            <a:custGeom>
              <a:avLst/>
              <a:gdLst/>
              <a:ahLst/>
              <a:cxnLst/>
              <a:rect l="l" t="t" r="r" b="b"/>
              <a:pathLst>
                <a:path w="154939" h="69214">
                  <a:moveTo>
                    <a:pt x="154686" y="52070"/>
                  </a:moveTo>
                  <a:lnTo>
                    <a:pt x="0" y="52070"/>
                  </a:lnTo>
                  <a:lnTo>
                    <a:pt x="0" y="68821"/>
                  </a:lnTo>
                  <a:lnTo>
                    <a:pt x="154686" y="68821"/>
                  </a:lnTo>
                  <a:lnTo>
                    <a:pt x="154686" y="52070"/>
                  </a:lnTo>
                  <a:close/>
                </a:path>
                <a:path w="154939" h="69214">
                  <a:moveTo>
                    <a:pt x="154686" y="0"/>
                  </a:moveTo>
                  <a:lnTo>
                    <a:pt x="0" y="0"/>
                  </a:lnTo>
                  <a:lnTo>
                    <a:pt x="0" y="16764"/>
                  </a:lnTo>
                  <a:lnTo>
                    <a:pt x="154686" y="16764"/>
                  </a:lnTo>
                  <a:lnTo>
                    <a:pt x="15468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3" name="object 63"/>
            <p:cNvSpPr/>
            <p:nvPr/>
          </p:nvSpPr>
          <p:spPr>
            <a:xfrm>
              <a:off x="3538601" y="2262251"/>
              <a:ext cx="0" cy="2091689"/>
            </a:xfrm>
            <a:custGeom>
              <a:avLst/>
              <a:gdLst/>
              <a:ahLst/>
              <a:cxnLst/>
              <a:rect l="l" t="t" r="r" b="b"/>
              <a:pathLst>
                <a:path w="0" h="2091689">
                  <a:moveTo>
                    <a:pt x="0" y="0"/>
                  </a:moveTo>
                  <a:lnTo>
                    <a:pt x="0" y="2091283"/>
                  </a:lnTo>
                </a:path>
              </a:pathLst>
            </a:custGeom>
            <a:ln w="254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4" name="object 64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876604" y="2441829"/>
              <a:ext cx="3233246" cy="1658848"/>
            </a:xfrm>
            <a:prstGeom prst="rect">
              <a:avLst/>
            </a:prstGeom>
          </p:spPr>
        </p:pic>
      </p:grpSp>
      <p:grpSp>
        <p:nvGrpSpPr>
          <p:cNvPr id="65" name="object 65"/>
          <p:cNvGrpSpPr/>
          <p:nvPr/>
        </p:nvGrpSpPr>
        <p:grpSpPr>
          <a:xfrm>
            <a:off x="2381239" y="946785"/>
            <a:ext cx="3272790" cy="977265"/>
            <a:chOff x="2381239" y="946785"/>
            <a:chExt cx="3272790" cy="977265"/>
          </a:xfrm>
        </p:grpSpPr>
        <p:sp>
          <p:nvSpPr>
            <p:cNvPr id="66" name="object 66"/>
            <p:cNvSpPr/>
            <p:nvPr/>
          </p:nvSpPr>
          <p:spPr>
            <a:xfrm>
              <a:off x="2836037" y="1345819"/>
              <a:ext cx="361950" cy="19050"/>
            </a:xfrm>
            <a:custGeom>
              <a:avLst/>
              <a:gdLst/>
              <a:ahLst/>
              <a:cxnLst/>
              <a:rect l="l" t="t" r="r" b="b"/>
              <a:pathLst>
                <a:path w="361950" h="19050">
                  <a:moveTo>
                    <a:pt x="361950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361950" y="19050"/>
                  </a:lnTo>
                  <a:lnTo>
                    <a:pt x="36195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67" name="object 6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52293" y="1429512"/>
              <a:ext cx="105409" cy="173482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2981960" y="1480820"/>
              <a:ext cx="209550" cy="124205"/>
            </a:xfrm>
            <a:prstGeom prst="rect">
              <a:avLst/>
            </a:prstGeom>
          </p:spPr>
        </p:pic>
        <p:sp>
          <p:nvSpPr>
            <p:cNvPr id="69" name="object 69"/>
            <p:cNvSpPr/>
            <p:nvPr/>
          </p:nvSpPr>
          <p:spPr>
            <a:xfrm>
              <a:off x="3239388" y="1112520"/>
              <a:ext cx="315595" cy="491490"/>
            </a:xfrm>
            <a:custGeom>
              <a:avLst/>
              <a:gdLst/>
              <a:ahLst/>
              <a:cxnLst/>
              <a:rect l="l" t="t" r="r" b="b"/>
              <a:pathLst>
                <a:path w="315595" h="491490">
                  <a:moveTo>
                    <a:pt x="308356" y="0"/>
                  </a:moveTo>
                  <a:lnTo>
                    <a:pt x="5080" y="0"/>
                  </a:lnTo>
                  <a:lnTo>
                    <a:pt x="5080" y="11937"/>
                  </a:lnTo>
                  <a:lnTo>
                    <a:pt x="175895" y="240156"/>
                  </a:lnTo>
                  <a:lnTo>
                    <a:pt x="0" y="478663"/>
                  </a:lnTo>
                  <a:lnTo>
                    <a:pt x="0" y="491108"/>
                  </a:lnTo>
                  <a:lnTo>
                    <a:pt x="308737" y="491108"/>
                  </a:lnTo>
                  <a:lnTo>
                    <a:pt x="315213" y="399033"/>
                  </a:lnTo>
                  <a:lnTo>
                    <a:pt x="296545" y="399033"/>
                  </a:lnTo>
                  <a:lnTo>
                    <a:pt x="293659" y="415085"/>
                  </a:lnTo>
                  <a:lnTo>
                    <a:pt x="290512" y="428005"/>
                  </a:lnTo>
                  <a:lnTo>
                    <a:pt x="287079" y="437806"/>
                  </a:lnTo>
                  <a:lnTo>
                    <a:pt x="283337" y="444500"/>
                  </a:lnTo>
                  <a:lnTo>
                    <a:pt x="278257" y="451230"/>
                  </a:lnTo>
                  <a:lnTo>
                    <a:pt x="270890" y="454659"/>
                  </a:lnTo>
                  <a:lnTo>
                    <a:pt x="43434" y="454659"/>
                  </a:lnTo>
                  <a:lnTo>
                    <a:pt x="205105" y="235076"/>
                  </a:lnTo>
                  <a:lnTo>
                    <a:pt x="205105" y="219963"/>
                  </a:lnTo>
                  <a:lnTo>
                    <a:pt x="55372" y="16509"/>
                  </a:lnTo>
                  <a:lnTo>
                    <a:pt x="253491" y="16509"/>
                  </a:lnTo>
                  <a:lnTo>
                    <a:pt x="284184" y="40560"/>
                  </a:lnTo>
                  <a:lnTo>
                    <a:pt x="291846" y="74421"/>
                  </a:lnTo>
                  <a:lnTo>
                    <a:pt x="308356" y="74421"/>
                  </a:lnTo>
                  <a:lnTo>
                    <a:pt x="3083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0" name="object 70"/>
            <p:cNvSpPr/>
            <p:nvPr/>
          </p:nvSpPr>
          <p:spPr>
            <a:xfrm>
              <a:off x="3261182" y="1623821"/>
              <a:ext cx="184150" cy="133350"/>
            </a:xfrm>
            <a:custGeom>
              <a:avLst/>
              <a:gdLst/>
              <a:ahLst/>
              <a:cxnLst/>
              <a:rect l="l" t="t" r="r" b="b"/>
              <a:pathLst>
                <a:path w="184150" h="133350">
                  <a:moveTo>
                    <a:pt x="42341" y="0"/>
                  </a:moveTo>
                  <a:lnTo>
                    <a:pt x="23660" y="0"/>
                  </a:lnTo>
                  <a:lnTo>
                    <a:pt x="19354" y="20066"/>
                  </a:lnTo>
                  <a:lnTo>
                    <a:pt x="37769" y="20066"/>
                  </a:lnTo>
                  <a:lnTo>
                    <a:pt x="42341" y="0"/>
                  </a:lnTo>
                  <a:close/>
                </a:path>
                <a:path w="184150" h="133350">
                  <a:moveTo>
                    <a:pt x="45770" y="115316"/>
                  </a:moveTo>
                  <a:lnTo>
                    <a:pt x="39535" y="109220"/>
                  </a:lnTo>
                  <a:lnTo>
                    <a:pt x="35991" y="113030"/>
                  </a:lnTo>
                  <a:lnTo>
                    <a:pt x="34467" y="114554"/>
                  </a:lnTo>
                  <a:lnTo>
                    <a:pt x="24422" y="120777"/>
                  </a:lnTo>
                  <a:lnTo>
                    <a:pt x="21386" y="120777"/>
                  </a:lnTo>
                  <a:lnTo>
                    <a:pt x="19989" y="120269"/>
                  </a:lnTo>
                  <a:lnTo>
                    <a:pt x="18961" y="119253"/>
                  </a:lnTo>
                  <a:lnTo>
                    <a:pt x="18072" y="118110"/>
                  </a:lnTo>
                  <a:lnTo>
                    <a:pt x="17576" y="116459"/>
                  </a:lnTo>
                  <a:lnTo>
                    <a:pt x="17703" y="110363"/>
                  </a:lnTo>
                  <a:lnTo>
                    <a:pt x="18961" y="103124"/>
                  </a:lnTo>
                  <a:lnTo>
                    <a:pt x="19862" y="99441"/>
                  </a:lnTo>
                  <a:lnTo>
                    <a:pt x="33705" y="37465"/>
                  </a:lnTo>
                  <a:lnTo>
                    <a:pt x="29121" y="37465"/>
                  </a:lnTo>
                  <a:lnTo>
                    <a:pt x="2082" y="38608"/>
                  </a:lnTo>
                  <a:lnTo>
                    <a:pt x="914" y="44958"/>
                  </a:lnTo>
                  <a:lnTo>
                    <a:pt x="5003" y="44958"/>
                  </a:lnTo>
                  <a:lnTo>
                    <a:pt x="7785" y="45593"/>
                  </a:lnTo>
                  <a:lnTo>
                    <a:pt x="9436" y="46736"/>
                  </a:lnTo>
                  <a:lnTo>
                    <a:pt x="10960" y="47879"/>
                  </a:lnTo>
                  <a:lnTo>
                    <a:pt x="11861" y="49657"/>
                  </a:lnTo>
                  <a:lnTo>
                    <a:pt x="11861" y="54229"/>
                  </a:lnTo>
                  <a:lnTo>
                    <a:pt x="11722" y="54737"/>
                  </a:lnTo>
                  <a:lnTo>
                    <a:pt x="11480" y="57658"/>
                  </a:lnTo>
                  <a:lnTo>
                    <a:pt x="10960" y="60833"/>
                  </a:lnTo>
                  <a:lnTo>
                    <a:pt x="10198" y="64389"/>
                  </a:lnTo>
                  <a:lnTo>
                    <a:pt x="9575" y="68072"/>
                  </a:lnTo>
                  <a:lnTo>
                    <a:pt x="8686" y="71755"/>
                  </a:lnTo>
                  <a:lnTo>
                    <a:pt x="6896" y="79375"/>
                  </a:lnTo>
                  <a:lnTo>
                    <a:pt x="5130" y="87249"/>
                  </a:lnTo>
                  <a:lnTo>
                    <a:pt x="4114" y="91059"/>
                  </a:lnTo>
                  <a:lnTo>
                    <a:pt x="3352" y="94869"/>
                  </a:lnTo>
                  <a:lnTo>
                    <a:pt x="2590" y="98425"/>
                  </a:lnTo>
                  <a:lnTo>
                    <a:pt x="1701" y="101981"/>
                  </a:lnTo>
                  <a:lnTo>
                    <a:pt x="1066" y="105283"/>
                  </a:lnTo>
                  <a:lnTo>
                    <a:pt x="673" y="108331"/>
                  </a:lnTo>
                  <a:lnTo>
                    <a:pt x="177" y="111379"/>
                  </a:lnTo>
                  <a:lnTo>
                    <a:pt x="0" y="113030"/>
                  </a:lnTo>
                  <a:lnTo>
                    <a:pt x="38" y="119253"/>
                  </a:lnTo>
                  <a:lnTo>
                    <a:pt x="215" y="120269"/>
                  </a:lnTo>
                  <a:lnTo>
                    <a:pt x="304" y="120777"/>
                  </a:lnTo>
                  <a:lnTo>
                    <a:pt x="11239" y="132969"/>
                  </a:lnTo>
                  <a:lnTo>
                    <a:pt x="11645" y="132969"/>
                  </a:lnTo>
                  <a:lnTo>
                    <a:pt x="13004" y="133223"/>
                  </a:lnTo>
                  <a:lnTo>
                    <a:pt x="17957" y="133223"/>
                  </a:lnTo>
                  <a:lnTo>
                    <a:pt x="20370" y="132969"/>
                  </a:lnTo>
                  <a:lnTo>
                    <a:pt x="37007" y="123698"/>
                  </a:lnTo>
                  <a:lnTo>
                    <a:pt x="39674" y="121412"/>
                  </a:lnTo>
                  <a:lnTo>
                    <a:pt x="40335" y="120777"/>
                  </a:lnTo>
                  <a:lnTo>
                    <a:pt x="42595" y="118618"/>
                  </a:lnTo>
                  <a:lnTo>
                    <a:pt x="45770" y="115316"/>
                  </a:lnTo>
                  <a:close/>
                </a:path>
                <a:path w="184150" h="133350">
                  <a:moveTo>
                    <a:pt x="183565" y="90297"/>
                  </a:moveTo>
                  <a:lnTo>
                    <a:pt x="76377" y="90297"/>
                  </a:lnTo>
                  <a:lnTo>
                    <a:pt x="76377" y="104521"/>
                  </a:lnTo>
                  <a:lnTo>
                    <a:pt x="183565" y="104521"/>
                  </a:lnTo>
                  <a:lnTo>
                    <a:pt x="183565" y="90297"/>
                  </a:lnTo>
                  <a:close/>
                </a:path>
                <a:path w="184150" h="133350">
                  <a:moveTo>
                    <a:pt x="183565" y="49784"/>
                  </a:moveTo>
                  <a:lnTo>
                    <a:pt x="76377" y="49784"/>
                  </a:lnTo>
                  <a:lnTo>
                    <a:pt x="76377" y="64008"/>
                  </a:lnTo>
                  <a:lnTo>
                    <a:pt x="183565" y="64008"/>
                  </a:lnTo>
                  <a:lnTo>
                    <a:pt x="183565" y="49784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1" name="object 71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481705" y="1635633"/>
              <a:ext cx="78867" cy="119761"/>
            </a:xfrm>
            <a:prstGeom prst="rect">
              <a:avLst/>
            </a:prstGeom>
          </p:spPr>
        </p:pic>
        <p:pic>
          <p:nvPicPr>
            <p:cNvPr id="72" name="object 72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3592068" y="1130046"/>
              <a:ext cx="2061337" cy="384301"/>
            </a:xfrm>
            <a:prstGeom prst="rect">
              <a:avLst/>
            </a:prstGeom>
          </p:spPr>
        </p:pic>
        <p:pic>
          <p:nvPicPr>
            <p:cNvPr id="73" name="object 73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2381239" y="1145032"/>
              <a:ext cx="362087" cy="431926"/>
            </a:xfrm>
            <a:prstGeom prst="rect">
              <a:avLst/>
            </a:prstGeom>
          </p:spPr>
        </p:pic>
        <p:sp>
          <p:nvSpPr>
            <p:cNvPr id="74" name="object 74"/>
            <p:cNvSpPr/>
            <p:nvPr/>
          </p:nvSpPr>
          <p:spPr>
            <a:xfrm>
              <a:off x="2782697" y="946785"/>
              <a:ext cx="133350" cy="797560"/>
            </a:xfrm>
            <a:custGeom>
              <a:avLst/>
              <a:gdLst/>
              <a:ahLst/>
              <a:cxnLst/>
              <a:rect l="l" t="t" r="r" b="b"/>
              <a:pathLst>
                <a:path w="133350" h="797560">
                  <a:moveTo>
                    <a:pt x="120903" y="796289"/>
                  </a:moveTo>
                  <a:lnTo>
                    <a:pt x="83184" y="796289"/>
                  </a:lnTo>
                  <a:lnTo>
                    <a:pt x="84454" y="797560"/>
                  </a:lnTo>
                  <a:lnTo>
                    <a:pt x="118617" y="797560"/>
                  </a:lnTo>
                  <a:lnTo>
                    <a:pt x="120903" y="796289"/>
                  </a:lnTo>
                  <a:close/>
                </a:path>
                <a:path w="133350" h="797560">
                  <a:moveTo>
                    <a:pt x="124713" y="793750"/>
                  </a:moveTo>
                  <a:lnTo>
                    <a:pt x="69468" y="793750"/>
                  </a:lnTo>
                  <a:lnTo>
                    <a:pt x="78104" y="796289"/>
                  </a:lnTo>
                  <a:lnTo>
                    <a:pt x="123062" y="796289"/>
                  </a:lnTo>
                  <a:lnTo>
                    <a:pt x="124713" y="793750"/>
                  </a:lnTo>
                  <a:close/>
                </a:path>
                <a:path w="133350" h="797560">
                  <a:moveTo>
                    <a:pt x="119426" y="774833"/>
                  </a:moveTo>
                  <a:lnTo>
                    <a:pt x="118597" y="774833"/>
                  </a:lnTo>
                  <a:lnTo>
                    <a:pt x="113156" y="779780"/>
                  </a:lnTo>
                  <a:lnTo>
                    <a:pt x="42163" y="779780"/>
                  </a:lnTo>
                  <a:lnTo>
                    <a:pt x="45592" y="782320"/>
                  </a:lnTo>
                  <a:lnTo>
                    <a:pt x="52069" y="786130"/>
                  </a:lnTo>
                  <a:lnTo>
                    <a:pt x="53212" y="786130"/>
                  </a:lnTo>
                  <a:lnTo>
                    <a:pt x="56895" y="788670"/>
                  </a:lnTo>
                  <a:lnTo>
                    <a:pt x="64769" y="791210"/>
                  </a:lnTo>
                  <a:lnTo>
                    <a:pt x="65658" y="792480"/>
                  </a:lnTo>
                  <a:lnTo>
                    <a:pt x="69214" y="793750"/>
                  </a:lnTo>
                  <a:lnTo>
                    <a:pt x="125856" y="793750"/>
                  </a:lnTo>
                  <a:lnTo>
                    <a:pt x="128015" y="789939"/>
                  </a:lnTo>
                  <a:lnTo>
                    <a:pt x="129666" y="787400"/>
                  </a:lnTo>
                  <a:lnTo>
                    <a:pt x="130809" y="783589"/>
                  </a:lnTo>
                  <a:lnTo>
                    <a:pt x="131148" y="783589"/>
                  </a:lnTo>
                  <a:lnTo>
                    <a:pt x="132079" y="781050"/>
                  </a:lnTo>
                  <a:lnTo>
                    <a:pt x="132841" y="778510"/>
                  </a:lnTo>
                  <a:lnTo>
                    <a:pt x="132969" y="777239"/>
                  </a:lnTo>
                  <a:lnTo>
                    <a:pt x="133091" y="776012"/>
                  </a:lnTo>
                  <a:lnTo>
                    <a:pt x="120959" y="776012"/>
                  </a:lnTo>
                  <a:lnTo>
                    <a:pt x="119426" y="774833"/>
                  </a:lnTo>
                  <a:close/>
                </a:path>
                <a:path w="133350" h="797560">
                  <a:moveTo>
                    <a:pt x="131148" y="783589"/>
                  </a:moveTo>
                  <a:lnTo>
                    <a:pt x="130809" y="783589"/>
                  </a:lnTo>
                  <a:lnTo>
                    <a:pt x="130682" y="784860"/>
                  </a:lnTo>
                  <a:lnTo>
                    <a:pt x="131148" y="783589"/>
                  </a:lnTo>
                  <a:close/>
                </a:path>
                <a:path w="133350" h="797560">
                  <a:moveTo>
                    <a:pt x="83311" y="773430"/>
                  </a:moveTo>
                  <a:lnTo>
                    <a:pt x="33654" y="773430"/>
                  </a:lnTo>
                  <a:lnTo>
                    <a:pt x="34755" y="774276"/>
                  </a:lnTo>
                  <a:lnTo>
                    <a:pt x="35519" y="774833"/>
                  </a:lnTo>
                  <a:lnTo>
                    <a:pt x="37398" y="776012"/>
                  </a:lnTo>
                  <a:lnTo>
                    <a:pt x="42798" y="779780"/>
                  </a:lnTo>
                  <a:lnTo>
                    <a:pt x="113156" y="779780"/>
                  </a:lnTo>
                  <a:lnTo>
                    <a:pt x="113918" y="778510"/>
                  </a:lnTo>
                  <a:lnTo>
                    <a:pt x="114045" y="777239"/>
                  </a:lnTo>
                  <a:lnTo>
                    <a:pt x="114536" y="776012"/>
                  </a:lnTo>
                  <a:lnTo>
                    <a:pt x="110184" y="776012"/>
                  </a:lnTo>
                  <a:lnTo>
                    <a:pt x="111599" y="774833"/>
                  </a:lnTo>
                  <a:lnTo>
                    <a:pt x="87663" y="774833"/>
                  </a:lnTo>
                  <a:lnTo>
                    <a:pt x="83311" y="773430"/>
                  </a:lnTo>
                  <a:close/>
                </a:path>
                <a:path w="133350" h="797560">
                  <a:moveTo>
                    <a:pt x="115315" y="774276"/>
                  </a:moveTo>
                  <a:lnTo>
                    <a:pt x="115148" y="774833"/>
                  </a:lnTo>
                  <a:lnTo>
                    <a:pt x="115008" y="774833"/>
                  </a:lnTo>
                  <a:lnTo>
                    <a:pt x="114045" y="777239"/>
                  </a:lnTo>
                  <a:lnTo>
                    <a:pt x="113918" y="778510"/>
                  </a:lnTo>
                  <a:lnTo>
                    <a:pt x="113156" y="779780"/>
                  </a:lnTo>
                  <a:lnTo>
                    <a:pt x="117301" y="776012"/>
                  </a:lnTo>
                  <a:lnTo>
                    <a:pt x="115332" y="776012"/>
                  </a:lnTo>
                  <a:lnTo>
                    <a:pt x="115329" y="774833"/>
                  </a:lnTo>
                  <a:lnTo>
                    <a:pt x="115148" y="774833"/>
                  </a:lnTo>
                  <a:lnTo>
                    <a:pt x="115315" y="774276"/>
                  </a:lnTo>
                  <a:close/>
                </a:path>
                <a:path w="133350" h="797560">
                  <a:moveTo>
                    <a:pt x="115008" y="774833"/>
                  </a:moveTo>
                  <a:lnTo>
                    <a:pt x="114850" y="774833"/>
                  </a:lnTo>
                  <a:lnTo>
                    <a:pt x="110063" y="776012"/>
                  </a:lnTo>
                  <a:lnTo>
                    <a:pt x="114536" y="776012"/>
                  </a:lnTo>
                  <a:lnTo>
                    <a:pt x="115008" y="774833"/>
                  </a:lnTo>
                  <a:close/>
                </a:path>
                <a:path w="133350" h="797560">
                  <a:moveTo>
                    <a:pt x="133095" y="773430"/>
                  </a:moveTo>
                  <a:lnTo>
                    <a:pt x="115569" y="773430"/>
                  </a:lnTo>
                  <a:lnTo>
                    <a:pt x="115511" y="774065"/>
                  </a:lnTo>
                  <a:lnTo>
                    <a:pt x="115440" y="774833"/>
                  </a:lnTo>
                  <a:lnTo>
                    <a:pt x="115332" y="776012"/>
                  </a:lnTo>
                  <a:lnTo>
                    <a:pt x="115201" y="776012"/>
                  </a:lnTo>
                  <a:lnTo>
                    <a:pt x="118384" y="774833"/>
                  </a:lnTo>
                  <a:lnTo>
                    <a:pt x="133095" y="774833"/>
                  </a:lnTo>
                  <a:lnTo>
                    <a:pt x="133095" y="773430"/>
                  </a:lnTo>
                  <a:close/>
                </a:path>
                <a:path w="133350" h="797560">
                  <a:moveTo>
                    <a:pt x="118597" y="774833"/>
                  </a:moveTo>
                  <a:lnTo>
                    <a:pt x="118384" y="774833"/>
                  </a:lnTo>
                  <a:lnTo>
                    <a:pt x="115201" y="776012"/>
                  </a:lnTo>
                  <a:lnTo>
                    <a:pt x="117301" y="776012"/>
                  </a:lnTo>
                  <a:lnTo>
                    <a:pt x="118597" y="774833"/>
                  </a:lnTo>
                  <a:close/>
                </a:path>
                <a:path w="133350" h="797560">
                  <a:moveTo>
                    <a:pt x="133095" y="774833"/>
                  </a:moveTo>
                  <a:lnTo>
                    <a:pt x="119426" y="774833"/>
                  </a:lnTo>
                  <a:lnTo>
                    <a:pt x="120959" y="776012"/>
                  </a:lnTo>
                  <a:lnTo>
                    <a:pt x="133095" y="776012"/>
                  </a:lnTo>
                  <a:lnTo>
                    <a:pt x="133095" y="774833"/>
                  </a:lnTo>
                  <a:close/>
                </a:path>
                <a:path w="133350" h="797560">
                  <a:moveTo>
                    <a:pt x="115569" y="773430"/>
                  </a:moveTo>
                  <a:lnTo>
                    <a:pt x="115379" y="774065"/>
                  </a:lnTo>
                  <a:lnTo>
                    <a:pt x="115331" y="774833"/>
                  </a:lnTo>
                  <a:lnTo>
                    <a:pt x="115492" y="774276"/>
                  </a:lnTo>
                  <a:lnTo>
                    <a:pt x="115569" y="773430"/>
                  </a:lnTo>
                  <a:close/>
                </a:path>
                <a:path w="133350" h="797560">
                  <a:moveTo>
                    <a:pt x="129158" y="765810"/>
                  </a:moveTo>
                  <a:lnTo>
                    <a:pt x="119252" y="765810"/>
                  </a:lnTo>
                  <a:lnTo>
                    <a:pt x="115315" y="769620"/>
                  </a:lnTo>
                  <a:lnTo>
                    <a:pt x="115315" y="774065"/>
                  </a:lnTo>
                  <a:lnTo>
                    <a:pt x="115569" y="773430"/>
                  </a:lnTo>
                  <a:lnTo>
                    <a:pt x="133095" y="773430"/>
                  </a:lnTo>
                  <a:lnTo>
                    <a:pt x="133095" y="769620"/>
                  </a:lnTo>
                  <a:lnTo>
                    <a:pt x="129158" y="765810"/>
                  </a:lnTo>
                  <a:close/>
                </a:path>
                <a:path w="133350" h="797560">
                  <a:moveTo>
                    <a:pt x="49148" y="756920"/>
                  </a:moveTo>
                  <a:lnTo>
                    <a:pt x="21081" y="756920"/>
                  </a:lnTo>
                  <a:lnTo>
                    <a:pt x="22478" y="759460"/>
                  </a:lnTo>
                  <a:lnTo>
                    <a:pt x="23494" y="762000"/>
                  </a:lnTo>
                  <a:lnTo>
                    <a:pt x="24510" y="763270"/>
                  </a:lnTo>
                  <a:lnTo>
                    <a:pt x="25400" y="764539"/>
                  </a:lnTo>
                  <a:lnTo>
                    <a:pt x="28193" y="768350"/>
                  </a:lnTo>
                  <a:lnTo>
                    <a:pt x="30733" y="770889"/>
                  </a:lnTo>
                  <a:lnTo>
                    <a:pt x="34670" y="773430"/>
                  </a:lnTo>
                  <a:lnTo>
                    <a:pt x="84454" y="773430"/>
                  </a:lnTo>
                  <a:lnTo>
                    <a:pt x="75818" y="770889"/>
                  </a:lnTo>
                  <a:lnTo>
                    <a:pt x="73405" y="770889"/>
                  </a:lnTo>
                  <a:lnTo>
                    <a:pt x="65404" y="767080"/>
                  </a:lnTo>
                  <a:lnTo>
                    <a:pt x="63753" y="767080"/>
                  </a:lnTo>
                  <a:lnTo>
                    <a:pt x="57276" y="763270"/>
                  </a:lnTo>
                  <a:lnTo>
                    <a:pt x="57657" y="763270"/>
                  </a:lnTo>
                  <a:lnTo>
                    <a:pt x="55117" y="762000"/>
                  </a:lnTo>
                  <a:lnTo>
                    <a:pt x="51477" y="759460"/>
                  </a:lnTo>
                  <a:lnTo>
                    <a:pt x="50926" y="759460"/>
                  </a:lnTo>
                  <a:lnTo>
                    <a:pt x="49656" y="758189"/>
                  </a:lnTo>
                  <a:lnTo>
                    <a:pt x="50037" y="758189"/>
                  </a:lnTo>
                  <a:lnTo>
                    <a:pt x="49148" y="756920"/>
                  </a:lnTo>
                  <a:close/>
                </a:path>
                <a:path w="133350" h="797560">
                  <a:moveTo>
                    <a:pt x="62229" y="765810"/>
                  </a:moveTo>
                  <a:lnTo>
                    <a:pt x="63753" y="767080"/>
                  </a:lnTo>
                  <a:lnTo>
                    <a:pt x="65404" y="767080"/>
                  </a:lnTo>
                  <a:lnTo>
                    <a:pt x="64871" y="766826"/>
                  </a:lnTo>
                  <a:lnTo>
                    <a:pt x="62229" y="765810"/>
                  </a:lnTo>
                  <a:close/>
                </a:path>
                <a:path w="133350" h="797560">
                  <a:moveTo>
                    <a:pt x="49656" y="758189"/>
                  </a:moveTo>
                  <a:lnTo>
                    <a:pt x="50926" y="759460"/>
                  </a:lnTo>
                  <a:lnTo>
                    <a:pt x="50401" y="758709"/>
                  </a:lnTo>
                  <a:lnTo>
                    <a:pt x="49656" y="758189"/>
                  </a:lnTo>
                  <a:close/>
                </a:path>
                <a:path w="133350" h="797560">
                  <a:moveTo>
                    <a:pt x="50401" y="758709"/>
                  </a:moveTo>
                  <a:lnTo>
                    <a:pt x="50926" y="759460"/>
                  </a:lnTo>
                  <a:lnTo>
                    <a:pt x="51477" y="759460"/>
                  </a:lnTo>
                  <a:lnTo>
                    <a:pt x="50401" y="758709"/>
                  </a:lnTo>
                  <a:close/>
                </a:path>
                <a:path w="133350" h="797560">
                  <a:moveTo>
                    <a:pt x="50037" y="758189"/>
                  </a:moveTo>
                  <a:lnTo>
                    <a:pt x="49656" y="758189"/>
                  </a:lnTo>
                  <a:lnTo>
                    <a:pt x="50401" y="758709"/>
                  </a:lnTo>
                  <a:lnTo>
                    <a:pt x="50037" y="758189"/>
                  </a:lnTo>
                  <a:close/>
                </a:path>
                <a:path w="133350" h="797560">
                  <a:moveTo>
                    <a:pt x="33612" y="711200"/>
                  </a:moveTo>
                  <a:lnTo>
                    <a:pt x="12318" y="711200"/>
                  </a:lnTo>
                  <a:lnTo>
                    <a:pt x="14477" y="722630"/>
                  </a:lnTo>
                  <a:lnTo>
                    <a:pt x="15239" y="726439"/>
                  </a:lnTo>
                  <a:lnTo>
                    <a:pt x="16636" y="735330"/>
                  </a:lnTo>
                  <a:lnTo>
                    <a:pt x="18580" y="746760"/>
                  </a:lnTo>
                  <a:lnTo>
                    <a:pt x="18688" y="747395"/>
                  </a:lnTo>
                  <a:lnTo>
                    <a:pt x="18795" y="748030"/>
                  </a:lnTo>
                  <a:lnTo>
                    <a:pt x="19938" y="753110"/>
                  </a:lnTo>
                  <a:lnTo>
                    <a:pt x="20700" y="755650"/>
                  </a:lnTo>
                  <a:lnTo>
                    <a:pt x="21335" y="756920"/>
                  </a:lnTo>
                  <a:lnTo>
                    <a:pt x="48640" y="756920"/>
                  </a:lnTo>
                  <a:lnTo>
                    <a:pt x="45931" y="754380"/>
                  </a:lnTo>
                  <a:lnTo>
                    <a:pt x="44957" y="754380"/>
                  </a:lnTo>
                  <a:lnTo>
                    <a:pt x="43433" y="753110"/>
                  </a:lnTo>
                  <a:lnTo>
                    <a:pt x="44322" y="753110"/>
                  </a:lnTo>
                  <a:lnTo>
                    <a:pt x="42925" y="751839"/>
                  </a:lnTo>
                  <a:lnTo>
                    <a:pt x="42163" y="751839"/>
                  </a:lnTo>
                  <a:lnTo>
                    <a:pt x="40959" y="749974"/>
                  </a:lnTo>
                  <a:lnTo>
                    <a:pt x="40647" y="749974"/>
                  </a:lnTo>
                  <a:lnTo>
                    <a:pt x="40682" y="749723"/>
                  </a:lnTo>
                  <a:lnTo>
                    <a:pt x="40495" y="749481"/>
                  </a:lnTo>
                  <a:lnTo>
                    <a:pt x="40394" y="749003"/>
                  </a:lnTo>
                  <a:lnTo>
                    <a:pt x="39496" y="746760"/>
                  </a:lnTo>
                  <a:lnTo>
                    <a:pt x="39973" y="746760"/>
                  </a:lnTo>
                  <a:lnTo>
                    <a:pt x="39496" y="744220"/>
                  </a:lnTo>
                  <a:lnTo>
                    <a:pt x="39115" y="742950"/>
                  </a:lnTo>
                  <a:lnTo>
                    <a:pt x="37972" y="735330"/>
                  </a:lnTo>
                  <a:lnTo>
                    <a:pt x="37058" y="730758"/>
                  </a:lnTo>
                  <a:lnTo>
                    <a:pt x="35940" y="722630"/>
                  </a:lnTo>
                  <a:lnTo>
                    <a:pt x="35051" y="718820"/>
                  </a:lnTo>
                  <a:lnTo>
                    <a:pt x="33612" y="711200"/>
                  </a:lnTo>
                  <a:close/>
                </a:path>
                <a:path w="133350" h="797560">
                  <a:moveTo>
                    <a:pt x="44576" y="753110"/>
                  </a:moveTo>
                  <a:lnTo>
                    <a:pt x="44957" y="754380"/>
                  </a:lnTo>
                  <a:lnTo>
                    <a:pt x="45931" y="754380"/>
                  </a:lnTo>
                  <a:lnTo>
                    <a:pt x="44576" y="753110"/>
                  </a:lnTo>
                  <a:close/>
                </a:path>
                <a:path w="133350" h="797560">
                  <a:moveTo>
                    <a:pt x="40993" y="749974"/>
                  </a:moveTo>
                  <a:lnTo>
                    <a:pt x="41343" y="750570"/>
                  </a:lnTo>
                  <a:lnTo>
                    <a:pt x="42163" y="751839"/>
                  </a:lnTo>
                  <a:lnTo>
                    <a:pt x="41782" y="750800"/>
                  </a:lnTo>
                  <a:lnTo>
                    <a:pt x="41528" y="750570"/>
                  </a:lnTo>
                  <a:lnTo>
                    <a:pt x="40993" y="749974"/>
                  </a:lnTo>
                  <a:close/>
                </a:path>
                <a:path w="133350" h="797560">
                  <a:moveTo>
                    <a:pt x="41782" y="750800"/>
                  </a:moveTo>
                  <a:lnTo>
                    <a:pt x="42163" y="751839"/>
                  </a:lnTo>
                  <a:lnTo>
                    <a:pt x="42925" y="751839"/>
                  </a:lnTo>
                  <a:lnTo>
                    <a:pt x="41782" y="750800"/>
                  </a:lnTo>
                  <a:close/>
                </a:path>
                <a:path w="133350" h="797560">
                  <a:moveTo>
                    <a:pt x="40131" y="747395"/>
                  </a:moveTo>
                  <a:lnTo>
                    <a:pt x="41782" y="750800"/>
                  </a:lnTo>
                  <a:lnTo>
                    <a:pt x="40766" y="748030"/>
                  </a:lnTo>
                  <a:lnTo>
                    <a:pt x="40131" y="747395"/>
                  </a:lnTo>
                  <a:close/>
                </a:path>
                <a:path w="133350" h="797560">
                  <a:moveTo>
                    <a:pt x="40549" y="749481"/>
                  </a:moveTo>
                  <a:lnTo>
                    <a:pt x="40647" y="749974"/>
                  </a:lnTo>
                  <a:lnTo>
                    <a:pt x="40959" y="749974"/>
                  </a:lnTo>
                  <a:lnTo>
                    <a:pt x="40797" y="749723"/>
                  </a:lnTo>
                  <a:lnTo>
                    <a:pt x="40549" y="749481"/>
                  </a:lnTo>
                  <a:close/>
                </a:path>
                <a:path w="133350" h="797560">
                  <a:moveTo>
                    <a:pt x="39496" y="746760"/>
                  </a:moveTo>
                  <a:lnTo>
                    <a:pt x="40394" y="749003"/>
                  </a:lnTo>
                  <a:lnTo>
                    <a:pt x="40211" y="748030"/>
                  </a:lnTo>
                  <a:lnTo>
                    <a:pt x="40092" y="747395"/>
                  </a:lnTo>
                  <a:lnTo>
                    <a:pt x="39496" y="746760"/>
                  </a:lnTo>
                  <a:close/>
                </a:path>
                <a:path w="133350" h="797560">
                  <a:moveTo>
                    <a:pt x="39973" y="746760"/>
                  </a:moveTo>
                  <a:lnTo>
                    <a:pt x="39496" y="746760"/>
                  </a:lnTo>
                  <a:lnTo>
                    <a:pt x="40131" y="747395"/>
                  </a:lnTo>
                  <a:lnTo>
                    <a:pt x="39973" y="746760"/>
                  </a:lnTo>
                  <a:close/>
                </a:path>
                <a:path w="133350" h="797560">
                  <a:moveTo>
                    <a:pt x="10731" y="267493"/>
                  </a:moveTo>
                  <a:lnTo>
                    <a:pt x="9525" y="280670"/>
                  </a:lnTo>
                  <a:lnTo>
                    <a:pt x="8762" y="288289"/>
                  </a:lnTo>
                  <a:lnTo>
                    <a:pt x="8635" y="288289"/>
                  </a:lnTo>
                  <a:lnTo>
                    <a:pt x="8000" y="304800"/>
                  </a:lnTo>
                  <a:lnTo>
                    <a:pt x="7619" y="312420"/>
                  </a:lnTo>
                  <a:lnTo>
                    <a:pt x="7238" y="330200"/>
                  </a:lnTo>
                  <a:lnTo>
                    <a:pt x="6857" y="337820"/>
                  </a:lnTo>
                  <a:lnTo>
                    <a:pt x="6776" y="392430"/>
                  </a:lnTo>
                  <a:lnTo>
                    <a:pt x="5714" y="408939"/>
                  </a:lnTo>
                  <a:lnTo>
                    <a:pt x="5460" y="417830"/>
                  </a:lnTo>
                  <a:lnTo>
                    <a:pt x="3936" y="436880"/>
                  </a:lnTo>
                  <a:lnTo>
                    <a:pt x="3301" y="444500"/>
                  </a:lnTo>
                  <a:lnTo>
                    <a:pt x="634" y="471170"/>
                  </a:lnTo>
                  <a:lnTo>
                    <a:pt x="0" y="488950"/>
                  </a:lnTo>
                  <a:lnTo>
                    <a:pt x="0" y="519430"/>
                  </a:lnTo>
                  <a:lnTo>
                    <a:pt x="586" y="534670"/>
                  </a:lnTo>
                  <a:lnTo>
                    <a:pt x="1015" y="543560"/>
                  </a:lnTo>
                  <a:lnTo>
                    <a:pt x="2077" y="560070"/>
                  </a:lnTo>
                  <a:lnTo>
                    <a:pt x="2158" y="561339"/>
                  </a:lnTo>
                  <a:lnTo>
                    <a:pt x="2476" y="567689"/>
                  </a:lnTo>
                  <a:lnTo>
                    <a:pt x="3483" y="585470"/>
                  </a:lnTo>
                  <a:lnTo>
                    <a:pt x="3873" y="593089"/>
                  </a:lnTo>
                  <a:lnTo>
                    <a:pt x="3936" y="594360"/>
                  </a:lnTo>
                  <a:lnTo>
                    <a:pt x="4288" y="609597"/>
                  </a:lnTo>
                  <a:lnTo>
                    <a:pt x="4396" y="613228"/>
                  </a:lnTo>
                  <a:lnTo>
                    <a:pt x="4571" y="617220"/>
                  </a:lnTo>
                  <a:lnTo>
                    <a:pt x="4571" y="657860"/>
                  </a:lnTo>
                  <a:lnTo>
                    <a:pt x="5257" y="669282"/>
                  </a:lnTo>
                  <a:lnTo>
                    <a:pt x="5333" y="670560"/>
                  </a:lnTo>
                  <a:lnTo>
                    <a:pt x="5460" y="671830"/>
                  </a:lnTo>
                  <a:lnTo>
                    <a:pt x="6095" y="676910"/>
                  </a:lnTo>
                  <a:lnTo>
                    <a:pt x="8000" y="688339"/>
                  </a:lnTo>
                  <a:lnTo>
                    <a:pt x="8000" y="689610"/>
                  </a:lnTo>
                  <a:lnTo>
                    <a:pt x="9143" y="694689"/>
                  </a:lnTo>
                  <a:lnTo>
                    <a:pt x="11302" y="706120"/>
                  </a:lnTo>
                  <a:lnTo>
                    <a:pt x="11302" y="707389"/>
                  </a:lnTo>
                  <a:lnTo>
                    <a:pt x="12441" y="712449"/>
                  </a:lnTo>
                  <a:lnTo>
                    <a:pt x="12318" y="711200"/>
                  </a:lnTo>
                  <a:lnTo>
                    <a:pt x="33612" y="711200"/>
                  </a:lnTo>
                  <a:lnTo>
                    <a:pt x="32892" y="707389"/>
                  </a:lnTo>
                  <a:lnTo>
                    <a:pt x="31876" y="702310"/>
                  </a:lnTo>
                  <a:lnTo>
                    <a:pt x="29717" y="690880"/>
                  </a:lnTo>
                  <a:lnTo>
                    <a:pt x="28701" y="685800"/>
                  </a:lnTo>
                  <a:lnTo>
                    <a:pt x="26923" y="674370"/>
                  </a:lnTo>
                  <a:lnTo>
                    <a:pt x="26373" y="670701"/>
                  </a:lnTo>
                  <a:lnTo>
                    <a:pt x="25603" y="657860"/>
                  </a:lnTo>
                  <a:lnTo>
                    <a:pt x="25526" y="617220"/>
                  </a:lnTo>
                  <a:lnTo>
                    <a:pt x="25327" y="613228"/>
                  </a:lnTo>
                  <a:lnTo>
                    <a:pt x="25230" y="610084"/>
                  </a:lnTo>
                  <a:lnTo>
                    <a:pt x="25185" y="609597"/>
                  </a:lnTo>
                  <a:lnTo>
                    <a:pt x="24891" y="594360"/>
                  </a:lnTo>
                  <a:lnTo>
                    <a:pt x="24891" y="593089"/>
                  </a:lnTo>
                  <a:lnTo>
                    <a:pt x="24574" y="586739"/>
                  </a:lnTo>
                  <a:lnTo>
                    <a:pt x="24510" y="585470"/>
                  </a:lnTo>
                  <a:lnTo>
                    <a:pt x="23449" y="568960"/>
                  </a:lnTo>
                  <a:lnTo>
                    <a:pt x="23367" y="567689"/>
                  </a:lnTo>
                  <a:lnTo>
                    <a:pt x="23050" y="561339"/>
                  </a:lnTo>
                  <a:lnTo>
                    <a:pt x="21659" y="535939"/>
                  </a:lnTo>
                  <a:lnTo>
                    <a:pt x="20886" y="519430"/>
                  </a:lnTo>
                  <a:lnTo>
                    <a:pt x="20827" y="488950"/>
                  </a:lnTo>
                  <a:lnTo>
                    <a:pt x="21589" y="472439"/>
                  </a:lnTo>
                  <a:lnTo>
                    <a:pt x="22225" y="464820"/>
                  </a:lnTo>
                  <a:lnTo>
                    <a:pt x="24002" y="445770"/>
                  </a:lnTo>
                  <a:lnTo>
                    <a:pt x="24764" y="438150"/>
                  </a:lnTo>
                  <a:lnTo>
                    <a:pt x="26288" y="419100"/>
                  </a:lnTo>
                  <a:lnTo>
                    <a:pt x="26542" y="410210"/>
                  </a:lnTo>
                  <a:lnTo>
                    <a:pt x="27685" y="392430"/>
                  </a:lnTo>
                  <a:lnTo>
                    <a:pt x="27749" y="337820"/>
                  </a:lnTo>
                  <a:lnTo>
                    <a:pt x="28066" y="331470"/>
                  </a:lnTo>
                  <a:lnTo>
                    <a:pt x="28320" y="313689"/>
                  </a:lnTo>
                  <a:lnTo>
                    <a:pt x="28701" y="306070"/>
                  </a:lnTo>
                  <a:lnTo>
                    <a:pt x="29405" y="290830"/>
                  </a:lnTo>
                  <a:lnTo>
                    <a:pt x="29463" y="289560"/>
                  </a:lnTo>
                  <a:lnTo>
                    <a:pt x="30098" y="283210"/>
                  </a:lnTo>
                  <a:lnTo>
                    <a:pt x="31379" y="269239"/>
                  </a:lnTo>
                  <a:lnTo>
                    <a:pt x="11429" y="269239"/>
                  </a:lnTo>
                  <a:lnTo>
                    <a:pt x="10731" y="267493"/>
                  </a:lnTo>
                  <a:close/>
                </a:path>
                <a:path w="133350" h="797560">
                  <a:moveTo>
                    <a:pt x="10921" y="265430"/>
                  </a:moveTo>
                  <a:lnTo>
                    <a:pt x="10731" y="267493"/>
                  </a:lnTo>
                  <a:lnTo>
                    <a:pt x="11429" y="269239"/>
                  </a:lnTo>
                  <a:lnTo>
                    <a:pt x="10921" y="265430"/>
                  </a:lnTo>
                  <a:close/>
                </a:path>
                <a:path w="133350" h="797560">
                  <a:moveTo>
                    <a:pt x="31242" y="265430"/>
                  </a:moveTo>
                  <a:lnTo>
                    <a:pt x="10921" y="265430"/>
                  </a:lnTo>
                  <a:lnTo>
                    <a:pt x="11429" y="269239"/>
                  </a:lnTo>
                  <a:lnTo>
                    <a:pt x="31379" y="269239"/>
                  </a:lnTo>
                  <a:lnTo>
                    <a:pt x="31448" y="267493"/>
                  </a:lnTo>
                  <a:lnTo>
                    <a:pt x="31242" y="265430"/>
                  </a:lnTo>
                  <a:close/>
                </a:path>
                <a:path w="133350" h="797560">
                  <a:moveTo>
                    <a:pt x="11692" y="242529"/>
                  </a:moveTo>
                  <a:lnTo>
                    <a:pt x="8635" y="257810"/>
                  </a:lnTo>
                  <a:lnTo>
                    <a:pt x="8254" y="259080"/>
                  </a:lnTo>
                  <a:lnTo>
                    <a:pt x="8381" y="260350"/>
                  </a:lnTo>
                  <a:lnTo>
                    <a:pt x="8889" y="262889"/>
                  </a:lnTo>
                  <a:lnTo>
                    <a:pt x="10731" y="267493"/>
                  </a:lnTo>
                  <a:lnTo>
                    <a:pt x="10921" y="265430"/>
                  </a:lnTo>
                  <a:lnTo>
                    <a:pt x="31242" y="265430"/>
                  </a:lnTo>
                  <a:lnTo>
                    <a:pt x="30987" y="262889"/>
                  </a:lnTo>
                  <a:lnTo>
                    <a:pt x="30564" y="261620"/>
                  </a:lnTo>
                  <a:lnTo>
                    <a:pt x="28828" y="261620"/>
                  </a:lnTo>
                  <a:lnTo>
                    <a:pt x="28447" y="255270"/>
                  </a:lnTo>
                  <a:lnTo>
                    <a:pt x="30098" y="255270"/>
                  </a:lnTo>
                  <a:lnTo>
                    <a:pt x="32130" y="245110"/>
                  </a:lnTo>
                  <a:lnTo>
                    <a:pt x="12318" y="245110"/>
                  </a:lnTo>
                  <a:lnTo>
                    <a:pt x="11692" y="242529"/>
                  </a:lnTo>
                  <a:close/>
                </a:path>
                <a:path w="133350" h="797560">
                  <a:moveTo>
                    <a:pt x="28447" y="255270"/>
                  </a:moveTo>
                  <a:lnTo>
                    <a:pt x="28600" y="257810"/>
                  </a:lnTo>
                  <a:lnTo>
                    <a:pt x="28633" y="258365"/>
                  </a:lnTo>
                  <a:lnTo>
                    <a:pt x="28752" y="260350"/>
                  </a:lnTo>
                  <a:lnTo>
                    <a:pt x="28828" y="261620"/>
                  </a:lnTo>
                  <a:lnTo>
                    <a:pt x="29479" y="258365"/>
                  </a:lnTo>
                  <a:lnTo>
                    <a:pt x="28447" y="255270"/>
                  </a:lnTo>
                  <a:close/>
                </a:path>
                <a:path w="133350" h="797560">
                  <a:moveTo>
                    <a:pt x="29479" y="258365"/>
                  </a:moveTo>
                  <a:lnTo>
                    <a:pt x="28828" y="261620"/>
                  </a:lnTo>
                  <a:lnTo>
                    <a:pt x="30564" y="261620"/>
                  </a:lnTo>
                  <a:lnTo>
                    <a:pt x="29479" y="258365"/>
                  </a:lnTo>
                  <a:close/>
                </a:path>
                <a:path w="133350" h="797560">
                  <a:moveTo>
                    <a:pt x="30098" y="255270"/>
                  </a:moveTo>
                  <a:lnTo>
                    <a:pt x="28447" y="255270"/>
                  </a:lnTo>
                  <a:lnTo>
                    <a:pt x="29479" y="258365"/>
                  </a:lnTo>
                  <a:lnTo>
                    <a:pt x="30098" y="255270"/>
                  </a:lnTo>
                  <a:close/>
                </a:path>
                <a:path w="133350" h="797560">
                  <a:moveTo>
                    <a:pt x="12191" y="240030"/>
                  </a:moveTo>
                  <a:lnTo>
                    <a:pt x="11692" y="242529"/>
                  </a:lnTo>
                  <a:lnTo>
                    <a:pt x="12318" y="245110"/>
                  </a:lnTo>
                  <a:lnTo>
                    <a:pt x="12254" y="242529"/>
                  </a:lnTo>
                  <a:lnTo>
                    <a:pt x="12191" y="240030"/>
                  </a:lnTo>
                  <a:close/>
                </a:path>
                <a:path w="133350" h="797560">
                  <a:moveTo>
                    <a:pt x="32289" y="240030"/>
                  </a:moveTo>
                  <a:lnTo>
                    <a:pt x="12191" y="240030"/>
                  </a:lnTo>
                  <a:lnTo>
                    <a:pt x="12254" y="242529"/>
                  </a:lnTo>
                  <a:lnTo>
                    <a:pt x="12318" y="245110"/>
                  </a:lnTo>
                  <a:lnTo>
                    <a:pt x="32130" y="245110"/>
                  </a:lnTo>
                  <a:lnTo>
                    <a:pt x="32384" y="243839"/>
                  </a:lnTo>
                  <a:lnTo>
                    <a:pt x="32289" y="240030"/>
                  </a:lnTo>
                  <a:close/>
                </a:path>
                <a:path w="133350" h="797560">
                  <a:moveTo>
                    <a:pt x="13461" y="214586"/>
                  </a:moveTo>
                  <a:lnTo>
                    <a:pt x="10032" y="231139"/>
                  </a:lnTo>
                  <a:lnTo>
                    <a:pt x="10159" y="236220"/>
                  </a:lnTo>
                  <a:lnTo>
                    <a:pt x="11692" y="242529"/>
                  </a:lnTo>
                  <a:lnTo>
                    <a:pt x="12191" y="240030"/>
                  </a:lnTo>
                  <a:lnTo>
                    <a:pt x="32289" y="240030"/>
                  </a:lnTo>
                  <a:lnTo>
                    <a:pt x="32257" y="238760"/>
                  </a:lnTo>
                  <a:lnTo>
                    <a:pt x="31538" y="236220"/>
                  </a:lnTo>
                  <a:lnTo>
                    <a:pt x="30225" y="236220"/>
                  </a:lnTo>
                  <a:lnTo>
                    <a:pt x="30156" y="233427"/>
                  </a:lnTo>
                  <a:lnTo>
                    <a:pt x="30098" y="231139"/>
                  </a:lnTo>
                  <a:lnTo>
                    <a:pt x="31174" y="231139"/>
                  </a:lnTo>
                  <a:lnTo>
                    <a:pt x="33781" y="217170"/>
                  </a:lnTo>
                  <a:lnTo>
                    <a:pt x="33786" y="215900"/>
                  </a:lnTo>
                  <a:lnTo>
                    <a:pt x="13461" y="215900"/>
                  </a:lnTo>
                  <a:lnTo>
                    <a:pt x="13461" y="214586"/>
                  </a:lnTo>
                  <a:close/>
                </a:path>
                <a:path w="133350" h="797560">
                  <a:moveTo>
                    <a:pt x="30098" y="231139"/>
                  </a:moveTo>
                  <a:lnTo>
                    <a:pt x="30156" y="233427"/>
                  </a:lnTo>
                  <a:lnTo>
                    <a:pt x="30225" y="236220"/>
                  </a:lnTo>
                  <a:lnTo>
                    <a:pt x="30747" y="233427"/>
                  </a:lnTo>
                  <a:lnTo>
                    <a:pt x="30098" y="231139"/>
                  </a:lnTo>
                  <a:close/>
                </a:path>
                <a:path w="133350" h="797560">
                  <a:moveTo>
                    <a:pt x="30747" y="233427"/>
                  </a:moveTo>
                  <a:lnTo>
                    <a:pt x="30225" y="236220"/>
                  </a:lnTo>
                  <a:lnTo>
                    <a:pt x="31538" y="236220"/>
                  </a:lnTo>
                  <a:lnTo>
                    <a:pt x="30747" y="233427"/>
                  </a:lnTo>
                  <a:close/>
                </a:path>
                <a:path w="133350" h="797560">
                  <a:moveTo>
                    <a:pt x="31174" y="231139"/>
                  </a:moveTo>
                  <a:lnTo>
                    <a:pt x="30098" y="231139"/>
                  </a:lnTo>
                  <a:lnTo>
                    <a:pt x="30747" y="233427"/>
                  </a:lnTo>
                  <a:lnTo>
                    <a:pt x="31174" y="231139"/>
                  </a:lnTo>
                  <a:close/>
                </a:path>
                <a:path w="133350" h="797560">
                  <a:moveTo>
                    <a:pt x="13715" y="213360"/>
                  </a:moveTo>
                  <a:lnTo>
                    <a:pt x="13461" y="214586"/>
                  </a:lnTo>
                  <a:lnTo>
                    <a:pt x="13461" y="215900"/>
                  </a:lnTo>
                  <a:lnTo>
                    <a:pt x="13593" y="214586"/>
                  </a:lnTo>
                  <a:lnTo>
                    <a:pt x="13715" y="213360"/>
                  </a:lnTo>
                  <a:close/>
                </a:path>
                <a:path w="133350" h="797560">
                  <a:moveTo>
                    <a:pt x="33795" y="213360"/>
                  </a:moveTo>
                  <a:lnTo>
                    <a:pt x="13715" y="213360"/>
                  </a:lnTo>
                  <a:lnTo>
                    <a:pt x="13461" y="215900"/>
                  </a:lnTo>
                  <a:lnTo>
                    <a:pt x="33786" y="215900"/>
                  </a:lnTo>
                  <a:lnTo>
                    <a:pt x="33795" y="213360"/>
                  </a:lnTo>
                  <a:close/>
                </a:path>
                <a:path w="133350" h="797560">
                  <a:moveTo>
                    <a:pt x="91566" y="20320"/>
                  </a:moveTo>
                  <a:lnTo>
                    <a:pt x="60832" y="20320"/>
                  </a:lnTo>
                  <a:lnTo>
                    <a:pt x="55117" y="26670"/>
                  </a:lnTo>
                  <a:lnTo>
                    <a:pt x="54990" y="27939"/>
                  </a:lnTo>
                  <a:lnTo>
                    <a:pt x="50672" y="33020"/>
                  </a:lnTo>
                  <a:lnTo>
                    <a:pt x="50291" y="33020"/>
                  </a:lnTo>
                  <a:lnTo>
                    <a:pt x="44957" y="40639"/>
                  </a:lnTo>
                  <a:lnTo>
                    <a:pt x="44576" y="40639"/>
                  </a:lnTo>
                  <a:lnTo>
                    <a:pt x="42417" y="44450"/>
                  </a:lnTo>
                  <a:lnTo>
                    <a:pt x="40893" y="46989"/>
                  </a:lnTo>
                  <a:lnTo>
                    <a:pt x="40512" y="48260"/>
                  </a:lnTo>
                  <a:lnTo>
                    <a:pt x="38353" y="53339"/>
                  </a:lnTo>
                  <a:lnTo>
                    <a:pt x="38734" y="53339"/>
                  </a:lnTo>
                  <a:lnTo>
                    <a:pt x="37210" y="55880"/>
                  </a:lnTo>
                  <a:lnTo>
                    <a:pt x="34162" y="63500"/>
                  </a:lnTo>
                  <a:lnTo>
                    <a:pt x="34035" y="63500"/>
                  </a:lnTo>
                  <a:lnTo>
                    <a:pt x="31114" y="73660"/>
                  </a:lnTo>
                  <a:lnTo>
                    <a:pt x="29971" y="76200"/>
                  </a:lnTo>
                  <a:lnTo>
                    <a:pt x="29717" y="77470"/>
                  </a:lnTo>
                  <a:lnTo>
                    <a:pt x="26288" y="90170"/>
                  </a:lnTo>
                  <a:lnTo>
                    <a:pt x="24002" y="101600"/>
                  </a:lnTo>
                  <a:lnTo>
                    <a:pt x="23367" y="106680"/>
                  </a:lnTo>
                  <a:lnTo>
                    <a:pt x="20700" y="119380"/>
                  </a:lnTo>
                  <a:lnTo>
                    <a:pt x="19938" y="124460"/>
                  </a:lnTo>
                  <a:lnTo>
                    <a:pt x="16128" y="143510"/>
                  </a:lnTo>
                  <a:lnTo>
                    <a:pt x="14731" y="157480"/>
                  </a:lnTo>
                  <a:lnTo>
                    <a:pt x="14617" y="160655"/>
                  </a:lnTo>
                  <a:lnTo>
                    <a:pt x="14350" y="165100"/>
                  </a:lnTo>
                  <a:lnTo>
                    <a:pt x="14223" y="165100"/>
                  </a:lnTo>
                  <a:lnTo>
                    <a:pt x="13588" y="180339"/>
                  </a:lnTo>
                  <a:lnTo>
                    <a:pt x="13570" y="181610"/>
                  </a:lnTo>
                  <a:lnTo>
                    <a:pt x="13461" y="214586"/>
                  </a:lnTo>
                  <a:lnTo>
                    <a:pt x="13715" y="213360"/>
                  </a:lnTo>
                  <a:lnTo>
                    <a:pt x="33795" y="213360"/>
                  </a:lnTo>
                  <a:lnTo>
                    <a:pt x="33908" y="181610"/>
                  </a:lnTo>
                  <a:lnTo>
                    <a:pt x="34670" y="166370"/>
                  </a:lnTo>
                  <a:lnTo>
                    <a:pt x="34861" y="160655"/>
                  </a:lnTo>
                  <a:lnTo>
                    <a:pt x="34937" y="159608"/>
                  </a:lnTo>
                  <a:lnTo>
                    <a:pt x="36321" y="146050"/>
                  </a:lnTo>
                  <a:lnTo>
                    <a:pt x="36804" y="143510"/>
                  </a:lnTo>
                  <a:lnTo>
                    <a:pt x="37210" y="140970"/>
                  </a:lnTo>
                  <a:lnTo>
                    <a:pt x="39750" y="128270"/>
                  </a:lnTo>
                  <a:lnTo>
                    <a:pt x="39877" y="127000"/>
                  </a:lnTo>
                  <a:lnTo>
                    <a:pt x="40195" y="124460"/>
                  </a:lnTo>
                  <a:lnTo>
                    <a:pt x="40301" y="123613"/>
                  </a:lnTo>
                  <a:lnTo>
                    <a:pt x="40606" y="121944"/>
                  </a:lnTo>
                  <a:lnTo>
                    <a:pt x="42925" y="110489"/>
                  </a:lnTo>
                  <a:lnTo>
                    <a:pt x="42925" y="109220"/>
                  </a:lnTo>
                  <a:lnTo>
                    <a:pt x="43252" y="107042"/>
                  </a:lnTo>
                  <a:lnTo>
                    <a:pt x="43321" y="106680"/>
                  </a:lnTo>
                  <a:lnTo>
                    <a:pt x="43498" y="105400"/>
                  </a:lnTo>
                  <a:lnTo>
                    <a:pt x="43796" y="104160"/>
                  </a:lnTo>
                  <a:lnTo>
                    <a:pt x="45719" y="93980"/>
                  </a:lnTo>
                  <a:lnTo>
                    <a:pt x="46481" y="90170"/>
                  </a:lnTo>
                  <a:lnTo>
                    <a:pt x="48513" y="82550"/>
                  </a:lnTo>
                  <a:lnTo>
                    <a:pt x="49656" y="78739"/>
                  </a:lnTo>
                  <a:lnTo>
                    <a:pt x="51434" y="72389"/>
                  </a:lnTo>
                  <a:lnTo>
                    <a:pt x="51604" y="72389"/>
                  </a:lnTo>
                  <a:lnTo>
                    <a:pt x="52196" y="69850"/>
                  </a:lnTo>
                  <a:lnTo>
                    <a:pt x="55752" y="60960"/>
                  </a:lnTo>
                  <a:lnTo>
                    <a:pt x="58165" y="55880"/>
                  </a:lnTo>
                  <a:lnTo>
                    <a:pt x="57911" y="55880"/>
                  </a:lnTo>
                  <a:lnTo>
                    <a:pt x="59986" y="52070"/>
                  </a:lnTo>
                  <a:lnTo>
                    <a:pt x="60578" y="50800"/>
                  </a:lnTo>
                  <a:lnTo>
                    <a:pt x="61087" y="50800"/>
                  </a:lnTo>
                  <a:lnTo>
                    <a:pt x="65531" y="44450"/>
                  </a:lnTo>
                  <a:lnTo>
                    <a:pt x="65277" y="44450"/>
                  </a:lnTo>
                  <a:lnTo>
                    <a:pt x="69595" y="39370"/>
                  </a:lnTo>
                  <a:lnTo>
                    <a:pt x="75183" y="31750"/>
                  </a:lnTo>
                  <a:lnTo>
                    <a:pt x="76009" y="31750"/>
                  </a:lnTo>
                  <a:lnTo>
                    <a:pt x="78866" y="27939"/>
                  </a:lnTo>
                  <a:lnTo>
                    <a:pt x="78612" y="27939"/>
                  </a:lnTo>
                  <a:lnTo>
                    <a:pt x="80390" y="26670"/>
                  </a:lnTo>
                  <a:lnTo>
                    <a:pt x="81216" y="26670"/>
                  </a:lnTo>
                  <a:lnTo>
                    <a:pt x="83184" y="25400"/>
                  </a:lnTo>
                  <a:lnTo>
                    <a:pt x="82803" y="25400"/>
                  </a:lnTo>
                  <a:lnTo>
                    <a:pt x="84962" y="24130"/>
                  </a:lnTo>
                  <a:lnTo>
                    <a:pt x="84200" y="24130"/>
                  </a:lnTo>
                  <a:lnTo>
                    <a:pt x="89661" y="21589"/>
                  </a:lnTo>
                  <a:lnTo>
                    <a:pt x="88645" y="21589"/>
                  </a:lnTo>
                  <a:lnTo>
                    <a:pt x="91566" y="20320"/>
                  </a:lnTo>
                  <a:close/>
                </a:path>
                <a:path w="133350" h="797560">
                  <a:moveTo>
                    <a:pt x="51604" y="72389"/>
                  </a:moveTo>
                  <a:lnTo>
                    <a:pt x="51434" y="72389"/>
                  </a:lnTo>
                  <a:lnTo>
                    <a:pt x="51307" y="73660"/>
                  </a:lnTo>
                  <a:lnTo>
                    <a:pt x="51604" y="72389"/>
                  </a:lnTo>
                  <a:close/>
                </a:path>
                <a:path w="133350" h="797560">
                  <a:moveTo>
                    <a:pt x="61087" y="50800"/>
                  </a:moveTo>
                  <a:lnTo>
                    <a:pt x="60578" y="50800"/>
                  </a:lnTo>
                  <a:lnTo>
                    <a:pt x="60197" y="52070"/>
                  </a:lnTo>
                  <a:lnTo>
                    <a:pt x="61087" y="50800"/>
                  </a:lnTo>
                  <a:close/>
                </a:path>
                <a:path w="133350" h="797560">
                  <a:moveTo>
                    <a:pt x="76009" y="31750"/>
                  </a:moveTo>
                  <a:lnTo>
                    <a:pt x="75183" y="31750"/>
                  </a:lnTo>
                  <a:lnTo>
                    <a:pt x="75056" y="33020"/>
                  </a:lnTo>
                  <a:lnTo>
                    <a:pt x="76009" y="31750"/>
                  </a:lnTo>
                  <a:close/>
                </a:path>
                <a:path w="133350" h="797560">
                  <a:moveTo>
                    <a:pt x="79160" y="27549"/>
                  </a:moveTo>
                  <a:lnTo>
                    <a:pt x="78612" y="27939"/>
                  </a:lnTo>
                  <a:lnTo>
                    <a:pt x="78866" y="27939"/>
                  </a:lnTo>
                  <a:lnTo>
                    <a:pt x="79160" y="27549"/>
                  </a:lnTo>
                  <a:close/>
                </a:path>
                <a:path w="133350" h="797560">
                  <a:moveTo>
                    <a:pt x="81216" y="26670"/>
                  </a:moveTo>
                  <a:lnTo>
                    <a:pt x="80390" y="26670"/>
                  </a:lnTo>
                  <a:lnTo>
                    <a:pt x="79247" y="27939"/>
                  </a:lnTo>
                  <a:lnTo>
                    <a:pt x="81216" y="26670"/>
                  </a:lnTo>
                  <a:close/>
                </a:path>
                <a:path w="133350" h="797560">
                  <a:moveTo>
                    <a:pt x="131032" y="15239"/>
                  </a:moveTo>
                  <a:lnTo>
                    <a:pt x="112902" y="15239"/>
                  </a:lnTo>
                  <a:lnTo>
                    <a:pt x="116966" y="17780"/>
                  </a:lnTo>
                  <a:lnTo>
                    <a:pt x="114596" y="17780"/>
                  </a:lnTo>
                  <a:lnTo>
                    <a:pt x="115579" y="19140"/>
                  </a:lnTo>
                  <a:lnTo>
                    <a:pt x="117347" y="20320"/>
                  </a:lnTo>
                  <a:lnTo>
                    <a:pt x="123825" y="24130"/>
                  </a:lnTo>
                  <a:lnTo>
                    <a:pt x="125729" y="25400"/>
                  </a:lnTo>
                  <a:lnTo>
                    <a:pt x="127888" y="25400"/>
                  </a:lnTo>
                  <a:lnTo>
                    <a:pt x="129666" y="24130"/>
                  </a:lnTo>
                  <a:lnTo>
                    <a:pt x="131317" y="22860"/>
                  </a:lnTo>
                  <a:lnTo>
                    <a:pt x="132079" y="20320"/>
                  </a:lnTo>
                  <a:lnTo>
                    <a:pt x="131726" y="19140"/>
                  </a:lnTo>
                  <a:lnTo>
                    <a:pt x="131476" y="17780"/>
                  </a:lnTo>
                  <a:lnTo>
                    <a:pt x="116966" y="17780"/>
                  </a:lnTo>
                  <a:lnTo>
                    <a:pt x="112902" y="15239"/>
                  </a:lnTo>
                  <a:lnTo>
                    <a:pt x="131032" y="15239"/>
                  </a:lnTo>
                  <a:close/>
                </a:path>
                <a:path w="133350" h="797560">
                  <a:moveTo>
                    <a:pt x="115950" y="0"/>
                  </a:moveTo>
                  <a:lnTo>
                    <a:pt x="96519" y="0"/>
                  </a:lnTo>
                  <a:lnTo>
                    <a:pt x="93217" y="1270"/>
                  </a:lnTo>
                  <a:lnTo>
                    <a:pt x="85851" y="2539"/>
                  </a:lnTo>
                  <a:lnTo>
                    <a:pt x="82168" y="3810"/>
                  </a:lnTo>
                  <a:lnTo>
                    <a:pt x="81025" y="5080"/>
                  </a:lnTo>
                  <a:lnTo>
                    <a:pt x="75564" y="7620"/>
                  </a:lnTo>
                  <a:lnTo>
                    <a:pt x="72643" y="10160"/>
                  </a:lnTo>
                  <a:lnTo>
                    <a:pt x="72389" y="10160"/>
                  </a:lnTo>
                  <a:lnTo>
                    <a:pt x="68325" y="12700"/>
                  </a:lnTo>
                  <a:lnTo>
                    <a:pt x="67309" y="13970"/>
                  </a:lnTo>
                  <a:lnTo>
                    <a:pt x="65277" y="15239"/>
                  </a:lnTo>
                  <a:lnTo>
                    <a:pt x="61213" y="20320"/>
                  </a:lnTo>
                  <a:lnTo>
                    <a:pt x="90550" y="20320"/>
                  </a:lnTo>
                  <a:lnTo>
                    <a:pt x="96919" y="19140"/>
                  </a:lnTo>
                  <a:lnTo>
                    <a:pt x="100456" y="17780"/>
                  </a:lnTo>
                  <a:lnTo>
                    <a:pt x="114596" y="17780"/>
                  </a:lnTo>
                  <a:lnTo>
                    <a:pt x="112902" y="15239"/>
                  </a:lnTo>
                  <a:lnTo>
                    <a:pt x="131032" y="15239"/>
                  </a:lnTo>
                  <a:lnTo>
                    <a:pt x="130809" y="13970"/>
                  </a:lnTo>
                  <a:lnTo>
                    <a:pt x="129412" y="10160"/>
                  </a:lnTo>
                  <a:lnTo>
                    <a:pt x="127507" y="7620"/>
                  </a:lnTo>
                  <a:lnTo>
                    <a:pt x="125094" y="5080"/>
                  </a:lnTo>
                  <a:lnTo>
                    <a:pt x="122046" y="2539"/>
                  </a:lnTo>
                  <a:lnTo>
                    <a:pt x="121665" y="2539"/>
                  </a:lnTo>
                  <a:lnTo>
                    <a:pt x="120014" y="1270"/>
                  </a:lnTo>
                  <a:lnTo>
                    <a:pt x="118617" y="1270"/>
                  </a:lnTo>
                  <a:lnTo>
                    <a:pt x="115950" y="0"/>
                  </a:lnTo>
                  <a:close/>
                </a:path>
                <a:path w="133350" h="797560">
                  <a:moveTo>
                    <a:pt x="105663" y="17780"/>
                  </a:moveTo>
                  <a:lnTo>
                    <a:pt x="100456" y="17780"/>
                  </a:lnTo>
                  <a:lnTo>
                    <a:pt x="98688" y="19140"/>
                  </a:lnTo>
                  <a:lnTo>
                    <a:pt x="98316" y="19140"/>
                  </a:lnTo>
                  <a:lnTo>
                    <a:pt x="105663" y="17780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75" name="object 75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2905125" y="1800225"/>
              <a:ext cx="142875" cy="123825"/>
            </a:xfrm>
            <a:prstGeom prst="rect">
              <a:avLst/>
            </a:prstGeom>
          </p:spPr>
        </p:pic>
      </p:grpSp>
      <p:sp>
        <p:nvSpPr>
          <p:cNvPr id="76" name="object 76"/>
          <p:cNvSpPr txBox="1"/>
          <p:nvPr/>
        </p:nvSpPr>
        <p:spPr>
          <a:xfrm>
            <a:off x="428625" y="4008120"/>
            <a:ext cx="237363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>
                <a:latin typeface="Verdana"/>
                <a:cs typeface="Verdana"/>
              </a:rPr>
              <a:t>}</a:t>
            </a:r>
            <a:r>
              <a:rPr dirty="0" sz="2000" spc="-185">
                <a:latin typeface="Verdana"/>
                <a:cs typeface="Verdana"/>
              </a:rPr>
              <a:t> </a:t>
            </a:r>
            <a:r>
              <a:rPr dirty="0" baseline="1792" sz="2325">
                <a:latin typeface="Verdana"/>
                <a:cs typeface="Verdana"/>
              </a:rPr>
              <a:t>simultaneous</a:t>
            </a:r>
            <a:r>
              <a:rPr dirty="0" baseline="1792" sz="2325" spc="442">
                <a:latin typeface="Verdana"/>
                <a:cs typeface="Verdana"/>
              </a:rPr>
              <a:t> </a:t>
            </a:r>
            <a:r>
              <a:rPr dirty="0" baseline="1792" sz="2325" spc="-15">
                <a:latin typeface="Verdana"/>
                <a:cs typeface="Verdana"/>
              </a:rPr>
              <a:t>update</a:t>
            </a:r>
            <a:endParaRPr baseline="1792" sz="2325">
              <a:latin typeface="Verdana"/>
              <a:cs typeface="Verdana"/>
            </a:endParaRPr>
          </a:p>
        </p:txBody>
      </p:sp>
      <p:pic>
        <p:nvPicPr>
          <p:cNvPr id="77" name="object 77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59599" y="1152016"/>
            <a:ext cx="423251" cy="483997"/>
          </a:xfrm>
          <a:prstGeom prst="rect">
            <a:avLst/>
          </a:prstGeom>
        </p:spPr>
      </p:pic>
      <p:pic>
        <p:nvPicPr>
          <p:cNvPr id="78" name="object 78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707021" y="3238245"/>
            <a:ext cx="91605" cy="182118"/>
          </a:xfrm>
          <a:prstGeom prst="rect">
            <a:avLst/>
          </a:prstGeom>
        </p:spPr>
      </p:pic>
      <p:sp>
        <p:nvSpPr>
          <p:cNvPr id="79" name="object 79"/>
          <p:cNvSpPr/>
          <p:nvPr/>
        </p:nvSpPr>
        <p:spPr>
          <a:xfrm>
            <a:off x="751903" y="3143630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4" h="19685">
                <a:moveTo>
                  <a:pt x="14960" y="0"/>
                </a:moveTo>
                <a:lnTo>
                  <a:pt x="4318" y="0"/>
                </a:lnTo>
                <a:lnTo>
                  <a:pt x="0" y="4191"/>
                </a:lnTo>
                <a:lnTo>
                  <a:pt x="0" y="14858"/>
                </a:lnTo>
                <a:lnTo>
                  <a:pt x="4318" y="19176"/>
                </a:lnTo>
                <a:lnTo>
                  <a:pt x="14960" y="19176"/>
                </a:lnTo>
                <a:lnTo>
                  <a:pt x="19278" y="14858"/>
                </a:lnTo>
                <a:lnTo>
                  <a:pt x="19278" y="9525"/>
                </a:lnTo>
                <a:lnTo>
                  <a:pt x="19278" y="4191"/>
                </a:lnTo>
                <a:lnTo>
                  <a:pt x="14960" y="0"/>
                </a:lnTo>
                <a:close/>
              </a:path>
            </a:pathLst>
          </a:custGeom>
          <a:solidFill>
            <a:srgbClr val="FF93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80" name="object 80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6010275" y="1914525"/>
            <a:ext cx="133350" cy="123825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504825" y="3857625"/>
            <a:ext cx="133350" cy="123825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304800" y="2581275"/>
            <a:ext cx="142875" cy="133350"/>
          </a:xfrm>
          <a:prstGeom prst="rect">
            <a:avLst/>
          </a:prstGeom>
        </p:spPr>
      </p:pic>
      <p:pic>
        <p:nvPicPr>
          <p:cNvPr id="83" name="object 83"/>
          <p:cNvPicPr/>
          <p:nvPr/>
        </p:nvPicPr>
        <p:blipFill>
          <a:blip r:embed="rId40" cstate="print"/>
          <a:stretch>
            <a:fillRect/>
          </a:stretch>
        </p:blipFill>
        <p:spPr>
          <a:xfrm>
            <a:off x="1266825" y="1590675"/>
            <a:ext cx="133350" cy="133350"/>
          </a:xfrm>
          <a:prstGeom prst="rect">
            <a:avLst/>
          </a:prstGeom>
        </p:spPr>
      </p:pic>
      <p:pic>
        <p:nvPicPr>
          <p:cNvPr id="84" name="object 84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5781675" y="1714500"/>
            <a:ext cx="142875" cy="123825"/>
          </a:xfrm>
          <a:prstGeom prst="rect">
            <a:avLst/>
          </a:prstGeom>
        </p:spPr>
      </p:pic>
      <p:grpSp>
        <p:nvGrpSpPr>
          <p:cNvPr id="85" name="object 85"/>
          <p:cNvGrpSpPr/>
          <p:nvPr/>
        </p:nvGrpSpPr>
        <p:grpSpPr>
          <a:xfrm>
            <a:off x="4181475" y="2638425"/>
            <a:ext cx="190500" cy="685800"/>
            <a:chOff x="4181475" y="2638425"/>
            <a:chExt cx="190500" cy="685800"/>
          </a:xfrm>
        </p:grpSpPr>
        <p:pic>
          <p:nvPicPr>
            <p:cNvPr id="86" name="object 86"/>
            <p:cNvPicPr/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4238625" y="3200400"/>
              <a:ext cx="133350" cy="123825"/>
            </a:xfrm>
            <a:prstGeom prst="rect">
              <a:avLst/>
            </a:prstGeom>
          </p:spPr>
        </p:pic>
        <p:pic>
          <p:nvPicPr>
            <p:cNvPr id="87" name="object 87"/>
            <p:cNvPicPr/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181475" y="2638425"/>
              <a:ext cx="142875" cy="123825"/>
            </a:xfrm>
            <a:prstGeom prst="rect">
              <a:avLst/>
            </a:prstGeom>
          </p:spPr>
        </p:pic>
      </p:grpSp>
      <p:sp>
        <p:nvSpPr>
          <p:cNvPr id="88" name="object 8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638" y="1290827"/>
            <a:ext cx="237718" cy="2143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85824" y="1303019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5">
                <a:moveTo>
                  <a:pt x="154711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711" y="68834"/>
                </a:lnTo>
                <a:lnTo>
                  <a:pt x="154711" y="52070"/>
                </a:lnTo>
                <a:close/>
              </a:path>
              <a:path w="154940" h="69215">
                <a:moveTo>
                  <a:pt x="154711" y="0"/>
                </a:moveTo>
                <a:lnTo>
                  <a:pt x="0" y="0"/>
                </a:lnTo>
                <a:lnTo>
                  <a:pt x="0" y="16764"/>
                </a:lnTo>
                <a:lnTo>
                  <a:pt x="154711" y="16764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1213" y="1290827"/>
            <a:ext cx="237744" cy="21437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57350" y="1328990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9411" y="1288796"/>
            <a:ext cx="136651" cy="12407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960364" y="956310"/>
            <a:ext cx="334010" cy="762000"/>
            <a:chOff x="5960364" y="956310"/>
            <a:chExt cx="334010" cy="762000"/>
          </a:xfrm>
        </p:grpSpPr>
        <p:sp>
          <p:nvSpPr>
            <p:cNvPr id="8" name="object 8"/>
            <p:cNvSpPr/>
            <p:nvPr/>
          </p:nvSpPr>
          <p:spPr>
            <a:xfrm>
              <a:off x="6225794" y="956309"/>
              <a:ext cx="68580" cy="762000"/>
            </a:xfrm>
            <a:custGeom>
              <a:avLst/>
              <a:gdLst/>
              <a:ahLst/>
              <a:cxnLst/>
              <a:rect l="l" t="t" r="r" b="b"/>
              <a:pathLst>
                <a:path w="68579" h="762000">
                  <a:moveTo>
                    <a:pt x="6832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42418" y="12700"/>
                  </a:lnTo>
                  <a:lnTo>
                    <a:pt x="42418" y="750570"/>
                  </a:lnTo>
                  <a:lnTo>
                    <a:pt x="0" y="750570"/>
                  </a:lnTo>
                  <a:lnTo>
                    <a:pt x="0" y="762000"/>
                  </a:lnTo>
                  <a:lnTo>
                    <a:pt x="68326" y="762000"/>
                  </a:lnTo>
                  <a:lnTo>
                    <a:pt x="68326" y="750570"/>
                  </a:lnTo>
                  <a:lnTo>
                    <a:pt x="68326" y="12700"/>
                  </a:lnTo>
                  <a:lnTo>
                    <a:pt x="6832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0364" y="1290828"/>
              <a:ext cx="237744" cy="21437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124455" y="925449"/>
            <a:ext cx="648335" cy="811530"/>
            <a:chOff x="2124455" y="925449"/>
            <a:chExt cx="648335" cy="811530"/>
          </a:xfrm>
        </p:grpSpPr>
        <p:sp>
          <p:nvSpPr>
            <p:cNvPr id="11" name="object 11"/>
            <p:cNvSpPr/>
            <p:nvPr/>
          </p:nvSpPr>
          <p:spPr>
            <a:xfrm>
              <a:off x="2124456" y="956309"/>
              <a:ext cx="68580" cy="762000"/>
            </a:xfrm>
            <a:custGeom>
              <a:avLst/>
              <a:gdLst/>
              <a:ahLst/>
              <a:cxnLst/>
              <a:rect l="l" t="t" r="r" b="b"/>
              <a:pathLst>
                <a:path w="68580" h="762000">
                  <a:moveTo>
                    <a:pt x="6832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750570"/>
                  </a:lnTo>
                  <a:lnTo>
                    <a:pt x="0" y="762000"/>
                  </a:lnTo>
                  <a:lnTo>
                    <a:pt x="68326" y="762000"/>
                  </a:lnTo>
                  <a:lnTo>
                    <a:pt x="68326" y="750570"/>
                  </a:lnTo>
                  <a:lnTo>
                    <a:pt x="25908" y="750570"/>
                  </a:lnTo>
                  <a:lnTo>
                    <a:pt x="25908" y="12700"/>
                  </a:lnTo>
                  <a:lnTo>
                    <a:pt x="68326" y="12700"/>
                  </a:lnTo>
                  <a:lnTo>
                    <a:pt x="6832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00528" y="1325118"/>
              <a:ext cx="219075" cy="19050"/>
            </a:xfrm>
            <a:custGeom>
              <a:avLst/>
              <a:gdLst/>
              <a:ahLst/>
              <a:cxnLst/>
              <a:rect l="l" t="t" r="r" b="b"/>
              <a:pathLst>
                <a:path w="219075" h="19050">
                  <a:moveTo>
                    <a:pt x="21907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219075" y="19050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60980" y="1046988"/>
              <a:ext cx="100075" cy="1733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03576" y="1460119"/>
              <a:ext cx="209550" cy="12420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51480" y="1091946"/>
              <a:ext cx="315595" cy="491490"/>
            </a:xfrm>
            <a:custGeom>
              <a:avLst/>
              <a:gdLst/>
              <a:ahLst/>
              <a:cxnLst/>
              <a:rect l="l" t="t" r="r" b="b"/>
              <a:pathLst>
                <a:path w="315594" h="491490">
                  <a:moveTo>
                    <a:pt x="308482" y="0"/>
                  </a:moveTo>
                  <a:lnTo>
                    <a:pt x="5206" y="0"/>
                  </a:lnTo>
                  <a:lnTo>
                    <a:pt x="5206" y="11937"/>
                  </a:lnTo>
                  <a:lnTo>
                    <a:pt x="175894" y="240029"/>
                  </a:lnTo>
                  <a:lnTo>
                    <a:pt x="0" y="478536"/>
                  </a:lnTo>
                  <a:lnTo>
                    <a:pt x="0" y="490981"/>
                  </a:lnTo>
                  <a:lnTo>
                    <a:pt x="308863" y="490981"/>
                  </a:lnTo>
                  <a:lnTo>
                    <a:pt x="315213" y="398906"/>
                  </a:lnTo>
                  <a:lnTo>
                    <a:pt x="296671" y="398906"/>
                  </a:lnTo>
                  <a:lnTo>
                    <a:pt x="293768" y="414976"/>
                  </a:lnTo>
                  <a:lnTo>
                    <a:pt x="290591" y="427926"/>
                  </a:lnTo>
                  <a:lnTo>
                    <a:pt x="287152" y="437733"/>
                  </a:lnTo>
                  <a:lnTo>
                    <a:pt x="283463" y="444373"/>
                  </a:lnTo>
                  <a:lnTo>
                    <a:pt x="278383" y="451230"/>
                  </a:lnTo>
                  <a:lnTo>
                    <a:pt x="271018" y="454532"/>
                  </a:lnTo>
                  <a:lnTo>
                    <a:pt x="43433" y="454532"/>
                  </a:lnTo>
                  <a:lnTo>
                    <a:pt x="205231" y="235076"/>
                  </a:lnTo>
                  <a:lnTo>
                    <a:pt x="205231" y="219837"/>
                  </a:lnTo>
                  <a:lnTo>
                    <a:pt x="55371" y="16382"/>
                  </a:lnTo>
                  <a:lnTo>
                    <a:pt x="253492" y="16382"/>
                  </a:lnTo>
                  <a:lnTo>
                    <a:pt x="284184" y="40505"/>
                  </a:lnTo>
                  <a:lnTo>
                    <a:pt x="291845" y="74294"/>
                  </a:lnTo>
                  <a:lnTo>
                    <a:pt x="308482" y="74294"/>
                  </a:lnTo>
                  <a:lnTo>
                    <a:pt x="3084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473452" y="1603247"/>
              <a:ext cx="183515" cy="133350"/>
            </a:xfrm>
            <a:custGeom>
              <a:avLst/>
              <a:gdLst/>
              <a:ahLst/>
              <a:cxnLst/>
              <a:rect l="l" t="t" r="r" b="b"/>
              <a:pathLst>
                <a:path w="183514" h="133350">
                  <a:moveTo>
                    <a:pt x="42164" y="0"/>
                  </a:moveTo>
                  <a:lnTo>
                    <a:pt x="23622" y="0"/>
                  </a:lnTo>
                  <a:lnTo>
                    <a:pt x="19177" y="19939"/>
                  </a:lnTo>
                  <a:lnTo>
                    <a:pt x="37592" y="19939"/>
                  </a:lnTo>
                  <a:lnTo>
                    <a:pt x="42164" y="0"/>
                  </a:lnTo>
                  <a:close/>
                </a:path>
                <a:path w="183514" h="133350">
                  <a:moveTo>
                    <a:pt x="45720" y="115316"/>
                  </a:moveTo>
                  <a:lnTo>
                    <a:pt x="39370" y="109220"/>
                  </a:lnTo>
                  <a:lnTo>
                    <a:pt x="35814" y="113030"/>
                  </a:lnTo>
                  <a:lnTo>
                    <a:pt x="31369" y="117094"/>
                  </a:lnTo>
                  <a:lnTo>
                    <a:pt x="30099" y="117983"/>
                  </a:lnTo>
                  <a:lnTo>
                    <a:pt x="29298" y="118618"/>
                  </a:lnTo>
                  <a:lnTo>
                    <a:pt x="28600" y="119126"/>
                  </a:lnTo>
                  <a:lnTo>
                    <a:pt x="27686" y="119634"/>
                  </a:lnTo>
                  <a:lnTo>
                    <a:pt x="26250" y="120142"/>
                  </a:lnTo>
                  <a:lnTo>
                    <a:pt x="24828" y="120777"/>
                  </a:lnTo>
                  <a:lnTo>
                    <a:pt x="21551" y="120777"/>
                  </a:lnTo>
                  <a:lnTo>
                    <a:pt x="19812" y="120142"/>
                  </a:lnTo>
                  <a:lnTo>
                    <a:pt x="18923" y="119126"/>
                  </a:lnTo>
                  <a:lnTo>
                    <a:pt x="17907" y="118110"/>
                  </a:lnTo>
                  <a:lnTo>
                    <a:pt x="17399" y="116332"/>
                  </a:lnTo>
                  <a:lnTo>
                    <a:pt x="17399" y="112268"/>
                  </a:lnTo>
                  <a:lnTo>
                    <a:pt x="17780" y="109220"/>
                  </a:lnTo>
                  <a:lnTo>
                    <a:pt x="17907" y="108204"/>
                  </a:lnTo>
                  <a:lnTo>
                    <a:pt x="18288" y="105918"/>
                  </a:lnTo>
                  <a:lnTo>
                    <a:pt x="18923" y="103124"/>
                  </a:lnTo>
                  <a:lnTo>
                    <a:pt x="19812" y="99441"/>
                  </a:lnTo>
                  <a:lnTo>
                    <a:pt x="33528" y="37465"/>
                  </a:lnTo>
                  <a:lnTo>
                    <a:pt x="28956" y="37465"/>
                  </a:lnTo>
                  <a:lnTo>
                    <a:pt x="2032" y="38481"/>
                  </a:lnTo>
                  <a:lnTo>
                    <a:pt x="863" y="44958"/>
                  </a:lnTo>
                  <a:lnTo>
                    <a:pt x="4953" y="44958"/>
                  </a:lnTo>
                  <a:lnTo>
                    <a:pt x="7747" y="45593"/>
                  </a:lnTo>
                  <a:lnTo>
                    <a:pt x="9271" y="46609"/>
                  </a:lnTo>
                  <a:lnTo>
                    <a:pt x="10922" y="47752"/>
                  </a:lnTo>
                  <a:lnTo>
                    <a:pt x="11684" y="49530"/>
                  </a:lnTo>
                  <a:lnTo>
                    <a:pt x="11684" y="54610"/>
                  </a:lnTo>
                  <a:lnTo>
                    <a:pt x="11303" y="57531"/>
                  </a:lnTo>
                  <a:lnTo>
                    <a:pt x="10795" y="60833"/>
                  </a:lnTo>
                  <a:lnTo>
                    <a:pt x="10160" y="64389"/>
                  </a:lnTo>
                  <a:lnTo>
                    <a:pt x="9398" y="67945"/>
                  </a:lnTo>
                  <a:lnTo>
                    <a:pt x="8636" y="71628"/>
                  </a:lnTo>
                  <a:lnTo>
                    <a:pt x="7747" y="75565"/>
                  </a:lnTo>
                  <a:lnTo>
                    <a:pt x="6858" y="79375"/>
                  </a:lnTo>
                  <a:lnTo>
                    <a:pt x="5842" y="83185"/>
                  </a:lnTo>
                  <a:lnTo>
                    <a:pt x="4064" y="91059"/>
                  </a:lnTo>
                  <a:lnTo>
                    <a:pt x="3175" y="94742"/>
                  </a:lnTo>
                  <a:lnTo>
                    <a:pt x="1651" y="101854"/>
                  </a:lnTo>
                  <a:lnTo>
                    <a:pt x="1016" y="105156"/>
                  </a:lnTo>
                  <a:lnTo>
                    <a:pt x="0" y="111252"/>
                  </a:lnTo>
                  <a:lnTo>
                    <a:pt x="25" y="120142"/>
                  </a:lnTo>
                  <a:lnTo>
                    <a:pt x="127" y="120777"/>
                  </a:lnTo>
                  <a:lnTo>
                    <a:pt x="889" y="122809"/>
                  </a:lnTo>
                  <a:lnTo>
                    <a:pt x="1651" y="124968"/>
                  </a:lnTo>
                  <a:lnTo>
                    <a:pt x="2667" y="126746"/>
                  </a:lnTo>
                  <a:lnTo>
                    <a:pt x="4064" y="128270"/>
                  </a:lnTo>
                  <a:lnTo>
                    <a:pt x="5334" y="129794"/>
                  </a:lnTo>
                  <a:lnTo>
                    <a:pt x="6985" y="131064"/>
                  </a:lnTo>
                  <a:lnTo>
                    <a:pt x="8890" y="131826"/>
                  </a:lnTo>
                  <a:lnTo>
                    <a:pt x="11061" y="132842"/>
                  </a:lnTo>
                  <a:lnTo>
                    <a:pt x="11328" y="132842"/>
                  </a:lnTo>
                  <a:lnTo>
                    <a:pt x="12954" y="133223"/>
                  </a:lnTo>
                  <a:lnTo>
                    <a:pt x="17780" y="133223"/>
                  </a:lnTo>
                  <a:lnTo>
                    <a:pt x="40157" y="120777"/>
                  </a:lnTo>
                  <a:lnTo>
                    <a:pt x="42418" y="118618"/>
                  </a:lnTo>
                  <a:lnTo>
                    <a:pt x="45720" y="115316"/>
                  </a:lnTo>
                  <a:close/>
                </a:path>
                <a:path w="183514" h="133350">
                  <a:moveTo>
                    <a:pt x="183388" y="90170"/>
                  </a:moveTo>
                  <a:lnTo>
                    <a:pt x="76200" y="90170"/>
                  </a:lnTo>
                  <a:lnTo>
                    <a:pt x="76200" y="104394"/>
                  </a:lnTo>
                  <a:lnTo>
                    <a:pt x="183388" y="104394"/>
                  </a:lnTo>
                  <a:lnTo>
                    <a:pt x="183388" y="90170"/>
                  </a:lnTo>
                  <a:close/>
                </a:path>
                <a:path w="183514" h="133350">
                  <a:moveTo>
                    <a:pt x="183388" y="49784"/>
                  </a:moveTo>
                  <a:lnTo>
                    <a:pt x="76200" y="49784"/>
                  </a:lnTo>
                  <a:lnTo>
                    <a:pt x="76200" y="64008"/>
                  </a:lnTo>
                  <a:lnTo>
                    <a:pt x="183388" y="64008"/>
                  </a:lnTo>
                  <a:lnTo>
                    <a:pt x="183388" y="49784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3797" y="1614932"/>
              <a:ext cx="78993" cy="1197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28188" y="925449"/>
              <a:ext cx="171069" cy="96647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2857754" y="1126489"/>
            <a:ext cx="2513965" cy="421640"/>
            <a:chOff x="2857754" y="1126489"/>
            <a:chExt cx="2513965" cy="421640"/>
          </a:xfrm>
        </p:grpSpPr>
        <p:sp>
          <p:nvSpPr>
            <p:cNvPr id="20" name="object 20"/>
            <p:cNvSpPr/>
            <p:nvPr/>
          </p:nvSpPr>
          <p:spPr>
            <a:xfrm>
              <a:off x="2857754" y="1126489"/>
              <a:ext cx="60325" cy="421640"/>
            </a:xfrm>
            <a:custGeom>
              <a:avLst/>
              <a:gdLst/>
              <a:ahLst/>
              <a:cxnLst/>
              <a:rect l="l" t="t" r="r" b="b"/>
              <a:pathLst>
                <a:path w="60325" h="421640">
                  <a:moveTo>
                    <a:pt x="59817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411480"/>
                  </a:lnTo>
                  <a:lnTo>
                    <a:pt x="0" y="421640"/>
                  </a:lnTo>
                  <a:lnTo>
                    <a:pt x="59817" y="421640"/>
                  </a:lnTo>
                  <a:lnTo>
                    <a:pt x="59817" y="411480"/>
                  </a:lnTo>
                  <a:lnTo>
                    <a:pt x="23241" y="411480"/>
                  </a:lnTo>
                  <a:lnTo>
                    <a:pt x="23241" y="11430"/>
                  </a:lnTo>
                  <a:lnTo>
                    <a:pt x="59817" y="11430"/>
                  </a:lnTo>
                  <a:lnTo>
                    <a:pt x="59817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47041" y="1126489"/>
              <a:ext cx="2424170" cy="421639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5467350" y="1257299"/>
            <a:ext cx="154940" cy="161290"/>
          </a:xfrm>
          <a:custGeom>
            <a:avLst/>
            <a:gdLst/>
            <a:ahLst/>
            <a:cxnLst/>
            <a:rect l="l" t="t" r="r" b="b"/>
            <a:pathLst>
              <a:path w="154939" h="161290">
                <a:moveTo>
                  <a:pt x="154686" y="72390"/>
                </a:moveTo>
                <a:lnTo>
                  <a:pt x="86233" y="72390"/>
                </a:lnTo>
                <a:lnTo>
                  <a:pt x="86233" y="0"/>
                </a:lnTo>
                <a:lnTo>
                  <a:pt x="68453" y="0"/>
                </a:lnTo>
                <a:lnTo>
                  <a:pt x="68453" y="72390"/>
                </a:lnTo>
                <a:lnTo>
                  <a:pt x="0" y="72390"/>
                </a:lnTo>
                <a:lnTo>
                  <a:pt x="0" y="88900"/>
                </a:lnTo>
                <a:lnTo>
                  <a:pt x="68453" y="88900"/>
                </a:lnTo>
                <a:lnTo>
                  <a:pt x="68453" y="161290"/>
                </a:lnTo>
                <a:lnTo>
                  <a:pt x="86233" y="161290"/>
                </a:lnTo>
                <a:lnTo>
                  <a:pt x="86233" y="88900"/>
                </a:lnTo>
                <a:lnTo>
                  <a:pt x="154686" y="88900"/>
                </a:lnTo>
                <a:lnTo>
                  <a:pt x="154686" y="72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86678" y="1325117"/>
            <a:ext cx="219075" cy="19050"/>
          </a:xfrm>
          <a:custGeom>
            <a:avLst/>
            <a:gdLst/>
            <a:ahLst/>
            <a:cxnLst/>
            <a:rect l="l" t="t" r="r" b="b"/>
            <a:pathLst>
              <a:path w="219075" h="19050">
                <a:moveTo>
                  <a:pt x="219075" y="0"/>
                </a:moveTo>
                <a:lnTo>
                  <a:pt x="0" y="0"/>
                </a:lnTo>
                <a:lnTo>
                  <a:pt x="0" y="19050"/>
                </a:lnTo>
                <a:lnTo>
                  <a:pt x="219075" y="19050"/>
                </a:lnTo>
                <a:lnTo>
                  <a:pt x="2190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26684" y="1040638"/>
            <a:ext cx="129412" cy="18173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89727" y="1460119"/>
            <a:ext cx="209550" cy="12420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1641" y="2124710"/>
            <a:ext cx="113830" cy="181609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008278" y="2196464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4">
                <a:moveTo>
                  <a:pt x="154711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711" y="68834"/>
                </a:lnTo>
                <a:lnTo>
                  <a:pt x="154711" y="52070"/>
                </a:lnTo>
                <a:close/>
              </a:path>
              <a:path w="154940" h="69214">
                <a:moveTo>
                  <a:pt x="154711" y="0"/>
                </a:moveTo>
                <a:lnTo>
                  <a:pt x="0" y="0"/>
                </a:lnTo>
                <a:lnTo>
                  <a:pt x="0" y="16637"/>
                </a:lnTo>
                <a:lnTo>
                  <a:pt x="154711" y="16637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67890" y="2124710"/>
            <a:ext cx="113869" cy="181609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474977" y="2222435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17167" y="2182241"/>
            <a:ext cx="136525" cy="124078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1903983" y="1985391"/>
            <a:ext cx="2560320" cy="644525"/>
            <a:chOff x="1903983" y="1985391"/>
            <a:chExt cx="2560320" cy="644525"/>
          </a:xfrm>
        </p:grpSpPr>
        <p:sp>
          <p:nvSpPr>
            <p:cNvPr id="32" name="object 32"/>
            <p:cNvSpPr/>
            <p:nvPr/>
          </p:nvSpPr>
          <p:spPr>
            <a:xfrm>
              <a:off x="1903984" y="1985390"/>
              <a:ext cx="575945" cy="491490"/>
            </a:xfrm>
            <a:custGeom>
              <a:avLst/>
              <a:gdLst/>
              <a:ahLst/>
              <a:cxnLst/>
              <a:rect l="l" t="t" r="r" b="b"/>
              <a:pathLst>
                <a:path w="575944" h="491489">
                  <a:moveTo>
                    <a:pt x="219075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219075" y="252222"/>
                  </a:lnTo>
                  <a:lnTo>
                    <a:pt x="219075" y="233172"/>
                  </a:lnTo>
                  <a:close/>
                </a:path>
                <a:path w="575944" h="491489">
                  <a:moveTo>
                    <a:pt x="575564" y="398907"/>
                  </a:moveTo>
                  <a:lnTo>
                    <a:pt x="557022" y="398907"/>
                  </a:lnTo>
                  <a:lnTo>
                    <a:pt x="554113" y="414985"/>
                  </a:lnTo>
                  <a:lnTo>
                    <a:pt x="550938" y="427926"/>
                  </a:lnTo>
                  <a:lnTo>
                    <a:pt x="547497" y="437743"/>
                  </a:lnTo>
                  <a:lnTo>
                    <a:pt x="543814" y="444373"/>
                  </a:lnTo>
                  <a:lnTo>
                    <a:pt x="538734" y="451104"/>
                  </a:lnTo>
                  <a:lnTo>
                    <a:pt x="531368" y="454533"/>
                  </a:lnTo>
                  <a:lnTo>
                    <a:pt x="303911" y="454533"/>
                  </a:lnTo>
                  <a:lnTo>
                    <a:pt x="465582" y="235077"/>
                  </a:lnTo>
                  <a:lnTo>
                    <a:pt x="465582" y="219837"/>
                  </a:lnTo>
                  <a:lnTo>
                    <a:pt x="315849" y="16383"/>
                  </a:lnTo>
                  <a:lnTo>
                    <a:pt x="513969" y="16383"/>
                  </a:lnTo>
                  <a:lnTo>
                    <a:pt x="544639" y="40513"/>
                  </a:lnTo>
                  <a:lnTo>
                    <a:pt x="552196" y="74295"/>
                  </a:lnTo>
                  <a:lnTo>
                    <a:pt x="568833" y="74295"/>
                  </a:lnTo>
                  <a:lnTo>
                    <a:pt x="568833" y="0"/>
                  </a:lnTo>
                  <a:lnTo>
                    <a:pt x="265557" y="0"/>
                  </a:lnTo>
                  <a:lnTo>
                    <a:pt x="265557" y="11938"/>
                  </a:lnTo>
                  <a:lnTo>
                    <a:pt x="436372" y="240030"/>
                  </a:lnTo>
                  <a:lnTo>
                    <a:pt x="260477" y="478536"/>
                  </a:lnTo>
                  <a:lnTo>
                    <a:pt x="260477" y="490982"/>
                  </a:lnTo>
                  <a:lnTo>
                    <a:pt x="569214" y="490982"/>
                  </a:lnTo>
                  <a:lnTo>
                    <a:pt x="575564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186051" y="2496692"/>
              <a:ext cx="184150" cy="133350"/>
            </a:xfrm>
            <a:custGeom>
              <a:avLst/>
              <a:gdLst/>
              <a:ahLst/>
              <a:cxnLst/>
              <a:rect l="l" t="t" r="r" b="b"/>
              <a:pathLst>
                <a:path w="184150" h="133350">
                  <a:moveTo>
                    <a:pt x="42418" y="0"/>
                  </a:moveTo>
                  <a:lnTo>
                    <a:pt x="23876" y="0"/>
                  </a:lnTo>
                  <a:lnTo>
                    <a:pt x="19558" y="19939"/>
                  </a:lnTo>
                  <a:lnTo>
                    <a:pt x="37973" y="19939"/>
                  </a:lnTo>
                  <a:lnTo>
                    <a:pt x="42418" y="0"/>
                  </a:lnTo>
                  <a:close/>
                </a:path>
                <a:path w="184150" h="133350">
                  <a:moveTo>
                    <a:pt x="45974" y="115316"/>
                  </a:moveTo>
                  <a:lnTo>
                    <a:pt x="39624" y="109093"/>
                  </a:lnTo>
                  <a:lnTo>
                    <a:pt x="37846" y="111252"/>
                  </a:lnTo>
                  <a:lnTo>
                    <a:pt x="34671" y="114427"/>
                  </a:lnTo>
                  <a:lnTo>
                    <a:pt x="31750" y="117094"/>
                  </a:lnTo>
                  <a:lnTo>
                    <a:pt x="29210" y="118872"/>
                  </a:lnTo>
                  <a:lnTo>
                    <a:pt x="27940" y="119634"/>
                  </a:lnTo>
                  <a:lnTo>
                    <a:pt x="26797" y="120015"/>
                  </a:lnTo>
                  <a:lnTo>
                    <a:pt x="25527" y="120650"/>
                  </a:lnTo>
                  <a:lnTo>
                    <a:pt x="21590" y="120650"/>
                  </a:lnTo>
                  <a:lnTo>
                    <a:pt x="20193" y="120142"/>
                  </a:lnTo>
                  <a:lnTo>
                    <a:pt x="19177" y="119126"/>
                  </a:lnTo>
                  <a:lnTo>
                    <a:pt x="18161" y="117983"/>
                  </a:lnTo>
                  <a:lnTo>
                    <a:pt x="17780" y="116332"/>
                  </a:lnTo>
                  <a:lnTo>
                    <a:pt x="17907" y="110236"/>
                  </a:lnTo>
                  <a:lnTo>
                    <a:pt x="18288" y="108077"/>
                  </a:lnTo>
                  <a:lnTo>
                    <a:pt x="18542" y="105918"/>
                  </a:lnTo>
                  <a:lnTo>
                    <a:pt x="19177" y="102997"/>
                  </a:lnTo>
                  <a:lnTo>
                    <a:pt x="20066" y="99441"/>
                  </a:lnTo>
                  <a:lnTo>
                    <a:pt x="33782" y="37465"/>
                  </a:lnTo>
                  <a:lnTo>
                    <a:pt x="29210" y="37465"/>
                  </a:lnTo>
                  <a:lnTo>
                    <a:pt x="2286" y="38481"/>
                  </a:lnTo>
                  <a:lnTo>
                    <a:pt x="1117" y="44958"/>
                  </a:lnTo>
                  <a:lnTo>
                    <a:pt x="5207" y="44958"/>
                  </a:lnTo>
                  <a:lnTo>
                    <a:pt x="8001" y="45466"/>
                  </a:lnTo>
                  <a:lnTo>
                    <a:pt x="9652" y="46609"/>
                  </a:lnTo>
                  <a:lnTo>
                    <a:pt x="11176" y="47752"/>
                  </a:lnTo>
                  <a:lnTo>
                    <a:pt x="12065" y="49530"/>
                  </a:lnTo>
                  <a:lnTo>
                    <a:pt x="12065" y="54102"/>
                  </a:lnTo>
                  <a:lnTo>
                    <a:pt x="11938" y="54610"/>
                  </a:lnTo>
                  <a:lnTo>
                    <a:pt x="11684" y="57531"/>
                  </a:lnTo>
                  <a:lnTo>
                    <a:pt x="11176" y="60833"/>
                  </a:lnTo>
                  <a:lnTo>
                    <a:pt x="10414" y="64389"/>
                  </a:lnTo>
                  <a:lnTo>
                    <a:pt x="9779" y="67945"/>
                  </a:lnTo>
                  <a:lnTo>
                    <a:pt x="8890" y="71628"/>
                  </a:lnTo>
                  <a:lnTo>
                    <a:pt x="8001" y="75438"/>
                  </a:lnTo>
                  <a:lnTo>
                    <a:pt x="7112" y="79375"/>
                  </a:lnTo>
                  <a:lnTo>
                    <a:pt x="6223" y="83185"/>
                  </a:lnTo>
                  <a:lnTo>
                    <a:pt x="5207" y="87122"/>
                  </a:lnTo>
                  <a:lnTo>
                    <a:pt x="4318" y="91059"/>
                  </a:lnTo>
                  <a:lnTo>
                    <a:pt x="3429" y="94742"/>
                  </a:lnTo>
                  <a:lnTo>
                    <a:pt x="1905" y="101854"/>
                  </a:lnTo>
                  <a:lnTo>
                    <a:pt x="1270" y="105156"/>
                  </a:lnTo>
                  <a:lnTo>
                    <a:pt x="254" y="111252"/>
                  </a:lnTo>
                  <a:lnTo>
                    <a:pt x="0" y="113792"/>
                  </a:lnTo>
                  <a:lnTo>
                    <a:pt x="76" y="118872"/>
                  </a:lnTo>
                  <a:lnTo>
                    <a:pt x="203" y="119634"/>
                  </a:lnTo>
                  <a:lnTo>
                    <a:pt x="266" y="120015"/>
                  </a:lnTo>
                  <a:lnTo>
                    <a:pt x="13208" y="133096"/>
                  </a:lnTo>
                  <a:lnTo>
                    <a:pt x="18161" y="133096"/>
                  </a:lnTo>
                  <a:lnTo>
                    <a:pt x="29718" y="129159"/>
                  </a:lnTo>
                  <a:lnTo>
                    <a:pt x="32131" y="127762"/>
                  </a:lnTo>
                  <a:lnTo>
                    <a:pt x="34544" y="125857"/>
                  </a:lnTo>
                  <a:lnTo>
                    <a:pt x="39878" y="121285"/>
                  </a:lnTo>
                  <a:lnTo>
                    <a:pt x="40563" y="120650"/>
                  </a:lnTo>
                  <a:lnTo>
                    <a:pt x="42799" y="118618"/>
                  </a:lnTo>
                  <a:lnTo>
                    <a:pt x="45974" y="115316"/>
                  </a:lnTo>
                  <a:close/>
                </a:path>
                <a:path w="184150" h="133350">
                  <a:moveTo>
                    <a:pt x="183642" y="90170"/>
                  </a:moveTo>
                  <a:lnTo>
                    <a:pt x="76581" y="90170"/>
                  </a:lnTo>
                  <a:lnTo>
                    <a:pt x="76581" y="104394"/>
                  </a:lnTo>
                  <a:lnTo>
                    <a:pt x="183642" y="104394"/>
                  </a:lnTo>
                  <a:lnTo>
                    <a:pt x="183642" y="90170"/>
                  </a:lnTo>
                  <a:close/>
                </a:path>
                <a:path w="184150" h="133350">
                  <a:moveTo>
                    <a:pt x="183642" y="49657"/>
                  </a:moveTo>
                  <a:lnTo>
                    <a:pt x="76581" y="49657"/>
                  </a:lnTo>
                  <a:lnTo>
                    <a:pt x="76581" y="63881"/>
                  </a:lnTo>
                  <a:lnTo>
                    <a:pt x="183642" y="63881"/>
                  </a:lnTo>
                  <a:lnTo>
                    <a:pt x="183642" y="49657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06776" y="2508377"/>
              <a:ext cx="78867" cy="11976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17145" y="2065147"/>
              <a:ext cx="1946771" cy="321944"/>
            </a:xfrm>
            <a:prstGeom prst="rect">
              <a:avLst/>
            </a:prstGeom>
          </p:spPr>
        </p:pic>
      </p:grpSp>
      <p:pic>
        <p:nvPicPr>
          <p:cNvPr id="36" name="object 3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964435" y="1940432"/>
            <a:ext cx="99949" cy="173355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907032" y="2353564"/>
            <a:ext cx="209550" cy="124206"/>
          </a:xfrm>
          <a:prstGeom prst="rect">
            <a:avLst/>
          </a:prstGeom>
        </p:spPr>
      </p:pic>
      <p:pic>
        <p:nvPicPr>
          <p:cNvPr id="38" name="object 38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2241169" y="1818767"/>
            <a:ext cx="170942" cy="96647"/>
          </a:xfrm>
          <a:prstGeom prst="rect">
            <a:avLst/>
          </a:prstGeom>
        </p:spPr>
      </p:pic>
      <p:sp>
        <p:nvSpPr>
          <p:cNvPr id="39" name="object 39"/>
          <p:cNvSpPr txBox="1"/>
          <p:nvPr/>
        </p:nvSpPr>
        <p:spPr>
          <a:xfrm>
            <a:off x="606107" y="697547"/>
            <a:ext cx="101854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>
                <a:latin typeface="Verdana"/>
                <a:cs typeface="Verdana"/>
              </a:rPr>
              <a:t>repeat</a:t>
            </a:r>
            <a:r>
              <a:rPr dirty="0" sz="1800" spc="15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{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0565" y="2556827"/>
            <a:ext cx="233489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Verdana"/>
                <a:cs typeface="Verdana"/>
              </a:rPr>
              <a:t>}</a:t>
            </a:r>
            <a:r>
              <a:rPr dirty="0" sz="2000" spc="-46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simultaneous</a:t>
            </a:r>
            <a:r>
              <a:rPr dirty="0" sz="1550" spc="29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update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xfrm>
            <a:off x="392429" y="213613"/>
            <a:ext cx="6043295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Implementing</a:t>
            </a:r>
            <a:r>
              <a:rPr dirty="0" spc="-75"/>
              <a:t> </a:t>
            </a:r>
            <a:r>
              <a:rPr dirty="0"/>
              <a:t>gradient</a:t>
            </a:r>
            <a:r>
              <a:rPr dirty="0" spc="-60"/>
              <a:t> </a:t>
            </a:r>
            <a:r>
              <a:rPr dirty="0" spc="-10"/>
              <a:t>descent</a:t>
            </a:r>
          </a:p>
        </p:txBody>
      </p:sp>
      <p:grpSp>
        <p:nvGrpSpPr>
          <p:cNvPr id="42" name="object 42"/>
          <p:cNvGrpSpPr/>
          <p:nvPr/>
        </p:nvGrpSpPr>
        <p:grpSpPr>
          <a:xfrm>
            <a:off x="3154172" y="2630423"/>
            <a:ext cx="697230" cy="236854"/>
            <a:chOff x="3154172" y="2630423"/>
            <a:chExt cx="697230" cy="236854"/>
          </a:xfrm>
        </p:grpSpPr>
        <p:pic>
          <p:nvPicPr>
            <p:cNvPr id="43" name="object 43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154172" y="2630423"/>
              <a:ext cx="78739" cy="236855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3300349" y="2653283"/>
              <a:ext cx="550799" cy="159131"/>
            </a:xfrm>
            <a:prstGeom prst="rect">
              <a:avLst/>
            </a:prstGeom>
          </p:spPr>
        </p:pic>
      </p:grpSp>
      <p:pic>
        <p:nvPicPr>
          <p:cNvPr id="45" name="object 45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438150" y="1304925"/>
            <a:ext cx="133350" cy="133350"/>
          </a:xfrm>
          <a:prstGeom prst="rect">
            <a:avLst/>
          </a:prstGeom>
        </p:spPr>
      </p:pic>
      <p:sp>
        <p:nvSpPr>
          <p:cNvPr id="46" name="object 4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0638" y="1290827"/>
            <a:ext cx="237718" cy="214375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1085824" y="1303019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5">
                <a:moveTo>
                  <a:pt x="154711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711" y="68834"/>
                </a:lnTo>
                <a:lnTo>
                  <a:pt x="154711" y="52070"/>
                </a:lnTo>
                <a:close/>
              </a:path>
              <a:path w="154940" h="69215">
                <a:moveTo>
                  <a:pt x="154711" y="0"/>
                </a:moveTo>
                <a:lnTo>
                  <a:pt x="0" y="0"/>
                </a:lnTo>
                <a:lnTo>
                  <a:pt x="0" y="16764"/>
                </a:lnTo>
                <a:lnTo>
                  <a:pt x="154711" y="16764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31213" y="1290827"/>
            <a:ext cx="237744" cy="214375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1657350" y="1328990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899411" y="1288796"/>
            <a:ext cx="136651" cy="124078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960364" y="956310"/>
            <a:ext cx="334010" cy="762000"/>
            <a:chOff x="5960364" y="956310"/>
            <a:chExt cx="334010" cy="762000"/>
          </a:xfrm>
        </p:grpSpPr>
        <p:sp>
          <p:nvSpPr>
            <p:cNvPr id="8" name="object 8"/>
            <p:cNvSpPr/>
            <p:nvPr/>
          </p:nvSpPr>
          <p:spPr>
            <a:xfrm>
              <a:off x="6225794" y="956309"/>
              <a:ext cx="68580" cy="762000"/>
            </a:xfrm>
            <a:custGeom>
              <a:avLst/>
              <a:gdLst/>
              <a:ahLst/>
              <a:cxnLst/>
              <a:rect l="l" t="t" r="r" b="b"/>
              <a:pathLst>
                <a:path w="68579" h="762000">
                  <a:moveTo>
                    <a:pt x="6832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42418" y="12700"/>
                  </a:lnTo>
                  <a:lnTo>
                    <a:pt x="42418" y="750570"/>
                  </a:lnTo>
                  <a:lnTo>
                    <a:pt x="0" y="750570"/>
                  </a:lnTo>
                  <a:lnTo>
                    <a:pt x="0" y="762000"/>
                  </a:lnTo>
                  <a:lnTo>
                    <a:pt x="68326" y="762000"/>
                  </a:lnTo>
                  <a:lnTo>
                    <a:pt x="68326" y="750570"/>
                  </a:lnTo>
                  <a:lnTo>
                    <a:pt x="68326" y="12700"/>
                  </a:lnTo>
                  <a:lnTo>
                    <a:pt x="6832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60364" y="1290828"/>
              <a:ext cx="237744" cy="214375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2124455" y="925449"/>
            <a:ext cx="648335" cy="811530"/>
            <a:chOff x="2124455" y="925449"/>
            <a:chExt cx="648335" cy="811530"/>
          </a:xfrm>
        </p:grpSpPr>
        <p:sp>
          <p:nvSpPr>
            <p:cNvPr id="11" name="object 11"/>
            <p:cNvSpPr/>
            <p:nvPr/>
          </p:nvSpPr>
          <p:spPr>
            <a:xfrm>
              <a:off x="2124456" y="956309"/>
              <a:ext cx="68580" cy="762000"/>
            </a:xfrm>
            <a:custGeom>
              <a:avLst/>
              <a:gdLst/>
              <a:ahLst/>
              <a:cxnLst/>
              <a:rect l="l" t="t" r="r" b="b"/>
              <a:pathLst>
                <a:path w="68580" h="762000">
                  <a:moveTo>
                    <a:pt x="68326" y="0"/>
                  </a:moveTo>
                  <a:lnTo>
                    <a:pt x="0" y="0"/>
                  </a:lnTo>
                  <a:lnTo>
                    <a:pt x="0" y="12700"/>
                  </a:lnTo>
                  <a:lnTo>
                    <a:pt x="0" y="750570"/>
                  </a:lnTo>
                  <a:lnTo>
                    <a:pt x="0" y="762000"/>
                  </a:lnTo>
                  <a:lnTo>
                    <a:pt x="68326" y="762000"/>
                  </a:lnTo>
                  <a:lnTo>
                    <a:pt x="68326" y="750570"/>
                  </a:lnTo>
                  <a:lnTo>
                    <a:pt x="25908" y="750570"/>
                  </a:lnTo>
                  <a:lnTo>
                    <a:pt x="25908" y="12700"/>
                  </a:lnTo>
                  <a:lnTo>
                    <a:pt x="68326" y="12700"/>
                  </a:lnTo>
                  <a:lnTo>
                    <a:pt x="68326" y="0"/>
                  </a:lnTo>
                  <a:close/>
                </a:path>
              </a:pathLst>
            </a:custGeom>
            <a:solidFill>
              <a:srgbClr val="C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200528" y="1325118"/>
              <a:ext cx="219075" cy="19050"/>
            </a:xfrm>
            <a:custGeom>
              <a:avLst/>
              <a:gdLst/>
              <a:ahLst/>
              <a:cxnLst/>
              <a:rect l="l" t="t" r="r" b="b"/>
              <a:pathLst>
                <a:path w="219075" h="19050">
                  <a:moveTo>
                    <a:pt x="21907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219075" y="19050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260980" y="1046988"/>
              <a:ext cx="100075" cy="17335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03576" y="1460119"/>
              <a:ext cx="209550" cy="12420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451480" y="1091946"/>
              <a:ext cx="315595" cy="491490"/>
            </a:xfrm>
            <a:custGeom>
              <a:avLst/>
              <a:gdLst/>
              <a:ahLst/>
              <a:cxnLst/>
              <a:rect l="l" t="t" r="r" b="b"/>
              <a:pathLst>
                <a:path w="315594" h="491490">
                  <a:moveTo>
                    <a:pt x="308482" y="0"/>
                  </a:moveTo>
                  <a:lnTo>
                    <a:pt x="5206" y="0"/>
                  </a:lnTo>
                  <a:lnTo>
                    <a:pt x="5206" y="11937"/>
                  </a:lnTo>
                  <a:lnTo>
                    <a:pt x="175894" y="240029"/>
                  </a:lnTo>
                  <a:lnTo>
                    <a:pt x="0" y="478536"/>
                  </a:lnTo>
                  <a:lnTo>
                    <a:pt x="0" y="490981"/>
                  </a:lnTo>
                  <a:lnTo>
                    <a:pt x="308863" y="490981"/>
                  </a:lnTo>
                  <a:lnTo>
                    <a:pt x="315213" y="398906"/>
                  </a:lnTo>
                  <a:lnTo>
                    <a:pt x="296671" y="398906"/>
                  </a:lnTo>
                  <a:lnTo>
                    <a:pt x="293768" y="414976"/>
                  </a:lnTo>
                  <a:lnTo>
                    <a:pt x="290591" y="427926"/>
                  </a:lnTo>
                  <a:lnTo>
                    <a:pt x="287152" y="437733"/>
                  </a:lnTo>
                  <a:lnTo>
                    <a:pt x="283463" y="444373"/>
                  </a:lnTo>
                  <a:lnTo>
                    <a:pt x="278383" y="451230"/>
                  </a:lnTo>
                  <a:lnTo>
                    <a:pt x="271018" y="454532"/>
                  </a:lnTo>
                  <a:lnTo>
                    <a:pt x="43433" y="454532"/>
                  </a:lnTo>
                  <a:lnTo>
                    <a:pt x="205231" y="235076"/>
                  </a:lnTo>
                  <a:lnTo>
                    <a:pt x="205231" y="219837"/>
                  </a:lnTo>
                  <a:lnTo>
                    <a:pt x="55371" y="16382"/>
                  </a:lnTo>
                  <a:lnTo>
                    <a:pt x="253492" y="16382"/>
                  </a:lnTo>
                  <a:lnTo>
                    <a:pt x="284184" y="40505"/>
                  </a:lnTo>
                  <a:lnTo>
                    <a:pt x="291845" y="74294"/>
                  </a:lnTo>
                  <a:lnTo>
                    <a:pt x="308482" y="74294"/>
                  </a:lnTo>
                  <a:lnTo>
                    <a:pt x="308482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473452" y="1603247"/>
              <a:ext cx="183515" cy="133350"/>
            </a:xfrm>
            <a:custGeom>
              <a:avLst/>
              <a:gdLst/>
              <a:ahLst/>
              <a:cxnLst/>
              <a:rect l="l" t="t" r="r" b="b"/>
              <a:pathLst>
                <a:path w="183514" h="133350">
                  <a:moveTo>
                    <a:pt x="42164" y="0"/>
                  </a:moveTo>
                  <a:lnTo>
                    <a:pt x="23622" y="0"/>
                  </a:lnTo>
                  <a:lnTo>
                    <a:pt x="19177" y="19939"/>
                  </a:lnTo>
                  <a:lnTo>
                    <a:pt x="37592" y="19939"/>
                  </a:lnTo>
                  <a:lnTo>
                    <a:pt x="42164" y="0"/>
                  </a:lnTo>
                  <a:close/>
                </a:path>
                <a:path w="183514" h="133350">
                  <a:moveTo>
                    <a:pt x="45720" y="115316"/>
                  </a:moveTo>
                  <a:lnTo>
                    <a:pt x="39370" y="109220"/>
                  </a:lnTo>
                  <a:lnTo>
                    <a:pt x="35814" y="113030"/>
                  </a:lnTo>
                  <a:lnTo>
                    <a:pt x="31369" y="117094"/>
                  </a:lnTo>
                  <a:lnTo>
                    <a:pt x="30099" y="117983"/>
                  </a:lnTo>
                  <a:lnTo>
                    <a:pt x="29298" y="118618"/>
                  </a:lnTo>
                  <a:lnTo>
                    <a:pt x="28600" y="119126"/>
                  </a:lnTo>
                  <a:lnTo>
                    <a:pt x="27686" y="119634"/>
                  </a:lnTo>
                  <a:lnTo>
                    <a:pt x="26250" y="120142"/>
                  </a:lnTo>
                  <a:lnTo>
                    <a:pt x="24828" y="120777"/>
                  </a:lnTo>
                  <a:lnTo>
                    <a:pt x="21551" y="120777"/>
                  </a:lnTo>
                  <a:lnTo>
                    <a:pt x="19812" y="120142"/>
                  </a:lnTo>
                  <a:lnTo>
                    <a:pt x="18923" y="119126"/>
                  </a:lnTo>
                  <a:lnTo>
                    <a:pt x="17907" y="118110"/>
                  </a:lnTo>
                  <a:lnTo>
                    <a:pt x="17399" y="116332"/>
                  </a:lnTo>
                  <a:lnTo>
                    <a:pt x="17399" y="112268"/>
                  </a:lnTo>
                  <a:lnTo>
                    <a:pt x="17780" y="109220"/>
                  </a:lnTo>
                  <a:lnTo>
                    <a:pt x="17907" y="108204"/>
                  </a:lnTo>
                  <a:lnTo>
                    <a:pt x="18288" y="105918"/>
                  </a:lnTo>
                  <a:lnTo>
                    <a:pt x="18923" y="103124"/>
                  </a:lnTo>
                  <a:lnTo>
                    <a:pt x="19812" y="99441"/>
                  </a:lnTo>
                  <a:lnTo>
                    <a:pt x="33528" y="37465"/>
                  </a:lnTo>
                  <a:lnTo>
                    <a:pt x="28956" y="37465"/>
                  </a:lnTo>
                  <a:lnTo>
                    <a:pt x="2032" y="38481"/>
                  </a:lnTo>
                  <a:lnTo>
                    <a:pt x="863" y="44958"/>
                  </a:lnTo>
                  <a:lnTo>
                    <a:pt x="4953" y="44958"/>
                  </a:lnTo>
                  <a:lnTo>
                    <a:pt x="7747" y="45593"/>
                  </a:lnTo>
                  <a:lnTo>
                    <a:pt x="9271" y="46609"/>
                  </a:lnTo>
                  <a:lnTo>
                    <a:pt x="10922" y="47752"/>
                  </a:lnTo>
                  <a:lnTo>
                    <a:pt x="11684" y="49530"/>
                  </a:lnTo>
                  <a:lnTo>
                    <a:pt x="11684" y="54610"/>
                  </a:lnTo>
                  <a:lnTo>
                    <a:pt x="11303" y="57531"/>
                  </a:lnTo>
                  <a:lnTo>
                    <a:pt x="10795" y="60833"/>
                  </a:lnTo>
                  <a:lnTo>
                    <a:pt x="10160" y="64389"/>
                  </a:lnTo>
                  <a:lnTo>
                    <a:pt x="9398" y="67945"/>
                  </a:lnTo>
                  <a:lnTo>
                    <a:pt x="8636" y="71628"/>
                  </a:lnTo>
                  <a:lnTo>
                    <a:pt x="7747" y="75565"/>
                  </a:lnTo>
                  <a:lnTo>
                    <a:pt x="6858" y="79375"/>
                  </a:lnTo>
                  <a:lnTo>
                    <a:pt x="5842" y="83185"/>
                  </a:lnTo>
                  <a:lnTo>
                    <a:pt x="4064" y="91059"/>
                  </a:lnTo>
                  <a:lnTo>
                    <a:pt x="3175" y="94742"/>
                  </a:lnTo>
                  <a:lnTo>
                    <a:pt x="1651" y="101854"/>
                  </a:lnTo>
                  <a:lnTo>
                    <a:pt x="1016" y="105156"/>
                  </a:lnTo>
                  <a:lnTo>
                    <a:pt x="0" y="111252"/>
                  </a:lnTo>
                  <a:lnTo>
                    <a:pt x="25" y="120142"/>
                  </a:lnTo>
                  <a:lnTo>
                    <a:pt x="127" y="120777"/>
                  </a:lnTo>
                  <a:lnTo>
                    <a:pt x="889" y="122809"/>
                  </a:lnTo>
                  <a:lnTo>
                    <a:pt x="1651" y="124968"/>
                  </a:lnTo>
                  <a:lnTo>
                    <a:pt x="2667" y="126746"/>
                  </a:lnTo>
                  <a:lnTo>
                    <a:pt x="4064" y="128270"/>
                  </a:lnTo>
                  <a:lnTo>
                    <a:pt x="5334" y="129794"/>
                  </a:lnTo>
                  <a:lnTo>
                    <a:pt x="6985" y="131064"/>
                  </a:lnTo>
                  <a:lnTo>
                    <a:pt x="8890" y="131826"/>
                  </a:lnTo>
                  <a:lnTo>
                    <a:pt x="11061" y="132842"/>
                  </a:lnTo>
                  <a:lnTo>
                    <a:pt x="11328" y="132842"/>
                  </a:lnTo>
                  <a:lnTo>
                    <a:pt x="12954" y="133223"/>
                  </a:lnTo>
                  <a:lnTo>
                    <a:pt x="17780" y="133223"/>
                  </a:lnTo>
                  <a:lnTo>
                    <a:pt x="40157" y="120777"/>
                  </a:lnTo>
                  <a:lnTo>
                    <a:pt x="42418" y="118618"/>
                  </a:lnTo>
                  <a:lnTo>
                    <a:pt x="45720" y="115316"/>
                  </a:lnTo>
                  <a:close/>
                </a:path>
                <a:path w="183514" h="133350">
                  <a:moveTo>
                    <a:pt x="183388" y="90170"/>
                  </a:moveTo>
                  <a:lnTo>
                    <a:pt x="76200" y="90170"/>
                  </a:lnTo>
                  <a:lnTo>
                    <a:pt x="76200" y="104394"/>
                  </a:lnTo>
                  <a:lnTo>
                    <a:pt x="183388" y="104394"/>
                  </a:lnTo>
                  <a:lnTo>
                    <a:pt x="183388" y="90170"/>
                  </a:lnTo>
                  <a:close/>
                </a:path>
                <a:path w="183514" h="133350">
                  <a:moveTo>
                    <a:pt x="183388" y="49784"/>
                  </a:moveTo>
                  <a:lnTo>
                    <a:pt x="76200" y="49784"/>
                  </a:lnTo>
                  <a:lnTo>
                    <a:pt x="76200" y="64008"/>
                  </a:lnTo>
                  <a:lnTo>
                    <a:pt x="183388" y="64008"/>
                  </a:lnTo>
                  <a:lnTo>
                    <a:pt x="183388" y="49784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2693797" y="1614932"/>
              <a:ext cx="78993" cy="11976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28188" y="925449"/>
              <a:ext cx="171069" cy="96647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2857754" y="1126489"/>
            <a:ext cx="2513965" cy="421640"/>
            <a:chOff x="2857754" y="1126489"/>
            <a:chExt cx="2513965" cy="421640"/>
          </a:xfrm>
        </p:grpSpPr>
        <p:sp>
          <p:nvSpPr>
            <p:cNvPr id="20" name="object 20"/>
            <p:cNvSpPr/>
            <p:nvPr/>
          </p:nvSpPr>
          <p:spPr>
            <a:xfrm>
              <a:off x="2857754" y="1126489"/>
              <a:ext cx="60325" cy="421640"/>
            </a:xfrm>
            <a:custGeom>
              <a:avLst/>
              <a:gdLst/>
              <a:ahLst/>
              <a:cxnLst/>
              <a:rect l="l" t="t" r="r" b="b"/>
              <a:pathLst>
                <a:path w="60325" h="421640">
                  <a:moveTo>
                    <a:pt x="59817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411480"/>
                  </a:lnTo>
                  <a:lnTo>
                    <a:pt x="0" y="421640"/>
                  </a:lnTo>
                  <a:lnTo>
                    <a:pt x="59817" y="421640"/>
                  </a:lnTo>
                  <a:lnTo>
                    <a:pt x="59817" y="411480"/>
                  </a:lnTo>
                  <a:lnTo>
                    <a:pt x="23241" y="411480"/>
                  </a:lnTo>
                  <a:lnTo>
                    <a:pt x="23241" y="11430"/>
                  </a:lnTo>
                  <a:lnTo>
                    <a:pt x="59817" y="11430"/>
                  </a:lnTo>
                  <a:lnTo>
                    <a:pt x="59817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947041" y="1126489"/>
              <a:ext cx="2424170" cy="421639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5467350" y="1257299"/>
            <a:ext cx="154940" cy="161290"/>
          </a:xfrm>
          <a:custGeom>
            <a:avLst/>
            <a:gdLst/>
            <a:ahLst/>
            <a:cxnLst/>
            <a:rect l="l" t="t" r="r" b="b"/>
            <a:pathLst>
              <a:path w="154939" h="161290">
                <a:moveTo>
                  <a:pt x="154686" y="72390"/>
                </a:moveTo>
                <a:lnTo>
                  <a:pt x="86233" y="72390"/>
                </a:lnTo>
                <a:lnTo>
                  <a:pt x="86233" y="0"/>
                </a:lnTo>
                <a:lnTo>
                  <a:pt x="68453" y="0"/>
                </a:lnTo>
                <a:lnTo>
                  <a:pt x="68453" y="72390"/>
                </a:lnTo>
                <a:lnTo>
                  <a:pt x="0" y="72390"/>
                </a:lnTo>
                <a:lnTo>
                  <a:pt x="0" y="88900"/>
                </a:lnTo>
                <a:lnTo>
                  <a:pt x="68453" y="88900"/>
                </a:lnTo>
                <a:lnTo>
                  <a:pt x="68453" y="161290"/>
                </a:lnTo>
                <a:lnTo>
                  <a:pt x="86233" y="161290"/>
                </a:lnTo>
                <a:lnTo>
                  <a:pt x="86233" y="88900"/>
                </a:lnTo>
                <a:lnTo>
                  <a:pt x="154686" y="88900"/>
                </a:lnTo>
                <a:lnTo>
                  <a:pt x="154686" y="7239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686678" y="1325117"/>
            <a:ext cx="219075" cy="19050"/>
          </a:xfrm>
          <a:custGeom>
            <a:avLst/>
            <a:gdLst/>
            <a:ahLst/>
            <a:cxnLst/>
            <a:rect l="l" t="t" r="r" b="b"/>
            <a:pathLst>
              <a:path w="219075" h="19050">
                <a:moveTo>
                  <a:pt x="219075" y="0"/>
                </a:moveTo>
                <a:lnTo>
                  <a:pt x="0" y="0"/>
                </a:lnTo>
                <a:lnTo>
                  <a:pt x="0" y="19050"/>
                </a:lnTo>
                <a:lnTo>
                  <a:pt x="219075" y="19050"/>
                </a:lnTo>
                <a:lnTo>
                  <a:pt x="2190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4" name="object 2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5726684" y="1040638"/>
            <a:ext cx="129412" cy="181737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689727" y="1460119"/>
            <a:ext cx="209550" cy="12420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791641" y="2124710"/>
            <a:ext cx="113830" cy="181609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1008278" y="2196464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40" h="69214">
                <a:moveTo>
                  <a:pt x="154711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711" y="68834"/>
                </a:lnTo>
                <a:lnTo>
                  <a:pt x="154711" y="52070"/>
                </a:lnTo>
                <a:close/>
              </a:path>
              <a:path w="154940" h="69214">
                <a:moveTo>
                  <a:pt x="154711" y="0"/>
                </a:moveTo>
                <a:lnTo>
                  <a:pt x="0" y="0"/>
                </a:lnTo>
                <a:lnTo>
                  <a:pt x="0" y="16637"/>
                </a:lnTo>
                <a:lnTo>
                  <a:pt x="154711" y="16637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8" name="object 28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1267890" y="2124710"/>
            <a:ext cx="113869" cy="181609"/>
          </a:xfrm>
          <a:prstGeom prst="rect">
            <a:avLst/>
          </a:prstGeom>
        </p:spPr>
      </p:pic>
      <p:sp>
        <p:nvSpPr>
          <p:cNvPr id="29" name="object 29"/>
          <p:cNvSpPr/>
          <p:nvPr/>
        </p:nvSpPr>
        <p:spPr>
          <a:xfrm>
            <a:off x="1474977" y="2222435"/>
            <a:ext cx="154940" cy="17145"/>
          </a:xfrm>
          <a:custGeom>
            <a:avLst/>
            <a:gdLst/>
            <a:ahLst/>
            <a:cxnLst/>
            <a:rect l="l" t="t" r="r" b="b"/>
            <a:pathLst>
              <a:path w="154939" h="17144">
                <a:moveTo>
                  <a:pt x="154711" y="0"/>
                </a:moveTo>
                <a:lnTo>
                  <a:pt x="0" y="0"/>
                </a:lnTo>
                <a:lnTo>
                  <a:pt x="0" y="16701"/>
                </a:lnTo>
                <a:lnTo>
                  <a:pt x="154711" y="16701"/>
                </a:lnTo>
                <a:lnTo>
                  <a:pt x="15471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0" name="object 3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717167" y="2182241"/>
            <a:ext cx="136525" cy="124078"/>
          </a:xfrm>
          <a:prstGeom prst="rect">
            <a:avLst/>
          </a:prstGeom>
        </p:spPr>
      </p:pic>
      <p:grpSp>
        <p:nvGrpSpPr>
          <p:cNvPr id="31" name="object 31"/>
          <p:cNvGrpSpPr/>
          <p:nvPr/>
        </p:nvGrpSpPr>
        <p:grpSpPr>
          <a:xfrm>
            <a:off x="1903983" y="1985391"/>
            <a:ext cx="4711700" cy="2045335"/>
            <a:chOff x="1903983" y="1985391"/>
            <a:chExt cx="4711700" cy="2045335"/>
          </a:xfrm>
        </p:grpSpPr>
        <p:sp>
          <p:nvSpPr>
            <p:cNvPr id="32" name="object 32"/>
            <p:cNvSpPr/>
            <p:nvPr/>
          </p:nvSpPr>
          <p:spPr>
            <a:xfrm>
              <a:off x="1903984" y="1985390"/>
              <a:ext cx="575945" cy="491490"/>
            </a:xfrm>
            <a:custGeom>
              <a:avLst/>
              <a:gdLst/>
              <a:ahLst/>
              <a:cxnLst/>
              <a:rect l="l" t="t" r="r" b="b"/>
              <a:pathLst>
                <a:path w="575944" h="491489">
                  <a:moveTo>
                    <a:pt x="219075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219075" y="252222"/>
                  </a:lnTo>
                  <a:lnTo>
                    <a:pt x="219075" y="233172"/>
                  </a:lnTo>
                  <a:close/>
                </a:path>
                <a:path w="575944" h="491489">
                  <a:moveTo>
                    <a:pt x="575564" y="398907"/>
                  </a:moveTo>
                  <a:lnTo>
                    <a:pt x="557022" y="398907"/>
                  </a:lnTo>
                  <a:lnTo>
                    <a:pt x="554113" y="414985"/>
                  </a:lnTo>
                  <a:lnTo>
                    <a:pt x="550938" y="427926"/>
                  </a:lnTo>
                  <a:lnTo>
                    <a:pt x="547497" y="437743"/>
                  </a:lnTo>
                  <a:lnTo>
                    <a:pt x="543814" y="444373"/>
                  </a:lnTo>
                  <a:lnTo>
                    <a:pt x="538734" y="451104"/>
                  </a:lnTo>
                  <a:lnTo>
                    <a:pt x="531368" y="454533"/>
                  </a:lnTo>
                  <a:lnTo>
                    <a:pt x="303911" y="454533"/>
                  </a:lnTo>
                  <a:lnTo>
                    <a:pt x="465582" y="235077"/>
                  </a:lnTo>
                  <a:lnTo>
                    <a:pt x="465582" y="219837"/>
                  </a:lnTo>
                  <a:lnTo>
                    <a:pt x="315849" y="16383"/>
                  </a:lnTo>
                  <a:lnTo>
                    <a:pt x="513969" y="16383"/>
                  </a:lnTo>
                  <a:lnTo>
                    <a:pt x="544639" y="40513"/>
                  </a:lnTo>
                  <a:lnTo>
                    <a:pt x="552196" y="74295"/>
                  </a:lnTo>
                  <a:lnTo>
                    <a:pt x="568833" y="74295"/>
                  </a:lnTo>
                  <a:lnTo>
                    <a:pt x="568833" y="0"/>
                  </a:lnTo>
                  <a:lnTo>
                    <a:pt x="265557" y="0"/>
                  </a:lnTo>
                  <a:lnTo>
                    <a:pt x="265557" y="11938"/>
                  </a:lnTo>
                  <a:lnTo>
                    <a:pt x="436372" y="240030"/>
                  </a:lnTo>
                  <a:lnTo>
                    <a:pt x="260477" y="478536"/>
                  </a:lnTo>
                  <a:lnTo>
                    <a:pt x="260477" y="490982"/>
                  </a:lnTo>
                  <a:lnTo>
                    <a:pt x="569214" y="490982"/>
                  </a:lnTo>
                  <a:lnTo>
                    <a:pt x="575564" y="39890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2186051" y="2496692"/>
              <a:ext cx="184150" cy="133350"/>
            </a:xfrm>
            <a:custGeom>
              <a:avLst/>
              <a:gdLst/>
              <a:ahLst/>
              <a:cxnLst/>
              <a:rect l="l" t="t" r="r" b="b"/>
              <a:pathLst>
                <a:path w="184150" h="133350">
                  <a:moveTo>
                    <a:pt x="42418" y="0"/>
                  </a:moveTo>
                  <a:lnTo>
                    <a:pt x="23876" y="0"/>
                  </a:lnTo>
                  <a:lnTo>
                    <a:pt x="19558" y="19939"/>
                  </a:lnTo>
                  <a:lnTo>
                    <a:pt x="37973" y="19939"/>
                  </a:lnTo>
                  <a:lnTo>
                    <a:pt x="42418" y="0"/>
                  </a:lnTo>
                  <a:close/>
                </a:path>
                <a:path w="184150" h="133350">
                  <a:moveTo>
                    <a:pt x="45974" y="115316"/>
                  </a:moveTo>
                  <a:lnTo>
                    <a:pt x="39624" y="109093"/>
                  </a:lnTo>
                  <a:lnTo>
                    <a:pt x="37846" y="111252"/>
                  </a:lnTo>
                  <a:lnTo>
                    <a:pt x="34671" y="114427"/>
                  </a:lnTo>
                  <a:lnTo>
                    <a:pt x="31750" y="117094"/>
                  </a:lnTo>
                  <a:lnTo>
                    <a:pt x="29210" y="118872"/>
                  </a:lnTo>
                  <a:lnTo>
                    <a:pt x="27940" y="119634"/>
                  </a:lnTo>
                  <a:lnTo>
                    <a:pt x="26797" y="120015"/>
                  </a:lnTo>
                  <a:lnTo>
                    <a:pt x="25527" y="120650"/>
                  </a:lnTo>
                  <a:lnTo>
                    <a:pt x="21590" y="120650"/>
                  </a:lnTo>
                  <a:lnTo>
                    <a:pt x="20193" y="120142"/>
                  </a:lnTo>
                  <a:lnTo>
                    <a:pt x="19177" y="119126"/>
                  </a:lnTo>
                  <a:lnTo>
                    <a:pt x="18161" y="117983"/>
                  </a:lnTo>
                  <a:lnTo>
                    <a:pt x="17780" y="116332"/>
                  </a:lnTo>
                  <a:lnTo>
                    <a:pt x="17907" y="110236"/>
                  </a:lnTo>
                  <a:lnTo>
                    <a:pt x="18288" y="108077"/>
                  </a:lnTo>
                  <a:lnTo>
                    <a:pt x="18542" y="105918"/>
                  </a:lnTo>
                  <a:lnTo>
                    <a:pt x="19177" y="102997"/>
                  </a:lnTo>
                  <a:lnTo>
                    <a:pt x="20066" y="99441"/>
                  </a:lnTo>
                  <a:lnTo>
                    <a:pt x="33782" y="37465"/>
                  </a:lnTo>
                  <a:lnTo>
                    <a:pt x="29210" y="37465"/>
                  </a:lnTo>
                  <a:lnTo>
                    <a:pt x="2286" y="38481"/>
                  </a:lnTo>
                  <a:lnTo>
                    <a:pt x="1117" y="44958"/>
                  </a:lnTo>
                  <a:lnTo>
                    <a:pt x="5207" y="44958"/>
                  </a:lnTo>
                  <a:lnTo>
                    <a:pt x="8001" y="45466"/>
                  </a:lnTo>
                  <a:lnTo>
                    <a:pt x="9652" y="46609"/>
                  </a:lnTo>
                  <a:lnTo>
                    <a:pt x="11176" y="47752"/>
                  </a:lnTo>
                  <a:lnTo>
                    <a:pt x="12065" y="49530"/>
                  </a:lnTo>
                  <a:lnTo>
                    <a:pt x="12065" y="54102"/>
                  </a:lnTo>
                  <a:lnTo>
                    <a:pt x="11938" y="54610"/>
                  </a:lnTo>
                  <a:lnTo>
                    <a:pt x="11684" y="57531"/>
                  </a:lnTo>
                  <a:lnTo>
                    <a:pt x="11176" y="60833"/>
                  </a:lnTo>
                  <a:lnTo>
                    <a:pt x="10414" y="64389"/>
                  </a:lnTo>
                  <a:lnTo>
                    <a:pt x="9779" y="67945"/>
                  </a:lnTo>
                  <a:lnTo>
                    <a:pt x="8890" y="71628"/>
                  </a:lnTo>
                  <a:lnTo>
                    <a:pt x="8001" y="75438"/>
                  </a:lnTo>
                  <a:lnTo>
                    <a:pt x="7112" y="79375"/>
                  </a:lnTo>
                  <a:lnTo>
                    <a:pt x="6223" y="83185"/>
                  </a:lnTo>
                  <a:lnTo>
                    <a:pt x="5207" y="87122"/>
                  </a:lnTo>
                  <a:lnTo>
                    <a:pt x="4318" y="91059"/>
                  </a:lnTo>
                  <a:lnTo>
                    <a:pt x="3429" y="94742"/>
                  </a:lnTo>
                  <a:lnTo>
                    <a:pt x="1905" y="101854"/>
                  </a:lnTo>
                  <a:lnTo>
                    <a:pt x="1270" y="105156"/>
                  </a:lnTo>
                  <a:lnTo>
                    <a:pt x="254" y="111252"/>
                  </a:lnTo>
                  <a:lnTo>
                    <a:pt x="0" y="113792"/>
                  </a:lnTo>
                  <a:lnTo>
                    <a:pt x="76" y="118872"/>
                  </a:lnTo>
                  <a:lnTo>
                    <a:pt x="203" y="119634"/>
                  </a:lnTo>
                  <a:lnTo>
                    <a:pt x="266" y="120015"/>
                  </a:lnTo>
                  <a:lnTo>
                    <a:pt x="13208" y="133096"/>
                  </a:lnTo>
                  <a:lnTo>
                    <a:pt x="18161" y="133096"/>
                  </a:lnTo>
                  <a:lnTo>
                    <a:pt x="29718" y="129159"/>
                  </a:lnTo>
                  <a:lnTo>
                    <a:pt x="32131" y="127762"/>
                  </a:lnTo>
                  <a:lnTo>
                    <a:pt x="34544" y="125857"/>
                  </a:lnTo>
                  <a:lnTo>
                    <a:pt x="39878" y="121285"/>
                  </a:lnTo>
                  <a:lnTo>
                    <a:pt x="40563" y="120650"/>
                  </a:lnTo>
                  <a:lnTo>
                    <a:pt x="42799" y="118618"/>
                  </a:lnTo>
                  <a:lnTo>
                    <a:pt x="45974" y="115316"/>
                  </a:lnTo>
                  <a:close/>
                </a:path>
                <a:path w="184150" h="133350">
                  <a:moveTo>
                    <a:pt x="183642" y="90170"/>
                  </a:moveTo>
                  <a:lnTo>
                    <a:pt x="76581" y="90170"/>
                  </a:lnTo>
                  <a:lnTo>
                    <a:pt x="76581" y="104394"/>
                  </a:lnTo>
                  <a:lnTo>
                    <a:pt x="183642" y="104394"/>
                  </a:lnTo>
                  <a:lnTo>
                    <a:pt x="183642" y="90170"/>
                  </a:lnTo>
                  <a:close/>
                </a:path>
                <a:path w="184150" h="133350">
                  <a:moveTo>
                    <a:pt x="183642" y="49657"/>
                  </a:moveTo>
                  <a:lnTo>
                    <a:pt x="76581" y="49657"/>
                  </a:lnTo>
                  <a:lnTo>
                    <a:pt x="76581" y="63881"/>
                  </a:lnTo>
                  <a:lnTo>
                    <a:pt x="183642" y="63881"/>
                  </a:lnTo>
                  <a:lnTo>
                    <a:pt x="183642" y="49657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06776" y="2508377"/>
              <a:ext cx="78867" cy="119761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17145" y="2065147"/>
              <a:ext cx="1946771" cy="321944"/>
            </a:xfrm>
            <a:prstGeom prst="rect">
              <a:avLst/>
            </a:prstGeom>
          </p:spPr>
        </p:pic>
        <p:pic>
          <p:nvPicPr>
            <p:cNvPr id="36" name="object 36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453130" y="2932980"/>
              <a:ext cx="488949" cy="384640"/>
            </a:xfrm>
            <a:prstGeom prst="rect">
              <a:avLst/>
            </a:prstGeom>
          </p:spPr>
        </p:pic>
        <p:pic>
          <p:nvPicPr>
            <p:cNvPr id="37" name="object 37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338066" y="2948558"/>
              <a:ext cx="1030478" cy="425450"/>
            </a:xfrm>
            <a:prstGeom prst="rect">
              <a:avLst/>
            </a:prstGeom>
          </p:spPr>
        </p:pic>
        <p:pic>
          <p:nvPicPr>
            <p:cNvPr id="38" name="object 38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5458968" y="2904998"/>
              <a:ext cx="1156589" cy="486918"/>
            </a:xfrm>
            <a:prstGeom prst="rect">
              <a:avLst/>
            </a:prstGeom>
          </p:spPr>
        </p:pic>
        <p:pic>
          <p:nvPicPr>
            <p:cNvPr id="39" name="object 39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3410286" y="2835402"/>
              <a:ext cx="3062014" cy="1195120"/>
            </a:xfrm>
            <a:prstGeom prst="rect">
              <a:avLst/>
            </a:prstGeom>
          </p:spPr>
        </p:pic>
      </p:grpSp>
      <p:pic>
        <p:nvPicPr>
          <p:cNvPr id="40" name="object 40"/>
          <p:cNvPicPr/>
          <p:nvPr/>
        </p:nvPicPr>
        <p:blipFill>
          <a:blip r:embed="rId22" cstate="print"/>
          <a:stretch>
            <a:fillRect/>
          </a:stretch>
        </p:blipFill>
        <p:spPr>
          <a:xfrm>
            <a:off x="1964435" y="1940432"/>
            <a:ext cx="99949" cy="173355"/>
          </a:xfrm>
          <a:prstGeom prst="rect">
            <a:avLst/>
          </a:prstGeom>
        </p:spPr>
      </p:pic>
      <p:pic>
        <p:nvPicPr>
          <p:cNvPr id="41" name="object 41"/>
          <p:cNvPicPr/>
          <p:nvPr/>
        </p:nvPicPr>
        <p:blipFill>
          <a:blip r:embed="rId23" cstate="print"/>
          <a:stretch>
            <a:fillRect/>
          </a:stretch>
        </p:blipFill>
        <p:spPr>
          <a:xfrm>
            <a:off x="1907032" y="2353564"/>
            <a:ext cx="209550" cy="124206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2241169" y="1818767"/>
            <a:ext cx="170942" cy="96647"/>
          </a:xfrm>
          <a:prstGeom prst="rect">
            <a:avLst/>
          </a:prstGeom>
        </p:spPr>
      </p:pic>
      <p:sp>
        <p:nvSpPr>
          <p:cNvPr id="43" name="object 43"/>
          <p:cNvSpPr txBox="1"/>
          <p:nvPr/>
        </p:nvSpPr>
        <p:spPr>
          <a:xfrm>
            <a:off x="606107" y="697547"/>
            <a:ext cx="101854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00">
                <a:latin typeface="Verdana"/>
                <a:cs typeface="Verdana"/>
              </a:rPr>
              <a:t>repeat</a:t>
            </a:r>
            <a:r>
              <a:rPr dirty="0" sz="1800" spc="15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{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44" name="object 44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1415541" y="2936494"/>
            <a:ext cx="1794752" cy="1575384"/>
          </a:xfrm>
          <a:prstGeom prst="rect">
            <a:avLst/>
          </a:prstGeom>
        </p:spPr>
      </p:pic>
      <p:sp>
        <p:nvSpPr>
          <p:cNvPr id="45" name="object 45"/>
          <p:cNvSpPr txBox="1"/>
          <p:nvPr/>
        </p:nvSpPr>
        <p:spPr>
          <a:xfrm>
            <a:off x="1529714" y="3505517"/>
            <a:ext cx="1401445" cy="52578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algn="r" marR="74930">
              <a:lnSpc>
                <a:spcPts val="1950"/>
              </a:lnSpc>
              <a:spcBef>
                <a:spcPts val="125"/>
              </a:spcBef>
            </a:pPr>
            <a:r>
              <a:rPr dirty="0" sz="2000" spc="-50">
                <a:solidFill>
                  <a:srgbClr val="7030A0"/>
                </a:solidFill>
                <a:latin typeface="Cambria Math"/>
                <a:cs typeface="Cambria Math"/>
              </a:rPr>
              <a:t>𝜆</a:t>
            </a:r>
            <a:endParaRPr sz="2000">
              <a:latin typeface="Cambria Math"/>
              <a:cs typeface="Cambria Math"/>
            </a:endParaRPr>
          </a:p>
          <a:p>
            <a:pPr marL="50800">
              <a:lnSpc>
                <a:spcPts val="1950"/>
              </a:lnSpc>
              <a:tabLst>
                <a:tab pos="498475" algn="l"/>
              </a:tabLst>
            </a:pP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	</a:t>
            </a:r>
            <a:r>
              <a:rPr dirty="0" sz="2000">
                <a:latin typeface="Cambria Math"/>
                <a:cs typeface="Cambria Math"/>
              </a:rPr>
              <a:t>1</a:t>
            </a:r>
            <a:r>
              <a:rPr dirty="0" sz="2000" spc="1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 </a:t>
            </a:r>
            <a:r>
              <a:rPr dirty="0" sz="200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r>
              <a:rPr dirty="0" sz="2000" spc="-7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-37500" sz="3000" spc="-75">
                <a:solidFill>
                  <a:srgbClr val="0096FF"/>
                </a:solidFill>
                <a:latin typeface="Cambria Math"/>
                <a:cs typeface="Cambria Math"/>
              </a:rPr>
              <a:t>𝑚</a:t>
            </a:r>
            <a:endParaRPr baseline="-37500" sz="3000">
              <a:latin typeface="Cambria Math"/>
              <a:cs typeface="Cambria Math"/>
            </a:endParaRPr>
          </a:p>
        </p:txBody>
      </p:sp>
      <p:pic>
        <p:nvPicPr>
          <p:cNvPr id="46" name="object 46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686117" y="3079242"/>
            <a:ext cx="347865" cy="263144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1169187" y="3108198"/>
            <a:ext cx="125958" cy="109093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28" cstate="print"/>
          <a:stretch>
            <a:fillRect/>
          </a:stretch>
        </p:blipFill>
        <p:spPr>
          <a:xfrm>
            <a:off x="3264408" y="3128264"/>
            <a:ext cx="87756" cy="26416"/>
          </a:xfrm>
          <a:prstGeom prst="rect">
            <a:avLst/>
          </a:prstGeom>
        </p:spPr>
      </p:pic>
      <p:grpSp>
        <p:nvGrpSpPr>
          <p:cNvPr id="49" name="object 49"/>
          <p:cNvGrpSpPr/>
          <p:nvPr/>
        </p:nvGrpSpPr>
        <p:grpSpPr>
          <a:xfrm>
            <a:off x="1427352" y="3027679"/>
            <a:ext cx="716280" cy="1134745"/>
            <a:chOff x="1427352" y="3027679"/>
            <a:chExt cx="716280" cy="1134745"/>
          </a:xfrm>
        </p:grpSpPr>
        <p:pic>
          <p:nvPicPr>
            <p:cNvPr id="50" name="object 50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1427352" y="3027679"/>
              <a:ext cx="408520" cy="295020"/>
            </a:xfrm>
            <a:prstGeom prst="rect">
              <a:avLst/>
            </a:prstGeom>
          </p:spPr>
        </p:pic>
        <p:pic>
          <p:nvPicPr>
            <p:cNvPr id="51" name="object 51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1938063" y="3113785"/>
              <a:ext cx="153372" cy="33400"/>
            </a:xfrm>
            <a:prstGeom prst="rect">
              <a:avLst/>
            </a:prstGeom>
          </p:spPr>
        </p:pic>
        <p:pic>
          <p:nvPicPr>
            <p:cNvPr id="52" name="object 52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2000250" y="4029074"/>
              <a:ext cx="142875" cy="133350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710565" y="2556827"/>
            <a:ext cx="233489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Verdana"/>
                <a:cs typeface="Verdana"/>
              </a:rPr>
              <a:t>}</a:t>
            </a:r>
            <a:r>
              <a:rPr dirty="0" sz="2000" spc="-465">
                <a:latin typeface="Verdana"/>
                <a:cs typeface="Verdana"/>
              </a:rPr>
              <a:t> </a:t>
            </a:r>
            <a:r>
              <a:rPr dirty="0" sz="1550">
                <a:latin typeface="Verdana"/>
                <a:cs typeface="Verdana"/>
              </a:rPr>
              <a:t>simultaneous</a:t>
            </a:r>
            <a:r>
              <a:rPr dirty="0" sz="1550" spc="295">
                <a:latin typeface="Verdana"/>
                <a:cs typeface="Verdana"/>
              </a:rPr>
              <a:t> </a:t>
            </a:r>
            <a:r>
              <a:rPr dirty="0" sz="1550" spc="-10">
                <a:latin typeface="Verdana"/>
                <a:cs typeface="Verdana"/>
              </a:rPr>
              <a:t>update</a:t>
            </a:r>
            <a:endParaRPr sz="1550">
              <a:latin typeface="Verdana"/>
              <a:cs typeface="Verdana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6834251" y="2424176"/>
            <a:ext cx="0" cy="1978025"/>
          </a:xfrm>
          <a:custGeom>
            <a:avLst/>
            <a:gdLst/>
            <a:ahLst/>
            <a:cxnLst/>
            <a:rect l="l" t="t" r="r" b="b"/>
            <a:pathLst>
              <a:path w="0" h="1978025">
                <a:moveTo>
                  <a:pt x="0" y="0"/>
                </a:moveTo>
                <a:lnTo>
                  <a:pt x="0" y="1977402"/>
                </a:lnTo>
              </a:path>
            </a:pathLst>
          </a:custGeom>
          <a:ln w="25400">
            <a:solidFill>
              <a:srgbClr val="58585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 descr="$PPTXTitle"/>
          <p:cNvSpPr txBox="1">
            <a:spLocks noGrp="1"/>
          </p:cNvSpPr>
          <p:nvPr>
            <p:ph type="title"/>
          </p:nvPr>
        </p:nvSpPr>
        <p:spPr>
          <a:xfrm>
            <a:off x="392429" y="213613"/>
            <a:ext cx="6043295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Implementing</a:t>
            </a:r>
            <a:r>
              <a:rPr dirty="0" spc="-75"/>
              <a:t> </a:t>
            </a:r>
            <a:r>
              <a:rPr dirty="0"/>
              <a:t>gradient</a:t>
            </a:r>
            <a:r>
              <a:rPr dirty="0" spc="-60"/>
              <a:t> </a:t>
            </a:r>
            <a:r>
              <a:rPr dirty="0" spc="-10"/>
              <a:t>descent</a:t>
            </a:r>
          </a:p>
        </p:txBody>
      </p:sp>
      <p:grpSp>
        <p:nvGrpSpPr>
          <p:cNvPr id="56" name="object 56"/>
          <p:cNvGrpSpPr/>
          <p:nvPr/>
        </p:nvGrpSpPr>
        <p:grpSpPr>
          <a:xfrm>
            <a:off x="7133208" y="2384679"/>
            <a:ext cx="984250" cy="810895"/>
            <a:chOff x="7133208" y="2384679"/>
            <a:chExt cx="984250" cy="810895"/>
          </a:xfrm>
        </p:grpSpPr>
        <p:pic>
          <p:nvPicPr>
            <p:cNvPr id="57" name="object 57"/>
            <p:cNvPicPr/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7460392" y="2384679"/>
              <a:ext cx="656906" cy="810768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33" cstate="print"/>
            <a:stretch>
              <a:fillRect/>
            </a:stretch>
          </p:blipFill>
          <p:spPr>
            <a:xfrm>
              <a:off x="7133208" y="2932811"/>
              <a:ext cx="382650" cy="142494"/>
            </a:xfrm>
            <a:prstGeom prst="rect">
              <a:avLst/>
            </a:prstGeom>
          </p:spPr>
        </p:pic>
      </p:grpSp>
      <p:pic>
        <p:nvPicPr>
          <p:cNvPr id="59" name="object 59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8185911" y="2925826"/>
            <a:ext cx="666369" cy="137922"/>
          </a:xfrm>
          <a:prstGeom prst="rect">
            <a:avLst/>
          </a:prstGeom>
        </p:spPr>
      </p:pic>
      <p:pic>
        <p:nvPicPr>
          <p:cNvPr id="60" name="object 60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7017734" y="3518153"/>
            <a:ext cx="268255" cy="199771"/>
          </a:xfrm>
          <a:prstGeom prst="rect">
            <a:avLst/>
          </a:prstGeom>
        </p:spPr>
      </p:pic>
      <p:pic>
        <p:nvPicPr>
          <p:cNvPr id="61" name="object 61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7665973" y="3857739"/>
            <a:ext cx="598931" cy="228003"/>
          </a:xfrm>
          <a:prstGeom prst="rect">
            <a:avLst/>
          </a:prstGeom>
        </p:spPr>
      </p:pic>
      <p:pic>
        <p:nvPicPr>
          <p:cNvPr id="62" name="object 62"/>
          <p:cNvPicPr/>
          <p:nvPr/>
        </p:nvPicPr>
        <p:blipFill>
          <a:blip r:embed="rId37" cstate="print"/>
          <a:stretch>
            <a:fillRect/>
          </a:stretch>
        </p:blipFill>
        <p:spPr>
          <a:xfrm>
            <a:off x="8336216" y="3861257"/>
            <a:ext cx="82740" cy="187959"/>
          </a:xfrm>
          <a:prstGeom prst="rect">
            <a:avLst/>
          </a:prstGeom>
        </p:spPr>
      </p:pic>
      <p:pic>
        <p:nvPicPr>
          <p:cNvPr id="63" name="object 63"/>
          <p:cNvPicPr/>
          <p:nvPr/>
        </p:nvPicPr>
        <p:blipFill>
          <a:blip r:embed="rId38" cstate="print"/>
          <a:stretch>
            <a:fillRect/>
          </a:stretch>
        </p:blipFill>
        <p:spPr>
          <a:xfrm>
            <a:off x="7368413" y="3419347"/>
            <a:ext cx="1299209" cy="320039"/>
          </a:xfrm>
          <a:prstGeom prst="rect">
            <a:avLst/>
          </a:prstGeom>
        </p:spPr>
      </p:pic>
      <p:pic>
        <p:nvPicPr>
          <p:cNvPr id="64" name="object 64"/>
          <p:cNvPicPr/>
          <p:nvPr/>
        </p:nvPicPr>
        <p:blipFill>
          <a:blip r:embed="rId39" cstate="print"/>
          <a:stretch>
            <a:fillRect/>
          </a:stretch>
        </p:blipFill>
        <p:spPr>
          <a:xfrm>
            <a:off x="800100" y="1590675"/>
            <a:ext cx="133350" cy="123825"/>
          </a:xfrm>
          <a:prstGeom prst="rect">
            <a:avLst/>
          </a:prstGeom>
        </p:spPr>
      </p:pic>
      <p:grpSp>
        <p:nvGrpSpPr>
          <p:cNvPr id="65" name="object 65"/>
          <p:cNvGrpSpPr/>
          <p:nvPr/>
        </p:nvGrpSpPr>
        <p:grpSpPr>
          <a:xfrm>
            <a:off x="3154172" y="2630423"/>
            <a:ext cx="697230" cy="998855"/>
            <a:chOff x="3154172" y="2630423"/>
            <a:chExt cx="697230" cy="998855"/>
          </a:xfrm>
        </p:grpSpPr>
        <p:pic>
          <p:nvPicPr>
            <p:cNvPr id="66" name="object 66"/>
            <p:cNvPicPr/>
            <p:nvPr/>
          </p:nvPicPr>
          <p:blipFill>
            <a:blip r:embed="rId40" cstate="print"/>
            <a:stretch>
              <a:fillRect/>
            </a:stretch>
          </p:blipFill>
          <p:spPr>
            <a:xfrm>
              <a:off x="3154172" y="2630423"/>
              <a:ext cx="78739" cy="23685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41" cstate="print"/>
            <a:stretch>
              <a:fillRect/>
            </a:stretch>
          </p:blipFill>
          <p:spPr>
            <a:xfrm>
              <a:off x="3300349" y="2653283"/>
              <a:ext cx="550799" cy="159131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42" cstate="print"/>
            <a:stretch>
              <a:fillRect/>
            </a:stretch>
          </p:blipFill>
          <p:spPr>
            <a:xfrm>
              <a:off x="3448050" y="3495674"/>
              <a:ext cx="133350" cy="133350"/>
            </a:xfrm>
            <a:prstGeom prst="rect">
              <a:avLst/>
            </a:prstGeom>
          </p:spPr>
        </p:pic>
      </p:grpSp>
      <p:sp>
        <p:nvSpPr>
          <p:cNvPr id="69" name="object 6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72440" y="194881"/>
            <a:ext cx="8110855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How</a:t>
            </a:r>
            <a:r>
              <a:rPr dirty="0" spc="25"/>
              <a:t> </a:t>
            </a:r>
            <a:r>
              <a:rPr dirty="0"/>
              <a:t>we</a:t>
            </a:r>
            <a:r>
              <a:rPr dirty="0" spc="-55"/>
              <a:t> </a:t>
            </a:r>
            <a:r>
              <a:rPr dirty="0"/>
              <a:t>get</a:t>
            </a:r>
            <a:r>
              <a:rPr dirty="0" spc="35"/>
              <a:t> </a:t>
            </a:r>
            <a:r>
              <a:rPr dirty="0"/>
              <a:t>the</a:t>
            </a:r>
            <a:r>
              <a:rPr dirty="0" spc="15"/>
              <a:t> </a:t>
            </a:r>
            <a:r>
              <a:rPr dirty="0"/>
              <a:t>derivative</a:t>
            </a:r>
            <a:r>
              <a:rPr dirty="0" spc="-215"/>
              <a:t> </a:t>
            </a:r>
            <a:r>
              <a:rPr dirty="0"/>
              <a:t>term</a:t>
            </a:r>
            <a:r>
              <a:rPr dirty="0" spc="-65"/>
              <a:t> </a:t>
            </a:r>
            <a:r>
              <a:rPr dirty="0" spc="-10"/>
              <a:t>(optional)</a:t>
            </a:r>
          </a:p>
        </p:txBody>
      </p:sp>
      <p:sp>
        <p:nvSpPr>
          <p:cNvPr id="3" name="object 3"/>
          <p:cNvSpPr/>
          <p:nvPr/>
        </p:nvSpPr>
        <p:spPr>
          <a:xfrm>
            <a:off x="795159" y="1153286"/>
            <a:ext cx="409575" cy="19050"/>
          </a:xfrm>
          <a:custGeom>
            <a:avLst/>
            <a:gdLst/>
            <a:ahLst/>
            <a:cxnLst/>
            <a:rect l="l" t="t" r="r" b="b"/>
            <a:pathLst>
              <a:path w="409575" h="19050">
                <a:moveTo>
                  <a:pt x="409574" y="0"/>
                </a:moveTo>
                <a:lnTo>
                  <a:pt x="0" y="0"/>
                </a:lnTo>
                <a:lnTo>
                  <a:pt x="0" y="19050"/>
                </a:lnTo>
                <a:lnTo>
                  <a:pt x="409574" y="19050"/>
                </a:lnTo>
                <a:lnTo>
                  <a:pt x="409574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907097" y="779780"/>
            <a:ext cx="168910" cy="3352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000" spc="-50">
                <a:latin typeface="Cambria Math"/>
                <a:cs typeface="Cambria Math"/>
              </a:rPr>
              <a:t>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57872" y="1142936"/>
            <a:ext cx="48069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latin typeface="Cambria Math"/>
                <a:cs typeface="Cambria Math"/>
              </a:rPr>
              <a:t>𝜕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 spc="-37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370203" y="1036573"/>
            <a:ext cx="614045" cy="250190"/>
          </a:xfrm>
          <a:custGeom>
            <a:avLst/>
            <a:gdLst/>
            <a:ahLst/>
            <a:cxnLst/>
            <a:rect l="l" t="t" r="r" b="b"/>
            <a:pathLst>
              <a:path w="614044" h="250190">
                <a:moveTo>
                  <a:pt x="79375" y="21082"/>
                </a:moveTo>
                <a:lnTo>
                  <a:pt x="75946" y="11430"/>
                </a:lnTo>
                <a:lnTo>
                  <a:pt x="58699" y="17678"/>
                </a:lnTo>
                <a:lnTo>
                  <a:pt x="43573" y="26708"/>
                </a:lnTo>
                <a:lnTo>
                  <a:pt x="11087" y="70053"/>
                </a:lnTo>
                <a:lnTo>
                  <a:pt x="1231" y="108724"/>
                </a:lnTo>
                <a:lnTo>
                  <a:pt x="0" y="130556"/>
                </a:lnTo>
                <a:lnTo>
                  <a:pt x="1104" y="150317"/>
                </a:lnTo>
                <a:lnTo>
                  <a:pt x="11036" y="191198"/>
                </a:lnTo>
                <a:lnTo>
                  <a:pt x="43459" y="234429"/>
                </a:lnTo>
                <a:lnTo>
                  <a:pt x="75946" y="249682"/>
                </a:lnTo>
                <a:lnTo>
                  <a:pt x="78994" y="239903"/>
                </a:lnTo>
                <a:lnTo>
                  <a:pt x="65430" y="233959"/>
                </a:lnTo>
                <a:lnTo>
                  <a:pt x="53733" y="225615"/>
                </a:lnTo>
                <a:lnTo>
                  <a:pt x="29641" y="186563"/>
                </a:lnTo>
                <a:lnTo>
                  <a:pt x="21767" y="130556"/>
                </a:lnTo>
                <a:lnTo>
                  <a:pt x="21717" y="129286"/>
                </a:lnTo>
                <a:lnTo>
                  <a:pt x="22593" y="109029"/>
                </a:lnTo>
                <a:lnTo>
                  <a:pt x="35814" y="58801"/>
                </a:lnTo>
                <a:lnTo>
                  <a:pt x="65646" y="27089"/>
                </a:lnTo>
                <a:lnTo>
                  <a:pt x="79375" y="21082"/>
                </a:lnTo>
                <a:close/>
              </a:path>
              <a:path w="614044" h="250190">
                <a:moveTo>
                  <a:pt x="281686" y="27178"/>
                </a:moveTo>
                <a:lnTo>
                  <a:pt x="250063" y="0"/>
                </a:lnTo>
                <a:lnTo>
                  <a:pt x="243459" y="7493"/>
                </a:lnTo>
                <a:lnTo>
                  <a:pt x="263512" y="25019"/>
                </a:lnTo>
                <a:lnTo>
                  <a:pt x="82169" y="25019"/>
                </a:lnTo>
                <a:lnTo>
                  <a:pt x="82169" y="36830"/>
                </a:lnTo>
                <a:lnTo>
                  <a:pt x="263512" y="36830"/>
                </a:lnTo>
                <a:lnTo>
                  <a:pt x="243459" y="54229"/>
                </a:lnTo>
                <a:lnTo>
                  <a:pt x="250063" y="61722"/>
                </a:lnTo>
                <a:lnTo>
                  <a:pt x="281686" y="34544"/>
                </a:lnTo>
                <a:lnTo>
                  <a:pt x="281686" y="27178"/>
                </a:lnTo>
                <a:close/>
              </a:path>
              <a:path w="614044" h="250190">
                <a:moveTo>
                  <a:pt x="614045" y="130556"/>
                </a:moveTo>
                <a:lnTo>
                  <a:pt x="609104" y="88557"/>
                </a:lnTo>
                <a:lnTo>
                  <a:pt x="594360" y="53213"/>
                </a:lnTo>
                <a:lnTo>
                  <a:pt x="555282" y="17678"/>
                </a:lnTo>
                <a:lnTo>
                  <a:pt x="537972" y="11430"/>
                </a:lnTo>
                <a:lnTo>
                  <a:pt x="534670" y="21082"/>
                </a:lnTo>
                <a:lnTo>
                  <a:pt x="548449" y="27089"/>
                </a:lnTo>
                <a:lnTo>
                  <a:pt x="560298" y="35382"/>
                </a:lnTo>
                <a:lnTo>
                  <a:pt x="584390" y="73787"/>
                </a:lnTo>
                <a:lnTo>
                  <a:pt x="592328" y="129286"/>
                </a:lnTo>
                <a:lnTo>
                  <a:pt x="591426" y="150317"/>
                </a:lnTo>
                <a:lnTo>
                  <a:pt x="578104" y="201803"/>
                </a:lnTo>
                <a:lnTo>
                  <a:pt x="548589" y="233959"/>
                </a:lnTo>
                <a:lnTo>
                  <a:pt x="535051" y="239903"/>
                </a:lnTo>
                <a:lnTo>
                  <a:pt x="537972" y="249682"/>
                </a:lnTo>
                <a:lnTo>
                  <a:pt x="583539" y="222631"/>
                </a:lnTo>
                <a:lnTo>
                  <a:pt x="609104" y="172681"/>
                </a:lnTo>
                <a:lnTo>
                  <a:pt x="612800" y="152476"/>
                </a:lnTo>
                <a:lnTo>
                  <a:pt x="614045" y="13055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241107" y="971232"/>
            <a:ext cx="102806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822325" algn="l"/>
              </a:tabLst>
            </a:pPr>
            <a:r>
              <a:rPr dirty="0" sz="2000">
                <a:latin typeface="Cambria Math"/>
                <a:cs typeface="Cambria Math"/>
              </a:rPr>
              <a:t>𝐽</a:t>
            </a:r>
            <a:r>
              <a:rPr dirty="0" sz="2000" spc="36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w,</a:t>
            </a:r>
            <a:r>
              <a:rPr dirty="0" sz="2000" spc="-10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𝑏</a:t>
            </a:r>
            <a:r>
              <a:rPr dirty="0" sz="2000">
                <a:latin typeface="Cambria Math"/>
                <a:cs typeface="Cambria Math"/>
              </a:rPr>
              <a:t>	</a:t>
            </a:r>
            <a:r>
              <a:rPr dirty="0" sz="2000" spc="-50">
                <a:latin typeface="Cambria Math"/>
                <a:cs typeface="Cambria Math"/>
              </a:rPr>
              <a:t>=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127123" y="4032275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4">
                <a:moveTo>
                  <a:pt x="154686" y="52108"/>
                </a:moveTo>
                <a:lnTo>
                  <a:pt x="0" y="52108"/>
                </a:lnTo>
                <a:lnTo>
                  <a:pt x="0" y="68808"/>
                </a:lnTo>
                <a:lnTo>
                  <a:pt x="154686" y="68808"/>
                </a:lnTo>
                <a:lnTo>
                  <a:pt x="154686" y="52108"/>
                </a:lnTo>
                <a:close/>
              </a:path>
              <a:path w="154939" h="69214">
                <a:moveTo>
                  <a:pt x="154686" y="0"/>
                </a:moveTo>
                <a:lnTo>
                  <a:pt x="0" y="0"/>
                </a:lnTo>
                <a:lnTo>
                  <a:pt x="0" y="16700"/>
                </a:lnTo>
                <a:lnTo>
                  <a:pt x="154686" y="16700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/>
          <p:cNvGrpSpPr/>
          <p:nvPr/>
        </p:nvGrpSpPr>
        <p:grpSpPr>
          <a:xfrm>
            <a:off x="2190750" y="3821176"/>
            <a:ext cx="756920" cy="665480"/>
            <a:chOff x="2190750" y="3821176"/>
            <a:chExt cx="756920" cy="665480"/>
          </a:xfrm>
        </p:grpSpPr>
        <p:sp>
          <p:nvSpPr>
            <p:cNvPr id="10" name="object 10"/>
            <p:cNvSpPr/>
            <p:nvPr/>
          </p:nvSpPr>
          <p:spPr>
            <a:xfrm>
              <a:off x="2365629" y="3821175"/>
              <a:ext cx="575945" cy="491490"/>
            </a:xfrm>
            <a:custGeom>
              <a:avLst/>
              <a:gdLst/>
              <a:ahLst/>
              <a:cxnLst/>
              <a:rect l="l" t="t" r="r" b="b"/>
              <a:pathLst>
                <a:path w="575944" h="491489">
                  <a:moveTo>
                    <a:pt x="219075" y="233235"/>
                  </a:moveTo>
                  <a:lnTo>
                    <a:pt x="0" y="233235"/>
                  </a:lnTo>
                  <a:lnTo>
                    <a:pt x="0" y="252285"/>
                  </a:lnTo>
                  <a:lnTo>
                    <a:pt x="219075" y="252285"/>
                  </a:lnTo>
                  <a:lnTo>
                    <a:pt x="219075" y="233235"/>
                  </a:lnTo>
                  <a:close/>
                </a:path>
                <a:path w="575944" h="491489">
                  <a:moveTo>
                    <a:pt x="575564" y="398957"/>
                  </a:moveTo>
                  <a:lnTo>
                    <a:pt x="557022" y="398957"/>
                  </a:lnTo>
                  <a:lnTo>
                    <a:pt x="554113" y="415036"/>
                  </a:lnTo>
                  <a:lnTo>
                    <a:pt x="550938" y="427964"/>
                  </a:lnTo>
                  <a:lnTo>
                    <a:pt x="547497" y="437756"/>
                  </a:lnTo>
                  <a:lnTo>
                    <a:pt x="543814" y="444411"/>
                  </a:lnTo>
                  <a:lnTo>
                    <a:pt x="538734" y="451192"/>
                  </a:lnTo>
                  <a:lnTo>
                    <a:pt x="531368" y="454583"/>
                  </a:lnTo>
                  <a:lnTo>
                    <a:pt x="303911" y="454583"/>
                  </a:lnTo>
                  <a:lnTo>
                    <a:pt x="465582" y="235077"/>
                  </a:lnTo>
                  <a:lnTo>
                    <a:pt x="465582" y="219887"/>
                  </a:lnTo>
                  <a:lnTo>
                    <a:pt x="315722" y="16510"/>
                  </a:lnTo>
                  <a:lnTo>
                    <a:pt x="513969" y="16510"/>
                  </a:lnTo>
                  <a:lnTo>
                    <a:pt x="544525" y="40513"/>
                  </a:lnTo>
                  <a:lnTo>
                    <a:pt x="552196" y="74345"/>
                  </a:lnTo>
                  <a:lnTo>
                    <a:pt x="568833" y="74345"/>
                  </a:lnTo>
                  <a:lnTo>
                    <a:pt x="568833" y="0"/>
                  </a:lnTo>
                  <a:lnTo>
                    <a:pt x="265557" y="0"/>
                  </a:lnTo>
                  <a:lnTo>
                    <a:pt x="265557" y="11938"/>
                  </a:lnTo>
                  <a:lnTo>
                    <a:pt x="436372" y="240106"/>
                  </a:lnTo>
                  <a:lnTo>
                    <a:pt x="260350" y="478561"/>
                  </a:lnTo>
                  <a:lnTo>
                    <a:pt x="260350" y="490994"/>
                  </a:lnTo>
                  <a:lnTo>
                    <a:pt x="569214" y="490994"/>
                  </a:lnTo>
                  <a:lnTo>
                    <a:pt x="575564" y="39895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647950" y="4332465"/>
              <a:ext cx="183515" cy="133350"/>
            </a:xfrm>
            <a:custGeom>
              <a:avLst/>
              <a:gdLst/>
              <a:ahLst/>
              <a:cxnLst/>
              <a:rect l="l" t="t" r="r" b="b"/>
              <a:pathLst>
                <a:path w="183514" h="133350">
                  <a:moveTo>
                    <a:pt x="42164" y="0"/>
                  </a:moveTo>
                  <a:lnTo>
                    <a:pt x="23622" y="0"/>
                  </a:lnTo>
                  <a:lnTo>
                    <a:pt x="19177" y="19989"/>
                  </a:lnTo>
                  <a:lnTo>
                    <a:pt x="37592" y="19989"/>
                  </a:lnTo>
                  <a:lnTo>
                    <a:pt x="42164" y="0"/>
                  </a:lnTo>
                  <a:close/>
                </a:path>
                <a:path w="183514" h="133350">
                  <a:moveTo>
                    <a:pt x="45720" y="115341"/>
                  </a:moveTo>
                  <a:lnTo>
                    <a:pt x="39370" y="109194"/>
                  </a:lnTo>
                  <a:lnTo>
                    <a:pt x="37515" y="111302"/>
                  </a:lnTo>
                  <a:lnTo>
                    <a:pt x="35814" y="112991"/>
                  </a:lnTo>
                  <a:lnTo>
                    <a:pt x="24269" y="120764"/>
                  </a:lnTo>
                  <a:lnTo>
                    <a:pt x="21399" y="120764"/>
                  </a:lnTo>
                  <a:lnTo>
                    <a:pt x="19812" y="120205"/>
                  </a:lnTo>
                  <a:lnTo>
                    <a:pt x="18923" y="119151"/>
                  </a:lnTo>
                  <a:lnTo>
                    <a:pt x="17907" y="118097"/>
                  </a:lnTo>
                  <a:lnTo>
                    <a:pt x="17399" y="116395"/>
                  </a:lnTo>
                  <a:lnTo>
                    <a:pt x="17399" y="112306"/>
                  </a:lnTo>
                  <a:lnTo>
                    <a:pt x="19812" y="99428"/>
                  </a:lnTo>
                  <a:lnTo>
                    <a:pt x="33528" y="37477"/>
                  </a:lnTo>
                  <a:lnTo>
                    <a:pt x="28956" y="37477"/>
                  </a:lnTo>
                  <a:lnTo>
                    <a:pt x="2032" y="38506"/>
                  </a:lnTo>
                  <a:lnTo>
                    <a:pt x="889" y="44831"/>
                  </a:lnTo>
                  <a:lnTo>
                    <a:pt x="4953" y="44958"/>
                  </a:lnTo>
                  <a:lnTo>
                    <a:pt x="7747" y="45580"/>
                  </a:lnTo>
                  <a:lnTo>
                    <a:pt x="9271" y="46685"/>
                  </a:lnTo>
                  <a:lnTo>
                    <a:pt x="10922" y="47802"/>
                  </a:lnTo>
                  <a:lnTo>
                    <a:pt x="11811" y="49580"/>
                  </a:lnTo>
                  <a:lnTo>
                    <a:pt x="11811" y="54190"/>
                  </a:lnTo>
                  <a:lnTo>
                    <a:pt x="11684" y="54686"/>
                  </a:lnTo>
                  <a:lnTo>
                    <a:pt x="11430" y="57607"/>
                  </a:lnTo>
                  <a:lnTo>
                    <a:pt x="10922" y="60845"/>
                  </a:lnTo>
                  <a:lnTo>
                    <a:pt x="9398" y="67983"/>
                  </a:lnTo>
                  <a:lnTo>
                    <a:pt x="8636" y="71678"/>
                  </a:lnTo>
                  <a:lnTo>
                    <a:pt x="5969" y="83248"/>
                  </a:lnTo>
                  <a:lnTo>
                    <a:pt x="4953" y="87160"/>
                  </a:lnTo>
                  <a:lnTo>
                    <a:pt x="4064" y="91059"/>
                  </a:lnTo>
                  <a:lnTo>
                    <a:pt x="3175" y="94792"/>
                  </a:lnTo>
                  <a:lnTo>
                    <a:pt x="1651" y="101930"/>
                  </a:lnTo>
                  <a:lnTo>
                    <a:pt x="1016" y="105232"/>
                  </a:lnTo>
                  <a:lnTo>
                    <a:pt x="0" y="111302"/>
                  </a:lnTo>
                  <a:lnTo>
                    <a:pt x="127" y="120764"/>
                  </a:lnTo>
                  <a:lnTo>
                    <a:pt x="11061" y="132892"/>
                  </a:lnTo>
                  <a:lnTo>
                    <a:pt x="11417" y="132892"/>
                  </a:lnTo>
                  <a:lnTo>
                    <a:pt x="12954" y="133197"/>
                  </a:lnTo>
                  <a:lnTo>
                    <a:pt x="17907" y="133197"/>
                  </a:lnTo>
                  <a:lnTo>
                    <a:pt x="20320" y="132892"/>
                  </a:lnTo>
                  <a:lnTo>
                    <a:pt x="22479" y="132270"/>
                  </a:lnTo>
                  <a:lnTo>
                    <a:pt x="24765" y="131648"/>
                  </a:lnTo>
                  <a:lnTo>
                    <a:pt x="40284" y="120764"/>
                  </a:lnTo>
                  <a:lnTo>
                    <a:pt x="42545" y="118630"/>
                  </a:lnTo>
                  <a:lnTo>
                    <a:pt x="45720" y="115341"/>
                  </a:lnTo>
                  <a:close/>
                </a:path>
                <a:path w="183514" h="133350">
                  <a:moveTo>
                    <a:pt x="183388" y="90220"/>
                  </a:moveTo>
                  <a:lnTo>
                    <a:pt x="76200" y="90220"/>
                  </a:lnTo>
                  <a:lnTo>
                    <a:pt x="76200" y="104457"/>
                  </a:lnTo>
                  <a:lnTo>
                    <a:pt x="183388" y="104457"/>
                  </a:lnTo>
                  <a:lnTo>
                    <a:pt x="183388" y="90220"/>
                  </a:lnTo>
                  <a:close/>
                </a:path>
                <a:path w="183514" h="133350">
                  <a:moveTo>
                    <a:pt x="183388" y="49758"/>
                  </a:moveTo>
                  <a:lnTo>
                    <a:pt x="76200" y="49758"/>
                  </a:lnTo>
                  <a:lnTo>
                    <a:pt x="76200" y="63995"/>
                  </a:lnTo>
                  <a:lnTo>
                    <a:pt x="183388" y="63995"/>
                  </a:lnTo>
                  <a:lnTo>
                    <a:pt x="183388" y="49758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68422" y="4344187"/>
              <a:ext cx="78866" cy="119799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90750" y="4362450"/>
              <a:ext cx="142875" cy="123825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26080" y="3776217"/>
            <a:ext cx="99949" cy="173418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368550" y="4189399"/>
            <a:ext cx="209676" cy="124193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702814" y="3654678"/>
            <a:ext cx="170942" cy="96647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3032251" y="3855720"/>
            <a:ext cx="2513965" cy="421640"/>
            <a:chOff x="3032251" y="3855720"/>
            <a:chExt cx="2513965" cy="421640"/>
          </a:xfrm>
        </p:grpSpPr>
        <p:sp>
          <p:nvSpPr>
            <p:cNvPr id="18" name="object 18"/>
            <p:cNvSpPr/>
            <p:nvPr/>
          </p:nvSpPr>
          <p:spPr>
            <a:xfrm>
              <a:off x="3032252" y="3855720"/>
              <a:ext cx="60325" cy="421640"/>
            </a:xfrm>
            <a:custGeom>
              <a:avLst/>
              <a:gdLst/>
              <a:ahLst/>
              <a:cxnLst/>
              <a:rect l="l" t="t" r="r" b="b"/>
              <a:pathLst>
                <a:path w="60325" h="421639">
                  <a:moveTo>
                    <a:pt x="59817" y="0"/>
                  </a:moveTo>
                  <a:lnTo>
                    <a:pt x="0" y="0"/>
                  </a:lnTo>
                  <a:lnTo>
                    <a:pt x="0" y="11430"/>
                  </a:lnTo>
                  <a:lnTo>
                    <a:pt x="0" y="411480"/>
                  </a:lnTo>
                  <a:lnTo>
                    <a:pt x="0" y="421640"/>
                  </a:lnTo>
                  <a:lnTo>
                    <a:pt x="59817" y="421640"/>
                  </a:lnTo>
                  <a:lnTo>
                    <a:pt x="59817" y="411480"/>
                  </a:lnTo>
                  <a:lnTo>
                    <a:pt x="23241" y="411480"/>
                  </a:lnTo>
                  <a:lnTo>
                    <a:pt x="23241" y="11430"/>
                  </a:lnTo>
                  <a:lnTo>
                    <a:pt x="59817" y="11430"/>
                  </a:lnTo>
                  <a:lnTo>
                    <a:pt x="59817" y="0"/>
                  </a:lnTo>
                  <a:close/>
                </a:path>
              </a:pathLst>
            </a:custGeom>
            <a:solidFill>
              <a:srgbClr val="FF40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21659" y="3855720"/>
              <a:ext cx="2424049" cy="421640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5641848" y="3986529"/>
            <a:ext cx="154940" cy="161290"/>
          </a:xfrm>
          <a:custGeom>
            <a:avLst/>
            <a:gdLst/>
            <a:ahLst/>
            <a:cxnLst/>
            <a:rect l="l" t="t" r="r" b="b"/>
            <a:pathLst>
              <a:path w="154939" h="161289">
                <a:moveTo>
                  <a:pt x="154686" y="71120"/>
                </a:moveTo>
                <a:lnTo>
                  <a:pt x="86233" y="71120"/>
                </a:lnTo>
                <a:lnTo>
                  <a:pt x="86233" y="0"/>
                </a:lnTo>
                <a:lnTo>
                  <a:pt x="68453" y="0"/>
                </a:lnTo>
                <a:lnTo>
                  <a:pt x="68453" y="71120"/>
                </a:lnTo>
                <a:lnTo>
                  <a:pt x="0" y="71120"/>
                </a:lnTo>
                <a:lnTo>
                  <a:pt x="0" y="88900"/>
                </a:lnTo>
                <a:lnTo>
                  <a:pt x="68453" y="88900"/>
                </a:lnTo>
                <a:lnTo>
                  <a:pt x="68453" y="161290"/>
                </a:lnTo>
                <a:lnTo>
                  <a:pt x="86233" y="161290"/>
                </a:lnTo>
                <a:lnTo>
                  <a:pt x="86233" y="88900"/>
                </a:lnTo>
                <a:lnTo>
                  <a:pt x="154686" y="88900"/>
                </a:lnTo>
                <a:lnTo>
                  <a:pt x="154686" y="7112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5861303" y="4054411"/>
            <a:ext cx="219075" cy="19050"/>
          </a:xfrm>
          <a:custGeom>
            <a:avLst/>
            <a:gdLst/>
            <a:ahLst/>
            <a:cxnLst/>
            <a:rect l="l" t="t" r="r" b="b"/>
            <a:pathLst>
              <a:path w="219075" h="19050">
                <a:moveTo>
                  <a:pt x="219075" y="0"/>
                </a:moveTo>
                <a:lnTo>
                  <a:pt x="0" y="0"/>
                </a:lnTo>
                <a:lnTo>
                  <a:pt x="0" y="19050"/>
                </a:lnTo>
                <a:lnTo>
                  <a:pt x="219075" y="19050"/>
                </a:lnTo>
                <a:lnTo>
                  <a:pt x="2190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2" name="object 22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5901309" y="3769995"/>
            <a:ext cx="129286" cy="181648"/>
          </a:xfrm>
          <a:prstGeom prst="rect">
            <a:avLst/>
          </a:prstGeom>
        </p:spPr>
      </p:pic>
      <p:pic>
        <p:nvPicPr>
          <p:cNvPr id="23" name="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864225" y="4189399"/>
            <a:ext cx="209676" cy="124193"/>
          </a:xfrm>
          <a:prstGeom prst="rect">
            <a:avLst/>
          </a:prstGeom>
        </p:spPr>
      </p:pic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134861" y="4020096"/>
            <a:ext cx="237743" cy="214312"/>
          </a:xfrm>
          <a:prstGeom prst="rect">
            <a:avLst/>
          </a:prstGeom>
        </p:spPr>
      </p:pic>
      <p:pic>
        <p:nvPicPr>
          <p:cNvPr id="25" name="object 25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058416" y="3101339"/>
            <a:ext cx="162686" cy="107315"/>
          </a:xfrm>
          <a:prstGeom prst="rect">
            <a:avLst/>
          </a:prstGeom>
        </p:spPr>
      </p:pic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2544191" y="2940430"/>
            <a:ext cx="264032" cy="365760"/>
          </a:xfrm>
          <a:prstGeom prst="rect">
            <a:avLst/>
          </a:prstGeom>
        </p:spPr>
      </p:pic>
      <p:pic>
        <p:nvPicPr>
          <p:cNvPr id="27" name="object 27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5990844" y="2790444"/>
            <a:ext cx="368173" cy="510413"/>
          </a:xfrm>
          <a:prstGeom prst="rect">
            <a:avLst/>
          </a:prstGeom>
        </p:spPr>
      </p:pic>
      <p:pic>
        <p:nvPicPr>
          <p:cNvPr id="28" name="object 28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433184" y="2966847"/>
            <a:ext cx="265938" cy="235203"/>
          </a:xfrm>
          <a:prstGeom prst="rect">
            <a:avLst/>
          </a:prstGeom>
        </p:spPr>
      </p:pic>
      <p:pic>
        <p:nvPicPr>
          <p:cNvPr id="29" name="object 2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5272151" y="2710307"/>
            <a:ext cx="641436" cy="607059"/>
          </a:xfrm>
          <a:prstGeom prst="rect">
            <a:avLst/>
          </a:prstGeom>
        </p:spPr>
      </p:pic>
      <p:grpSp>
        <p:nvGrpSpPr>
          <p:cNvPr id="30" name="object 30"/>
          <p:cNvGrpSpPr/>
          <p:nvPr/>
        </p:nvGrpSpPr>
        <p:grpSpPr>
          <a:xfrm>
            <a:off x="2871941" y="2776982"/>
            <a:ext cx="1592580" cy="819785"/>
            <a:chOff x="2871941" y="2776982"/>
            <a:chExt cx="1592580" cy="819785"/>
          </a:xfrm>
        </p:grpSpPr>
        <p:pic>
          <p:nvPicPr>
            <p:cNvPr id="31" name="object 31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4155368" y="2978150"/>
              <a:ext cx="105481" cy="128524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48861" y="2903474"/>
              <a:ext cx="115315" cy="25908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871941" y="2776982"/>
              <a:ext cx="1527084" cy="819277"/>
            </a:xfrm>
            <a:prstGeom prst="rect">
              <a:avLst/>
            </a:prstGeom>
          </p:spPr>
        </p:pic>
      </p:grpSp>
      <p:pic>
        <p:nvPicPr>
          <p:cNvPr id="34" name="object 3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4569333" y="3047238"/>
            <a:ext cx="121157" cy="28701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4768088" y="2861310"/>
            <a:ext cx="383539" cy="377189"/>
          </a:xfrm>
          <a:prstGeom prst="rect">
            <a:avLst/>
          </a:prstGeom>
        </p:spPr>
      </p:pic>
      <p:pic>
        <p:nvPicPr>
          <p:cNvPr id="36" name="object 3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7308977" y="1695323"/>
            <a:ext cx="360045" cy="245237"/>
          </a:xfrm>
          <a:prstGeom prst="rect">
            <a:avLst/>
          </a:prstGeom>
        </p:spPr>
      </p:pic>
      <p:pic>
        <p:nvPicPr>
          <p:cNvPr id="37" name="object 37"/>
          <p:cNvPicPr/>
          <p:nvPr/>
        </p:nvPicPr>
        <p:blipFill>
          <a:blip r:embed="rId21" cstate="print"/>
          <a:stretch>
            <a:fillRect/>
          </a:stretch>
        </p:blipFill>
        <p:spPr>
          <a:xfrm>
            <a:off x="7819358" y="1589024"/>
            <a:ext cx="258095" cy="562356"/>
          </a:xfrm>
          <a:prstGeom prst="rect">
            <a:avLst/>
          </a:prstGeom>
        </p:spPr>
      </p:pic>
      <p:grpSp>
        <p:nvGrpSpPr>
          <p:cNvPr id="38" name="object 38"/>
          <p:cNvGrpSpPr/>
          <p:nvPr/>
        </p:nvGrpSpPr>
        <p:grpSpPr>
          <a:xfrm>
            <a:off x="6260591" y="749045"/>
            <a:ext cx="343535" cy="935355"/>
            <a:chOff x="6260591" y="749045"/>
            <a:chExt cx="343535" cy="935355"/>
          </a:xfrm>
        </p:grpSpPr>
        <p:pic>
          <p:nvPicPr>
            <p:cNvPr id="39" name="object 39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6319430" y="1459865"/>
              <a:ext cx="284442" cy="22453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6260591" y="749045"/>
              <a:ext cx="341757" cy="667004"/>
            </a:xfrm>
            <a:prstGeom prst="rect">
              <a:avLst/>
            </a:prstGeom>
          </p:spPr>
        </p:pic>
      </p:grpSp>
      <p:pic>
        <p:nvPicPr>
          <p:cNvPr id="41" name="object 41"/>
          <p:cNvPicPr/>
          <p:nvPr/>
        </p:nvPicPr>
        <p:blipFill>
          <a:blip r:embed="rId24" cstate="print"/>
          <a:stretch>
            <a:fillRect/>
          </a:stretch>
        </p:blipFill>
        <p:spPr>
          <a:xfrm>
            <a:off x="6674484" y="733170"/>
            <a:ext cx="595630" cy="855979"/>
          </a:xfrm>
          <a:prstGeom prst="rect">
            <a:avLst/>
          </a:prstGeom>
        </p:spPr>
      </p:pic>
      <p:pic>
        <p:nvPicPr>
          <p:cNvPr id="42" name="object 42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5573903" y="874141"/>
            <a:ext cx="623443" cy="565276"/>
          </a:xfrm>
          <a:prstGeom prst="rect">
            <a:avLst/>
          </a:prstGeom>
        </p:spPr>
      </p:pic>
      <p:pic>
        <p:nvPicPr>
          <p:cNvPr id="43" name="object 43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4525517" y="1824989"/>
            <a:ext cx="2687192" cy="640080"/>
          </a:xfrm>
          <a:prstGeom prst="rect">
            <a:avLst/>
          </a:prstGeom>
        </p:spPr>
      </p:pic>
      <p:pic>
        <p:nvPicPr>
          <p:cNvPr id="44" name="object 44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626659" y="1140205"/>
            <a:ext cx="113234" cy="36576"/>
          </a:xfrm>
          <a:prstGeom prst="rect">
            <a:avLst/>
          </a:prstGeom>
        </p:spPr>
      </p:pic>
      <p:grpSp>
        <p:nvGrpSpPr>
          <p:cNvPr id="45" name="object 45"/>
          <p:cNvGrpSpPr/>
          <p:nvPr/>
        </p:nvGrpSpPr>
        <p:grpSpPr>
          <a:xfrm>
            <a:off x="2486532" y="775432"/>
            <a:ext cx="3021965" cy="1000125"/>
            <a:chOff x="2486532" y="775432"/>
            <a:chExt cx="3021965" cy="1000125"/>
          </a:xfrm>
        </p:grpSpPr>
        <p:pic>
          <p:nvPicPr>
            <p:cNvPr id="46" name="object 46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2486532" y="775432"/>
              <a:ext cx="1221994" cy="848516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846319" y="842137"/>
              <a:ext cx="662178" cy="521208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3725544" y="985393"/>
              <a:ext cx="807846" cy="356235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3757421" y="1375537"/>
              <a:ext cx="1206132" cy="399796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2069922" y="2105914"/>
            <a:ext cx="147751" cy="12255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33" cstate="print"/>
          <a:stretch>
            <a:fillRect/>
          </a:stretch>
        </p:blipFill>
        <p:spPr>
          <a:xfrm>
            <a:off x="2367788" y="1870075"/>
            <a:ext cx="1507489" cy="712088"/>
          </a:xfrm>
          <a:prstGeom prst="rect">
            <a:avLst/>
          </a:prstGeom>
        </p:spPr>
      </p:pic>
      <p:pic>
        <p:nvPicPr>
          <p:cNvPr id="52" name="object 52"/>
          <p:cNvPicPr/>
          <p:nvPr/>
        </p:nvPicPr>
        <p:blipFill>
          <a:blip r:embed="rId34" cstate="print"/>
          <a:stretch>
            <a:fillRect/>
          </a:stretch>
        </p:blipFill>
        <p:spPr>
          <a:xfrm>
            <a:off x="4067047" y="2105914"/>
            <a:ext cx="123698" cy="168656"/>
          </a:xfrm>
          <a:prstGeom prst="rect">
            <a:avLst/>
          </a:prstGeom>
        </p:spPr>
      </p:pic>
      <p:pic>
        <p:nvPicPr>
          <p:cNvPr id="53" name="object 53"/>
          <p:cNvPicPr/>
          <p:nvPr/>
        </p:nvPicPr>
        <p:blipFill>
          <a:blip r:embed="rId35" cstate="print"/>
          <a:stretch>
            <a:fillRect/>
          </a:stretch>
        </p:blipFill>
        <p:spPr>
          <a:xfrm>
            <a:off x="4281804" y="2044445"/>
            <a:ext cx="169925" cy="243839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36" cstate="print"/>
          <a:stretch>
            <a:fillRect/>
          </a:stretch>
        </p:blipFill>
        <p:spPr>
          <a:xfrm>
            <a:off x="704850" y="1466850"/>
            <a:ext cx="133350" cy="123825"/>
          </a:xfrm>
          <a:prstGeom prst="rect">
            <a:avLst/>
          </a:prstGeom>
        </p:spPr>
      </p:pic>
      <p:sp>
        <p:nvSpPr>
          <p:cNvPr id="55" name="object 5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466215" marR="5080" indent="-1144270">
              <a:lnSpc>
                <a:spcPct val="117300"/>
              </a:lnSpc>
              <a:spcBef>
                <a:spcPts val="90"/>
              </a:spcBef>
            </a:pPr>
            <a:r>
              <a:rPr dirty="0" sz="3950">
                <a:solidFill>
                  <a:srgbClr val="000000"/>
                </a:solidFill>
              </a:rPr>
              <a:t>Regularized</a:t>
            </a:r>
            <a:r>
              <a:rPr dirty="0" sz="3950" spc="140">
                <a:solidFill>
                  <a:srgbClr val="000000"/>
                </a:solidFill>
              </a:rPr>
              <a:t> </a:t>
            </a:r>
            <a:r>
              <a:rPr dirty="0" sz="3950" spc="-10">
                <a:solidFill>
                  <a:srgbClr val="000000"/>
                </a:solidFill>
              </a:rPr>
              <a:t>Logistic Regression</a:t>
            </a:r>
            <a:endParaRPr sz="3950"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0160" rIns="0" bIns="0" rtlCol="0" vert="horz">
            <a:spAutoFit/>
          </a:bodyPr>
          <a:lstStyle/>
          <a:p>
            <a:pPr marL="50800" marR="5080" indent="228600">
              <a:lnSpc>
                <a:spcPct val="101000"/>
              </a:lnSpc>
              <a:spcBef>
                <a:spcPts val="80"/>
              </a:spcBef>
            </a:pPr>
            <a:r>
              <a:rPr dirty="0" sz="4400">
                <a:solidFill>
                  <a:srgbClr val="0070EA"/>
                </a:solidFill>
              </a:rPr>
              <a:t>Regularization</a:t>
            </a:r>
            <a:r>
              <a:rPr dirty="0" sz="4400" spc="-210">
                <a:solidFill>
                  <a:srgbClr val="0070EA"/>
                </a:solidFill>
              </a:rPr>
              <a:t> </a:t>
            </a:r>
            <a:r>
              <a:rPr dirty="0" sz="4400" spc="-25">
                <a:solidFill>
                  <a:srgbClr val="0070EA"/>
                </a:solidFill>
              </a:rPr>
              <a:t>to </a:t>
            </a:r>
            <a:r>
              <a:rPr dirty="0" sz="4400">
                <a:solidFill>
                  <a:srgbClr val="0070EA"/>
                </a:solidFill>
              </a:rPr>
              <a:t>Reduce</a:t>
            </a:r>
            <a:r>
              <a:rPr dirty="0" sz="4400" spc="-100">
                <a:solidFill>
                  <a:srgbClr val="0070EA"/>
                </a:solidFill>
              </a:rPr>
              <a:t> </a:t>
            </a:r>
            <a:r>
              <a:rPr dirty="0" sz="4400" spc="-10">
                <a:solidFill>
                  <a:srgbClr val="0070EA"/>
                </a:solidFill>
              </a:rPr>
              <a:t>Overfitting</a:t>
            </a:r>
            <a:endParaRPr sz="440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4188815"/>
            <a:ext cx="9144000" cy="955040"/>
            <a:chOff x="0" y="4188815"/>
            <a:chExt cx="9144000" cy="955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22470" y="4188815"/>
              <a:ext cx="334929" cy="331431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583938" y="4264812"/>
              <a:ext cx="541020" cy="220979"/>
            </a:xfrm>
            <a:custGeom>
              <a:avLst/>
              <a:gdLst/>
              <a:ahLst/>
              <a:cxnLst/>
              <a:rect l="l" t="t" r="r" b="b"/>
              <a:pathLst>
                <a:path w="541020" h="220979">
                  <a:moveTo>
                    <a:pt x="70485" y="17716"/>
                  </a:moveTo>
                  <a:lnTo>
                    <a:pt x="67564" y="9118"/>
                  </a:lnTo>
                  <a:lnTo>
                    <a:pt x="52197" y="14668"/>
                  </a:lnTo>
                  <a:lnTo>
                    <a:pt x="38735" y="22694"/>
                  </a:lnTo>
                  <a:lnTo>
                    <a:pt x="9855" y="61226"/>
                  </a:lnTo>
                  <a:lnTo>
                    <a:pt x="50" y="113931"/>
                  </a:lnTo>
                  <a:lnTo>
                    <a:pt x="0" y="115049"/>
                  </a:lnTo>
                  <a:lnTo>
                    <a:pt x="977" y="132613"/>
                  </a:lnTo>
                  <a:lnTo>
                    <a:pt x="17399" y="183857"/>
                  </a:lnTo>
                  <a:lnTo>
                    <a:pt x="52133" y="215328"/>
                  </a:lnTo>
                  <a:lnTo>
                    <a:pt x="67564" y="220865"/>
                  </a:lnTo>
                  <a:lnTo>
                    <a:pt x="70231" y="212267"/>
                  </a:lnTo>
                  <a:lnTo>
                    <a:pt x="58127" y="206933"/>
                  </a:lnTo>
                  <a:lnTo>
                    <a:pt x="47713" y="199491"/>
                  </a:lnTo>
                  <a:lnTo>
                    <a:pt x="26365" y="164807"/>
                  </a:lnTo>
                  <a:lnTo>
                    <a:pt x="19342" y="115049"/>
                  </a:lnTo>
                  <a:lnTo>
                    <a:pt x="19304" y="113931"/>
                  </a:lnTo>
                  <a:lnTo>
                    <a:pt x="20078" y="95872"/>
                  </a:lnTo>
                  <a:lnTo>
                    <a:pt x="31877" y="51257"/>
                  </a:lnTo>
                  <a:lnTo>
                    <a:pt x="58280" y="23037"/>
                  </a:lnTo>
                  <a:lnTo>
                    <a:pt x="70485" y="17716"/>
                  </a:lnTo>
                  <a:close/>
                </a:path>
                <a:path w="541020" h="220979">
                  <a:moveTo>
                    <a:pt x="254508" y="24218"/>
                  </a:moveTo>
                  <a:lnTo>
                    <a:pt x="226568" y="0"/>
                  </a:lnTo>
                  <a:lnTo>
                    <a:pt x="220599" y="6692"/>
                  </a:lnTo>
                  <a:lnTo>
                    <a:pt x="238506" y="22212"/>
                  </a:lnTo>
                  <a:lnTo>
                    <a:pt x="75184" y="22212"/>
                  </a:lnTo>
                  <a:lnTo>
                    <a:pt x="75184" y="32702"/>
                  </a:lnTo>
                  <a:lnTo>
                    <a:pt x="238506" y="32702"/>
                  </a:lnTo>
                  <a:lnTo>
                    <a:pt x="220599" y="48221"/>
                  </a:lnTo>
                  <a:lnTo>
                    <a:pt x="226568" y="54914"/>
                  </a:lnTo>
                  <a:lnTo>
                    <a:pt x="254508" y="30695"/>
                  </a:lnTo>
                  <a:lnTo>
                    <a:pt x="254508" y="24218"/>
                  </a:lnTo>
                  <a:close/>
                </a:path>
                <a:path w="541020" h="220979">
                  <a:moveTo>
                    <a:pt x="540512" y="115049"/>
                  </a:moveTo>
                  <a:lnTo>
                    <a:pt x="539419" y="95872"/>
                  </a:lnTo>
                  <a:lnTo>
                    <a:pt x="539407" y="95643"/>
                  </a:lnTo>
                  <a:lnTo>
                    <a:pt x="536130" y="77698"/>
                  </a:lnTo>
                  <a:lnTo>
                    <a:pt x="513283" y="33223"/>
                  </a:lnTo>
                  <a:lnTo>
                    <a:pt x="472948" y="9118"/>
                  </a:lnTo>
                  <a:lnTo>
                    <a:pt x="469900" y="17716"/>
                  </a:lnTo>
                  <a:lnTo>
                    <a:pt x="482180" y="23037"/>
                  </a:lnTo>
                  <a:lnTo>
                    <a:pt x="492734" y="30403"/>
                  </a:lnTo>
                  <a:lnTo>
                    <a:pt x="514134" y="64528"/>
                  </a:lnTo>
                  <a:lnTo>
                    <a:pt x="520382" y="95643"/>
                  </a:lnTo>
                  <a:lnTo>
                    <a:pt x="520420" y="95872"/>
                  </a:lnTo>
                  <a:lnTo>
                    <a:pt x="521208" y="113931"/>
                  </a:lnTo>
                  <a:lnTo>
                    <a:pt x="520420" y="132613"/>
                  </a:lnTo>
                  <a:lnTo>
                    <a:pt x="518058" y="149567"/>
                  </a:lnTo>
                  <a:lnTo>
                    <a:pt x="501510" y="189966"/>
                  </a:lnTo>
                  <a:lnTo>
                    <a:pt x="470281" y="212267"/>
                  </a:lnTo>
                  <a:lnTo>
                    <a:pt x="472948" y="220865"/>
                  </a:lnTo>
                  <a:lnTo>
                    <a:pt x="513410" y="196824"/>
                  </a:lnTo>
                  <a:lnTo>
                    <a:pt x="536143" y="152463"/>
                  </a:lnTo>
                  <a:lnTo>
                    <a:pt x="539407" y="134505"/>
                  </a:lnTo>
                  <a:lnTo>
                    <a:pt x="540512" y="11504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390842" y="259461"/>
            <a:ext cx="5870575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Regularized</a:t>
            </a:r>
            <a:r>
              <a:rPr dirty="0" spc="-60"/>
              <a:t> </a:t>
            </a:r>
            <a:r>
              <a:rPr dirty="0"/>
              <a:t>logistic</a:t>
            </a:r>
            <a:r>
              <a:rPr dirty="0" spc="-135"/>
              <a:t> </a:t>
            </a:r>
            <a:r>
              <a:rPr dirty="0" spc="-10"/>
              <a:t>regression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880110" y="1722437"/>
            <a:ext cx="32004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latin typeface="Cambria Math"/>
                <a:cs typeface="Cambria Math"/>
              </a:rPr>
              <a:t>2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9216" y="2813748"/>
            <a:ext cx="31115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latin typeface="Cambria Math"/>
                <a:cs typeface="Cambria Math"/>
              </a:rPr>
              <a:t>𝑥</a:t>
            </a:r>
            <a:r>
              <a:rPr dirty="0" baseline="-16666" sz="2250" spc="-37">
                <a:latin typeface="Cambria Math"/>
                <a:cs typeface="Cambria Math"/>
              </a:rPr>
              <a:t>1</a:t>
            </a:r>
            <a:endParaRPr baseline="-16666" sz="22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98983" y="3455034"/>
            <a:ext cx="541020" cy="220979"/>
          </a:xfrm>
          <a:custGeom>
            <a:avLst/>
            <a:gdLst/>
            <a:ahLst/>
            <a:cxnLst/>
            <a:rect l="l" t="t" r="r" b="b"/>
            <a:pathLst>
              <a:path w="541019" h="220979">
                <a:moveTo>
                  <a:pt x="70535" y="17780"/>
                </a:moveTo>
                <a:lnTo>
                  <a:pt x="67525" y="9144"/>
                </a:lnTo>
                <a:lnTo>
                  <a:pt x="52171" y="14681"/>
                </a:lnTo>
                <a:lnTo>
                  <a:pt x="38709" y="22694"/>
                </a:lnTo>
                <a:lnTo>
                  <a:pt x="9817" y="61239"/>
                </a:lnTo>
                <a:lnTo>
                  <a:pt x="63" y="113919"/>
                </a:lnTo>
                <a:lnTo>
                  <a:pt x="0" y="115062"/>
                </a:lnTo>
                <a:lnTo>
                  <a:pt x="977" y="132588"/>
                </a:lnTo>
                <a:lnTo>
                  <a:pt x="1079" y="134518"/>
                </a:lnTo>
                <a:lnTo>
                  <a:pt x="4343" y="152488"/>
                </a:lnTo>
                <a:lnTo>
                  <a:pt x="27063" y="196850"/>
                </a:lnTo>
                <a:lnTo>
                  <a:pt x="67525" y="220853"/>
                </a:lnTo>
                <a:lnTo>
                  <a:pt x="70205" y="212344"/>
                </a:lnTo>
                <a:lnTo>
                  <a:pt x="58140" y="206946"/>
                </a:lnTo>
                <a:lnTo>
                  <a:pt x="47726" y="199478"/>
                </a:lnTo>
                <a:lnTo>
                  <a:pt x="26365" y="164782"/>
                </a:lnTo>
                <a:lnTo>
                  <a:pt x="19342" y="115062"/>
                </a:lnTo>
                <a:lnTo>
                  <a:pt x="19304" y="113919"/>
                </a:lnTo>
                <a:lnTo>
                  <a:pt x="20078" y="95872"/>
                </a:lnTo>
                <a:lnTo>
                  <a:pt x="31864" y="51308"/>
                </a:lnTo>
                <a:lnTo>
                  <a:pt x="58318" y="23101"/>
                </a:lnTo>
                <a:lnTo>
                  <a:pt x="70535" y="17780"/>
                </a:lnTo>
                <a:close/>
              </a:path>
              <a:path w="541019" h="220979">
                <a:moveTo>
                  <a:pt x="254571" y="24269"/>
                </a:moveTo>
                <a:lnTo>
                  <a:pt x="226555" y="0"/>
                </a:lnTo>
                <a:lnTo>
                  <a:pt x="220637" y="6731"/>
                </a:lnTo>
                <a:lnTo>
                  <a:pt x="238493" y="22225"/>
                </a:lnTo>
                <a:lnTo>
                  <a:pt x="75158" y="22225"/>
                </a:lnTo>
                <a:lnTo>
                  <a:pt x="75158" y="32766"/>
                </a:lnTo>
                <a:lnTo>
                  <a:pt x="238493" y="32766"/>
                </a:lnTo>
                <a:lnTo>
                  <a:pt x="220637" y="48260"/>
                </a:lnTo>
                <a:lnTo>
                  <a:pt x="226555" y="54991"/>
                </a:lnTo>
                <a:lnTo>
                  <a:pt x="254571" y="30734"/>
                </a:lnTo>
                <a:lnTo>
                  <a:pt x="254571" y="24269"/>
                </a:lnTo>
                <a:close/>
              </a:path>
              <a:path w="541019" h="220979">
                <a:moveTo>
                  <a:pt x="540461" y="115062"/>
                </a:moveTo>
                <a:lnTo>
                  <a:pt x="539381" y="95872"/>
                </a:lnTo>
                <a:lnTo>
                  <a:pt x="539369" y="95631"/>
                </a:lnTo>
                <a:lnTo>
                  <a:pt x="536092" y="77698"/>
                </a:lnTo>
                <a:lnTo>
                  <a:pt x="513308" y="33210"/>
                </a:lnTo>
                <a:lnTo>
                  <a:pt x="472935" y="9144"/>
                </a:lnTo>
                <a:lnTo>
                  <a:pt x="469925" y="17780"/>
                </a:lnTo>
                <a:lnTo>
                  <a:pt x="482180" y="23101"/>
                </a:lnTo>
                <a:lnTo>
                  <a:pt x="492709" y="30454"/>
                </a:lnTo>
                <a:lnTo>
                  <a:pt x="514121" y="64579"/>
                </a:lnTo>
                <a:lnTo>
                  <a:pt x="520331" y="95631"/>
                </a:lnTo>
                <a:lnTo>
                  <a:pt x="520369" y="95872"/>
                </a:lnTo>
                <a:lnTo>
                  <a:pt x="521157" y="113919"/>
                </a:lnTo>
                <a:lnTo>
                  <a:pt x="520369" y="132588"/>
                </a:lnTo>
                <a:lnTo>
                  <a:pt x="518007" y="149542"/>
                </a:lnTo>
                <a:lnTo>
                  <a:pt x="501484" y="189941"/>
                </a:lnTo>
                <a:lnTo>
                  <a:pt x="470255" y="212344"/>
                </a:lnTo>
                <a:lnTo>
                  <a:pt x="472935" y="220853"/>
                </a:lnTo>
                <a:lnTo>
                  <a:pt x="513384" y="196850"/>
                </a:lnTo>
                <a:lnTo>
                  <a:pt x="536105" y="152488"/>
                </a:lnTo>
                <a:lnTo>
                  <a:pt x="539369" y="134518"/>
                </a:lnTo>
                <a:lnTo>
                  <a:pt x="540461" y="1150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364741" y="3568319"/>
            <a:ext cx="200025" cy="9525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  <a:lnTo>
                  <a:pt x="0" y="9524"/>
                </a:lnTo>
                <a:lnTo>
                  <a:pt x="200025" y="9524"/>
                </a:lnTo>
                <a:lnTo>
                  <a:pt x="200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353438" y="3552888"/>
            <a:ext cx="21780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01469" y="3753167"/>
            <a:ext cx="31559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0096FF"/>
                </a:solidFill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58620" y="3104197"/>
            <a:ext cx="1860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5">
                <a:solidFill>
                  <a:srgbClr val="0096FF"/>
                </a:solidFill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470652" y="3380994"/>
            <a:ext cx="1629410" cy="377190"/>
          </a:xfrm>
          <a:custGeom>
            <a:avLst/>
            <a:gdLst/>
            <a:ahLst/>
            <a:cxnLst/>
            <a:rect l="l" t="t" r="r" b="b"/>
            <a:pathLst>
              <a:path w="1629409" h="377189">
                <a:moveTo>
                  <a:pt x="84963" y="9017"/>
                </a:moveTo>
                <a:lnTo>
                  <a:pt x="47853" y="26962"/>
                </a:lnTo>
                <a:lnTo>
                  <a:pt x="21971" y="69723"/>
                </a:lnTo>
                <a:lnTo>
                  <a:pt x="5499" y="124764"/>
                </a:lnTo>
                <a:lnTo>
                  <a:pt x="0" y="188468"/>
                </a:lnTo>
                <a:lnTo>
                  <a:pt x="1333" y="220281"/>
                </a:lnTo>
                <a:lnTo>
                  <a:pt x="1371" y="221259"/>
                </a:lnTo>
                <a:lnTo>
                  <a:pt x="12369" y="280644"/>
                </a:lnTo>
                <a:lnTo>
                  <a:pt x="33959" y="330796"/>
                </a:lnTo>
                <a:lnTo>
                  <a:pt x="63627" y="365709"/>
                </a:lnTo>
                <a:lnTo>
                  <a:pt x="81280" y="377063"/>
                </a:lnTo>
                <a:lnTo>
                  <a:pt x="84963" y="368173"/>
                </a:lnTo>
                <a:lnTo>
                  <a:pt x="70815" y="356717"/>
                </a:lnTo>
                <a:lnTo>
                  <a:pt x="58280" y="341782"/>
                </a:lnTo>
                <a:lnTo>
                  <a:pt x="38100" y="301371"/>
                </a:lnTo>
                <a:lnTo>
                  <a:pt x="25527" y="249580"/>
                </a:lnTo>
                <a:lnTo>
                  <a:pt x="21336" y="188722"/>
                </a:lnTo>
                <a:lnTo>
                  <a:pt x="22377" y="156629"/>
                </a:lnTo>
                <a:lnTo>
                  <a:pt x="30861" y="99860"/>
                </a:lnTo>
                <a:lnTo>
                  <a:pt x="47625" y="53543"/>
                </a:lnTo>
                <a:lnTo>
                  <a:pt x="70954" y="20447"/>
                </a:lnTo>
                <a:lnTo>
                  <a:pt x="84963" y="9017"/>
                </a:lnTo>
                <a:close/>
              </a:path>
              <a:path w="1629409" h="377189">
                <a:moveTo>
                  <a:pt x="767334" y="175260"/>
                </a:moveTo>
                <a:lnTo>
                  <a:pt x="746379" y="157099"/>
                </a:lnTo>
                <a:lnTo>
                  <a:pt x="741934" y="162179"/>
                </a:lnTo>
                <a:lnTo>
                  <a:pt x="755269" y="173863"/>
                </a:lnTo>
                <a:lnTo>
                  <a:pt x="618490" y="173863"/>
                </a:lnTo>
                <a:lnTo>
                  <a:pt x="618490" y="181610"/>
                </a:lnTo>
                <a:lnTo>
                  <a:pt x="755269" y="181610"/>
                </a:lnTo>
                <a:lnTo>
                  <a:pt x="741934" y="193294"/>
                </a:lnTo>
                <a:lnTo>
                  <a:pt x="746379" y="198374"/>
                </a:lnTo>
                <a:lnTo>
                  <a:pt x="767334" y="180213"/>
                </a:lnTo>
                <a:lnTo>
                  <a:pt x="767334" y="175260"/>
                </a:lnTo>
                <a:close/>
              </a:path>
              <a:path w="1629409" h="377189">
                <a:moveTo>
                  <a:pt x="1558671" y="188468"/>
                </a:moveTo>
                <a:lnTo>
                  <a:pt x="1557324" y="156629"/>
                </a:lnTo>
                <a:lnTo>
                  <a:pt x="1557286" y="155549"/>
                </a:lnTo>
                <a:lnTo>
                  <a:pt x="1553146" y="124764"/>
                </a:lnTo>
                <a:lnTo>
                  <a:pt x="1536573" y="69723"/>
                </a:lnTo>
                <a:lnTo>
                  <a:pt x="1510665" y="26962"/>
                </a:lnTo>
                <a:lnTo>
                  <a:pt x="1477137" y="0"/>
                </a:lnTo>
                <a:lnTo>
                  <a:pt x="1473581" y="9017"/>
                </a:lnTo>
                <a:lnTo>
                  <a:pt x="1487627" y="20447"/>
                </a:lnTo>
                <a:lnTo>
                  <a:pt x="1500085" y="35293"/>
                </a:lnTo>
                <a:lnTo>
                  <a:pt x="1520317" y="75184"/>
                </a:lnTo>
                <a:lnTo>
                  <a:pt x="1533055" y="127000"/>
                </a:lnTo>
                <a:lnTo>
                  <a:pt x="1537322" y="188468"/>
                </a:lnTo>
                <a:lnTo>
                  <a:pt x="1537335" y="188722"/>
                </a:lnTo>
                <a:lnTo>
                  <a:pt x="1533067" y="249580"/>
                </a:lnTo>
                <a:lnTo>
                  <a:pt x="1520444" y="301371"/>
                </a:lnTo>
                <a:lnTo>
                  <a:pt x="1500251" y="341782"/>
                </a:lnTo>
                <a:lnTo>
                  <a:pt x="1473581" y="368173"/>
                </a:lnTo>
                <a:lnTo>
                  <a:pt x="1477137" y="377063"/>
                </a:lnTo>
                <a:lnTo>
                  <a:pt x="1510665" y="350291"/>
                </a:lnTo>
                <a:lnTo>
                  <a:pt x="1536573" y="307213"/>
                </a:lnTo>
                <a:lnTo>
                  <a:pt x="1553146" y="251993"/>
                </a:lnTo>
                <a:lnTo>
                  <a:pt x="1558658" y="188722"/>
                </a:lnTo>
                <a:lnTo>
                  <a:pt x="1558671" y="188468"/>
                </a:lnTo>
                <a:close/>
              </a:path>
              <a:path w="1629409" h="377189">
                <a:moveTo>
                  <a:pt x="1629156" y="1016"/>
                </a:moveTo>
                <a:lnTo>
                  <a:pt x="1576070" y="1016"/>
                </a:lnTo>
                <a:lnTo>
                  <a:pt x="1576070" y="11176"/>
                </a:lnTo>
                <a:lnTo>
                  <a:pt x="1608455" y="11176"/>
                </a:lnTo>
                <a:lnTo>
                  <a:pt x="1608455" y="366776"/>
                </a:lnTo>
                <a:lnTo>
                  <a:pt x="1576070" y="366776"/>
                </a:lnTo>
                <a:lnTo>
                  <a:pt x="1576070" y="375666"/>
                </a:lnTo>
                <a:lnTo>
                  <a:pt x="1629156" y="375666"/>
                </a:lnTo>
                <a:lnTo>
                  <a:pt x="1629156" y="366776"/>
                </a:lnTo>
                <a:lnTo>
                  <a:pt x="1629156" y="11176"/>
                </a:lnTo>
                <a:lnTo>
                  <a:pt x="1629156" y="101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61515" y="3382009"/>
            <a:ext cx="53340" cy="374650"/>
          </a:xfrm>
          <a:custGeom>
            <a:avLst/>
            <a:gdLst/>
            <a:ahLst/>
            <a:cxnLst/>
            <a:rect l="l" t="t" r="r" b="b"/>
            <a:pathLst>
              <a:path w="53339" h="374650">
                <a:moveTo>
                  <a:pt x="53213" y="0"/>
                </a:moveTo>
                <a:lnTo>
                  <a:pt x="0" y="0"/>
                </a:lnTo>
                <a:lnTo>
                  <a:pt x="0" y="10160"/>
                </a:lnTo>
                <a:lnTo>
                  <a:pt x="0" y="365760"/>
                </a:lnTo>
                <a:lnTo>
                  <a:pt x="0" y="374650"/>
                </a:lnTo>
                <a:lnTo>
                  <a:pt x="53213" y="374650"/>
                </a:lnTo>
                <a:lnTo>
                  <a:pt x="53213" y="365760"/>
                </a:lnTo>
                <a:lnTo>
                  <a:pt x="20701" y="365760"/>
                </a:lnTo>
                <a:lnTo>
                  <a:pt x="20701" y="10160"/>
                </a:lnTo>
                <a:lnTo>
                  <a:pt x="53213" y="10160"/>
                </a:lnTo>
                <a:lnTo>
                  <a:pt x="53213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79954" y="3428238"/>
            <a:ext cx="174370" cy="158877"/>
          </a:xfrm>
          <a:prstGeom prst="rect">
            <a:avLst/>
          </a:prstGeom>
        </p:spPr>
      </p:pic>
      <p:sp>
        <p:nvSpPr>
          <p:cNvPr id="16" name="object 16"/>
          <p:cNvSpPr/>
          <p:nvPr/>
        </p:nvSpPr>
        <p:spPr>
          <a:xfrm>
            <a:off x="2727451" y="3380994"/>
            <a:ext cx="1149350" cy="377190"/>
          </a:xfrm>
          <a:custGeom>
            <a:avLst/>
            <a:gdLst/>
            <a:ahLst/>
            <a:cxnLst/>
            <a:rect l="l" t="t" r="r" b="b"/>
            <a:pathLst>
              <a:path w="1149350" h="377189">
                <a:moveTo>
                  <a:pt x="1067562" y="0"/>
                </a:moveTo>
                <a:lnTo>
                  <a:pt x="1064006" y="9016"/>
                </a:lnTo>
                <a:lnTo>
                  <a:pt x="1078059" y="20445"/>
                </a:lnTo>
                <a:lnTo>
                  <a:pt x="1090517" y="35290"/>
                </a:lnTo>
                <a:lnTo>
                  <a:pt x="1110742" y="75183"/>
                </a:lnTo>
                <a:lnTo>
                  <a:pt x="1123489" y="126999"/>
                </a:lnTo>
                <a:lnTo>
                  <a:pt x="1127751" y="188467"/>
                </a:lnTo>
                <a:lnTo>
                  <a:pt x="1127760" y="188721"/>
                </a:lnTo>
                <a:lnTo>
                  <a:pt x="1126692" y="220271"/>
                </a:lnTo>
                <a:lnTo>
                  <a:pt x="1118223" y="276607"/>
                </a:lnTo>
                <a:lnTo>
                  <a:pt x="1101582" y="323328"/>
                </a:lnTo>
                <a:lnTo>
                  <a:pt x="1078150" y="356717"/>
                </a:lnTo>
                <a:lnTo>
                  <a:pt x="1064006" y="368172"/>
                </a:lnTo>
                <a:lnTo>
                  <a:pt x="1067562" y="377062"/>
                </a:lnTo>
                <a:lnTo>
                  <a:pt x="1101089" y="350281"/>
                </a:lnTo>
                <a:lnTo>
                  <a:pt x="1126998" y="307212"/>
                </a:lnTo>
                <a:lnTo>
                  <a:pt x="1143571" y="251983"/>
                </a:lnTo>
                <a:lnTo>
                  <a:pt x="1149085" y="188721"/>
                </a:lnTo>
                <a:lnTo>
                  <a:pt x="1149096" y="188467"/>
                </a:lnTo>
                <a:lnTo>
                  <a:pt x="1147760" y="156622"/>
                </a:lnTo>
                <a:lnTo>
                  <a:pt x="1147714" y="155537"/>
                </a:lnTo>
                <a:lnTo>
                  <a:pt x="1143571" y="124761"/>
                </a:lnTo>
                <a:lnTo>
                  <a:pt x="1126998" y="69722"/>
                </a:lnTo>
                <a:lnTo>
                  <a:pt x="1101089" y="26955"/>
                </a:lnTo>
                <a:lnTo>
                  <a:pt x="1085278" y="11501"/>
                </a:lnTo>
                <a:lnTo>
                  <a:pt x="1067562" y="0"/>
                </a:lnTo>
                <a:close/>
              </a:path>
              <a:path w="1149350" h="377189">
                <a:moveTo>
                  <a:pt x="81280" y="0"/>
                </a:moveTo>
                <a:lnTo>
                  <a:pt x="47863" y="26955"/>
                </a:lnTo>
                <a:lnTo>
                  <a:pt x="21971" y="69722"/>
                </a:lnTo>
                <a:lnTo>
                  <a:pt x="5508" y="124761"/>
                </a:lnTo>
                <a:lnTo>
                  <a:pt x="0" y="188467"/>
                </a:lnTo>
                <a:lnTo>
                  <a:pt x="1337" y="220271"/>
                </a:lnTo>
                <a:lnTo>
                  <a:pt x="1379" y="221255"/>
                </a:lnTo>
                <a:lnTo>
                  <a:pt x="12376" y="280640"/>
                </a:lnTo>
                <a:lnTo>
                  <a:pt x="33970" y="330789"/>
                </a:lnTo>
                <a:lnTo>
                  <a:pt x="63636" y="365702"/>
                </a:lnTo>
                <a:lnTo>
                  <a:pt x="81280" y="377062"/>
                </a:lnTo>
                <a:lnTo>
                  <a:pt x="84962" y="368172"/>
                </a:lnTo>
                <a:lnTo>
                  <a:pt x="70818" y="356717"/>
                </a:lnTo>
                <a:lnTo>
                  <a:pt x="58293" y="341772"/>
                </a:lnTo>
                <a:lnTo>
                  <a:pt x="38100" y="301370"/>
                </a:lnTo>
                <a:lnTo>
                  <a:pt x="25527" y="249570"/>
                </a:lnTo>
                <a:lnTo>
                  <a:pt x="22489" y="221255"/>
                </a:lnTo>
                <a:lnTo>
                  <a:pt x="22383" y="220271"/>
                </a:lnTo>
                <a:lnTo>
                  <a:pt x="22387" y="156622"/>
                </a:lnTo>
                <a:lnTo>
                  <a:pt x="30872" y="99853"/>
                </a:lnTo>
                <a:lnTo>
                  <a:pt x="47636" y="53540"/>
                </a:lnTo>
                <a:lnTo>
                  <a:pt x="70965" y="20445"/>
                </a:lnTo>
                <a:lnTo>
                  <a:pt x="84962" y="9016"/>
                </a:lnTo>
                <a:lnTo>
                  <a:pt x="8128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145732" y="3228403"/>
            <a:ext cx="2843530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91770">
              <a:lnSpc>
                <a:spcPts val="1755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algn="ctr">
              <a:lnSpc>
                <a:spcPts val="1755"/>
              </a:lnSpc>
              <a:tabLst>
                <a:tab pos="733425" algn="l"/>
                <a:tab pos="1420495" algn="l"/>
                <a:tab pos="2640965" algn="l"/>
              </a:tabLst>
            </a:pPr>
            <a:r>
              <a:rPr dirty="0" sz="1800">
                <a:latin typeface="Cambria Math"/>
                <a:cs typeface="Cambria Math"/>
              </a:rPr>
              <a:t>𝐽</a:t>
            </a:r>
            <a:r>
              <a:rPr dirty="0" sz="1800" spc="4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w,</a:t>
            </a:r>
            <a:r>
              <a:rPr dirty="0" sz="1800" spc="-170">
                <a:latin typeface="Cambria Math"/>
                <a:cs typeface="Cambria Math"/>
              </a:rPr>
              <a:t> </a:t>
            </a:r>
            <a:r>
              <a:rPr dirty="0" sz="1800" spc="-10">
                <a:latin typeface="Cambria Math"/>
                <a:cs typeface="Cambria Math"/>
              </a:rPr>
              <a:t>𝑏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-15">
                <a:latin typeface="Cambria Math"/>
                <a:cs typeface="Cambria Math"/>
              </a:rPr>
              <a:t>=</a:t>
            </a:r>
            <a:r>
              <a:rPr dirty="0" sz="1800" spc="130">
                <a:latin typeface="Cambria Math"/>
                <a:cs typeface="Cambria Math"/>
              </a:rPr>
              <a:t> </a:t>
            </a:r>
            <a:r>
              <a:rPr dirty="0" sz="1800" spc="-15">
                <a:latin typeface="Cambria Math"/>
                <a:cs typeface="Cambria Math"/>
              </a:rPr>
              <a:t>−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520">
                <a:latin typeface="Cambria Math"/>
                <a:cs typeface="Cambria Math"/>
              </a:rPr>
              <a:t> </a:t>
            </a:r>
            <a:r>
              <a:rPr dirty="0" sz="1800" spc="-15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250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 spc="67">
                <a:latin typeface="Cambria Math"/>
                <a:cs typeface="Cambria Math"/>
              </a:rPr>
              <a:t>𝑖</a:t>
            </a:r>
            <a:r>
              <a:rPr dirty="0" baseline="26748" sz="2025" spc="532">
                <a:latin typeface="Cambria Math"/>
                <a:cs typeface="Cambria Math"/>
              </a:rPr>
              <a:t> </a:t>
            </a:r>
            <a:r>
              <a:rPr dirty="0" sz="1800" spc="30">
                <a:latin typeface="Cambria Math"/>
                <a:cs typeface="Cambria Math"/>
              </a:rPr>
              <a:t>l</a:t>
            </a:r>
            <a:r>
              <a:rPr dirty="0" sz="1800" spc="15">
                <a:latin typeface="Cambria Math"/>
                <a:cs typeface="Cambria Math"/>
              </a:rPr>
              <a:t>o</a:t>
            </a:r>
            <a:r>
              <a:rPr dirty="0" sz="1800">
                <a:latin typeface="Cambria Math"/>
                <a:cs typeface="Cambria Math"/>
              </a:rPr>
              <a:t>g	</a:t>
            </a:r>
            <a:r>
              <a:rPr dirty="0" sz="180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45892" y="3538092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3" y="5079"/>
                </a:lnTo>
                <a:lnTo>
                  <a:pt x="136778" y="16763"/>
                </a:lnTo>
                <a:lnTo>
                  <a:pt x="0" y="16763"/>
                </a:lnTo>
                <a:lnTo>
                  <a:pt x="0" y="24510"/>
                </a:lnTo>
                <a:lnTo>
                  <a:pt x="136778" y="24510"/>
                </a:lnTo>
                <a:lnTo>
                  <a:pt x="123443" y="36194"/>
                </a:lnTo>
                <a:lnTo>
                  <a:pt x="127888" y="41274"/>
                </a:lnTo>
                <a:lnTo>
                  <a:pt x="148844" y="23113"/>
                </a:lnTo>
                <a:lnTo>
                  <a:pt x="148844" y="18160"/>
                </a:lnTo>
                <a:lnTo>
                  <a:pt x="127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2936239" y="3504882"/>
            <a:ext cx="3194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270758" y="3428238"/>
            <a:ext cx="491490" cy="280035"/>
            <a:chOff x="3270758" y="3428238"/>
            <a:chExt cx="491490" cy="280035"/>
          </a:xfrm>
        </p:grpSpPr>
        <p:sp>
          <p:nvSpPr>
            <p:cNvPr id="21" name="object 21"/>
            <p:cNvSpPr/>
            <p:nvPr/>
          </p:nvSpPr>
          <p:spPr>
            <a:xfrm>
              <a:off x="3270758" y="3431666"/>
              <a:ext cx="491490" cy="276225"/>
            </a:xfrm>
            <a:custGeom>
              <a:avLst/>
              <a:gdLst/>
              <a:ahLst/>
              <a:cxnLst/>
              <a:rect l="l" t="t" r="r" b="b"/>
              <a:pathLst>
                <a:path w="491489" h="276225">
                  <a:moveTo>
                    <a:pt x="75311" y="9144"/>
                  </a:moveTo>
                  <a:lnTo>
                    <a:pt x="72517" y="0"/>
                  </a:lnTo>
                  <a:lnTo>
                    <a:pt x="56159" y="6388"/>
                  </a:lnTo>
                  <a:lnTo>
                    <a:pt x="41757" y="16408"/>
                  </a:lnTo>
                  <a:lnTo>
                    <a:pt x="18910" y="47371"/>
                  </a:lnTo>
                  <a:lnTo>
                    <a:pt x="4737" y="89192"/>
                  </a:lnTo>
                  <a:lnTo>
                    <a:pt x="0" y="138049"/>
                  </a:lnTo>
                  <a:lnTo>
                    <a:pt x="1130" y="162331"/>
                  </a:lnTo>
                  <a:lnTo>
                    <a:pt x="10655" y="208597"/>
                  </a:lnTo>
                  <a:lnTo>
                    <a:pt x="29349" y="245935"/>
                  </a:lnTo>
                  <a:lnTo>
                    <a:pt x="72517" y="276098"/>
                  </a:lnTo>
                  <a:lnTo>
                    <a:pt x="75311" y="266954"/>
                  </a:lnTo>
                  <a:lnTo>
                    <a:pt x="62661" y="260388"/>
                  </a:lnTo>
                  <a:lnTo>
                    <a:pt x="51625" y="250799"/>
                  </a:lnTo>
                  <a:lnTo>
                    <a:pt x="28333" y="204571"/>
                  </a:lnTo>
                  <a:lnTo>
                    <a:pt x="21551" y="163347"/>
                  </a:lnTo>
                  <a:lnTo>
                    <a:pt x="21424" y="162331"/>
                  </a:lnTo>
                  <a:lnTo>
                    <a:pt x="20574" y="138176"/>
                  </a:lnTo>
                  <a:lnTo>
                    <a:pt x="21424" y="113893"/>
                  </a:lnTo>
                  <a:lnTo>
                    <a:pt x="24015" y="91681"/>
                  </a:lnTo>
                  <a:lnTo>
                    <a:pt x="34417" y="53467"/>
                  </a:lnTo>
                  <a:lnTo>
                    <a:pt x="62661" y="15697"/>
                  </a:lnTo>
                  <a:lnTo>
                    <a:pt x="75311" y="9144"/>
                  </a:lnTo>
                  <a:close/>
                </a:path>
                <a:path w="491489" h="276225">
                  <a:moveTo>
                    <a:pt x="187960" y="47637"/>
                  </a:moveTo>
                  <a:lnTo>
                    <a:pt x="159893" y="23368"/>
                  </a:lnTo>
                  <a:lnTo>
                    <a:pt x="153924" y="30099"/>
                  </a:lnTo>
                  <a:lnTo>
                    <a:pt x="171831" y="45593"/>
                  </a:lnTo>
                  <a:lnTo>
                    <a:pt x="75184" y="45593"/>
                  </a:lnTo>
                  <a:lnTo>
                    <a:pt x="75184" y="56134"/>
                  </a:lnTo>
                  <a:lnTo>
                    <a:pt x="171831" y="56134"/>
                  </a:lnTo>
                  <a:lnTo>
                    <a:pt x="153924" y="71628"/>
                  </a:lnTo>
                  <a:lnTo>
                    <a:pt x="159893" y="78359"/>
                  </a:lnTo>
                  <a:lnTo>
                    <a:pt x="187960" y="54102"/>
                  </a:lnTo>
                  <a:lnTo>
                    <a:pt x="187960" y="47637"/>
                  </a:lnTo>
                  <a:close/>
                </a:path>
                <a:path w="491489" h="276225">
                  <a:moveTo>
                    <a:pt x="491096" y="138176"/>
                  </a:moveTo>
                  <a:lnTo>
                    <a:pt x="486422" y="89192"/>
                  </a:lnTo>
                  <a:lnTo>
                    <a:pt x="472313" y="47371"/>
                  </a:lnTo>
                  <a:lnTo>
                    <a:pt x="449453" y="16408"/>
                  </a:lnTo>
                  <a:lnTo>
                    <a:pt x="418592" y="0"/>
                  </a:lnTo>
                  <a:lnTo>
                    <a:pt x="415798" y="9144"/>
                  </a:lnTo>
                  <a:lnTo>
                    <a:pt x="428485" y="15697"/>
                  </a:lnTo>
                  <a:lnTo>
                    <a:pt x="439521" y="25260"/>
                  </a:lnTo>
                  <a:lnTo>
                    <a:pt x="462775" y="71551"/>
                  </a:lnTo>
                  <a:lnTo>
                    <a:pt x="469773" y="113893"/>
                  </a:lnTo>
                  <a:lnTo>
                    <a:pt x="470649" y="138049"/>
                  </a:lnTo>
                  <a:lnTo>
                    <a:pt x="469773" y="162331"/>
                  </a:lnTo>
                  <a:lnTo>
                    <a:pt x="462775" y="204571"/>
                  </a:lnTo>
                  <a:lnTo>
                    <a:pt x="439521" y="250799"/>
                  </a:lnTo>
                  <a:lnTo>
                    <a:pt x="415798" y="266954"/>
                  </a:lnTo>
                  <a:lnTo>
                    <a:pt x="418592" y="276098"/>
                  </a:lnTo>
                  <a:lnTo>
                    <a:pt x="461873" y="245935"/>
                  </a:lnTo>
                  <a:lnTo>
                    <a:pt x="480542" y="208597"/>
                  </a:lnTo>
                  <a:lnTo>
                    <a:pt x="489927" y="163347"/>
                  </a:lnTo>
                  <a:lnTo>
                    <a:pt x="491096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84880" y="3428238"/>
              <a:ext cx="174371" cy="158877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320796" y="3314382"/>
            <a:ext cx="3181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latin typeface="Cambria Math"/>
                <a:cs typeface="Cambria Math"/>
              </a:rPr>
              <a:t>x</a:t>
            </a:r>
            <a:r>
              <a:rPr dirty="0" baseline="-21604" sz="2700" spc="217"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185158" y="3428238"/>
            <a:ext cx="920115" cy="280035"/>
            <a:chOff x="4185158" y="3428238"/>
            <a:chExt cx="920115" cy="280035"/>
          </a:xfrm>
        </p:grpSpPr>
        <p:sp>
          <p:nvSpPr>
            <p:cNvPr id="25" name="object 25"/>
            <p:cNvSpPr/>
            <p:nvPr/>
          </p:nvSpPr>
          <p:spPr>
            <a:xfrm>
              <a:off x="4185158" y="3431667"/>
              <a:ext cx="920115" cy="276225"/>
            </a:xfrm>
            <a:custGeom>
              <a:avLst/>
              <a:gdLst/>
              <a:ahLst/>
              <a:cxnLst/>
              <a:rect l="l" t="t" r="r" b="b"/>
              <a:pathLst>
                <a:path w="920114" h="276225">
                  <a:moveTo>
                    <a:pt x="847216" y="0"/>
                  </a:moveTo>
                  <a:lnTo>
                    <a:pt x="844422" y="9143"/>
                  </a:lnTo>
                  <a:lnTo>
                    <a:pt x="857117" y="15694"/>
                  </a:lnTo>
                  <a:lnTo>
                    <a:pt x="868156" y="25257"/>
                  </a:lnTo>
                  <a:lnTo>
                    <a:pt x="891411" y="71542"/>
                  </a:lnTo>
                  <a:lnTo>
                    <a:pt x="898407" y="113885"/>
                  </a:lnTo>
                  <a:lnTo>
                    <a:pt x="899282" y="138048"/>
                  </a:lnTo>
                  <a:lnTo>
                    <a:pt x="898407" y="162319"/>
                  </a:lnTo>
                  <a:lnTo>
                    <a:pt x="891411" y="204559"/>
                  </a:lnTo>
                  <a:lnTo>
                    <a:pt x="868156" y="250793"/>
                  </a:lnTo>
                  <a:lnTo>
                    <a:pt x="844422" y="266953"/>
                  </a:lnTo>
                  <a:lnTo>
                    <a:pt x="847216" y="276097"/>
                  </a:lnTo>
                  <a:lnTo>
                    <a:pt x="890508" y="245933"/>
                  </a:lnTo>
                  <a:lnTo>
                    <a:pt x="909179" y="208593"/>
                  </a:lnTo>
                  <a:lnTo>
                    <a:pt x="918565" y="163341"/>
                  </a:lnTo>
                  <a:lnTo>
                    <a:pt x="919728" y="138175"/>
                  </a:lnTo>
                  <a:lnTo>
                    <a:pt x="918618" y="113885"/>
                  </a:lnTo>
                  <a:lnTo>
                    <a:pt x="909179" y="67397"/>
                  </a:lnTo>
                  <a:lnTo>
                    <a:pt x="890508" y="30057"/>
                  </a:lnTo>
                  <a:lnTo>
                    <a:pt x="863647" y="6383"/>
                  </a:lnTo>
                  <a:lnTo>
                    <a:pt x="847216" y="0"/>
                  </a:lnTo>
                  <a:close/>
                </a:path>
                <a:path w="920114" h="276225">
                  <a:moveTo>
                    <a:pt x="72516" y="0"/>
                  </a:moveTo>
                  <a:lnTo>
                    <a:pt x="29350" y="30057"/>
                  </a:lnTo>
                  <a:lnTo>
                    <a:pt x="10662" y="67397"/>
                  </a:lnTo>
                  <a:lnTo>
                    <a:pt x="1188" y="112736"/>
                  </a:lnTo>
                  <a:lnTo>
                    <a:pt x="0" y="138048"/>
                  </a:lnTo>
                  <a:lnTo>
                    <a:pt x="1140" y="162319"/>
                  </a:lnTo>
                  <a:lnTo>
                    <a:pt x="1188" y="163341"/>
                  </a:lnTo>
                  <a:lnTo>
                    <a:pt x="10662" y="208593"/>
                  </a:lnTo>
                  <a:lnTo>
                    <a:pt x="29350" y="245933"/>
                  </a:lnTo>
                  <a:lnTo>
                    <a:pt x="72516" y="276097"/>
                  </a:lnTo>
                  <a:lnTo>
                    <a:pt x="75311" y="266953"/>
                  </a:lnTo>
                  <a:lnTo>
                    <a:pt x="62670" y="260385"/>
                  </a:lnTo>
                  <a:lnTo>
                    <a:pt x="51625" y="250793"/>
                  </a:lnTo>
                  <a:lnTo>
                    <a:pt x="28342" y="204559"/>
                  </a:lnTo>
                  <a:lnTo>
                    <a:pt x="21552" y="163341"/>
                  </a:lnTo>
                  <a:lnTo>
                    <a:pt x="21433" y="162319"/>
                  </a:lnTo>
                  <a:lnTo>
                    <a:pt x="20574" y="138175"/>
                  </a:lnTo>
                  <a:lnTo>
                    <a:pt x="21433" y="113885"/>
                  </a:lnTo>
                  <a:lnTo>
                    <a:pt x="24018" y="91678"/>
                  </a:lnTo>
                  <a:lnTo>
                    <a:pt x="34416" y="53466"/>
                  </a:lnTo>
                  <a:lnTo>
                    <a:pt x="62670" y="15694"/>
                  </a:lnTo>
                  <a:lnTo>
                    <a:pt x="75311" y="9143"/>
                  </a:lnTo>
                  <a:lnTo>
                    <a:pt x="7251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8380" y="3428238"/>
              <a:ext cx="174371" cy="15887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6082665" y="3504882"/>
            <a:ext cx="3194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414008" y="3428238"/>
            <a:ext cx="501015" cy="280035"/>
            <a:chOff x="6414008" y="3428238"/>
            <a:chExt cx="501015" cy="280035"/>
          </a:xfrm>
        </p:grpSpPr>
        <p:sp>
          <p:nvSpPr>
            <p:cNvPr id="29" name="object 29"/>
            <p:cNvSpPr/>
            <p:nvPr/>
          </p:nvSpPr>
          <p:spPr>
            <a:xfrm>
              <a:off x="6414008" y="3431666"/>
              <a:ext cx="501015" cy="276225"/>
            </a:xfrm>
            <a:custGeom>
              <a:avLst/>
              <a:gdLst/>
              <a:ahLst/>
              <a:cxnLst/>
              <a:rect l="l" t="t" r="r" b="b"/>
              <a:pathLst>
                <a:path w="501015" h="276225">
                  <a:moveTo>
                    <a:pt x="75311" y="9144"/>
                  </a:moveTo>
                  <a:lnTo>
                    <a:pt x="72517" y="0"/>
                  </a:lnTo>
                  <a:lnTo>
                    <a:pt x="56159" y="6388"/>
                  </a:lnTo>
                  <a:lnTo>
                    <a:pt x="41757" y="16408"/>
                  </a:lnTo>
                  <a:lnTo>
                    <a:pt x="18923" y="47371"/>
                  </a:lnTo>
                  <a:lnTo>
                    <a:pt x="4737" y="89192"/>
                  </a:lnTo>
                  <a:lnTo>
                    <a:pt x="0" y="138049"/>
                  </a:lnTo>
                  <a:lnTo>
                    <a:pt x="1130" y="162331"/>
                  </a:lnTo>
                  <a:lnTo>
                    <a:pt x="10655" y="208597"/>
                  </a:lnTo>
                  <a:lnTo>
                    <a:pt x="29349" y="245935"/>
                  </a:lnTo>
                  <a:lnTo>
                    <a:pt x="72517" y="276098"/>
                  </a:lnTo>
                  <a:lnTo>
                    <a:pt x="75311" y="266954"/>
                  </a:lnTo>
                  <a:lnTo>
                    <a:pt x="62661" y="260388"/>
                  </a:lnTo>
                  <a:lnTo>
                    <a:pt x="51625" y="250799"/>
                  </a:lnTo>
                  <a:lnTo>
                    <a:pt x="28333" y="204571"/>
                  </a:lnTo>
                  <a:lnTo>
                    <a:pt x="21551" y="163347"/>
                  </a:lnTo>
                  <a:lnTo>
                    <a:pt x="21424" y="162331"/>
                  </a:lnTo>
                  <a:lnTo>
                    <a:pt x="20574" y="138176"/>
                  </a:lnTo>
                  <a:lnTo>
                    <a:pt x="21424" y="113893"/>
                  </a:lnTo>
                  <a:lnTo>
                    <a:pt x="24015" y="91681"/>
                  </a:lnTo>
                  <a:lnTo>
                    <a:pt x="34417" y="53467"/>
                  </a:lnTo>
                  <a:lnTo>
                    <a:pt x="62661" y="15697"/>
                  </a:lnTo>
                  <a:lnTo>
                    <a:pt x="75311" y="9144"/>
                  </a:lnTo>
                  <a:close/>
                </a:path>
                <a:path w="501015" h="276225">
                  <a:moveTo>
                    <a:pt x="197485" y="47637"/>
                  </a:moveTo>
                  <a:lnTo>
                    <a:pt x="169418" y="23368"/>
                  </a:lnTo>
                  <a:lnTo>
                    <a:pt x="163436" y="30099"/>
                  </a:lnTo>
                  <a:lnTo>
                    <a:pt x="181356" y="45593"/>
                  </a:lnTo>
                  <a:lnTo>
                    <a:pt x="84709" y="45593"/>
                  </a:lnTo>
                  <a:lnTo>
                    <a:pt x="84709" y="56134"/>
                  </a:lnTo>
                  <a:lnTo>
                    <a:pt x="181356" y="56134"/>
                  </a:lnTo>
                  <a:lnTo>
                    <a:pt x="163436" y="71628"/>
                  </a:lnTo>
                  <a:lnTo>
                    <a:pt x="169418" y="78359"/>
                  </a:lnTo>
                  <a:lnTo>
                    <a:pt x="197485" y="54102"/>
                  </a:lnTo>
                  <a:lnTo>
                    <a:pt x="197485" y="47637"/>
                  </a:lnTo>
                  <a:close/>
                </a:path>
                <a:path w="501015" h="276225">
                  <a:moveTo>
                    <a:pt x="500621" y="138176"/>
                  </a:moveTo>
                  <a:lnTo>
                    <a:pt x="495947" y="89192"/>
                  </a:lnTo>
                  <a:lnTo>
                    <a:pt x="481838" y="47371"/>
                  </a:lnTo>
                  <a:lnTo>
                    <a:pt x="458978" y="16408"/>
                  </a:lnTo>
                  <a:lnTo>
                    <a:pt x="428117" y="0"/>
                  </a:lnTo>
                  <a:lnTo>
                    <a:pt x="425323" y="9144"/>
                  </a:lnTo>
                  <a:lnTo>
                    <a:pt x="438010" y="15697"/>
                  </a:lnTo>
                  <a:lnTo>
                    <a:pt x="449046" y="25260"/>
                  </a:lnTo>
                  <a:lnTo>
                    <a:pt x="472300" y="71551"/>
                  </a:lnTo>
                  <a:lnTo>
                    <a:pt x="479298" y="113893"/>
                  </a:lnTo>
                  <a:lnTo>
                    <a:pt x="480174" y="138049"/>
                  </a:lnTo>
                  <a:lnTo>
                    <a:pt x="479298" y="162331"/>
                  </a:lnTo>
                  <a:lnTo>
                    <a:pt x="472300" y="204571"/>
                  </a:lnTo>
                  <a:lnTo>
                    <a:pt x="449046" y="250799"/>
                  </a:lnTo>
                  <a:lnTo>
                    <a:pt x="425323" y="266954"/>
                  </a:lnTo>
                  <a:lnTo>
                    <a:pt x="428117" y="276098"/>
                  </a:lnTo>
                  <a:lnTo>
                    <a:pt x="471398" y="245935"/>
                  </a:lnTo>
                  <a:lnTo>
                    <a:pt x="490067" y="208597"/>
                  </a:lnTo>
                  <a:lnTo>
                    <a:pt x="499452" y="163347"/>
                  </a:lnTo>
                  <a:lnTo>
                    <a:pt x="500621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0" name="object 3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37655" y="3428238"/>
              <a:ext cx="174371" cy="158877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6467475" y="3314382"/>
            <a:ext cx="3270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latin typeface="Cambria Math"/>
                <a:cs typeface="Cambria Math"/>
              </a:rPr>
              <a:t>x</a:t>
            </a:r>
            <a:r>
              <a:rPr dirty="0" baseline="-21604" sz="2700" spc="337"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911980" y="2804794"/>
            <a:ext cx="2390775" cy="8959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66370">
              <a:lnSpc>
                <a:spcPct val="100000"/>
              </a:lnSpc>
              <a:spcBef>
                <a:spcPts val="130"/>
              </a:spcBef>
            </a:pPr>
            <a:r>
              <a:rPr dirty="0" sz="2600">
                <a:latin typeface="Verdana"/>
                <a:cs typeface="Verdana"/>
              </a:rPr>
              <a:t>Cost</a:t>
            </a:r>
            <a:r>
              <a:rPr dirty="0" sz="2600" spc="-20">
                <a:latin typeface="Verdana"/>
                <a:cs typeface="Verdana"/>
              </a:rPr>
              <a:t> </a:t>
            </a:r>
            <a:r>
              <a:rPr dirty="0" sz="2600" spc="-10">
                <a:latin typeface="Verdana"/>
                <a:cs typeface="Verdana"/>
              </a:rPr>
              <a:t>function</a:t>
            </a:r>
            <a:endParaRPr sz="2600">
              <a:latin typeface="Verdana"/>
              <a:cs typeface="Verdana"/>
            </a:endParaRPr>
          </a:p>
          <a:p>
            <a:pPr marL="38100">
              <a:lnSpc>
                <a:spcPct val="100000"/>
              </a:lnSpc>
              <a:spcBef>
                <a:spcPts val="1540"/>
              </a:spcBef>
              <a:tabLst>
                <a:tab pos="361950" algn="l"/>
                <a:tab pos="1219835" algn="l"/>
                <a:tab pos="1658620" algn="l"/>
              </a:tabLst>
            </a:pPr>
            <a:r>
              <a:rPr dirty="0" sz="1800" spc="-50">
                <a:latin typeface="Cambria Math"/>
                <a:cs typeface="Cambria Math"/>
              </a:rPr>
              <a:t>+</a:t>
            </a:r>
            <a:r>
              <a:rPr dirty="0" sz="1800">
                <a:latin typeface="Cambria Math"/>
                <a:cs typeface="Cambria Math"/>
              </a:rPr>
              <a:t>	1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50">
                <a:latin typeface="Cambria Math"/>
                <a:cs typeface="Cambria Math"/>
              </a:rPr>
              <a:t> </a:t>
            </a:r>
            <a:r>
              <a:rPr dirty="0" sz="1800">
                <a:solidFill>
                  <a:srgbClr val="C00000"/>
                </a:solidFill>
                <a:latin typeface="Cambria Math"/>
                <a:cs typeface="Cambria Math"/>
              </a:rPr>
              <a:t>𝑦</a:t>
            </a:r>
            <a:r>
              <a:rPr dirty="0" sz="1800" spc="155">
                <a:solidFill>
                  <a:srgbClr val="C00000"/>
                </a:solidFill>
                <a:latin typeface="Cambria Math"/>
                <a:cs typeface="Cambria Math"/>
              </a:rPr>
              <a:t> </a:t>
            </a:r>
            <a:r>
              <a:rPr dirty="0" baseline="26748" sz="2025" spc="-75">
                <a:latin typeface="Cambria Math"/>
                <a:cs typeface="Cambria Math"/>
              </a:rPr>
              <a:t>𝑖</a:t>
            </a:r>
            <a:r>
              <a:rPr dirty="0" baseline="26748" sz="2025">
                <a:latin typeface="Cambria Math"/>
                <a:cs typeface="Cambria Math"/>
              </a:rPr>
              <a:t>	</a:t>
            </a:r>
            <a:r>
              <a:rPr dirty="0" sz="1800" spc="-25">
                <a:latin typeface="Cambria Math"/>
                <a:cs typeface="Cambria Math"/>
              </a:rPr>
              <a:t>log</a:t>
            </a:r>
            <a:r>
              <a:rPr dirty="0" sz="1800">
                <a:latin typeface="Cambria Math"/>
                <a:cs typeface="Cambria Math"/>
              </a:rPr>
              <a:t>	1</a:t>
            </a:r>
            <a:r>
              <a:rPr dirty="0" sz="1800" spc="1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FF40FF"/>
                </a:solidFill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35476" y="920749"/>
            <a:ext cx="1713864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54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r>
              <a:rPr dirty="0" sz="1800" spc="13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=</a:t>
            </a:r>
            <a:r>
              <a:rPr dirty="0" sz="1800" spc="4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𝑤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baseline="-16460" sz="2025">
                <a:latin typeface="Cambria Math"/>
                <a:cs typeface="Cambria Math"/>
              </a:rPr>
              <a:t>1</a:t>
            </a:r>
            <a:r>
              <a:rPr dirty="0" baseline="-16460" sz="2025" spc="15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35">
                <a:latin typeface="Cambria Math"/>
                <a:cs typeface="Cambria Math"/>
              </a:rPr>
              <a:t> </a:t>
            </a:r>
            <a:r>
              <a:rPr dirty="0" sz="1800" spc="-20">
                <a:latin typeface="Cambria Math"/>
                <a:cs typeface="Cambria Math"/>
              </a:rPr>
              <a:t>𝑤</a:t>
            </a:r>
            <a:r>
              <a:rPr dirty="0" baseline="-16460" sz="2025" spc="-30">
                <a:latin typeface="Cambria Math"/>
                <a:cs typeface="Cambria Math"/>
              </a:rPr>
              <a:t>2</a:t>
            </a:r>
            <a:r>
              <a:rPr dirty="0" sz="1800" spc="-20">
                <a:latin typeface="Cambria Math"/>
                <a:cs typeface="Cambria Math"/>
              </a:rPr>
              <a:t>𝑥</a:t>
            </a:r>
            <a:r>
              <a:rPr dirty="0" baseline="-16460" sz="2025" spc="-30">
                <a:latin typeface="Cambria Math"/>
                <a:cs typeface="Cambria Math"/>
              </a:rPr>
              <a:t>2</a:t>
            </a:r>
            <a:endParaRPr baseline="-16460" sz="2025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758690" y="1312227"/>
            <a:ext cx="139319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022985" algn="l"/>
                <a:tab pos="1280160" algn="l"/>
              </a:tabLst>
            </a:pPr>
            <a:r>
              <a:rPr dirty="0" sz="1350" spc="-50">
                <a:latin typeface="Cambria Math"/>
                <a:cs typeface="Cambria Math"/>
              </a:rPr>
              <a:t>1</a:t>
            </a:r>
            <a:r>
              <a:rPr dirty="0" sz="1350">
                <a:latin typeface="Cambria Math"/>
                <a:cs typeface="Cambria Math"/>
              </a:rPr>
              <a:t>	</a:t>
            </a:r>
            <a:r>
              <a:rPr dirty="0" sz="1350" spc="-50">
                <a:latin typeface="Cambria Math"/>
                <a:cs typeface="Cambria Math"/>
              </a:rPr>
              <a:t>1</a:t>
            </a:r>
            <a:r>
              <a:rPr dirty="0" sz="1350">
                <a:latin typeface="Cambria Math"/>
                <a:cs typeface="Cambria Math"/>
              </a:rPr>
              <a:t>	</a:t>
            </a:r>
            <a:r>
              <a:rPr dirty="0" sz="1350" spc="-5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180204" y="1197927"/>
            <a:ext cx="201612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mbria Math"/>
                <a:cs typeface="Cambria Math"/>
              </a:rPr>
              <a:t>+𝑤</a:t>
            </a:r>
            <a:r>
              <a:rPr dirty="0" baseline="-16460" sz="2025" spc="-15">
                <a:latin typeface="Cambria Math"/>
                <a:cs typeface="Cambria Math"/>
              </a:rPr>
              <a:t>3</a:t>
            </a:r>
            <a:r>
              <a:rPr dirty="0" sz="1800" spc="-10">
                <a:latin typeface="Cambria Math"/>
                <a:cs typeface="Cambria Math"/>
              </a:rPr>
              <a:t>𝑥</a:t>
            </a:r>
            <a:r>
              <a:rPr dirty="0" sz="1800" spc="-204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2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baseline="-16460" sz="2025">
                <a:latin typeface="Cambria Math"/>
                <a:cs typeface="Cambria Math"/>
              </a:rPr>
              <a:t>2</a:t>
            </a:r>
            <a:r>
              <a:rPr dirty="0" baseline="-16460" sz="2025" spc="142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204">
                <a:latin typeface="Cambria Math"/>
                <a:cs typeface="Cambria Math"/>
              </a:rPr>
              <a:t> </a:t>
            </a:r>
            <a:r>
              <a:rPr dirty="0" sz="1800" spc="-30">
                <a:latin typeface="Cambria Math"/>
                <a:cs typeface="Cambria Math"/>
              </a:rPr>
              <a:t>𝑤</a:t>
            </a:r>
            <a:r>
              <a:rPr dirty="0" baseline="-16460" sz="2025" spc="-44">
                <a:latin typeface="Cambria Math"/>
                <a:cs typeface="Cambria Math"/>
              </a:rPr>
              <a:t>4</a:t>
            </a:r>
            <a:r>
              <a:rPr dirty="0" sz="1800" spc="-30">
                <a:latin typeface="Cambria Math"/>
                <a:cs typeface="Cambria Math"/>
              </a:rPr>
              <a:t>𝑥</a:t>
            </a:r>
            <a:r>
              <a:rPr dirty="0" sz="1800" spc="-210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2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-204">
                <a:latin typeface="Cambria Math"/>
                <a:cs typeface="Cambria Math"/>
              </a:rPr>
              <a:t> </a:t>
            </a:r>
            <a:r>
              <a:rPr dirty="0" baseline="28806" sz="2025" spc="-75">
                <a:latin typeface="Cambria Math"/>
                <a:cs typeface="Cambria Math"/>
              </a:rPr>
              <a:t>2</a:t>
            </a:r>
            <a:endParaRPr baseline="28806" sz="2025">
              <a:latin typeface="Cambria Math"/>
              <a:cs typeface="Cambria Math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815840" y="1589087"/>
            <a:ext cx="38290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69875" algn="l"/>
              </a:tabLst>
            </a:pPr>
            <a:r>
              <a:rPr dirty="0" sz="1350" spc="-50">
                <a:latin typeface="Cambria Math"/>
                <a:cs typeface="Cambria Math"/>
              </a:rPr>
              <a:t>1</a:t>
            </a:r>
            <a:r>
              <a:rPr dirty="0" sz="1350">
                <a:latin typeface="Cambria Math"/>
                <a:cs typeface="Cambria Math"/>
              </a:rPr>
              <a:t>	</a:t>
            </a:r>
            <a:r>
              <a:rPr dirty="0" sz="1350" spc="-50">
                <a:latin typeface="Cambria Math"/>
                <a:cs typeface="Cambria Math"/>
              </a:rPr>
              <a:t>2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37354" y="1474787"/>
            <a:ext cx="184912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Cambria Math"/>
                <a:cs typeface="Cambria Math"/>
              </a:rPr>
              <a:t>+𝑤</a:t>
            </a:r>
            <a:r>
              <a:rPr dirty="0" baseline="-16460" sz="2025" spc="-15">
                <a:latin typeface="Cambria Math"/>
                <a:cs typeface="Cambria Math"/>
              </a:rPr>
              <a:t>5</a:t>
            </a:r>
            <a:r>
              <a:rPr dirty="0" sz="1800" spc="-10">
                <a:latin typeface="Cambria Math"/>
                <a:cs typeface="Cambria Math"/>
              </a:rPr>
              <a:t>𝑥</a:t>
            </a:r>
            <a:r>
              <a:rPr dirty="0" sz="1800" spc="-225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2</a:t>
            </a:r>
            <a:r>
              <a:rPr dirty="0" sz="1800">
                <a:latin typeface="Cambria Math"/>
                <a:cs typeface="Cambria Math"/>
              </a:rPr>
              <a:t>𝑥</a:t>
            </a:r>
            <a:r>
              <a:rPr dirty="0" sz="1800" spc="-220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3</a:t>
            </a:r>
            <a:r>
              <a:rPr dirty="0" baseline="28806" sz="2025" spc="97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8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⋯</a:t>
            </a:r>
            <a:r>
              <a:rPr dirty="0" sz="1800" spc="-12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38" name="object 3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196963" y="3095879"/>
            <a:ext cx="1588134" cy="1027887"/>
          </a:xfrm>
          <a:prstGeom prst="rect">
            <a:avLst/>
          </a:prstGeom>
        </p:spPr>
      </p:pic>
      <p:sp>
        <p:nvSpPr>
          <p:cNvPr id="39" name="object 39"/>
          <p:cNvSpPr/>
          <p:nvPr/>
        </p:nvSpPr>
        <p:spPr>
          <a:xfrm>
            <a:off x="4396359" y="2178811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762" y="0"/>
                </a:moveTo>
                <a:lnTo>
                  <a:pt x="123316" y="5080"/>
                </a:lnTo>
                <a:lnTo>
                  <a:pt x="136778" y="16637"/>
                </a:lnTo>
                <a:lnTo>
                  <a:pt x="0" y="16637"/>
                </a:lnTo>
                <a:lnTo>
                  <a:pt x="0" y="24511"/>
                </a:lnTo>
                <a:lnTo>
                  <a:pt x="136778" y="24511"/>
                </a:lnTo>
                <a:lnTo>
                  <a:pt x="123316" y="36194"/>
                </a:lnTo>
                <a:lnTo>
                  <a:pt x="127762" y="41148"/>
                </a:lnTo>
                <a:lnTo>
                  <a:pt x="148843" y="22987"/>
                </a:lnTo>
                <a:lnTo>
                  <a:pt x="148843" y="18161"/>
                </a:lnTo>
                <a:lnTo>
                  <a:pt x="127762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4238878" y="2086038"/>
            <a:ext cx="4940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12345" sz="2700" spc="52">
                <a:latin typeface="Cambria Math"/>
                <a:cs typeface="Cambria Math"/>
              </a:rPr>
              <a:t>𝑓</a:t>
            </a:r>
            <a:r>
              <a:rPr dirty="0" sz="1350" spc="35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721225" y="2095753"/>
            <a:ext cx="1323340" cy="220979"/>
          </a:xfrm>
          <a:custGeom>
            <a:avLst/>
            <a:gdLst/>
            <a:ahLst/>
            <a:cxnLst/>
            <a:rect l="l" t="t" r="r" b="b"/>
            <a:pathLst>
              <a:path w="1323339" h="220980">
                <a:moveTo>
                  <a:pt x="70485" y="17653"/>
                </a:moveTo>
                <a:lnTo>
                  <a:pt x="67564" y="9144"/>
                </a:lnTo>
                <a:lnTo>
                  <a:pt x="52146" y="14681"/>
                </a:lnTo>
                <a:lnTo>
                  <a:pt x="38671" y="22694"/>
                </a:lnTo>
                <a:lnTo>
                  <a:pt x="9804" y="61239"/>
                </a:lnTo>
                <a:lnTo>
                  <a:pt x="63" y="113919"/>
                </a:lnTo>
                <a:lnTo>
                  <a:pt x="0" y="115062"/>
                </a:lnTo>
                <a:lnTo>
                  <a:pt x="977" y="132588"/>
                </a:lnTo>
                <a:lnTo>
                  <a:pt x="17399" y="183896"/>
                </a:lnTo>
                <a:lnTo>
                  <a:pt x="52133" y="215328"/>
                </a:lnTo>
                <a:lnTo>
                  <a:pt x="67564" y="220853"/>
                </a:lnTo>
                <a:lnTo>
                  <a:pt x="70231" y="212217"/>
                </a:lnTo>
                <a:lnTo>
                  <a:pt x="58127" y="206883"/>
                </a:lnTo>
                <a:lnTo>
                  <a:pt x="47713" y="199453"/>
                </a:lnTo>
                <a:lnTo>
                  <a:pt x="26365" y="164782"/>
                </a:lnTo>
                <a:lnTo>
                  <a:pt x="19342" y="115062"/>
                </a:lnTo>
                <a:lnTo>
                  <a:pt x="19304" y="113919"/>
                </a:lnTo>
                <a:lnTo>
                  <a:pt x="20078" y="95859"/>
                </a:lnTo>
                <a:lnTo>
                  <a:pt x="31877" y="51181"/>
                </a:lnTo>
                <a:lnTo>
                  <a:pt x="58280" y="23037"/>
                </a:lnTo>
                <a:lnTo>
                  <a:pt x="70485" y="17653"/>
                </a:lnTo>
                <a:close/>
              </a:path>
              <a:path w="1323339" h="220980">
                <a:moveTo>
                  <a:pt x="187833" y="24257"/>
                </a:moveTo>
                <a:lnTo>
                  <a:pt x="159893" y="0"/>
                </a:lnTo>
                <a:lnTo>
                  <a:pt x="153924" y="6731"/>
                </a:lnTo>
                <a:lnTo>
                  <a:pt x="171831" y="22225"/>
                </a:lnTo>
                <a:lnTo>
                  <a:pt x="75184" y="22225"/>
                </a:lnTo>
                <a:lnTo>
                  <a:pt x="75184" y="32639"/>
                </a:lnTo>
                <a:lnTo>
                  <a:pt x="171831" y="32639"/>
                </a:lnTo>
                <a:lnTo>
                  <a:pt x="153924" y="48260"/>
                </a:lnTo>
                <a:lnTo>
                  <a:pt x="159893" y="54864"/>
                </a:lnTo>
                <a:lnTo>
                  <a:pt x="187833" y="30734"/>
                </a:lnTo>
                <a:lnTo>
                  <a:pt x="187833" y="24257"/>
                </a:lnTo>
                <a:close/>
              </a:path>
              <a:path w="1323339" h="220980">
                <a:moveTo>
                  <a:pt x="264160" y="115062"/>
                </a:moveTo>
                <a:lnTo>
                  <a:pt x="263093" y="95859"/>
                </a:lnTo>
                <a:lnTo>
                  <a:pt x="263080" y="95631"/>
                </a:lnTo>
                <a:lnTo>
                  <a:pt x="259842" y="77698"/>
                </a:lnTo>
                <a:lnTo>
                  <a:pt x="237058" y="33210"/>
                </a:lnTo>
                <a:lnTo>
                  <a:pt x="196723" y="9144"/>
                </a:lnTo>
                <a:lnTo>
                  <a:pt x="193675" y="17653"/>
                </a:lnTo>
                <a:lnTo>
                  <a:pt x="205930" y="23037"/>
                </a:lnTo>
                <a:lnTo>
                  <a:pt x="216458" y="30416"/>
                </a:lnTo>
                <a:lnTo>
                  <a:pt x="237883" y="64477"/>
                </a:lnTo>
                <a:lnTo>
                  <a:pt x="244856" y="113919"/>
                </a:lnTo>
                <a:lnTo>
                  <a:pt x="244068" y="132588"/>
                </a:lnTo>
                <a:lnTo>
                  <a:pt x="232410" y="178308"/>
                </a:lnTo>
                <a:lnTo>
                  <a:pt x="206095" y="206883"/>
                </a:lnTo>
                <a:lnTo>
                  <a:pt x="194056" y="212217"/>
                </a:lnTo>
                <a:lnTo>
                  <a:pt x="196723" y="220853"/>
                </a:lnTo>
                <a:lnTo>
                  <a:pt x="237109" y="196850"/>
                </a:lnTo>
                <a:lnTo>
                  <a:pt x="259842" y="152488"/>
                </a:lnTo>
                <a:lnTo>
                  <a:pt x="263080" y="134518"/>
                </a:lnTo>
                <a:lnTo>
                  <a:pt x="264160" y="115062"/>
                </a:lnTo>
                <a:close/>
              </a:path>
              <a:path w="1323339" h="220980">
                <a:moveTo>
                  <a:pt x="1322959" y="113284"/>
                </a:moveTo>
                <a:lnTo>
                  <a:pt x="570484" y="113284"/>
                </a:lnTo>
                <a:lnTo>
                  <a:pt x="570484" y="122809"/>
                </a:lnTo>
                <a:lnTo>
                  <a:pt x="1322959" y="122809"/>
                </a:lnTo>
                <a:lnTo>
                  <a:pt x="1322959" y="11328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 txBox="1"/>
          <p:nvPr/>
        </p:nvSpPr>
        <p:spPr>
          <a:xfrm>
            <a:off x="4763134" y="1866582"/>
            <a:ext cx="1334135" cy="624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48360">
              <a:lnSpc>
                <a:spcPts val="1755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marL="38100">
              <a:lnSpc>
                <a:spcPts val="1280"/>
              </a:lnSpc>
              <a:tabLst>
                <a:tab pos="295275" algn="l"/>
              </a:tabLst>
            </a:pPr>
            <a:r>
              <a:rPr dirty="0" sz="1800" spc="-50">
                <a:latin typeface="Cambria Math"/>
                <a:cs typeface="Cambria Math"/>
              </a:rPr>
              <a:t>x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=</a:t>
            </a:r>
            <a:endParaRPr sz="1800">
              <a:latin typeface="Cambria Math"/>
              <a:cs typeface="Cambria Math"/>
            </a:endParaRPr>
          </a:p>
          <a:p>
            <a:pPr marL="534035">
              <a:lnSpc>
                <a:spcPts val="1680"/>
              </a:lnSpc>
            </a:pPr>
            <a:r>
              <a:rPr dirty="0" sz="1800">
                <a:latin typeface="Cambria Math"/>
                <a:cs typeface="Cambria Math"/>
              </a:rPr>
              <a:t>1</a:t>
            </a:r>
            <a:r>
              <a:rPr dirty="0" sz="1800" spc="1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+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 spc="30">
                <a:latin typeface="Cambria Math"/>
                <a:cs typeface="Cambria Math"/>
              </a:rPr>
              <a:t>𝑒</a:t>
            </a:r>
            <a:r>
              <a:rPr dirty="0" baseline="22633" sz="2025" spc="44">
                <a:latin typeface="Cambria Math"/>
                <a:cs typeface="Cambria Math"/>
              </a:rPr>
              <a:t>−</a:t>
            </a:r>
            <a:r>
              <a:rPr dirty="0" baseline="22633" sz="2025" spc="44">
                <a:solidFill>
                  <a:srgbClr val="0096FF"/>
                </a:solidFill>
                <a:latin typeface="Cambria Math"/>
                <a:cs typeface="Cambria Math"/>
              </a:rPr>
              <a:t>𝑧</a:t>
            </a:r>
            <a:endParaRPr baseline="22633" sz="2025">
              <a:latin typeface="Cambria Math"/>
              <a:cs typeface="Cambria Math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4000500" y="787526"/>
            <a:ext cx="2513330" cy="1549400"/>
          </a:xfrm>
          <a:custGeom>
            <a:avLst/>
            <a:gdLst/>
            <a:ahLst/>
            <a:cxnLst/>
            <a:rect l="l" t="t" r="r" b="b"/>
            <a:pathLst>
              <a:path w="2513329" h="1549400">
                <a:moveTo>
                  <a:pt x="2156841" y="1536700"/>
                </a:moveTo>
                <a:lnTo>
                  <a:pt x="2148204" y="1536700"/>
                </a:lnTo>
                <a:lnTo>
                  <a:pt x="2155063" y="1549400"/>
                </a:lnTo>
                <a:lnTo>
                  <a:pt x="2163699" y="1549400"/>
                </a:lnTo>
                <a:lnTo>
                  <a:pt x="2156841" y="1536700"/>
                </a:lnTo>
                <a:close/>
              </a:path>
              <a:path w="2513329" h="1549400">
                <a:moveTo>
                  <a:pt x="2193163" y="1536700"/>
                </a:moveTo>
                <a:lnTo>
                  <a:pt x="2156841" y="1536700"/>
                </a:lnTo>
                <a:lnTo>
                  <a:pt x="2163699" y="1549400"/>
                </a:lnTo>
                <a:lnTo>
                  <a:pt x="2191512" y="1549400"/>
                </a:lnTo>
                <a:lnTo>
                  <a:pt x="2193163" y="1536700"/>
                </a:lnTo>
                <a:close/>
              </a:path>
              <a:path w="2513329" h="1549400">
                <a:moveTo>
                  <a:pt x="2192887" y="1538816"/>
                </a:moveTo>
                <a:lnTo>
                  <a:pt x="2191512" y="1549400"/>
                </a:lnTo>
                <a:lnTo>
                  <a:pt x="2192147" y="1549400"/>
                </a:lnTo>
                <a:lnTo>
                  <a:pt x="2192887" y="1538816"/>
                </a:lnTo>
                <a:close/>
              </a:path>
              <a:path w="2513329" h="1549400">
                <a:moveTo>
                  <a:pt x="2136902" y="1524000"/>
                </a:moveTo>
                <a:lnTo>
                  <a:pt x="2124075" y="1524000"/>
                </a:lnTo>
                <a:lnTo>
                  <a:pt x="2133346" y="1536700"/>
                </a:lnTo>
                <a:lnTo>
                  <a:pt x="2142616" y="1536700"/>
                </a:lnTo>
                <a:lnTo>
                  <a:pt x="2136902" y="1524000"/>
                </a:lnTo>
                <a:close/>
              </a:path>
              <a:path w="2513329" h="1549400">
                <a:moveTo>
                  <a:pt x="2173478" y="1524000"/>
                </a:moveTo>
                <a:lnTo>
                  <a:pt x="2136902" y="1524000"/>
                </a:lnTo>
                <a:lnTo>
                  <a:pt x="2142616" y="1536700"/>
                </a:lnTo>
                <a:lnTo>
                  <a:pt x="2175255" y="1536700"/>
                </a:lnTo>
                <a:lnTo>
                  <a:pt x="2173478" y="1524000"/>
                </a:lnTo>
                <a:close/>
              </a:path>
              <a:path w="2513329" h="1549400">
                <a:moveTo>
                  <a:pt x="2179192" y="1524000"/>
                </a:moveTo>
                <a:lnTo>
                  <a:pt x="2173478" y="1524000"/>
                </a:lnTo>
                <a:lnTo>
                  <a:pt x="2175255" y="1536700"/>
                </a:lnTo>
                <a:lnTo>
                  <a:pt x="2182114" y="1536700"/>
                </a:lnTo>
                <a:lnTo>
                  <a:pt x="2179192" y="1524000"/>
                </a:lnTo>
                <a:close/>
              </a:path>
              <a:path w="2513329" h="1549400">
                <a:moveTo>
                  <a:pt x="2107438" y="1511300"/>
                </a:moveTo>
                <a:lnTo>
                  <a:pt x="2100579" y="1511300"/>
                </a:lnTo>
                <a:lnTo>
                  <a:pt x="2103120" y="1524000"/>
                </a:lnTo>
                <a:lnTo>
                  <a:pt x="2118995" y="1524000"/>
                </a:lnTo>
                <a:lnTo>
                  <a:pt x="2107438" y="1511300"/>
                </a:lnTo>
                <a:close/>
              </a:path>
              <a:path w="2513329" h="1549400">
                <a:moveTo>
                  <a:pt x="2146173" y="1511300"/>
                </a:moveTo>
                <a:lnTo>
                  <a:pt x="2107438" y="1511300"/>
                </a:lnTo>
                <a:lnTo>
                  <a:pt x="2118995" y="1524000"/>
                </a:lnTo>
                <a:lnTo>
                  <a:pt x="2155698" y="1524000"/>
                </a:lnTo>
                <a:lnTo>
                  <a:pt x="2146173" y="1511300"/>
                </a:lnTo>
                <a:close/>
              </a:path>
              <a:path w="2513329" h="1549400">
                <a:moveTo>
                  <a:pt x="2154174" y="1511300"/>
                </a:moveTo>
                <a:lnTo>
                  <a:pt x="2146173" y="1511300"/>
                </a:lnTo>
                <a:lnTo>
                  <a:pt x="2155698" y="1524000"/>
                </a:lnTo>
                <a:lnTo>
                  <a:pt x="2165350" y="1524000"/>
                </a:lnTo>
                <a:lnTo>
                  <a:pt x="2154174" y="1511300"/>
                </a:lnTo>
                <a:close/>
              </a:path>
              <a:path w="2513329" h="1549400">
                <a:moveTo>
                  <a:pt x="2089556" y="1498650"/>
                </a:moveTo>
                <a:lnTo>
                  <a:pt x="2077233" y="1498650"/>
                </a:lnTo>
                <a:lnTo>
                  <a:pt x="2082673" y="1511300"/>
                </a:lnTo>
                <a:lnTo>
                  <a:pt x="2089912" y="1511300"/>
                </a:lnTo>
                <a:lnTo>
                  <a:pt x="2089577" y="1499393"/>
                </a:lnTo>
                <a:lnTo>
                  <a:pt x="2089556" y="1498650"/>
                </a:lnTo>
                <a:close/>
              </a:path>
              <a:path w="2513329" h="1549400">
                <a:moveTo>
                  <a:pt x="2089556" y="1498650"/>
                </a:moveTo>
                <a:lnTo>
                  <a:pt x="2089912" y="1511300"/>
                </a:lnTo>
                <a:lnTo>
                  <a:pt x="2095880" y="1511300"/>
                </a:lnTo>
                <a:lnTo>
                  <a:pt x="2089556" y="1498650"/>
                </a:lnTo>
                <a:close/>
              </a:path>
              <a:path w="2513329" h="1549400">
                <a:moveTo>
                  <a:pt x="2122452" y="1498650"/>
                </a:moveTo>
                <a:lnTo>
                  <a:pt x="2089556" y="1498650"/>
                </a:lnTo>
                <a:lnTo>
                  <a:pt x="2095880" y="1511300"/>
                </a:lnTo>
                <a:lnTo>
                  <a:pt x="2116328" y="1511300"/>
                </a:lnTo>
                <a:lnTo>
                  <a:pt x="2122876" y="1499393"/>
                </a:lnTo>
                <a:lnTo>
                  <a:pt x="2122452" y="1498650"/>
                </a:lnTo>
                <a:close/>
              </a:path>
              <a:path w="2513329" h="1549400">
                <a:moveTo>
                  <a:pt x="2122876" y="1499393"/>
                </a:moveTo>
                <a:lnTo>
                  <a:pt x="2116328" y="1511300"/>
                </a:lnTo>
                <a:lnTo>
                  <a:pt x="2129663" y="1511300"/>
                </a:lnTo>
                <a:lnTo>
                  <a:pt x="2122876" y="1499393"/>
                </a:lnTo>
                <a:close/>
              </a:path>
              <a:path w="2513329" h="1549400">
                <a:moveTo>
                  <a:pt x="2134415" y="1498650"/>
                </a:moveTo>
                <a:lnTo>
                  <a:pt x="2123285" y="1498650"/>
                </a:lnTo>
                <a:lnTo>
                  <a:pt x="2122876" y="1499393"/>
                </a:lnTo>
                <a:lnTo>
                  <a:pt x="2129663" y="1511300"/>
                </a:lnTo>
                <a:lnTo>
                  <a:pt x="2147824" y="1511300"/>
                </a:lnTo>
                <a:lnTo>
                  <a:pt x="2134415" y="1498650"/>
                </a:lnTo>
                <a:close/>
              </a:path>
              <a:path w="2513329" h="1549400">
                <a:moveTo>
                  <a:pt x="2123285" y="1498650"/>
                </a:moveTo>
                <a:lnTo>
                  <a:pt x="2122452" y="1498650"/>
                </a:lnTo>
                <a:lnTo>
                  <a:pt x="2122876" y="1499393"/>
                </a:lnTo>
                <a:lnTo>
                  <a:pt x="2123285" y="1498650"/>
                </a:lnTo>
                <a:close/>
              </a:path>
              <a:path w="2513329" h="1549400">
                <a:moveTo>
                  <a:pt x="2098675" y="1485900"/>
                </a:moveTo>
                <a:lnTo>
                  <a:pt x="2065147" y="1485900"/>
                </a:lnTo>
                <a:lnTo>
                  <a:pt x="2066294" y="1498650"/>
                </a:lnTo>
                <a:lnTo>
                  <a:pt x="2090259" y="1498650"/>
                </a:lnTo>
                <a:lnTo>
                  <a:pt x="2098675" y="1485900"/>
                </a:lnTo>
                <a:close/>
              </a:path>
              <a:path w="2513329" h="1549400">
                <a:moveTo>
                  <a:pt x="2099310" y="1485900"/>
                </a:moveTo>
                <a:lnTo>
                  <a:pt x="2098675" y="1485900"/>
                </a:lnTo>
                <a:lnTo>
                  <a:pt x="2090259" y="1498650"/>
                </a:lnTo>
                <a:lnTo>
                  <a:pt x="2096238" y="1498650"/>
                </a:lnTo>
                <a:lnTo>
                  <a:pt x="2098618" y="1493586"/>
                </a:lnTo>
                <a:lnTo>
                  <a:pt x="2099310" y="1485900"/>
                </a:lnTo>
                <a:close/>
              </a:path>
              <a:path w="2513329" h="1549400">
                <a:moveTo>
                  <a:pt x="2098618" y="1493586"/>
                </a:moveTo>
                <a:lnTo>
                  <a:pt x="2096238" y="1498650"/>
                </a:lnTo>
                <a:lnTo>
                  <a:pt x="2098162" y="1498650"/>
                </a:lnTo>
                <a:lnTo>
                  <a:pt x="2098618" y="1493586"/>
                </a:lnTo>
                <a:close/>
              </a:path>
              <a:path w="2513329" h="1549400">
                <a:moveTo>
                  <a:pt x="2102230" y="1485900"/>
                </a:moveTo>
                <a:lnTo>
                  <a:pt x="2098618" y="1493586"/>
                </a:lnTo>
                <a:lnTo>
                  <a:pt x="2098162" y="1498650"/>
                </a:lnTo>
                <a:lnTo>
                  <a:pt x="2106821" y="1498650"/>
                </a:lnTo>
                <a:lnTo>
                  <a:pt x="2102230" y="1485900"/>
                </a:lnTo>
                <a:close/>
              </a:path>
              <a:path w="2513329" h="1549400">
                <a:moveTo>
                  <a:pt x="2103247" y="1485900"/>
                </a:moveTo>
                <a:lnTo>
                  <a:pt x="2102230" y="1485900"/>
                </a:lnTo>
                <a:lnTo>
                  <a:pt x="2106821" y="1498650"/>
                </a:lnTo>
                <a:lnTo>
                  <a:pt x="2109105" y="1498650"/>
                </a:lnTo>
                <a:lnTo>
                  <a:pt x="2106776" y="1491593"/>
                </a:lnTo>
                <a:lnTo>
                  <a:pt x="2103247" y="1485900"/>
                </a:lnTo>
                <a:close/>
              </a:path>
              <a:path w="2513329" h="1549400">
                <a:moveTo>
                  <a:pt x="2106776" y="1491593"/>
                </a:moveTo>
                <a:lnTo>
                  <a:pt x="2109105" y="1498650"/>
                </a:lnTo>
                <a:lnTo>
                  <a:pt x="2111152" y="1498650"/>
                </a:lnTo>
                <a:lnTo>
                  <a:pt x="2106776" y="1491593"/>
                </a:lnTo>
                <a:close/>
              </a:path>
              <a:path w="2513329" h="1549400">
                <a:moveTo>
                  <a:pt x="2153920" y="1485900"/>
                </a:moveTo>
                <a:lnTo>
                  <a:pt x="2104898" y="1485900"/>
                </a:lnTo>
                <a:lnTo>
                  <a:pt x="2106776" y="1491593"/>
                </a:lnTo>
                <a:lnTo>
                  <a:pt x="2111152" y="1498650"/>
                </a:lnTo>
                <a:lnTo>
                  <a:pt x="2147672" y="1498650"/>
                </a:lnTo>
                <a:lnTo>
                  <a:pt x="2153920" y="1485900"/>
                </a:lnTo>
                <a:close/>
              </a:path>
              <a:path w="2513329" h="1549400">
                <a:moveTo>
                  <a:pt x="2102230" y="1485900"/>
                </a:moveTo>
                <a:lnTo>
                  <a:pt x="2099310" y="1485900"/>
                </a:lnTo>
                <a:lnTo>
                  <a:pt x="2098618" y="1493586"/>
                </a:lnTo>
                <a:lnTo>
                  <a:pt x="2102230" y="1485900"/>
                </a:lnTo>
                <a:close/>
              </a:path>
              <a:path w="2513329" h="1549400">
                <a:moveTo>
                  <a:pt x="2104898" y="1485900"/>
                </a:moveTo>
                <a:lnTo>
                  <a:pt x="2103247" y="1485900"/>
                </a:lnTo>
                <a:lnTo>
                  <a:pt x="2106776" y="1491593"/>
                </a:lnTo>
                <a:lnTo>
                  <a:pt x="2104898" y="1485900"/>
                </a:lnTo>
                <a:close/>
              </a:path>
              <a:path w="2513329" h="1549400">
                <a:moveTo>
                  <a:pt x="2093722" y="1473200"/>
                </a:moveTo>
                <a:lnTo>
                  <a:pt x="2067433" y="1473200"/>
                </a:lnTo>
                <a:lnTo>
                  <a:pt x="2066036" y="1485900"/>
                </a:lnTo>
                <a:lnTo>
                  <a:pt x="2090801" y="1485900"/>
                </a:lnTo>
                <a:lnTo>
                  <a:pt x="2093722" y="1473200"/>
                </a:lnTo>
                <a:close/>
              </a:path>
              <a:path w="2513329" h="1549400">
                <a:moveTo>
                  <a:pt x="2188972" y="1473200"/>
                </a:moveTo>
                <a:lnTo>
                  <a:pt x="2128901" y="1473200"/>
                </a:lnTo>
                <a:lnTo>
                  <a:pt x="2125345" y="1485900"/>
                </a:lnTo>
                <a:lnTo>
                  <a:pt x="2174621" y="1485900"/>
                </a:lnTo>
                <a:lnTo>
                  <a:pt x="2188972" y="1473200"/>
                </a:lnTo>
                <a:close/>
              </a:path>
              <a:path w="2513329" h="1549400">
                <a:moveTo>
                  <a:pt x="2126741" y="1435100"/>
                </a:moveTo>
                <a:lnTo>
                  <a:pt x="2099817" y="1435100"/>
                </a:lnTo>
                <a:lnTo>
                  <a:pt x="2088007" y="1447800"/>
                </a:lnTo>
                <a:lnTo>
                  <a:pt x="2084070" y="1460500"/>
                </a:lnTo>
                <a:lnTo>
                  <a:pt x="2075052" y="1460500"/>
                </a:lnTo>
                <a:lnTo>
                  <a:pt x="2073910" y="1473200"/>
                </a:lnTo>
                <a:lnTo>
                  <a:pt x="2101088" y="1473200"/>
                </a:lnTo>
                <a:lnTo>
                  <a:pt x="2105152" y="1460500"/>
                </a:lnTo>
                <a:lnTo>
                  <a:pt x="2117090" y="1447800"/>
                </a:lnTo>
                <a:lnTo>
                  <a:pt x="2117344" y="1447800"/>
                </a:lnTo>
                <a:lnTo>
                  <a:pt x="2126741" y="1435100"/>
                </a:lnTo>
                <a:close/>
              </a:path>
              <a:path w="2513329" h="1549400">
                <a:moveTo>
                  <a:pt x="2212594" y="1460500"/>
                </a:moveTo>
                <a:lnTo>
                  <a:pt x="2159380" y="1460500"/>
                </a:lnTo>
                <a:lnTo>
                  <a:pt x="2145665" y="1473200"/>
                </a:lnTo>
                <a:lnTo>
                  <a:pt x="2196719" y="1473200"/>
                </a:lnTo>
                <a:lnTo>
                  <a:pt x="2212594" y="1460500"/>
                </a:lnTo>
                <a:close/>
              </a:path>
              <a:path w="2513329" h="1549400">
                <a:moveTo>
                  <a:pt x="2233041" y="1447800"/>
                </a:moveTo>
                <a:lnTo>
                  <a:pt x="2187702" y="1447800"/>
                </a:lnTo>
                <a:lnTo>
                  <a:pt x="2180082" y="1460500"/>
                </a:lnTo>
                <a:lnTo>
                  <a:pt x="2219452" y="1460500"/>
                </a:lnTo>
                <a:lnTo>
                  <a:pt x="2233041" y="1447800"/>
                </a:lnTo>
                <a:close/>
              </a:path>
              <a:path w="2513329" h="1549400">
                <a:moveTo>
                  <a:pt x="2254123" y="1435100"/>
                </a:moveTo>
                <a:lnTo>
                  <a:pt x="2222880" y="1435100"/>
                </a:lnTo>
                <a:lnTo>
                  <a:pt x="2209165" y="1447800"/>
                </a:lnTo>
                <a:lnTo>
                  <a:pt x="2249551" y="1447800"/>
                </a:lnTo>
                <a:lnTo>
                  <a:pt x="2254123" y="1435100"/>
                </a:lnTo>
                <a:close/>
              </a:path>
              <a:path w="2513329" h="1549400">
                <a:moveTo>
                  <a:pt x="2136521" y="1422400"/>
                </a:moveTo>
                <a:lnTo>
                  <a:pt x="2108962" y="1422400"/>
                </a:lnTo>
                <a:lnTo>
                  <a:pt x="2099564" y="1435100"/>
                </a:lnTo>
                <a:lnTo>
                  <a:pt x="2126488" y="1435100"/>
                </a:lnTo>
                <a:lnTo>
                  <a:pt x="2136521" y="1422400"/>
                </a:lnTo>
                <a:close/>
              </a:path>
              <a:path w="2513329" h="1549400">
                <a:moveTo>
                  <a:pt x="2270379" y="1422400"/>
                </a:moveTo>
                <a:lnTo>
                  <a:pt x="2239645" y="1422400"/>
                </a:lnTo>
                <a:lnTo>
                  <a:pt x="2228088" y="1435100"/>
                </a:lnTo>
                <a:lnTo>
                  <a:pt x="2265172" y="1435100"/>
                </a:lnTo>
                <a:lnTo>
                  <a:pt x="2270379" y="1422400"/>
                </a:lnTo>
                <a:close/>
              </a:path>
              <a:path w="2513329" h="1549400">
                <a:moveTo>
                  <a:pt x="2158873" y="1397000"/>
                </a:moveTo>
                <a:lnTo>
                  <a:pt x="2128520" y="1397000"/>
                </a:lnTo>
                <a:lnTo>
                  <a:pt x="2119249" y="1409700"/>
                </a:lnTo>
                <a:lnTo>
                  <a:pt x="2109216" y="1422400"/>
                </a:lnTo>
                <a:lnTo>
                  <a:pt x="2136775" y="1422400"/>
                </a:lnTo>
                <a:lnTo>
                  <a:pt x="2146046" y="1409700"/>
                </a:lnTo>
                <a:lnTo>
                  <a:pt x="2153539" y="1409700"/>
                </a:lnTo>
                <a:lnTo>
                  <a:pt x="2158873" y="1397000"/>
                </a:lnTo>
                <a:close/>
              </a:path>
              <a:path w="2513329" h="1549400">
                <a:moveTo>
                  <a:pt x="2254885" y="1409700"/>
                </a:moveTo>
                <a:lnTo>
                  <a:pt x="2244090" y="1422400"/>
                </a:lnTo>
                <a:lnTo>
                  <a:pt x="2254377" y="1422400"/>
                </a:lnTo>
                <a:lnTo>
                  <a:pt x="2254885" y="1409700"/>
                </a:lnTo>
                <a:close/>
              </a:path>
              <a:path w="2513329" h="1549400">
                <a:moveTo>
                  <a:pt x="2318385" y="1384300"/>
                </a:moveTo>
                <a:lnTo>
                  <a:pt x="2287142" y="1384300"/>
                </a:lnTo>
                <a:lnTo>
                  <a:pt x="2274697" y="1397000"/>
                </a:lnTo>
                <a:lnTo>
                  <a:pt x="2274442" y="1397000"/>
                </a:lnTo>
                <a:lnTo>
                  <a:pt x="2269616" y="1409700"/>
                </a:lnTo>
                <a:lnTo>
                  <a:pt x="2254377" y="1422400"/>
                </a:lnTo>
                <a:lnTo>
                  <a:pt x="2281682" y="1422400"/>
                </a:lnTo>
                <a:lnTo>
                  <a:pt x="2286635" y="1409700"/>
                </a:lnTo>
                <a:lnTo>
                  <a:pt x="2298573" y="1409700"/>
                </a:lnTo>
                <a:lnTo>
                  <a:pt x="2304034" y="1397000"/>
                </a:lnTo>
                <a:lnTo>
                  <a:pt x="2318385" y="1384300"/>
                </a:lnTo>
                <a:close/>
              </a:path>
              <a:path w="2513329" h="1549400">
                <a:moveTo>
                  <a:pt x="2170429" y="1384300"/>
                </a:moveTo>
                <a:lnTo>
                  <a:pt x="2142998" y="1384300"/>
                </a:lnTo>
                <a:lnTo>
                  <a:pt x="2137029" y="1397000"/>
                </a:lnTo>
                <a:lnTo>
                  <a:pt x="2163191" y="1397000"/>
                </a:lnTo>
                <a:lnTo>
                  <a:pt x="2170429" y="1384300"/>
                </a:lnTo>
                <a:close/>
              </a:path>
              <a:path w="2513329" h="1549400">
                <a:moveTo>
                  <a:pt x="2170429" y="1384300"/>
                </a:moveTo>
                <a:lnTo>
                  <a:pt x="2163191" y="1397000"/>
                </a:lnTo>
                <a:lnTo>
                  <a:pt x="2167890" y="1397000"/>
                </a:lnTo>
                <a:lnTo>
                  <a:pt x="2170429" y="1384300"/>
                </a:lnTo>
                <a:close/>
              </a:path>
              <a:path w="2513329" h="1549400">
                <a:moveTo>
                  <a:pt x="2173986" y="1371600"/>
                </a:moveTo>
                <a:lnTo>
                  <a:pt x="2152396" y="1371600"/>
                </a:lnTo>
                <a:lnTo>
                  <a:pt x="2147697" y="1384300"/>
                </a:lnTo>
                <a:lnTo>
                  <a:pt x="2170429" y="1384300"/>
                </a:lnTo>
                <a:lnTo>
                  <a:pt x="2167890" y="1397000"/>
                </a:lnTo>
                <a:lnTo>
                  <a:pt x="2169414" y="1397000"/>
                </a:lnTo>
                <a:lnTo>
                  <a:pt x="2173986" y="1384300"/>
                </a:lnTo>
                <a:lnTo>
                  <a:pt x="2173986" y="1371600"/>
                </a:lnTo>
                <a:close/>
              </a:path>
              <a:path w="2513329" h="1549400">
                <a:moveTo>
                  <a:pt x="2342007" y="1371600"/>
                </a:moveTo>
                <a:lnTo>
                  <a:pt x="2307463" y="1371600"/>
                </a:lnTo>
                <a:lnTo>
                  <a:pt x="2293112" y="1384300"/>
                </a:lnTo>
                <a:lnTo>
                  <a:pt x="2324989" y="1384300"/>
                </a:lnTo>
                <a:lnTo>
                  <a:pt x="2342007" y="1371600"/>
                </a:lnTo>
                <a:close/>
              </a:path>
              <a:path w="2513329" h="1549400">
                <a:moveTo>
                  <a:pt x="2379472" y="1333500"/>
                </a:moveTo>
                <a:lnTo>
                  <a:pt x="2358390" y="1333500"/>
                </a:lnTo>
                <a:lnTo>
                  <a:pt x="2337180" y="1346200"/>
                </a:lnTo>
                <a:lnTo>
                  <a:pt x="2329941" y="1358900"/>
                </a:lnTo>
                <a:lnTo>
                  <a:pt x="2330450" y="1358900"/>
                </a:lnTo>
                <a:lnTo>
                  <a:pt x="2313940" y="1371600"/>
                </a:lnTo>
                <a:lnTo>
                  <a:pt x="2349246" y="1371600"/>
                </a:lnTo>
                <a:lnTo>
                  <a:pt x="2370454" y="1346200"/>
                </a:lnTo>
                <a:lnTo>
                  <a:pt x="2370836" y="1346200"/>
                </a:lnTo>
                <a:lnTo>
                  <a:pt x="2379472" y="1333500"/>
                </a:lnTo>
                <a:close/>
              </a:path>
              <a:path w="2513329" h="1549400">
                <a:moveTo>
                  <a:pt x="2408682" y="1308100"/>
                </a:moveTo>
                <a:lnTo>
                  <a:pt x="2386711" y="1308100"/>
                </a:lnTo>
                <a:lnTo>
                  <a:pt x="2366699" y="1320529"/>
                </a:lnTo>
                <a:lnTo>
                  <a:pt x="2358009" y="1333500"/>
                </a:lnTo>
                <a:lnTo>
                  <a:pt x="2379979" y="1333500"/>
                </a:lnTo>
                <a:lnTo>
                  <a:pt x="2400427" y="1320800"/>
                </a:lnTo>
                <a:lnTo>
                  <a:pt x="2408682" y="1308100"/>
                </a:lnTo>
                <a:close/>
              </a:path>
              <a:path w="2513329" h="1549400">
                <a:moveTo>
                  <a:pt x="2423033" y="1295400"/>
                </a:moveTo>
                <a:lnTo>
                  <a:pt x="2392299" y="1295400"/>
                </a:lnTo>
                <a:lnTo>
                  <a:pt x="2385695" y="1308100"/>
                </a:lnTo>
                <a:lnTo>
                  <a:pt x="2409444" y="1308100"/>
                </a:lnTo>
                <a:lnTo>
                  <a:pt x="2423033" y="1295400"/>
                </a:lnTo>
                <a:close/>
              </a:path>
              <a:path w="2513329" h="1549400">
                <a:moveTo>
                  <a:pt x="2429879" y="1281595"/>
                </a:moveTo>
                <a:lnTo>
                  <a:pt x="2429255" y="1282700"/>
                </a:lnTo>
                <a:lnTo>
                  <a:pt x="2406523" y="1282700"/>
                </a:lnTo>
                <a:lnTo>
                  <a:pt x="2392934" y="1295400"/>
                </a:lnTo>
                <a:lnTo>
                  <a:pt x="2423667" y="1295400"/>
                </a:lnTo>
                <a:lnTo>
                  <a:pt x="2429879" y="1281595"/>
                </a:lnTo>
                <a:close/>
              </a:path>
              <a:path w="2513329" h="1549400">
                <a:moveTo>
                  <a:pt x="2467991" y="1219200"/>
                </a:moveTo>
                <a:lnTo>
                  <a:pt x="2445639" y="1219200"/>
                </a:lnTo>
                <a:lnTo>
                  <a:pt x="2432304" y="1244600"/>
                </a:lnTo>
                <a:lnTo>
                  <a:pt x="2426335" y="1244600"/>
                </a:lnTo>
                <a:lnTo>
                  <a:pt x="2411857" y="1270000"/>
                </a:lnTo>
                <a:lnTo>
                  <a:pt x="2406015" y="1282700"/>
                </a:lnTo>
                <a:lnTo>
                  <a:pt x="2429255" y="1282700"/>
                </a:lnTo>
                <a:lnTo>
                  <a:pt x="2443607" y="1257300"/>
                </a:lnTo>
                <a:lnTo>
                  <a:pt x="2443861" y="1257300"/>
                </a:lnTo>
                <a:lnTo>
                  <a:pt x="2449957" y="1244600"/>
                </a:lnTo>
                <a:lnTo>
                  <a:pt x="2463291" y="1231900"/>
                </a:lnTo>
                <a:lnTo>
                  <a:pt x="2463673" y="1231900"/>
                </a:lnTo>
                <a:lnTo>
                  <a:pt x="2467991" y="1219200"/>
                </a:lnTo>
                <a:close/>
              </a:path>
              <a:path w="2513329" h="1549400">
                <a:moveTo>
                  <a:pt x="2507488" y="812800"/>
                </a:moveTo>
                <a:lnTo>
                  <a:pt x="2487041" y="812800"/>
                </a:lnTo>
                <a:lnTo>
                  <a:pt x="2488438" y="825500"/>
                </a:lnTo>
                <a:lnTo>
                  <a:pt x="2490216" y="850900"/>
                </a:lnTo>
                <a:lnTo>
                  <a:pt x="2490597" y="863600"/>
                </a:lnTo>
                <a:lnTo>
                  <a:pt x="2491232" y="901700"/>
                </a:lnTo>
                <a:lnTo>
                  <a:pt x="2491232" y="914400"/>
                </a:lnTo>
                <a:lnTo>
                  <a:pt x="2491994" y="939800"/>
                </a:lnTo>
                <a:lnTo>
                  <a:pt x="2491994" y="952500"/>
                </a:lnTo>
                <a:lnTo>
                  <a:pt x="2492375" y="977900"/>
                </a:lnTo>
                <a:lnTo>
                  <a:pt x="2492248" y="1028700"/>
                </a:lnTo>
                <a:lnTo>
                  <a:pt x="2491232" y="1054100"/>
                </a:lnTo>
                <a:lnTo>
                  <a:pt x="2487803" y="1092200"/>
                </a:lnTo>
                <a:lnTo>
                  <a:pt x="2485898" y="1104900"/>
                </a:lnTo>
                <a:lnTo>
                  <a:pt x="2482638" y="1116541"/>
                </a:lnTo>
                <a:lnTo>
                  <a:pt x="2480437" y="1130300"/>
                </a:lnTo>
                <a:lnTo>
                  <a:pt x="2474087" y="1155700"/>
                </a:lnTo>
                <a:lnTo>
                  <a:pt x="2470530" y="1168400"/>
                </a:lnTo>
                <a:lnTo>
                  <a:pt x="2461514" y="1181100"/>
                </a:lnTo>
                <a:lnTo>
                  <a:pt x="2462022" y="1181100"/>
                </a:lnTo>
                <a:lnTo>
                  <a:pt x="2457704" y="1193800"/>
                </a:lnTo>
                <a:lnTo>
                  <a:pt x="2449322" y="1206500"/>
                </a:lnTo>
                <a:lnTo>
                  <a:pt x="2449576" y="1206500"/>
                </a:lnTo>
                <a:lnTo>
                  <a:pt x="2445258" y="1219200"/>
                </a:lnTo>
                <a:lnTo>
                  <a:pt x="2468245" y="1219200"/>
                </a:lnTo>
                <a:lnTo>
                  <a:pt x="2476373" y="1206500"/>
                </a:lnTo>
                <a:lnTo>
                  <a:pt x="2480691" y="1193800"/>
                </a:lnTo>
                <a:lnTo>
                  <a:pt x="2481199" y="1193800"/>
                </a:lnTo>
                <a:lnTo>
                  <a:pt x="2490216" y="1168400"/>
                </a:lnTo>
                <a:lnTo>
                  <a:pt x="2493772" y="1155700"/>
                </a:lnTo>
                <a:lnTo>
                  <a:pt x="2494026" y="1155700"/>
                </a:lnTo>
                <a:lnTo>
                  <a:pt x="2500503" y="1143000"/>
                </a:lnTo>
                <a:lnTo>
                  <a:pt x="2500629" y="1130300"/>
                </a:lnTo>
                <a:lnTo>
                  <a:pt x="2502789" y="1130300"/>
                </a:lnTo>
                <a:lnTo>
                  <a:pt x="2506472" y="1104900"/>
                </a:lnTo>
                <a:lnTo>
                  <a:pt x="2508377" y="1092200"/>
                </a:lnTo>
                <a:lnTo>
                  <a:pt x="2510917" y="1066800"/>
                </a:lnTo>
                <a:lnTo>
                  <a:pt x="2511932" y="1054100"/>
                </a:lnTo>
                <a:lnTo>
                  <a:pt x="2513076" y="1028700"/>
                </a:lnTo>
                <a:lnTo>
                  <a:pt x="2513076" y="977900"/>
                </a:lnTo>
                <a:lnTo>
                  <a:pt x="2512695" y="952500"/>
                </a:lnTo>
                <a:lnTo>
                  <a:pt x="2512695" y="939800"/>
                </a:lnTo>
                <a:lnTo>
                  <a:pt x="2511932" y="914400"/>
                </a:lnTo>
                <a:lnTo>
                  <a:pt x="2511932" y="901700"/>
                </a:lnTo>
                <a:lnTo>
                  <a:pt x="2511171" y="863600"/>
                </a:lnTo>
                <a:lnTo>
                  <a:pt x="2510790" y="850900"/>
                </a:lnTo>
                <a:lnTo>
                  <a:pt x="2508884" y="825500"/>
                </a:lnTo>
                <a:lnTo>
                  <a:pt x="2507488" y="812800"/>
                </a:lnTo>
                <a:close/>
              </a:path>
              <a:path w="2513329" h="1549400">
                <a:moveTo>
                  <a:pt x="2497836" y="774700"/>
                </a:moveTo>
                <a:lnTo>
                  <a:pt x="2478024" y="774700"/>
                </a:lnTo>
                <a:lnTo>
                  <a:pt x="2487422" y="812800"/>
                </a:lnTo>
                <a:lnTo>
                  <a:pt x="2507106" y="812800"/>
                </a:lnTo>
                <a:lnTo>
                  <a:pt x="2497836" y="774700"/>
                </a:lnTo>
                <a:close/>
              </a:path>
              <a:path w="2513329" h="1549400">
                <a:moveTo>
                  <a:pt x="2496947" y="762000"/>
                </a:moveTo>
                <a:lnTo>
                  <a:pt x="2476754" y="762000"/>
                </a:lnTo>
                <a:lnTo>
                  <a:pt x="2477642" y="774700"/>
                </a:lnTo>
                <a:lnTo>
                  <a:pt x="2498090" y="774700"/>
                </a:lnTo>
                <a:lnTo>
                  <a:pt x="2496947" y="762000"/>
                </a:lnTo>
                <a:close/>
              </a:path>
              <a:path w="2513329" h="1549400">
                <a:moveTo>
                  <a:pt x="2484247" y="723900"/>
                </a:moveTo>
                <a:lnTo>
                  <a:pt x="2464942" y="723900"/>
                </a:lnTo>
                <a:lnTo>
                  <a:pt x="2471039" y="749300"/>
                </a:lnTo>
                <a:lnTo>
                  <a:pt x="2477135" y="762000"/>
                </a:lnTo>
                <a:lnTo>
                  <a:pt x="2496439" y="762000"/>
                </a:lnTo>
                <a:lnTo>
                  <a:pt x="2490342" y="736600"/>
                </a:lnTo>
                <a:lnTo>
                  <a:pt x="2484247" y="723900"/>
                </a:lnTo>
                <a:close/>
              </a:path>
              <a:path w="2513329" h="1549400">
                <a:moveTo>
                  <a:pt x="2430145" y="546100"/>
                </a:moveTo>
                <a:lnTo>
                  <a:pt x="2410967" y="546100"/>
                </a:lnTo>
                <a:lnTo>
                  <a:pt x="2421001" y="571500"/>
                </a:lnTo>
                <a:lnTo>
                  <a:pt x="2425700" y="596900"/>
                </a:lnTo>
                <a:lnTo>
                  <a:pt x="2439289" y="635000"/>
                </a:lnTo>
                <a:lnTo>
                  <a:pt x="2448052" y="660400"/>
                </a:lnTo>
                <a:lnTo>
                  <a:pt x="2452751" y="673100"/>
                </a:lnTo>
                <a:lnTo>
                  <a:pt x="2463546" y="711200"/>
                </a:lnTo>
                <a:lnTo>
                  <a:pt x="2463038" y="711200"/>
                </a:lnTo>
                <a:lnTo>
                  <a:pt x="2464562" y="723900"/>
                </a:lnTo>
                <a:lnTo>
                  <a:pt x="2484628" y="723900"/>
                </a:lnTo>
                <a:lnTo>
                  <a:pt x="2483230" y="711200"/>
                </a:lnTo>
                <a:lnTo>
                  <a:pt x="2482723" y="698500"/>
                </a:lnTo>
                <a:lnTo>
                  <a:pt x="2467229" y="660400"/>
                </a:lnTo>
                <a:lnTo>
                  <a:pt x="2454783" y="622300"/>
                </a:lnTo>
                <a:lnTo>
                  <a:pt x="2445004" y="584200"/>
                </a:lnTo>
                <a:lnTo>
                  <a:pt x="2440304" y="571500"/>
                </a:lnTo>
                <a:lnTo>
                  <a:pt x="2430145" y="546100"/>
                </a:lnTo>
                <a:close/>
              </a:path>
              <a:path w="2513329" h="1549400">
                <a:moveTo>
                  <a:pt x="2392934" y="457200"/>
                </a:moveTo>
                <a:lnTo>
                  <a:pt x="2374646" y="457200"/>
                </a:lnTo>
                <a:lnTo>
                  <a:pt x="2379726" y="469900"/>
                </a:lnTo>
                <a:lnTo>
                  <a:pt x="2384044" y="482600"/>
                </a:lnTo>
                <a:lnTo>
                  <a:pt x="2388742" y="495300"/>
                </a:lnTo>
                <a:lnTo>
                  <a:pt x="2394712" y="508000"/>
                </a:lnTo>
                <a:lnTo>
                  <a:pt x="2399029" y="520700"/>
                </a:lnTo>
                <a:lnTo>
                  <a:pt x="2406904" y="533400"/>
                </a:lnTo>
                <a:lnTo>
                  <a:pt x="2411222" y="546100"/>
                </a:lnTo>
                <a:lnTo>
                  <a:pt x="2430017" y="546100"/>
                </a:lnTo>
                <a:lnTo>
                  <a:pt x="2425700" y="533400"/>
                </a:lnTo>
                <a:lnTo>
                  <a:pt x="2417699" y="508000"/>
                </a:lnTo>
                <a:lnTo>
                  <a:pt x="2413254" y="495300"/>
                </a:lnTo>
                <a:lnTo>
                  <a:pt x="2407158" y="482600"/>
                </a:lnTo>
                <a:lnTo>
                  <a:pt x="2402332" y="469900"/>
                </a:lnTo>
                <a:lnTo>
                  <a:pt x="2397887" y="469900"/>
                </a:lnTo>
                <a:lnTo>
                  <a:pt x="2392934" y="457200"/>
                </a:lnTo>
                <a:close/>
              </a:path>
              <a:path w="2513329" h="1549400">
                <a:moveTo>
                  <a:pt x="2338252" y="380569"/>
                </a:moveTo>
                <a:lnTo>
                  <a:pt x="2344292" y="393700"/>
                </a:lnTo>
                <a:lnTo>
                  <a:pt x="2344039" y="393700"/>
                </a:lnTo>
                <a:lnTo>
                  <a:pt x="2356612" y="419100"/>
                </a:lnTo>
                <a:lnTo>
                  <a:pt x="2362073" y="431800"/>
                </a:lnTo>
                <a:lnTo>
                  <a:pt x="2370328" y="457200"/>
                </a:lnTo>
                <a:lnTo>
                  <a:pt x="2393188" y="457200"/>
                </a:lnTo>
                <a:lnTo>
                  <a:pt x="2388870" y="444500"/>
                </a:lnTo>
                <a:lnTo>
                  <a:pt x="2388742" y="444500"/>
                </a:lnTo>
                <a:lnTo>
                  <a:pt x="2380488" y="419100"/>
                </a:lnTo>
                <a:lnTo>
                  <a:pt x="2375280" y="419100"/>
                </a:lnTo>
                <a:lnTo>
                  <a:pt x="2362454" y="381000"/>
                </a:lnTo>
                <a:lnTo>
                  <a:pt x="2338704" y="381000"/>
                </a:lnTo>
                <a:lnTo>
                  <a:pt x="2338252" y="380569"/>
                </a:lnTo>
                <a:close/>
              </a:path>
              <a:path w="2513329" h="1549400">
                <a:moveTo>
                  <a:pt x="2322195" y="317500"/>
                </a:moveTo>
                <a:lnTo>
                  <a:pt x="2298700" y="317500"/>
                </a:lnTo>
                <a:lnTo>
                  <a:pt x="2305177" y="330200"/>
                </a:lnTo>
                <a:lnTo>
                  <a:pt x="2319401" y="355600"/>
                </a:lnTo>
                <a:lnTo>
                  <a:pt x="2325370" y="368300"/>
                </a:lnTo>
                <a:lnTo>
                  <a:pt x="2338704" y="381000"/>
                </a:lnTo>
                <a:lnTo>
                  <a:pt x="2356358" y="381000"/>
                </a:lnTo>
                <a:lnTo>
                  <a:pt x="2343023" y="355600"/>
                </a:lnTo>
                <a:lnTo>
                  <a:pt x="2336673" y="342900"/>
                </a:lnTo>
                <a:lnTo>
                  <a:pt x="2322195" y="317500"/>
                </a:lnTo>
                <a:close/>
              </a:path>
              <a:path w="2513329" h="1549400">
                <a:moveTo>
                  <a:pt x="2271649" y="254000"/>
                </a:moveTo>
                <a:lnTo>
                  <a:pt x="2226437" y="254000"/>
                </a:lnTo>
                <a:lnTo>
                  <a:pt x="2248789" y="266700"/>
                </a:lnTo>
                <a:lnTo>
                  <a:pt x="2257044" y="266700"/>
                </a:lnTo>
                <a:lnTo>
                  <a:pt x="2275713" y="292100"/>
                </a:lnTo>
                <a:lnTo>
                  <a:pt x="2275204" y="292100"/>
                </a:lnTo>
                <a:lnTo>
                  <a:pt x="2282571" y="304800"/>
                </a:lnTo>
                <a:lnTo>
                  <a:pt x="2299208" y="317500"/>
                </a:lnTo>
                <a:lnTo>
                  <a:pt x="2322067" y="317500"/>
                </a:lnTo>
                <a:lnTo>
                  <a:pt x="2315591" y="304800"/>
                </a:lnTo>
                <a:lnTo>
                  <a:pt x="2315210" y="304800"/>
                </a:lnTo>
                <a:lnTo>
                  <a:pt x="2298700" y="292100"/>
                </a:lnTo>
                <a:lnTo>
                  <a:pt x="2290445" y="279400"/>
                </a:lnTo>
                <a:lnTo>
                  <a:pt x="2271649" y="254000"/>
                </a:lnTo>
                <a:close/>
              </a:path>
              <a:path w="2513329" h="1549400">
                <a:moveTo>
                  <a:pt x="2257044" y="266700"/>
                </a:moveTo>
                <a:lnTo>
                  <a:pt x="2248280" y="266700"/>
                </a:lnTo>
                <a:lnTo>
                  <a:pt x="2257679" y="279400"/>
                </a:lnTo>
                <a:lnTo>
                  <a:pt x="2257044" y="266700"/>
                </a:lnTo>
                <a:close/>
              </a:path>
              <a:path w="2513329" h="1549400">
                <a:moveTo>
                  <a:pt x="2238883" y="228600"/>
                </a:moveTo>
                <a:lnTo>
                  <a:pt x="2188972" y="228600"/>
                </a:lnTo>
                <a:lnTo>
                  <a:pt x="2217039" y="241300"/>
                </a:lnTo>
                <a:lnTo>
                  <a:pt x="2216023" y="241300"/>
                </a:lnTo>
                <a:lnTo>
                  <a:pt x="2227199" y="254000"/>
                </a:lnTo>
                <a:lnTo>
                  <a:pt x="2261742" y="254000"/>
                </a:lnTo>
                <a:lnTo>
                  <a:pt x="2238883" y="228600"/>
                </a:lnTo>
                <a:close/>
              </a:path>
              <a:path w="2513329" h="1549400">
                <a:moveTo>
                  <a:pt x="8762" y="228600"/>
                </a:moveTo>
                <a:lnTo>
                  <a:pt x="508" y="228600"/>
                </a:lnTo>
                <a:lnTo>
                  <a:pt x="0" y="241300"/>
                </a:lnTo>
                <a:lnTo>
                  <a:pt x="12191" y="241300"/>
                </a:lnTo>
                <a:lnTo>
                  <a:pt x="8762" y="228600"/>
                </a:lnTo>
                <a:close/>
              </a:path>
              <a:path w="2513329" h="1549400">
                <a:moveTo>
                  <a:pt x="14097" y="228600"/>
                </a:moveTo>
                <a:lnTo>
                  <a:pt x="8762" y="228600"/>
                </a:lnTo>
                <a:lnTo>
                  <a:pt x="12191" y="241300"/>
                </a:lnTo>
                <a:lnTo>
                  <a:pt x="14097" y="228600"/>
                </a:lnTo>
                <a:close/>
              </a:path>
              <a:path w="2513329" h="1549400">
                <a:moveTo>
                  <a:pt x="14604" y="228600"/>
                </a:moveTo>
                <a:lnTo>
                  <a:pt x="14097" y="228600"/>
                </a:lnTo>
                <a:lnTo>
                  <a:pt x="12191" y="241300"/>
                </a:lnTo>
                <a:lnTo>
                  <a:pt x="14604" y="241300"/>
                </a:lnTo>
                <a:lnTo>
                  <a:pt x="14604" y="228600"/>
                </a:lnTo>
                <a:close/>
              </a:path>
              <a:path w="2513329" h="1549400">
                <a:moveTo>
                  <a:pt x="19685" y="215900"/>
                </a:moveTo>
                <a:lnTo>
                  <a:pt x="8254" y="215900"/>
                </a:lnTo>
                <a:lnTo>
                  <a:pt x="4317" y="228600"/>
                </a:lnTo>
                <a:lnTo>
                  <a:pt x="15621" y="228600"/>
                </a:lnTo>
                <a:lnTo>
                  <a:pt x="19685" y="215900"/>
                </a:lnTo>
                <a:close/>
              </a:path>
              <a:path w="2513329" h="1549400">
                <a:moveTo>
                  <a:pt x="2197989" y="215900"/>
                </a:moveTo>
                <a:lnTo>
                  <a:pt x="2156967" y="215900"/>
                </a:lnTo>
                <a:lnTo>
                  <a:pt x="2176399" y="228600"/>
                </a:lnTo>
                <a:lnTo>
                  <a:pt x="2226055" y="228600"/>
                </a:lnTo>
                <a:lnTo>
                  <a:pt x="2197989" y="215900"/>
                </a:lnTo>
                <a:close/>
              </a:path>
              <a:path w="2513329" h="1549400">
                <a:moveTo>
                  <a:pt x="34671" y="203200"/>
                </a:moveTo>
                <a:lnTo>
                  <a:pt x="12319" y="203200"/>
                </a:lnTo>
                <a:lnTo>
                  <a:pt x="8889" y="215900"/>
                </a:lnTo>
                <a:lnTo>
                  <a:pt x="27939" y="215900"/>
                </a:lnTo>
                <a:lnTo>
                  <a:pt x="34671" y="203200"/>
                </a:lnTo>
                <a:close/>
              </a:path>
              <a:path w="2513329" h="1549400">
                <a:moveTo>
                  <a:pt x="2182749" y="203200"/>
                </a:moveTo>
                <a:lnTo>
                  <a:pt x="2099691" y="203200"/>
                </a:lnTo>
                <a:lnTo>
                  <a:pt x="2137537" y="215900"/>
                </a:lnTo>
                <a:lnTo>
                  <a:pt x="2196846" y="215900"/>
                </a:lnTo>
                <a:lnTo>
                  <a:pt x="2182749" y="203200"/>
                </a:lnTo>
                <a:close/>
              </a:path>
              <a:path w="2513329" h="1549400">
                <a:moveTo>
                  <a:pt x="49022" y="190500"/>
                </a:moveTo>
                <a:lnTo>
                  <a:pt x="24764" y="190500"/>
                </a:lnTo>
                <a:lnTo>
                  <a:pt x="17652" y="203200"/>
                </a:lnTo>
                <a:lnTo>
                  <a:pt x="39624" y="203200"/>
                </a:lnTo>
                <a:lnTo>
                  <a:pt x="49022" y="190500"/>
                </a:lnTo>
                <a:close/>
              </a:path>
              <a:path w="2513329" h="1549400">
                <a:moveTo>
                  <a:pt x="2142363" y="190500"/>
                </a:moveTo>
                <a:lnTo>
                  <a:pt x="2064512" y="190500"/>
                </a:lnTo>
                <a:lnTo>
                  <a:pt x="2079625" y="203200"/>
                </a:lnTo>
                <a:lnTo>
                  <a:pt x="2162555" y="203200"/>
                </a:lnTo>
                <a:lnTo>
                  <a:pt x="2142363" y="190500"/>
                </a:lnTo>
                <a:close/>
              </a:path>
              <a:path w="2513329" h="1549400">
                <a:moveTo>
                  <a:pt x="69469" y="177800"/>
                </a:moveTo>
                <a:lnTo>
                  <a:pt x="40004" y="177800"/>
                </a:lnTo>
                <a:lnTo>
                  <a:pt x="30734" y="190500"/>
                </a:lnTo>
                <a:lnTo>
                  <a:pt x="63246" y="190500"/>
                </a:lnTo>
                <a:lnTo>
                  <a:pt x="69469" y="177800"/>
                </a:lnTo>
                <a:close/>
              </a:path>
              <a:path w="2513329" h="1549400">
                <a:moveTo>
                  <a:pt x="2104263" y="177800"/>
                </a:moveTo>
                <a:lnTo>
                  <a:pt x="1997583" y="177800"/>
                </a:lnTo>
                <a:lnTo>
                  <a:pt x="2023490" y="190500"/>
                </a:lnTo>
                <a:lnTo>
                  <a:pt x="2124710" y="190500"/>
                </a:lnTo>
                <a:lnTo>
                  <a:pt x="2104263" y="177800"/>
                </a:lnTo>
                <a:close/>
              </a:path>
              <a:path w="2513329" h="1549400">
                <a:moveTo>
                  <a:pt x="112775" y="165100"/>
                </a:moveTo>
                <a:lnTo>
                  <a:pt x="57403" y="165100"/>
                </a:lnTo>
                <a:lnTo>
                  <a:pt x="56007" y="177800"/>
                </a:lnTo>
                <a:lnTo>
                  <a:pt x="93725" y="177800"/>
                </a:lnTo>
                <a:lnTo>
                  <a:pt x="112775" y="165100"/>
                </a:lnTo>
                <a:close/>
              </a:path>
              <a:path w="2513329" h="1549400">
                <a:moveTo>
                  <a:pt x="2040382" y="165100"/>
                </a:moveTo>
                <a:lnTo>
                  <a:pt x="1954529" y="165100"/>
                </a:lnTo>
                <a:lnTo>
                  <a:pt x="1997455" y="177800"/>
                </a:lnTo>
                <a:lnTo>
                  <a:pt x="2068449" y="177800"/>
                </a:lnTo>
                <a:lnTo>
                  <a:pt x="2040382" y="165100"/>
                </a:lnTo>
                <a:close/>
              </a:path>
              <a:path w="2513329" h="1549400">
                <a:moveTo>
                  <a:pt x="145414" y="152400"/>
                </a:moveTo>
                <a:lnTo>
                  <a:pt x="107823" y="152400"/>
                </a:lnTo>
                <a:lnTo>
                  <a:pt x="88391" y="165100"/>
                </a:lnTo>
                <a:lnTo>
                  <a:pt x="122300" y="165100"/>
                </a:lnTo>
                <a:lnTo>
                  <a:pt x="145414" y="152400"/>
                </a:lnTo>
                <a:close/>
              </a:path>
              <a:path w="2513329" h="1549400">
                <a:moveTo>
                  <a:pt x="1959990" y="152400"/>
                </a:moveTo>
                <a:lnTo>
                  <a:pt x="1914271" y="152400"/>
                </a:lnTo>
                <a:lnTo>
                  <a:pt x="1941576" y="165100"/>
                </a:lnTo>
                <a:lnTo>
                  <a:pt x="2002663" y="165100"/>
                </a:lnTo>
                <a:lnTo>
                  <a:pt x="1959990" y="152400"/>
                </a:lnTo>
                <a:close/>
              </a:path>
              <a:path w="2513329" h="1549400">
                <a:moveTo>
                  <a:pt x="186689" y="139700"/>
                </a:moveTo>
                <a:lnTo>
                  <a:pt x="140335" y="139700"/>
                </a:lnTo>
                <a:lnTo>
                  <a:pt x="117348" y="152400"/>
                </a:lnTo>
                <a:lnTo>
                  <a:pt x="155701" y="152400"/>
                </a:lnTo>
                <a:lnTo>
                  <a:pt x="186689" y="139700"/>
                </a:lnTo>
                <a:close/>
              </a:path>
              <a:path w="2513329" h="1549400">
                <a:moveTo>
                  <a:pt x="1920494" y="139700"/>
                </a:moveTo>
                <a:lnTo>
                  <a:pt x="1877440" y="139700"/>
                </a:lnTo>
                <a:lnTo>
                  <a:pt x="1903095" y="152400"/>
                </a:lnTo>
                <a:lnTo>
                  <a:pt x="1947799" y="152400"/>
                </a:lnTo>
                <a:lnTo>
                  <a:pt x="1920494" y="139700"/>
                </a:lnTo>
                <a:close/>
              </a:path>
              <a:path w="2513329" h="1549400">
                <a:moveTo>
                  <a:pt x="1947164" y="139700"/>
                </a:moveTo>
                <a:lnTo>
                  <a:pt x="1947799" y="152400"/>
                </a:lnTo>
                <a:lnTo>
                  <a:pt x="1959737" y="152400"/>
                </a:lnTo>
                <a:lnTo>
                  <a:pt x="1947164" y="139700"/>
                </a:lnTo>
                <a:close/>
              </a:path>
              <a:path w="2513329" h="1549400">
                <a:moveTo>
                  <a:pt x="239224" y="127101"/>
                </a:moveTo>
                <a:lnTo>
                  <a:pt x="181616" y="127101"/>
                </a:lnTo>
                <a:lnTo>
                  <a:pt x="150875" y="139700"/>
                </a:lnTo>
                <a:lnTo>
                  <a:pt x="186436" y="139700"/>
                </a:lnTo>
                <a:lnTo>
                  <a:pt x="239224" y="127101"/>
                </a:lnTo>
                <a:close/>
              </a:path>
              <a:path w="2513329" h="1549400">
                <a:moveTo>
                  <a:pt x="1848230" y="114300"/>
                </a:moveTo>
                <a:lnTo>
                  <a:pt x="1807717" y="114300"/>
                </a:lnTo>
                <a:lnTo>
                  <a:pt x="1831400" y="127101"/>
                </a:lnTo>
                <a:lnTo>
                  <a:pt x="1841822" y="127101"/>
                </a:lnTo>
                <a:lnTo>
                  <a:pt x="1866138" y="139700"/>
                </a:lnTo>
                <a:lnTo>
                  <a:pt x="1909190" y="139700"/>
                </a:lnTo>
                <a:lnTo>
                  <a:pt x="1883025" y="126682"/>
                </a:lnTo>
                <a:lnTo>
                  <a:pt x="1848230" y="114300"/>
                </a:lnTo>
                <a:close/>
              </a:path>
              <a:path w="2513329" h="1549400">
                <a:moveTo>
                  <a:pt x="287782" y="114300"/>
                </a:moveTo>
                <a:lnTo>
                  <a:pt x="235330" y="114300"/>
                </a:lnTo>
                <a:lnTo>
                  <a:pt x="207040" y="127101"/>
                </a:lnTo>
                <a:lnTo>
                  <a:pt x="272804" y="127101"/>
                </a:lnTo>
                <a:lnTo>
                  <a:pt x="287782" y="114300"/>
                </a:lnTo>
                <a:close/>
              </a:path>
              <a:path w="2513329" h="1549400">
                <a:moveTo>
                  <a:pt x="1883025" y="126682"/>
                </a:moveTo>
                <a:lnTo>
                  <a:pt x="1883867" y="127101"/>
                </a:lnTo>
                <a:lnTo>
                  <a:pt x="1884202" y="127101"/>
                </a:lnTo>
                <a:lnTo>
                  <a:pt x="1883025" y="126682"/>
                </a:lnTo>
                <a:close/>
              </a:path>
              <a:path w="2513329" h="1549400">
                <a:moveTo>
                  <a:pt x="374269" y="101600"/>
                </a:moveTo>
                <a:lnTo>
                  <a:pt x="269494" y="101600"/>
                </a:lnTo>
                <a:lnTo>
                  <a:pt x="235712" y="114300"/>
                </a:lnTo>
                <a:lnTo>
                  <a:pt x="341502" y="114300"/>
                </a:lnTo>
                <a:lnTo>
                  <a:pt x="374269" y="101600"/>
                </a:lnTo>
                <a:close/>
              </a:path>
              <a:path w="2513329" h="1549400">
                <a:moveTo>
                  <a:pt x="1814449" y="101600"/>
                </a:moveTo>
                <a:lnTo>
                  <a:pt x="1760982" y="101600"/>
                </a:lnTo>
                <a:lnTo>
                  <a:pt x="1797430" y="114300"/>
                </a:lnTo>
                <a:lnTo>
                  <a:pt x="1837816" y="114300"/>
                </a:lnTo>
                <a:lnTo>
                  <a:pt x="1814449" y="101600"/>
                </a:lnTo>
                <a:close/>
              </a:path>
              <a:path w="2513329" h="1549400">
                <a:moveTo>
                  <a:pt x="479425" y="88900"/>
                </a:moveTo>
                <a:lnTo>
                  <a:pt x="372363" y="88900"/>
                </a:lnTo>
                <a:lnTo>
                  <a:pt x="339471" y="101600"/>
                </a:lnTo>
                <a:lnTo>
                  <a:pt x="464185" y="101600"/>
                </a:lnTo>
                <a:lnTo>
                  <a:pt x="479425" y="88900"/>
                </a:lnTo>
                <a:close/>
              </a:path>
              <a:path w="2513329" h="1549400">
                <a:moveTo>
                  <a:pt x="1778380" y="88900"/>
                </a:moveTo>
                <a:lnTo>
                  <a:pt x="1718310" y="88900"/>
                </a:lnTo>
                <a:lnTo>
                  <a:pt x="1731264" y="101600"/>
                </a:lnTo>
                <a:lnTo>
                  <a:pt x="1803400" y="101600"/>
                </a:lnTo>
                <a:lnTo>
                  <a:pt x="1778380" y="88900"/>
                </a:lnTo>
                <a:close/>
              </a:path>
              <a:path w="2513329" h="1549400">
                <a:moveTo>
                  <a:pt x="702817" y="76200"/>
                </a:moveTo>
                <a:lnTo>
                  <a:pt x="462152" y="76200"/>
                </a:lnTo>
                <a:lnTo>
                  <a:pt x="428116" y="88900"/>
                </a:lnTo>
                <a:lnTo>
                  <a:pt x="675513" y="88900"/>
                </a:lnTo>
                <a:lnTo>
                  <a:pt x="702817" y="76200"/>
                </a:lnTo>
                <a:close/>
              </a:path>
              <a:path w="2513329" h="1549400">
                <a:moveTo>
                  <a:pt x="1736344" y="76200"/>
                </a:moveTo>
                <a:lnTo>
                  <a:pt x="1657223" y="76200"/>
                </a:lnTo>
                <a:lnTo>
                  <a:pt x="1679828" y="88900"/>
                </a:lnTo>
                <a:lnTo>
                  <a:pt x="1766570" y="88900"/>
                </a:lnTo>
                <a:lnTo>
                  <a:pt x="1736344" y="76200"/>
                </a:lnTo>
                <a:close/>
              </a:path>
              <a:path w="2513329" h="1549400">
                <a:moveTo>
                  <a:pt x="856107" y="63500"/>
                </a:moveTo>
                <a:lnTo>
                  <a:pt x="600075" y="63500"/>
                </a:lnTo>
                <a:lnTo>
                  <a:pt x="587248" y="76200"/>
                </a:lnTo>
                <a:lnTo>
                  <a:pt x="822705" y="76200"/>
                </a:lnTo>
                <a:lnTo>
                  <a:pt x="856107" y="63500"/>
                </a:lnTo>
                <a:close/>
              </a:path>
              <a:path w="2513329" h="1549400">
                <a:moveTo>
                  <a:pt x="1696212" y="63500"/>
                </a:moveTo>
                <a:lnTo>
                  <a:pt x="1612900" y="63500"/>
                </a:lnTo>
                <a:lnTo>
                  <a:pt x="1645412" y="76200"/>
                </a:lnTo>
                <a:lnTo>
                  <a:pt x="1723136" y="76200"/>
                </a:lnTo>
                <a:lnTo>
                  <a:pt x="1696212" y="63500"/>
                </a:lnTo>
                <a:close/>
              </a:path>
              <a:path w="2513329" h="1549400">
                <a:moveTo>
                  <a:pt x="895350" y="50800"/>
                </a:moveTo>
                <a:lnTo>
                  <a:pt x="807338" y="50800"/>
                </a:lnTo>
                <a:lnTo>
                  <a:pt x="778255" y="63500"/>
                </a:lnTo>
                <a:lnTo>
                  <a:pt x="869441" y="63500"/>
                </a:lnTo>
                <a:lnTo>
                  <a:pt x="895350" y="50800"/>
                </a:lnTo>
                <a:close/>
              </a:path>
              <a:path w="2513329" h="1549400">
                <a:moveTo>
                  <a:pt x="1650619" y="50800"/>
                </a:moveTo>
                <a:lnTo>
                  <a:pt x="1581658" y="50800"/>
                </a:lnTo>
                <a:lnTo>
                  <a:pt x="1599311" y="63500"/>
                </a:lnTo>
                <a:lnTo>
                  <a:pt x="1662557" y="63500"/>
                </a:lnTo>
                <a:lnTo>
                  <a:pt x="1650619" y="50800"/>
                </a:lnTo>
                <a:close/>
              </a:path>
              <a:path w="2513329" h="1549400">
                <a:moveTo>
                  <a:pt x="950849" y="38100"/>
                </a:moveTo>
                <a:lnTo>
                  <a:pt x="864870" y="38100"/>
                </a:lnTo>
                <a:lnTo>
                  <a:pt x="851915" y="50800"/>
                </a:lnTo>
                <a:lnTo>
                  <a:pt x="935863" y="50800"/>
                </a:lnTo>
                <a:lnTo>
                  <a:pt x="950849" y="38100"/>
                </a:lnTo>
                <a:close/>
              </a:path>
              <a:path w="2513329" h="1549400">
                <a:moveTo>
                  <a:pt x="1604010" y="38100"/>
                </a:moveTo>
                <a:lnTo>
                  <a:pt x="1506727" y="38100"/>
                </a:lnTo>
                <a:lnTo>
                  <a:pt x="1521840" y="50800"/>
                </a:lnTo>
                <a:lnTo>
                  <a:pt x="1617979" y="50800"/>
                </a:lnTo>
                <a:lnTo>
                  <a:pt x="1604010" y="38100"/>
                </a:lnTo>
                <a:close/>
              </a:path>
              <a:path w="2513329" h="1549400">
                <a:moveTo>
                  <a:pt x="1056004" y="25400"/>
                </a:moveTo>
                <a:lnTo>
                  <a:pt x="931799" y="25400"/>
                </a:lnTo>
                <a:lnTo>
                  <a:pt x="903604" y="38100"/>
                </a:lnTo>
                <a:lnTo>
                  <a:pt x="1038351" y="38100"/>
                </a:lnTo>
                <a:lnTo>
                  <a:pt x="1056004" y="25400"/>
                </a:lnTo>
                <a:close/>
              </a:path>
              <a:path w="2513329" h="1549400">
                <a:moveTo>
                  <a:pt x="1553210" y="25400"/>
                </a:moveTo>
                <a:lnTo>
                  <a:pt x="1377696" y="25400"/>
                </a:lnTo>
                <a:lnTo>
                  <a:pt x="1413002" y="38100"/>
                </a:lnTo>
                <a:lnTo>
                  <a:pt x="1567561" y="38100"/>
                </a:lnTo>
                <a:lnTo>
                  <a:pt x="1553210" y="25400"/>
                </a:lnTo>
                <a:close/>
              </a:path>
              <a:path w="2513329" h="1549400">
                <a:moveTo>
                  <a:pt x="1452752" y="12700"/>
                </a:moveTo>
                <a:lnTo>
                  <a:pt x="982852" y="12700"/>
                </a:lnTo>
                <a:lnTo>
                  <a:pt x="947420" y="25400"/>
                </a:lnTo>
                <a:lnTo>
                  <a:pt x="1470914" y="25400"/>
                </a:lnTo>
                <a:lnTo>
                  <a:pt x="1452752" y="12700"/>
                </a:lnTo>
                <a:close/>
              </a:path>
              <a:path w="2513329" h="1549400">
                <a:moveTo>
                  <a:pt x="1287526" y="0"/>
                </a:moveTo>
                <a:lnTo>
                  <a:pt x="1171955" y="0"/>
                </a:lnTo>
                <a:lnTo>
                  <a:pt x="1154811" y="12700"/>
                </a:lnTo>
                <a:lnTo>
                  <a:pt x="1338072" y="12700"/>
                </a:lnTo>
                <a:lnTo>
                  <a:pt x="1287526" y="0"/>
                </a:lnTo>
                <a:close/>
              </a:path>
            </a:pathLst>
          </a:custGeom>
          <a:solidFill>
            <a:srgbClr val="0096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460621" y="4211002"/>
            <a:ext cx="596900" cy="3009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800">
                <a:latin typeface="Cambria Math"/>
                <a:cs typeface="Cambria Math"/>
              </a:rPr>
              <a:t>𝐽</a:t>
            </a:r>
            <a:r>
              <a:rPr dirty="0" sz="1800" spc="4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w,</a:t>
            </a:r>
            <a:r>
              <a:rPr dirty="0" sz="1800" spc="-17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endParaRPr sz="1800">
              <a:latin typeface="Cambria Math"/>
              <a:cs typeface="Cambria Math"/>
            </a:endParaRPr>
          </a:p>
        </p:txBody>
      </p:sp>
      <p:pic>
        <p:nvPicPr>
          <p:cNvPr id="45" name="object 4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291089" y="4320895"/>
            <a:ext cx="292338" cy="143510"/>
          </a:xfrm>
          <a:prstGeom prst="rect">
            <a:avLst/>
          </a:prstGeom>
        </p:spPr>
      </p:pic>
      <p:pic>
        <p:nvPicPr>
          <p:cNvPr id="46" name="object 4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20406" y="3887114"/>
            <a:ext cx="7760675" cy="660120"/>
          </a:xfrm>
          <a:prstGeom prst="rect">
            <a:avLst/>
          </a:prstGeom>
        </p:spPr>
      </p:pic>
      <p:pic>
        <p:nvPicPr>
          <p:cNvPr id="47" name="object 4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8887" y="1154112"/>
            <a:ext cx="206375" cy="206375"/>
          </a:xfrm>
          <a:prstGeom prst="rect">
            <a:avLst/>
          </a:prstGeom>
        </p:spPr>
      </p:pic>
      <p:pic>
        <p:nvPicPr>
          <p:cNvPr id="48" name="object 4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58887" y="1611312"/>
            <a:ext cx="206375" cy="206375"/>
          </a:xfrm>
          <a:prstGeom prst="rect">
            <a:avLst/>
          </a:prstGeom>
        </p:spPr>
      </p:pic>
      <p:pic>
        <p:nvPicPr>
          <p:cNvPr id="49" name="object 4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906587" y="2563812"/>
            <a:ext cx="206375" cy="206375"/>
          </a:xfrm>
          <a:prstGeom prst="rect">
            <a:avLst/>
          </a:prstGeom>
        </p:spPr>
      </p:pic>
      <p:pic>
        <p:nvPicPr>
          <p:cNvPr id="50" name="object 5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63687" y="2516187"/>
            <a:ext cx="206375" cy="206375"/>
          </a:xfrm>
          <a:prstGeom prst="rect">
            <a:avLst/>
          </a:prstGeom>
        </p:spPr>
      </p:pic>
      <p:grpSp>
        <p:nvGrpSpPr>
          <p:cNvPr id="51" name="object 51"/>
          <p:cNvGrpSpPr/>
          <p:nvPr/>
        </p:nvGrpSpPr>
        <p:grpSpPr>
          <a:xfrm>
            <a:off x="1563687" y="797051"/>
            <a:ext cx="2156460" cy="1992630"/>
            <a:chOff x="1563687" y="797051"/>
            <a:chExt cx="2156460" cy="1992630"/>
          </a:xfrm>
        </p:grpSpPr>
        <p:pic>
          <p:nvPicPr>
            <p:cNvPr id="52" name="object 52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659255" y="797051"/>
              <a:ext cx="2060574" cy="1531874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2568575" y="1001902"/>
              <a:ext cx="195833" cy="195707"/>
            </a:xfrm>
            <a:prstGeom prst="rect">
              <a:avLst/>
            </a:prstGeom>
          </p:spPr>
        </p:pic>
        <p:pic>
          <p:nvPicPr>
            <p:cNvPr id="54" name="object 5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057145" y="1027937"/>
              <a:ext cx="195706" cy="195707"/>
            </a:xfrm>
            <a:prstGeom prst="rect">
              <a:avLst/>
            </a:prstGeom>
          </p:spPr>
        </p:pic>
        <p:pic>
          <p:nvPicPr>
            <p:cNvPr id="55" name="object 55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1743455" y="1498472"/>
              <a:ext cx="195706" cy="195706"/>
            </a:xfrm>
            <a:prstGeom prst="rect">
              <a:avLst/>
            </a:prstGeom>
          </p:spPr>
        </p:pic>
        <p:pic>
          <p:nvPicPr>
            <p:cNvPr id="56" name="object 56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935605" y="1193545"/>
              <a:ext cx="195833" cy="195833"/>
            </a:xfrm>
            <a:prstGeom prst="rect">
              <a:avLst/>
            </a:prstGeom>
          </p:spPr>
        </p:pic>
        <p:pic>
          <p:nvPicPr>
            <p:cNvPr id="57" name="object 5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284856" y="1217421"/>
              <a:ext cx="195706" cy="195706"/>
            </a:xfrm>
            <a:prstGeom prst="rect">
              <a:avLst/>
            </a:prstGeom>
          </p:spPr>
        </p:pic>
        <p:pic>
          <p:nvPicPr>
            <p:cNvPr id="58" name="object 58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013202" y="1714118"/>
              <a:ext cx="195834" cy="195706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758694" y="2019045"/>
              <a:ext cx="195706" cy="195834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2492375" y="2006599"/>
              <a:ext cx="195706" cy="195833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11312" y="954087"/>
              <a:ext cx="206375" cy="206375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3687" y="1249362"/>
              <a:ext cx="206375" cy="206375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716212" y="1792287"/>
              <a:ext cx="206375" cy="206375"/>
            </a:xfrm>
            <a:prstGeom prst="rect">
              <a:avLst/>
            </a:prstGeom>
          </p:spPr>
        </p:pic>
        <p:pic>
          <p:nvPicPr>
            <p:cNvPr id="64" name="object 6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563687" y="1801812"/>
              <a:ext cx="206375" cy="206375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92287" y="2239962"/>
              <a:ext cx="206375" cy="206375"/>
            </a:xfrm>
            <a:prstGeom prst="rect">
              <a:avLst/>
            </a:prstGeom>
          </p:spPr>
        </p:pic>
        <p:pic>
          <p:nvPicPr>
            <p:cNvPr id="66" name="object 66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259012" y="2354262"/>
              <a:ext cx="206375" cy="206375"/>
            </a:xfrm>
            <a:prstGeom prst="rect">
              <a:avLst/>
            </a:prstGeom>
          </p:spPr>
        </p:pic>
        <p:pic>
          <p:nvPicPr>
            <p:cNvPr id="67" name="object 67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2582862" y="2278062"/>
              <a:ext cx="196850" cy="196850"/>
            </a:xfrm>
            <a:prstGeom prst="rect">
              <a:avLst/>
            </a:prstGeom>
          </p:spPr>
        </p:pic>
        <p:pic>
          <p:nvPicPr>
            <p:cNvPr id="68" name="object 6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173412" y="2144712"/>
              <a:ext cx="206375" cy="206375"/>
            </a:xfrm>
            <a:prstGeom prst="rect">
              <a:avLst/>
            </a:prstGeom>
          </p:spPr>
        </p:pic>
        <p:pic>
          <p:nvPicPr>
            <p:cNvPr id="69" name="object 6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2925762" y="2259012"/>
              <a:ext cx="206375" cy="206375"/>
            </a:xfrm>
            <a:prstGeom prst="rect">
              <a:avLst/>
            </a:prstGeom>
          </p:spPr>
        </p:pic>
        <p:pic>
          <p:nvPicPr>
            <p:cNvPr id="70" name="object 70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2582862" y="2582862"/>
              <a:ext cx="196850" cy="206375"/>
            </a:xfrm>
            <a:prstGeom prst="rect">
              <a:avLst/>
            </a:prstGeom>
          </p:spPr>
        </p:pic>
      </p:grpSp>
      <p:grpSp>
        <p:nvGrpSpPr>
          <p:cNvPr id="71" name="object 71"/>
          <p:cNvGrpSpPr/>
          <p:nvPr/>
        </p:nvGrpSpPr>
        <p:grpSpPr>
          <a:xfrm>
            <a:off x="1095375" y="990600"/>
            <a:ext cx="2232025" cy="2016125"/>
            <a:chOff x="1095375" y="990600"/>
            <a:chExt cx="2232025" cy="2016125"/>
          </a:xfrm>
        </p:grpSpPr>
        <p:sp>
          <p:nvSpPr>
            <p:cNvPr id="72" name="object 72"/>
            <p:cNvSpPr/>
            <p:nvPr/>
          </p:nvSpPr>
          <p:spPr>
            <a:xfrm>
              <a:off x="2021966" y="134645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5" y="0"/>
                  </a:moveTo>
                  <a:lnTo>
                    <a:pt x="1524" y="10668"/>
                  </a:lnTo>
                  <a:lnTo>
                    <a:pt x="74421" y="85090"/>
                  </a:lnTo>
                  <a:lnTo>
                    <a:pt x="0" y="157861"/>
                  </a:lnTo>
                  <a:lnTo>
                    <a:pt x="10794" y="168783"/>
                  </a:lnTo>
                  <a:lnTo>
                    <a:pt x="85089" y="96012"/>
                  </a:lnTo>
                  <a:lnTo>
                    <a:pt x="157987" y="170307"/>
                  </a:lnTo>
                  <a:lnTo>
                    <a:pt x="168909" y="159638"/>
                  </a:lnTo>
                  <a:lnTo>
                    <a:pt x="96012" y="85217"/>
                  </a:lnTo>
                  <a:lnTo>
                    <a:pt x="170433" y="12319"/>
                  </a:lnTo>
                  <a:lnTo>
                    <a:pt x="159765" y="1397"/>
                  </a:lnTo>
                  <a:lnTo>
                    <a:pt x="85343" y="74295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3" name="object 73"/>
            <p:cNvSpPr/>
            <p:nvPr/>
          </p:nvSpPr>
          <p:spPr>
            <a:xfrm>
              <a:off x="2021966" y="134645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5" y="0"/>
                  </a:moveTo>
                  <a:lnTo>
                    <a:pt x="85343" y="74295"/>
                  </a:lnTo>
                  <a:lnTo>
                    <a:pt x="159765" y="1397"/>
                  </a:lnTo>
                  <a:lnTo>
                    <a:pt x="170433" y="12319"/>
                  </a:lnTo>
                  <a:lnTo>
                    <a:pt x="96012" y="85217"/>
                  </a:lnTo>
                  <a:lnTo>
                    <a:pt x="168909" y="159638"/>
                  </a:lnTo>
                  <a:lnTo>
                    <a:pt x="157987" y="170307"/>
                  </a:lnTo>
                  <a:lnTo>
                    <a:pt x="85089" y="96012"/>
                  </a:lnTo>
                  <a:lnTo>
                    <a:pt x="10794" y="168783"/>
                  </a:lnTo>
                  <a:lnTo>
                    <a:pt x="0" y="157861"/>
                  </a:lnTo>
                  <a:lnTo>
                    <a:pt x="74421" y="85090"/>
                  </a:lnTo>
                  <a:lnTo>
                    <a:pt x="1524" y="10668"/>
                  </a:lnTo>
                  <a:lnTo>
                    <a:pt x="12445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4" name="object 74"/>
            <p:cNvSpPr/>
            <p:nvPr/>
          </p:nvSpPr>
          <p:spPr>
            <a:xfrm>
              <a:off x="2581275" y="130835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5" y="0"/>
                  </a:moveTo>
                  <a:lnTo>
                    <a:pt x="1524" y="10668"/>
                  </a:lnTo>
                  <a:lnTo>
                    <a:pt x="74422" y="84962"/>
                  </a:lnTo>
                  <a:lnTo>
                    <a:pt x="0" y="157861"/>
                  </a:lnTo>
                  <a:lnTo>
                    <a:pt x="10794" y="168783"/>
                  </a:lnTo>
                  <a:lnTo>
                    <a:pt x="85089" y="95885"/>
                  </a:lnTo>
                  <a:lnTo>
                    <a:pt x="157987" y="170307"/>
                  </a:lnTo>
                  <a:lnTo>
                    <a:pt x="168910" y="159638"/>
                  </a:lnTo>
                  <a:lnTo>
                    <a:pt x="96012" y="85217"/>
                  </a:lnTo>
                  <a:lnTo>
                    <a:pt x="170433" y="12319"/>
                  </a:lnTo>
                  <a:lnTo>
                    <a:pt x="159638" y="1397"/>
                  </a:lnTo>
                  <a:lnTo>
                    <a:pt x="85343" y="74295"/>
                  </a:lnTo>
                  <a:lnTo>
                    <a:pt x="1244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5" name="object 75"/>
            <p:cNvSpPr/>
            <p:nvPr/>
          </p:nvSpPr>
          <p:spPr>
            <a:xfrm>
              <a:off x="2581275" y="130835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5">
                  <a:moveTo>
                    <a:pt x="12445" y="0"/>
                  </a:moveTo>
                  <a:lnTo>
                    <a:pt x="85343" y="74295"/>
                  </a:lnTo>
                  <a:lnTo>
                    <a:pt x="159638" y="1397"/>
                  </a:lnTo>
                  <a:lnTo>
                    <a:pt x="170433" y="12319"/>
                  </a:lnTo>
                  <a:lnTo>
                    <a:pt x="96012" y="85217"/>
                  </a:lnTo>
                  <a:lnTo>
                    <a:pt x="168910" y="159638"/>
                  </a:lnTo>
                  <a:lnTo>
                    <a:pt x="157987" y="170307"/>
                  </a:lnTo>
                  <a:lnTo>
                    <a:pt x="85089" y="95885"/>
                  </a:lnTo>
                  <a:lnTo>
                    <a:pt x="10794" y="168783"/>
                  </a:lnTo>
                  <a:lnTo>
                    <a:pt x="0" y="157861"/>
                  </a:lnTo>
                  <a:lnTo>
                    <a:pt x="74422" y="84962"/>
                  </a:lnTo>
                  <a:lnTo>
                    <a:pt x="1524" y="10668"/>
                  </a:lnTo>
                  <a:lnTo>
                    <a:pt x="12445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6" name="object 76"/>
            <p:cNvSpPr/>
            <p:nvPr/>
          </p:nvSpPr>
          <p:spPr>
            <a:xfrm>
              <a:off x="2746501" y="1511173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446" y="0"/>
                  </a:moveTo>
                  <a:lnTo>
                    <a:pt x="1524" y="10667"/>
                  </a:lnTo>
                  <a:lnTo>
                    <a:pt x="74422" y="85089"/>
                  </a:lnTo>
                  <a:lnTo>
                    <a:pt x="0" y="157987"/>
                  </a:lnTo>
                  <a:lnTo>
                    <a:pt x="10795" y="168910"/>
                  </a:lnTo>
                  <a:lnTo>
                    <a:pt x="85090" y="96012"/>
                  </a:lnTo>
                  <a:lnTo>
                    <a:pt x="157987" y="170306"/>
                  </a:lnTo>
                  <a:lnTo>
                    <a:pt x="168910" y="159638"/>
                  </a:lnTo>
                  <a:lnTo>
                    <a:pt x="96012" y="85343"/>
                  </a:lnTo>
                  <a:lnTo>
                    <a:pt x="170434" y="12446"/>
                  </a:lnTo>
                  <a:lnTo>
                    <a:pt x="159639" y="1524"/>
                  </a:lnTo>
                  <a:lnTo>
                    <a:pt x="85343" y="74422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7" name="object 77"/>
            <p:cNvSpPr/>
            <p:nvPr/>
          </p:nvSpPr>
          <p:spPr>
            <a:xfrm>
              <a:off x="2746501" y="1511173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446" y="0"/>
                  </a:moveTo>
                  <a:lnTo>
                    <a:pt x="85343" y="74422"/>
                  </a:lnTo>
                  <a:lnTo>
                    <a:pt x="159639" y="1524"/>
                  </a:lnTo>
                  <a:lnTo>
                    <a:pt x="170434" y="12446"/>
                  </a:lnTo>
                  <a:lnTo>
                    <a:pt x="96012" y="85343"/>
                  </a:lnTo>
                  <a:lnTo>
                    <a:pt x="168910" y="159638"/>
                  </a:lnTo>
                  <a:lnTo>
                    <a:pt x="157987" y="170306"/>
                  </a:lnTo>
                  <a:lnTo>
                    <a:pt x="85090" y="96012"/>
                  </a:lnTo>
                  <a:lnTo>
                    <a:pt x="10795" y="168910"/>
                  </a:lnTo>
                  <a:lnTo>
                    <a:pt x="0" y="157987"/>
                  </a:lnTo>
                  <a:lnTo>
                    <a:pt x="74422" y="85089"/>
                  </a:lnTo>
                  <a:lnTo>
                    <a:pt x="1524" y="10667"/>
                  </a:lnTo>
                  <a:lnTo>
                    <a:pt x="12446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8" name="object 78"/>
            <p:cNvSpPr/>
            <p:nvPr/>
          </p:nvSpPr>
          <p:spPr>
            <a:xfrm>
              <a:off x="2212721" y="1511173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446" y="0"/>
                  </a:moveTo>
                  <a:lnTo>
                    <a:pt x="1524" y="10667"/>
                  </a:lnTo>
                  <a:lnTo>
                    <a:pt x="74422" y="85089"/>
                  </a:lnTo>
                  <a:lnTo>
                    <a:pt x="0" y="157987"/>
                  </a:lnTo>
                  <a:lnTo>
                    <a:pt x="10795" y="168910"/>
                  </a:lnTo>
                  <a:lnTo>
                    <a:pt x="85090" y="96012"/>
                  </a:lnTo>
                  <a:lnTo>
                    <a:pt x="157987" y="170306"/>
                  </a:lnTo>
                  <a:lnTo>
                    <a:pt x="168910" y="159638"/>
                  </a:lnTo>
                  <a:lnTo>
                    <a:pt x="96012" y="85343"/>
                  </a:lnTo>
                  <a:lnTo>
                    <a:pt x="170434" y="12446"/>
                  </a:lnTo>
                  <a:lnTo>
                    <a:pt x="159639" y="1524"/>
                  </a:lnTo>
                  <a:lnTo>
                    <a:pt x="85343" y="74422"/>
                  </a:lnTo>
                  <a:lnTo>
                    <a:pt x="1244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9" name="object 79"/>
            <p:cNvSpPr/>
            <p:nvPr/>
          </p:nvSpPr>
          <p:spPr>
            <a:xfrm>
              <a:off x="2212721" y="1511173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446" y="0"/>
                  </a:moveTo>
                  <a:lnTo>
                    <a:pt x="85343" y="74422"/>
                  </a:lnTo>
                  <a:lnTo>
                    <a:pt x="159639" y="1524"/>
                  </a:lnTo>
                  <a:lnTo>
                    <a:pt x="170434" y="12446"/>
                  </a:lnTo>
                  <a:lnTo>
                    <a:pt x="96012" y="85343"/>
                  </a:lnTo>
                  <a:lnTo>
                    <a:pt x="168910" y="159638"/>
                  </a:lnTo>
                  <a:lnTo>
                    <a:pt x="157987" y="170306"/>
                  </a:lnTo>
                  <a:lnTo>
                    <a:pt x="85090" y="96012"/>
                  </a:lnTo>
                  <a:lnTo>
                    <a:pt x="10795" y="168910"/>
                  </a:lnTo>
                  <a:lnTo>
                    <a:pt x="0" y="157987"/>
                  </a:lnTo>
                  <a:lnTo>
                    <a:pt x="74422" y="85089"/>
                  </a:lnTo>
                  <a:lnTo>
                    <a:pt x="1524" y="10667"/>
                  </a:lnTo>
                  <a:lnTo>
                    <a:pt x="12446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0" name="object 80"/>
            <p:cNvSpPr/>
            <p:nvPr/>
          </p:nvSpPr>
          <p:spPr>
            <a:xfrm>
              <a:off x="2491105" y="1574165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318" y="0"/>
                  </a:moveTo>
                  <a:lnTo>
                    <a:pt x="1396" y="10668"/>
                  </a:lnTo>
                  <a:lnTo>
                    <a:pt x="74294" y="85089"/>
                  </a:lnTo>
                  <a:lnTo>
                    <a:pt x="0" y="157987"/>
                  </a:lnTo>
                  <a:lnTo>
                    <a:pt x="10668" y="168910"/>
                  </a:lnTo>
                  <a:lnTo>
                    <a:pt x="85089" y="96012"/>
                  </a:lnTo>
                  <a:lnTo>
                    <a:pt x="157987" y="170307"/>
                  </a:lnTo>
                  <a:lnTo>
                    <a:pt x="168909" y="159638"/>
                  </a:lnTo>
                  <a:lnTo>
                    <a:pt x="96012" y="85344"/>
                  </a:lnTo>
                  <a:lnTo>
                    <a:pt x="170306" y="12446"/>
                  </a:lnTo>
                  <a:lnTo>
                    <a:pt x="159638" y="1524"/>
                  </a:lnTo>
                  <a:lnTo>
                    <a:pt x="85217" y="74422"/>
                  </a:lnTo>
                  <a:lnTo>
                    <a:pt x="12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1" name="object 81"/>
            <p:cNvSpPr/>
            <p:nvPr/>
          </p:nvSpPr>
          <p:spPr>
            <a:xfrm>
              <a:off x="2491105" y="1574165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318" y="0"/>
                  </a:moveTo>
                  <a:lnTo>
                    <a:pt x="85217" y="74422"/>
                  </a:lnTo>
                  <a:lnTo>
                    <a:pt x="159638" y="1524"/>
                  </a:lnTo>
                  <a:lnTo>
                    <a:pt x="170306" y="12446"/>
                  </a:lnTo>
                  <a:lnTo>
                    <a:pt x="96012" y="85344"/>
                  </a:lnTo>
                  <a:lnTo>
                    <a:pt x="168909" y="159638"/>
                  </a:lnTo>
                  <a:lnTo>
                    <a:pt x="157987" y="170307"/>
                  </a:lnTo>
                  <a:lnTo>
                    <a:pt x="85089" y="96012"/>
                  </a:lnTo>
                  <a:lnTo>
                    <a:pt x="10668" y="168910"/>
                  </a:lnTo>
                  <a:lnTo>
                    <a:pt x="0" y="157987"/>
                  </a:lnTo>
                  <a:lnTo>
                    <a:pt x="74294" y="85089"/>
                  </a:lnTo>
                  <a:lnTo>
                    <a:pt x="1396" y="10668"/>
                  </a:lnTo>
                  <a:lnTo>
                    <a:pt x="12318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2" name="object 82"/>
            <p:cNvSpPr/>
            <p:nvPr/>
          </p:nvSpPr>
          <p:spPr>
            <a:xfrm>
              <a:off x="1896744" y="1828800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318" y="0"/>
                  </a:moveTo>
                  <a:lnTo>
                    <a:pt x="1397" y="10667"/>
                  </a:lnTo>
                  <a:lnTo>
                    <a:pt x="74294" y="85089"/>
                  </a:lnTo>
                  <a:lnTo>
                    <a:pt x="0" y="157987"/>
                  </a:lnTo>
                  <a:lnTo>
                    <a:pt x="10668" y="168910"/>
                  </a:lnTo>
                  <a:lnTo>
                    <a:pt x="85090" y="96012"/>
                  </a:lnTo>
                  <a:lnTo>
                    <a:pt x="157987" y="170306"/>
                  </a:lnTo>
                  <a:lnTo>
                    <a:pt x="168910" y="159638"/>
                  </a:lnTo>
                  <a:lnTo>
                    <a:pt x="96012" y="85217"/>
                  </a:lnTo>
                  <a:lnTo>
                    <a:pt x="170306" y="12319"/>
                  </a:lnTo>
                  <a:lnTo>
                    <a:pt x="159638" y="1397"/>
                  </a:lnTo>
                  <a:lnTo>
                    <a:pt x="85217" y="74294"/>
                  </a:lnTo>
                  <a:lnTo>
                    <a:pt x="12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3" name="object 83"/>
            <p:cNvSpPr/>
            <p:nvPr/>
          </p:nvSpPr>
          <p:spPr>
            <a:xfrm>
              <a:off x="1896744" y="1828800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318" y="0"/>
                  </a:moveTo>
                  <a:lnTo>
                    <a:pt x="85217" y="74294"/>
                  </a:lnTo>
                  <a:lnTo>
                    <a:pt x="159638" y="1397"/>
                  </a:lnTo>
                  <a:lnTo>
                    <a:pt x="170306" y="12319"/>
                  </a:lnTo>
                  <a:lnTo>
                    <a:pt x="96012" y="85217"/>
                  </a:lnTo>
                  <a:lnTo>
                    <a:pt x="168910" y="159638"/>
                  </a:lnTo>
                  <a:lnTo>
                    <a:pt x="157987" y="170306"/>
                  </a:lnTo>
                  <a:lnTo>
                    <a:pt x="85090" y="96012"/>
                  </a:lnTo>
                  <a:lnTo>
                    <a:pt x="10668" y="168910"/>
                  </a:lnTo>
                  <a:lnTo>
                    <a:pt x="0" y="157987"/>
                  </a:lnTo>
                  <a:lnTo>
                    <a:pt x="74294" y="85089"/>
                  </a:lnTo>
                  <a:lnTo>
                    <a:pt x="1397" y="10667"/>
                  </a:lnTo>
                  <a:lnTo>
                    <a:pt x="12318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4" name="object 84"/>
            <p:cNvSpPr/>
            <p:nvPr/>
          </p:nvSpPr>
          <p:spPr>
            <a:xfrm>
              <a:off x="2084832" y="201866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318" y="0"/>
                  </a:moveTo>
                  <a:lnTo>
                    <a:pt x="1397" y="10795"/>
                  </a:lnTo>
                  <a:lnTo>
                    <a:pt x="74294" y="85090"/>
                  </a:lnTo>
                  <a:lnTo>
                    <a:pt x="0" y="157987"/>
                  </a:lnTo>
                  <a:lnTo>
                    <a:pt x="10668" y="168910"/>
                  </a:lnTo>
                  <a:lnTo>
                    <a:pt x="85090" y="96012"/>
                  </a:lnTo>
                  <a:lnTo>
                    <a:pt x="157987" y="170434"/>
                  </a:lnTo>
                  <a:lnTo>
                    <a:pt x="168910" y="159639"/>
                  </a:lnTo>
                  <a:lnTo>
                    <a:pt x="96012" y="85343"/>
                  </a:lnTo>
                  <a:lnTo>
                    <a:pt x="170306" y="12446"/>
                  </a:lnTo>
                  <a:lnTo>
                    <a:pt x="159638" y="1524"/>
                  </a:lnTo>
                  <a:lnTo>
                    <a:pt x="85217" y="74422"/>
                  </a:lnTo>
                  <a:lnTo>
                    <a:pt x="1231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5" name="object 85"/>
            <p:cNvSpPr/>
            <p:nvPr/>
          </p:nvSpPr>
          <p:spPr>
            <a:xfrm>
              <a:off x="2084832" y="2018664"/>
              <a:ext cx="170815" cy="170815"/>
            </a:xfrm>
            <a:custGeom>
              <a:avLst/>
              <a:gdLst/>
              <a:ahLst/>
              <a:cxnLst/>
              <a:rect l="l" t="t" r="r" b="b"/>
              <a:pathLst>
                <a:path w="170814" h="170814">
                  <a:moveTo>
                    <a:pt x="12318" y="0"/>
                  </a:moveTo>
                  <a:lnTo>
                    <a:pt x="85217" y="74422"/>
                  </a:lnTo>
                  <a:lnTo>
                    <a:pt x="159638" y="1524"/>
                  </a:lnTo>
                  <a:lnTo>
                    <a:pt x="170306" y="12446"/>
                  </a:lnTo>
                  <a:lnTo>
                    <a:pt x="96012" y="85343"/>
                  </a:lnTo>
                  <a:lnTo>
                    <a:pt x="168910" y="159639"/>
                  </a:lnTo>
                  <a:lnTo>
                    <a:pt x="157987" y="170434"/>
                  </a:lnTo>
                  <a:lnTo>
                    <a:pt x="85090" y="96012"/>
                  </a:lnTo>
                  <a:lnTo>
                    <a:pt x="10668" y="168910"/>
                  </a:lnTo>
                  <a:lnTo>
                    <a:pt x="0" y="157987"/>
                  </a:lnTo>
                  <a:lnTo>
                    <a:pt x="74294" y="85090"/>
                  </a:lnTo>
                  <a:lnTo>
                    <a:pt x="1397" y="10795"/>
                  </a:lnTo>
                  <a:lnTo>
                    <a:pt x="12318" y="0"/>
                  </a:lnTo>
                  <a:close/>
                </a:path>
              </a:pathLst>
            </a:custGeom>
            <a:ln w="25400">
              <a:solidFill>
                <a:srgbClr val="C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6" name="object 86"/>
            <p:cNvSpPr/>
            <p:nvPr/>
          </p:nvSpPr>
          <p:spPr>
            <a:xfrm>
              <a:off x="1276350" y="1819275"/>
              <a:ext cx="1076325" cy="581025"/>
            </a:xfrm>
            <a:custGeom>
              <a:avLst/>
              <a:gdLst/>
              <a:ahLst/>
              <a:cxnLst/>
              <a:rect l="l" t="t" r="r" b="b"/>
              <a:pathLst>
                <a:path w="1076325" h="581025">
                  <a:moveTo>
                    <a:pt x="904875" y="85725"/>
                  </a:moveTo>
                  <a:lnTo>
                    <a:pt x="911607" y="52345"/>
                  </a:lnTo>
                  <a:lnTo>
                    <a:pt x="929973" y="25098"/>
                  </a:lnTo>
                  <a:lnTo>
                    <a:pt x="957220" y="6732"/>
                  </a:lnTo>
                  <a:lnTo>
                    <a:pt x="990600" y="0"/>
                  </a:lnTo>
                  <a:lnTo>
                    <a:pt x="1023979" y="6732"/>
                  </a:lnTo>
                  <a:lnTo>
                    <a:pt x="1051226" y="25098"/>
                  </a:lnTo>
                  <a:lnTo>
                    <a:pt x="1069592" y="52345"/>
                  </a:lnTo>
                  <a:lnTo>
                    <a:pt x="1076325" y="85725"/>
                  </a:lnTo>
                  <a:lnTo>
                    <a:pt x="1069592" y="119104"/>
                  </a:lnTo>
                  <a:lnTo>
                    <a:pt x="1051226" y="146351"/>
                  </a:lnTo>
                  <a:lnTo>
                    <a:pt x="1023979" y="164717"/>
                  </a:lnTo>
                  <a:lnTo>
                    <a:pt x="990600" y="171450"/>
                  </a:lnTo>
                  <a:lnTo>
                    <a:pt x="957220" y="164717"/>
                  </a:lnTo>
                  <a:lnTo>
                    <a:pt x="929973" y="146351"/>
                  </a:lnTo>
                  <a:lnTo>
                    <a:pt x="911607" y="119104"/>
                  </a:lnTo>
                  <a:lnTo>
                    <a:pt x="904875" y="85725"/>
                  </a:lnTo>
                  <a:close/>
                </a:path>
                <a:path w="1076325" h="581025">
                  <a:moveTo>
                    <a:pt x="0" y="276225"/>
                  </a:moveTo>
                  <a:lnTo>
                    <a:pt x="6732" y="242845"/>
                  </a:lnTo>
                  <a:lnTo>
                    <a:pt x="25098" y="215598"/>
                  </a:lnTo>
                  <a:lnTo>
                    <a:pt x="52345" y="197232"/>
                  </a:lnTo>
                  <a:lnTo>
                    <a:pt x="85725" y="190500"/>
                  </a:lnTo>
                  <a:lnTo>
                    <a:pt x="119104" y="197232"/>
                  </a:lnTo>
                  <a:lnTo>
                    <a:pt x="146351" y="215598"/>
                  </a:lnTo>
                  <a:lnTo>
                    <a:pt x="164717" y="242845"/>
                  </a:lnTo>
                  <a:lnTo>
                    <a:pt x="171450" y="276225"/>
                  </a:lnTo>
                  <a:lnTo>
                    <a:pt x="164717" y="309604"/>
                  </a:lnTo>
                  <a:lnTo>
                    <a:pt x="146351" y="336851"/>
                  </a:lnTo>
                  <a:lnTo>
                    <a:pt x="119104" y="355217"/>
                  </a:lnTo>
                  <a:lnTo>
                    <a:pt x="85725" y="361950"/>
                  </a:lnTo>
                  <a:lnTo>
                    <a:pt x="52345" y="355217"/>
                  </a:lnTo>
                  <a:lnTo>
                    <a:pt x="25098" y="336851"/>
                  </a:lnTo>
                  <a:lnTo>
                    <a:pt x="6732" y="309604"/>
                  </a:lnTo>
                  <a:lnTo>
                    <a:pt x="0" y="276225"/>
                  </a:lnTo>
                  <a:close/>
                </a:path>
                <a:path w="1076325" h="581025">
                  <a:moveTo>
                    <a:pt x="219075" y="495300"/>
                  </a:moveTo>
                  <a:lnTo>
                    <a:pt x="225428" y="461920"/>
                  </a:lnTo>
                  <a:lnTo>
                    <a:pt x="242760" y="434673"/>
                  </a:lnTo>
                  <a:lnTo>
                    <a:pt x="268474" y="416307"/>
                  </a:lnTo>
                  <a:lnTo>
                    <a:pt x="299974" y="409575"/>
                  </a:lnTo>
                  <a:lnTo>
                    <a:pt x="331547" y="416307"/>
                  </a:lnTo>
                  <a:lnTo>
                    <a:pt x="357298" y="434673"/>
                  </a:lnTo>
                  <a:lnTo>
                    <a:pt x="374644" y="461920"/>
                  </a:lnTo>
                  <a:lnTo>
                    <a:pt x="381000" y="495300"/>
                  </a:lnTo>
                  <a:lnTo>
                    <a:pt x="374644" y="528679"/>
                  </a:lnTo>
                  <a:lnTo>
                    <a:pt x="357298" y="555926"/>
                  </a:lnTo>
                  <a:lnTo>
                    <a:pt x="331547" y="574292"/>
                  </a:lnTo>
                  <a:lnTo>
                    <a:pt x="299974" y="581025"/>
                  </a:lnTo>
                  <a:lnTo>
                    <a:pt x="268474" y="574292"/>
                  </a:lnTo>
                  <a:lnTo>
                    <a:pt x="242760" y="555926"/>
                  </a:lnTo>
                  <a:lnTo>
                    <a:pt x="225428" y="528679"/>
                  </a:lnTo>
                  <a:lnTo>
                    <a:pt x="219075" y="495300"/>
                  </a:lnTo>
                  <a:close/>
                </a:path>
              </a:pathLst>
            </a:custGeom>
            <a:ln w="34925">
              <a:solidFill>
                <a:srgbClr val="4285F4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7" name="object 87"/>
            <p:cNvSpPr/>
            <p:nvPr/>
          </p:nvSpPr>
          <p:spPr>
            <a:xfrm>
              <a:off x="1095375" y="990599"/>
              <a:ext cx="2232025" cy="2016125"/>
            </a:xfrm>
            <a:custGeom>
              <a:avLst/>
              <a:gdLst/>
              <a:ahLst/>
              <a:cxnLst/>
              <a:rect l="l" t="t" r="r" b="b"/>
              <a:pathLst>
                <a:path w="2232025" h="2016125">
                  <a:moveTo>
                    <a:pt x="2231771" y="1876425"/>
                  </a:moveTo>
                  <a:lnTo>
                    <a:pt x="2208911" y="1857375"/>
                  </a:lnTo>
                  <a:lnTo>
                    <a:pt x="2099945" y="1766570"/>
                  </a:lnTo>
                  <a:lnTo>
                    <a:pt x="2093264" y="1762975"/>
                  </a:lnTo>
                  <a:lnTo>
                    <a:pt x="2068779" y="1782914"/>
                  </a:lnTo>
                  <a:lnTo>
                    <a:pt x="2070798" y="1789899"/>
                  </a:lnTo>
                  <a:lnTo>
                    <a:pt x="2075561" y="1795780"/>
                  </a:lnTo>
                  <a:lnTo>
                    <a:pt x="2149475" y="1857375"/>
                  </a:lnTo>
                  <a:lnTo>
                    <a:pt x="133350" y="1857375"/>
                  </a:lnTo>
                  <a:lnTo>
                    <a:pt x="133350" y="82334"/>
                  </a:lnTo>
                  <a:lnTo>
                    <a:pt x="194945" y="156210"/>
                  </a:lnTo>
                  <a:lnTo>
                    <a:pt x="200825" y="160972"/>
                  </a:lnTo>
                  <a:lnTo>
                    <a:pt x="207810" y="162991"/>
                  </a:lnTo>
                  <a:lnTo>
                    <a:pt x="215061" y="162229"/>
                  </a:lnTo>
                  <a:lnTo>
                    <a:pt x="221742" y="158623"/>
                  </a:lnTo>
                  <a:lnTo>
                    <a:pt x="226491" y="152742"/>
                  </a:lnTo>
                  <a:lnTo>
                    <a:pt x="228511" y="145757"/>
                  </a:lnTo>
                  <a:lnTo>
                    <a:pt x="227749" y="138506"/>
                  </a:lnTo>
                  <a:lnTo>
                    <a:pt x="224155" y="131826"/>
                  </a:lnTo>
                  <a:lnTo>
                    <a:pt x="139052" y="29718"/>
                  </a:lnTo>
                  <a:lnTo>
                    <a:pt x="114300" y="0"/>
                  </a:lnTo>
                  <a:lnTo>
                    <a:pt x="4419" y="131826"/>
                  </a:lnTo>
                  <a:lnTo>
                    <a:pt x="812" y="138506"/>
                  </a:lnTo>
                  <a:lnTo>
                    <a:pt x="76" y="145757"/>
                  </a:lnTo>
                  <a:lnTo>
                    <a:pt x="2108" y="152742"/>
                  </a:lnTo>
                  <a:lnTo>
                    <a:pt x="6858" y="158623"/>
                  </a:lnTo>
                  <a:lnTo>
                    <a:pt x="13500" y="162229"/>
                  </a:lnTo>
                  <a:lnTo>
                    <a:pt x="20764" y="162991"/>
                  </a:lnTo>
                  <a:lnTo>
                    <a:pt x="27774" y="160972"/>
                  </a:lnTo>
                  <a:lnTo>
                    <a:pt x="33680" y="156210"/>
                  </a:lnTo>
                  <a:lnTo>
                    <a:pt x="95250" y="82334"/>
                  </a:lnTo>
                  <a:lnTo>
                    <a:pt x="95250" y="1857375"/>
                  </a:lnTo>
                  <a:lnTo>
                    <a:pt x="0" y="1857375"/>
                  </a:lnTo>
                  <a:lnTo>
                    <a:pt x="0" y="1895475"/>
                  </a:lnTo>
                  <a:lnTo>
                    <a:pt x="95250" y="1895475"/>
                  </a:lnTo>
                  <a:lnTo>
                    <a:pt x="95250" y="2015998"/>
                  </a:lnTo>
                  <a:lnTo>
                    <a:pt x="133350" y="2015998"/>
                  </a:lnTo>
                  <a:lnTo>
                    <a:pt x="133350" y="1895475"/>
                  </a:lnTo>
                  <a:lnTo>
                    <a:pt x="2149475" y="1895475"/>
                  </a:lnTo>
                  <a:lnTo>
                    <a:pt x="2075561" y="1957070"/>
                  </a:lnTo>
                  <a:lnTo>
                    <a:pt x="2070798" y="1962962"/>
                  </a:lnTo>
                  <a:lnTo>
                    <a:pt x="2068779" y="1969947"/>
                  </a:lnTo>
                  <a:lnTo>
                    <a:pt x="2069541" y="1977199"/>
                  </a:lnTo>
                  <a:lnTo>
                    <a:pt x="2073148" y="1983867"/>
                  </a:lnTo>
                  <a:lnTo>
                    <a:pt x="2079028" y="1988629"/>
                  </a:lnTo>
                  <a:lnTo>
                    <a:pt x="2086013" y="1990648"/>
                  </a:lnTo>
                  <a:lnTo>
                    <a:pt x="2093264" y="1989886"/>
                  </a:lnTo>
                  <a:lnTo>
                    <a:pt x="2099945" y="1986280"/>
                  </a:lnTo>
                  <a:lnTo>
                    <a:pt x="2208911" y="1895475"/>
                  </a:lnTo>
                  <a:lnTo>
                    <a:pt x="2231771" y="187642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8" name="object 8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90842" y="259461"/>
            <a:ext cx="5870575" cy="48387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Regularized</a:t>
            </a:r>
            <a:r>
              <a:rPr dirty="0" spc="-60"/>
              <a:t> </a:t>
            </a:r>
            <a:r>
              <a:rPr dirty="0"/>
              <a:t>logistic</a:t>
            </a:r>
            <a:r>
              <a:rPr dirty="0" spc="-135"/>
              <a:t> </a:t>
            </a:r>
            <a:r>
              <a:rPr dirty="0" spc="-10"/>
              <a:t>regression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596" y="1078102"/>
            <a:ext cx="600125" cy="745489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506982" y="1191386"/>
            <a:ext cx="200025" cy="9525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200025" y="0"/>
                </a:moveTo>
                <a:lnTo>
                  <a:pt x="0" y="0"/>
                </a:lnTo>
                <a:lnTo>
                  <a:pt x="0" y="9525"/>
                </a:lnTo>
                <a:lnTo>
                  <a:pt x="200025" y="9525"/>
                </a:lnTo>
                <a:lnTo>
                  <a:pt x="2000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1495678" y="1171511"/>
            <a:ext cx="217804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43710" y="1371536"/>
            <a:ext cx="31623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-25">
                <a:solidFill>
                  <a:srgbClr val="0096FF"/>
                </a:solidFill>
                <a:latin typeface="Cambria Math"/>
                <a:cs typeface="Cambria Math"/>
              </a:rPr>
              <a:t>𝑖=1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00860" y="722947"/>
            <a:ext cx="18605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75">
                <a:solidFill>
                  <a:srgbClr val="0096FF"/>
                </a:solidFill>
                <a:latin typeface="Cambria Math"/>
                <a:cs typeface="Cambria Math"/>
              </a:rPr>
              <a:t>𝑚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612892" y="1004061"/>
            <a:ext cx="1629410" cy="377190"/>
          </a:xfrm>
          <a:custGeom>
            <a:avLst/>
            <a:gdLst/>
            <a:ahLst/>
            <a:cxnLst/>
            <a:rect l="l" t="t" r="r" b="b"/>
            <a:pathLst>
              <a:path w="1629409" h="377190">
                <a:moveTo>
                  <a:pt x="85090" y="8890"/>
                </a:moveTo>
                <a:lnTo>
                  <a:pt x="47891" y="26962"/>
                </a:lnTo>
                <a:lnTo>
                  <a:pt x="22098" y="69723"/>
                </a:lnTo>
                <a:lnTo>
                  <a:pt x="5524" y="124714"/>
                </a:lnTo>
                <a:lnTo>
                  <a:pt x="0" y="188468"/>
                </a:lnTo>
                <a:lnTo>
                  <a:pt x="1333" y="220230"/>
                </a:lnTo>
                <a:lnTo>
                  <a:pt x="1371" y="221246"/>
                </a:lnTo>
                <a:lnTo>
                  <a:pt x="12420" y="280593"/>
                </a:lnTo>
                <a:lnTo>
                  <a:pt x="34023" y="330746"/>
                </a:lnTo>
                <a:lnTo>
                  <a:pt x="63690" y="365696"/>
                </a:lnTo>
                <a:lnTo>
                  <a:pt x="81407" y="377063"/>
                </a:lnTo>
                <a:lnTo>
                  <a:pt x="85090" y="368173"/>
                </a:lnTo>
                <a:lnTo>
                  <a:pt x="70866" y="356717"/>
                </a:lnTo>
                <a:lnTo>
                  <a:pt x="58318" y="341782"/>
                </a:lnTo>
                <a:lnTo>
                  <a:pt x="38227" y="301371"/>
                </a:lnTo>
                <a:lnTo>
                  <a:pt x="25539" y="249567"/>
                </a:lnTo>
                <a:lnTo>
                  <a:pt x="22491" y="221246"/>
                </a:lnTo>
                <a:lnTo>
                  <a:pt x="22377" y="220230"/>
                </a:lnTo>
                <a:lnTo>
                  <a:pt x="22402" y="156578"/>
                </a:lnTo>
                <a:lnTo>
                  <a:pt x="30924" y="99860"/>
                </a:lnTo>
                <a:lnTo>
                  <a:pt x="47637" y="53467"/>
                </a:lnTo>
                <a:lnTo>
                  <a:pt x="71018" y="20320"/>
                </a:lnTo>
                <a:lnTo>
                  <a:pt x="85090" y="8890"/>
                </a:lnTo>
                <a:close/>
              </a:path>
              <a:path w="1629409" h="377190">
                <a:moveTo>
                  <a:pt x="1558658" y="188595"/>
                </a:moveTo>
                <a:lnTo>
                  <a:pt x="1557324" y="156578"/>
                </a:lnTo>
                <a:lnTo>
                  <a:pt x="1557286" y="155486"/>
                </a:lnTo>
                <a:lnTo>
                  <a:pt x="1553146" y="124714"/>
                </a:lnTo>
                <a:lnTo>
                  <a:pt x="1536573" y="69723"/>
                </a:lnTo>
                <a:lnTo>
                  <a:pt x="1510753" y="26962"/>
                </a:lnTo>
                <a:lnTo>
                  <a:pt x="1477137" y="0"/>
                </a:lnTo>
                <a:lnTo>
                  <a:pt x="1473581" y="8890"/>
                </a:lnTo>
                <a:lnTo>
                  <a:pt x="1487639" y="20320"/>
                </a:lnTo>
                <a:lnTo>
                  <a:pt x="1500136" y="35179"/>
                </a:lnTo>
                <a:lnTo>
                  <a:pt x="1520317" y="75184"/>
                </a:lnTo>
                <a:lnTo>
                  <a:pt x="1533055" y="126987"/>
                </a:lnTo>
                <a:lnTo>
                  <a:pt x="1537322" y="188468"/>
                </a:lnTo>
                <a:lnTo>
                  <a:pt x="1536280" y="220230"/>
                </a:lnTo>
                <a:lnTo>
                  <a:pt x="1527848" y="276618"/>
                </a:lnTo>
                <a:lnTo>
                  <a:pt x="1511147" y="323329"/>
                </a:lnTo>
                <a:lnTo>
                  <a:pt x="1487716" y="356717"/>
                </a:lnTo>
                <a:lnTo>
                  <a:pt x="1473581" y="368173"/>
                </a:lnTo>
                <a:lnTo>
                  <a:pt x="1477137" y="377063"/>
                </a:lnTo>
                <a:lnTo>
                  <a:pt x="1510753" y="350240"/>
                </a:lnTo>
                <a:lnTo>
                  <a:pt x="1536573" y="307213"/>
                </a:lnTo>
                <a:lnTo>
                  <a:pt x="1553146" y="251942"/>
                </a:lnTo>
                <a:lnTo>
                  <a:pt x="1557286" y="221246"/>
                </a:lnTo>
                <a:lnTo>
                  <a:pt x="1558658" y="188595"/>
                </a:lnTo>
                <a:close/>
              </a:path>
              <a:path w="1629409" h="377190">
                <a:moveTo>
                  <a:pt x="1629156" y="508"/>
                </a:moveTo>
                <a:lnTo>
                  <a:pt x="1576070" y="508"/>
                </a:lnTo>
                <a:lnTo>
                  <a:pt x="1576070" y="10668"/>
                </a:lnTo>
                <a:lnTo>
                  <a:pt x="1608582" y="10668"/>
                </a:lnTo>
                <a:lnTo>
                  <a:pt x="1608582" y="366268"/>
                </a:lnTo>
                <a:lnTo>
                  <a:pt x="1576070" y="366268"/>
                </a:lnTo>
                <a:lnTo>
                  <a:pt x="1576070" y="376428"/>
                </a:lnTo>
                <a:lnTo>
                  <a:pt x="1629156" y="376428"/>
                </a:lnTo>
                <a:lnTo>
                  <a:pt x="1629156" y="366268"/>
                </a:lnTo>
                <a:lnTo>
                  <a:pt x="1629156" y="10668"/>
                </a:lnTo>
                <a:lnTo>
                  <a:pt x="1629156" y="50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103882" y="1004569"/>
            <a:ext cx="53340" cy="375920"/>
          </a:xfrm>
          <a:custGeom>
            <a:avLst/>
            <a:gdLst/>
            <a:ahLst/>
            <a:cxnLst/>
            <a:rect l="l" t="t" r="r" b="b"/>
            <a:pathLst>
              <a:path w="53339" h="375919">
                <a:moveTo>
                  <a:pt x="53086" y="0"/>
                </a:moveTo>
                <a:lnTo>
                  <a:pt x="0" y="0"/>
                </a:lnTo>
                <a:lnTo>
                  <a:pt x="0" y="10160"/>
                </a:lnTo>
                <a:lnTo>
                  <a:pt x="0" y="365760"/>
                </a:lnTo>
                <a:lnTo>
                  <a:pt x="0" y="375920"/>
                </a:lnTo>
                <a:lnTo>
                  <a:pt x="53086" y="375920"/>
                </a:lnTo>
                <a:lnTo>
                  <a:pt x="53086" y="365760"/>
                </a:lnTo>
                <a:lnTo>
                  <a:pt x="20574" y="365760"/>
                </a:lnTo>
                <a:lnTo>
                  <a:pt x="20574" y="10160"/>
                </a:lnTo>
                <a:lnTo>
                  <a:pt x="53086" y="10160"/>
                </a:lnTo>
                <a:lnTo>
                  <a:pt x="530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22195" y="1051305"/>
            <a:ext cx="174371" cy="158877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2869692" y="1004061"/>
            <a:ext cx="1149350" cy="377190"/>
          </a:xfrm>
          <a:custGeom>
            <a:avLst/>
            <a:gdLst/>
            <a:ahLst/>
            <a:cxnLst/>
            <a:rect l="l" t="t" r="r" b="b"/>
            <a:pathLst>
              <a:path w="1149350" h="377190">
                <a:moveTo>
                  <a:pt x="1067561" y="0"/>
                </a:moveTo>
                <a:lnTo>
                  <a:pt x="1064006" y="8889"/>
                </a:lnTo>
                <a:lnTo>
                  <a:pt x="1078077" y="20319"/>
                </a:lnTo>
                <a:lnTo>
                  <a:pt x="1090564" y="35178"/>
                </a:lnTo>
                <a:lnTo>
                  <a:pt x="1110742" y="75184"/>
                </a:lnTo>
                <a:lnTo>
                  <a:pt x="1123489" y="126984"/>
                </a:lnTo>
                <a:lnTo>
                  <a:pt x="1127755" y="188467"/>
                </a:lnTo>
                <a:lnTo>
                  <a:pt x="1126710" y="220218"/>
                </a:lnTo>
                <a:lnTo>
                  <a:pt x="1118276" y="276606"/>
                </a:lnTo>
                <a:lnTo>
                  <a:pt x="1101582" y="323328"/>
                </a:lnTo>
                <a:lnTo>
                  <a:pt x="1078150" y="356717"/>
                </a:lnTo>
                <a:lnTo>
                  <a:pt x="1064006" y="368173"/>
                </a:lnTo>
                <a:lnTo>
                  <a:pt x="1067561" y="377063"/>
                </a:lnTo>
                <a:lnTo>
                  <a:pt x="1101185" y="350234"/>
                </a:lnTo>
                <a:lnTo>
                  <a:pt x="1126997" y="307213"/>
                </a:lnTo>
                <a:lnTo>
                  <a:pt x="1143571" y="251936"/>
                </a:lnTo>
                <a:lnTo>
                  <a:pt x="1149090" y="188595"/>
                </a:lnTo>
                <a:lnTo>
                  <a:pt x="1147760" y="156569"/>
                </a:lnTo>
                <a:lnTo>
                  <a:pt x="1136665" y="96135"/>
                </a:lnTo>
                <a:lnTo>
                  <a:pt x="1115067" y="46362"/>
                </a:lnTo>
                <a:lnTo>
                  <a:pt x="1085349" y="11501"/>
                </a:lnTo>
                <a:lnTo>
                  <a:pt x="1067561" y="0"/>
                </a:lnTo>
                <a:close/>
              </a:path>
              <a:path w="1149350" h="377190">
                <a:moveTo>
                  <a:pt x="81406" y="0"/>
                </a:moveTo>
                <a:lnTo>
                  <a:pt x="47894" y="26955"/>
                </a:lnTo>
                <a:lnTo>
                  <a:pt x="22097" y="69723"/>
                </a:lnTo>
                <a:lnTo>
                  <a:pt x="5524" y="124713"/>
                </a:lnTo>
                <a:lnTo>
                  <a:pt x="0" y="188467"/>
                </a:lnTo>
                <a:lnTo>
                  <a:pt x="1338" y="220218"/>
                </a:lnTo>
                <a:lnTo>
                  <a:pt x="1381" y="221237"/>
                </a:lnTo>
                <a:lnTo>
                  <a:pt x="12430" y="280586"/>
                </a:lnTo>
                <a:lnTo>
                  <a:pt x="34026" y="330735"/>
                </a:lnTo>
                <a:lnTo>
                  <a:pt x="63692" y="365684"/>
                </a:lnTo>
                <a:lnTo>
                  <a:pt x="81406" y="377063"/>
                </a:lnTo>
                <a:lnTo>
                  <a:pt x="85089" y="368173"/>
                </a:lnTo>
                <a:lnTo>
                  <a:pt x="70873" y="356717"/>
                </a:lnTo>
                <a:lnTo>
                  <a:pt x="58324" y="341772"/>
                </a:lnTo>
                <a:lnTo>
                  <a:pt x="38226" y="301371"/>
                </a:lnTo>
                <a:lnTo>
                  <a:pt x="25542" y="249555"/>
                </a:lnTo>
                <a:lnTo>
                  <a:pt x="21335" y="188595"/>
                </a:lnTo>
                <a:lnTo>
                  <a:pt x="22405" y="156569"/>
                </a:lnTo>
                <a:lnTo>
                  <a:pt x="30926" y="99851"/>
                </a:lnTo>
                <a:lnTo>
                  <a:pt x="47638" y="53466"/>
                </a:lnTo>
                <a:lnTo>
                  <a:pt x="71018" y="20319"/>
                </a:lnTo>
                <a:lnTo>
                  <a:pt x="85089" y="8889"/>
                </a:lnTo>
                <a:lnTo>
                  <a:pt x="8140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75590" y="847153"/>
            <a:ext cx="2856230" cy="47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R="178435">
              <a:lnSpc>
                <a:spcPts val="1755"/>
              </a:lnSpc>
              <a:spcBef>
                <a:spcPts val="100"/>
              </a:spcBef>
            </a:pPr>
            <a:r>
              <a:rPr dirty="0" sz="1800" spc="-50">
                <a:latin typeface="Cambria Math"/>
                <a:cs typeface="Cambria Math"/>
              </a:rPr>
              <a:t>1</a:t>
            </a:r>
            <a:endParaRPr sz="1800">
              <a:latin typeface="Cambria Math"/>
              <a:cs typeface="Cambria Math"/>
            </a:endParaRPr>
          </a:p>
          <a:p>
            <a:pPr algn="ctr" marL="12700">
              <a:lnSpc>
                <a:spcPts val="1755"/>
              </a:lnSpc>
              <a:tabLst>
                <a:tab pos="746125" algn="l"/>
                <a:tab pos="1432560" algn="l"/>
                <a:tab pos="2653030" algn="l"/>
              </a:tabLst>
            </a:pPr>
            <a:r>
              <a:rPr dirty="0" sz="1800">
                <a:latin typeface="Cambria Math"/>
                <a:cs typeface="Cambria Math"/>
              </a:rPr>
              <a:t>𝐽</a:t>
            </a:r>
            <a:r>
              <a:rPr dirty="0" sz="1800" spc="42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w,</a:t>
            </a:r>
            <a:r>
              <a:rPr dirty="0" sz="1800" spc="-17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𝑏</a:t>
            </a:r>
            <a:r>
              <a:rPr dirty="0" sz="1800">
                <a:latin typeface="Cambria Math"/>
                <a:cs typeface="Cambria Math"/>
              </a:rPr>
              <a:t>	=</a:t>
            </a:r>
            <a:r>
              <a:rPr dirty="0" sz="1800" spc="114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−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83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𝑦</a:t>
            </a:r>
            <a:r>
              <a:rPr dirty="0" sz="1800" spc="459">
                <a:latin typeface="Cambria Math"/>
                <a:cs typeface="Cambria Math"/>
              </a:rPr>
              <a:t> </a:t>
            </a:r>
            <a:r>
              <a:rPr dirty="0" baseline="28806" sz="2025">
                <a:latin typeface="Cambria Math"/>
                <a:cs typeface="Cambria Math"/>
              </a:rPr>
              <a:t>𝑖</a:t>
            </a:r>
            <a:r>
              <a:rPr dirty="0" baseline="28806" sz="2025" spc="209">
                <a:latin typeface="Cambria Math"/>
                <a:cs typeface="Cambria Math"/>
              </a:rPr>
              <a:t>  </a:t>
            </a:r>
            <a:r>
              <a:rPr dirty="0" sz="1800" spc="-25">
                <a:latin typeface="Cambria Math"/>
                <a:cs typeface="Cambria Math"/>
              </a:rPr>
              <a:t>log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-50"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088132" y="1161161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3" y="5079"/>
                </a:lnTo>
                <a:lnTo>
                  <a:pt x="136779" y="16637"/>
                </a:lnTo>
                <a:lnTo>
                  <a:pt x="0" y="16637"/>
                </a:lnTo>
                <a:lnTo>
                  <a:pt x="0" y="24511"/>
                </a:lnTo>
                <a:lnTo>
                  <a:pt x="136779" y="24511"/>
                </a:lnTo>
                <a:lnTo>
                  <a:pt x="123443" y="36194"/>
                </a:lnTo>
                <a:lnTo>
                  <a:pt x="127888" y="41148"/>
                </a:lnTo>
                <a:lnTo>
                  <a:pt x="148844" y="22987"/>
                </a:lnTo>
                <a:lnTo>
                  <a:pt x="148844" y="18161"/>
                </a:lnTo>
                <a:lnTo>
                  <a:pt x="127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078860" y="1123632"/>
            <a:ext cx="31877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413004" y="1051305"/>
            <a:ext cx="491490" cy="280035"/>
            <a:chOff x="3413004" y="1051305"/>
            <a:chExt cx="491490" cy="280035"/>
          </a:xfrm>
        </p:grpSpPr>
        <p:sp>
          <p:nvSpPr>
            <p:cNvPr id="16" name="object 16"/>
            <p:cNvSpPr/>
            <p:nvPr/>
          </p:nvSpPr>
          <p:spPr>
            <a:xfrm>
              <a:off x="3412998" y="1054607"/>
              <a:ext cx="491490" cy="276225"/>
            </a:xfrm>
            <a:custGeom>
              <a:avLst/>
              <a:gdLst/>
              <a:ahLst/>
              <a:cxnLst/>
              <a:rect l="l" t="t" r="r" b="b"/>
              <a:pathLst>
                <a:path w="491489" h="276225">
                  <a:moveTo>
                    <a:pt x="75438" y="9144"/>
                  </a:moveTo>
                  <a:lnTo>
                    <a:pt x="72644" y="0"/>
                  </a:lnTo>
                  <a:lnTo>
                    <a:pt x="56210" y="6413"/>
                  </a:lnTo>
                  <a:lnTo>
                    <a:pt x="41783" y="16471"/>
                  </a:lnTo>
                  <a:lnTo>
                    <a:pt x="18923" y="47498"/>
                  </a:lnTo>
                  <a:lnTo>
                    <a:pt x="4737" y="89306"/>
                  </a:lnTo>
                  <a:lnTo>
                    <a:pt x="0" y="138176"/>
                  </a:lnTo>
                  <a:lnTo>
                    <a:pt x="1143" y="162394"/>
                  </a:lnTo>
                  <a:lnTo>
                    <a:pt x="1181" y="163372"/>
                  </a:lnTo>
                  <a:lnTo>
                    <a:pt x="10655" y="208711"/>
                  </a:lnTo>
                  <a:lnTo>
                    <a:pt x="29349" y="246062"/>
                  </a:lnTo>
                  <a:lnTo>
                    <a:pt x="72644" y="276225"/>
                  </a:lnTo>
                  <a:lnTo>
                    <a:pt x="75438" y="267081"/>
                  </a:lnTo>
                  <a:lnTo>
                    <a:pt x="62738" y="260464"/>
                  </a:lnTo>
                  <a:lnTo>
                    <a:pt x="51701" y="250875"/>
                  </a:lnTo>
                  <a:lnTo>
                    <a:pt x="28448" y="204685"/>
                  </a:lnTo>
                  <a:lnTo>
                    <a:pt x="21564" y="163372"/>
                  </a:lnTo>
                  <a:lnTo>
                    <a:pt x="20574" y="138176"/>
                  </a:lnTo>
                  <a:lnTo>
                    <a:pt x="21450" y="113957"/>
                  </a:lnTo>
                  <a:lnTo>
                    <a:pt x="28448" y="71615"/>
                  </a:lnTo>
                  <a:lnTo>
                    <a:pt x="51701" y="25361"/>
                  </a:lnTo>
                  <a:lnTo>
                    <a:pt x="62738" y="15773"/>
                  </a:lnTo>
                  <a:lnTo>
                    <a:pt x="75438" y="9144"/>
                  </a:lnTo>
                  <a:close/>
                </a:path>
                <a:path w="491489" h="276225">
                  <a:moveTo>
                    <a:pt x="187960" y="47752"/>
                  </a:moveTo>
                  <a:lnTo>
                    <a:pt x="159893" y="23495"/>
                  </a:lnTo>
                  <a:lnTo>
                    <a:pt x="154051" y="30226"/>
                  </a:lnTo>
                  <a:lnTo>
                    <a:pt x="171831" y="45720"/>
                  </a:lnTo>
                  <a:lnTo>
                    <a:pt x="75184" y="45720"/>
                  </a:lnTo>
                  <a:lnTo>
                    <a:pt x="75184" y="56134"/>
                  </a:lnTo>
                  <a:lnTo>
                    <a:pt x="171831" y="56134"/>
                  </a:lnTo>
                  <a:lnTo>
                    <a:pt x="154051" y="71755"/>
                  </a:lnTo>
                  <a:lnTo>
                    <a:pt x="159893" y="78359"/>
                  </a:lnTo>
                  <a:lnTo>
                    <a:pt x="187960" y="54229"/>
                  </a:lnTo>
                  <a:lnTo>
                    <a:pt x="187960" y="47752"/>
                  </a:lnTo>
                  <a:close/>
                </a:path>
                <a:path w="491489" h="276225">
                  <a:moveTo>
                    <a:pt x="491223" y="138176"/>
                  </a:moveTo>
                  <a:lnTo>
                    <a:pt x="490093" y="113957"/>
                  </a:lnTo>
                  <a:lnTo>
                    <a:pt x="490042" y="112814"/>
                  </a:lnTo>
                  <a:lnTo>
                    <a:pt x="486486" y="89306"/>
                  </a:lnTo>
                  <a:lnTo>
                    <a:pt x="472313" y="47498"/>
                  </a:lnTo>
                  <a:lnTo>
                    <a:pt x="449453" y="16471"/>
                  </a:lnTo>
                  <a:lnTo>
                    <a:pt x="418592" y="0"/>
                  </a:lnTo>
                  <a:lnTo>
                    <a:pt x="415798" y="9144"/>
                  </a:lnTo>
                  <a:lnTo>
                    <a:pt x="428510" y="15773"/>
                  </a:lnTo>
                  <a:lnTo>
                    <a:pt x="439585" y="25361"/>
                  </a:lnTo>
                  <a:lnTo>
                    <a:pt x="462838" y="71615"/>
                  </a:lnTo>
                  <a:lnTo>
                    <a:pt x="469773" y="113957"/>
                  </a:lnTo>
                  <a:lnTo>
                    <a:pt x="470662" y="138176"/>
                  </a:lnTo>
                  <a:lnTo>
                    <a:pt x="469773" y="162394"/>
                  </a:lnTo>
                  <a:lnTo>
                    <a:pt x="462838" y="204685"/>
                  </a:lnTo>
                  <a:lnTo>
                    <a:pt x="439585" y="250875"/>
                  </a:lnTo>
                  <a:lnTo>
                    <a:pt x="415798" y="267081"/>
                  </a:lnTo>
                  <a:lnTo>
                    <a:pt x="418592" y="276225"/>
                  </a:lnTo>
                  <a:lnTo>
                    <a:pt x="461873" y="246062"/>
                  </a:lnTo>
                  <a:lnTo>
                    <a:pt x="480568" y="208711"/>
                  </a:lnTo>
                  <a:lnTo>
                    <a:pt x="490042" y="163372"/>
                  </a:lnTo>
                  <a:lnTo>
                    <a:pt x="491223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27120" y="1051305"/>
              <a:ext cx="174370" cy="158877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3463290" y="932878"/>
            <a:ext cx="31813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latin typeface="Cambria Math"/>
                <a:cs typeface="Cambria Math"/>
              </a:rPr>
              <a:t>x</a:t>
            </a:r>
            <a:r>
              <a:rPr dirty="0" baseline="-21604" sz="2700" spc="225"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4327404" y="1051305"/>
            <a:ext cx="920115" cy="280035"/>
            <a:chOff x="4327404" y="1051305"/>
            <a:chExt cx="920115" cy="280035"/>
          </a:xfrm>
        </p:grpSpPr>
        <p:sp>
          <p:nvSpPr>
            <p:cNvPr id="20" name="object 20"/>
            <p:cNvSpPr/>
            <p:nvPr/>
          </p:nvSpPr>
          <p:spPr>
            <a:xfrm>
              <a:off x="4327404" y="1054607"/>
              <a:ext cx="920115" cy="276225"/>
            </a:xfrm>
            <a:custGeom>
              <a:avLst/>
              <a:gdLst/>
              <a:ahLst/>
              <a:cxnLst/>
              <a:rect l="l" t="t" r="r" b="b"/>
              <a:pathLst>
                <a:path w="920114" h="276225">
                  <a:moveTo>
                    <a:pt x="847211" y="0"/>
                  </a:moveTo>
                  <a:lnTo>
                    <a:pt x="844417" y="9143"/>
                  </a:lnTo>
                  <a:lnTo>
                    <a:pt x="857130" y="15765"/>
                  </a:lnTo>
                  <a:lnTo>
                    <a:pt x="868213" y="25352"/>
                  </a:lnTo>
                  <a:lnTo>
                    <a:pt x="891458" y="71614"/>
                  </a:lnTo>
                  <a:lnTo>
                    <a:pt x="898403" y="113956"/>
                  </a:lnTo>
                  <a:lnTo>
                    <a:pt x="899281" y="138175"/>
                  </a:lnTo>
                  <a:lnTo>
                    <a:pt x="898403" y="162393"/>
                  </a:lnTo>
                  <a:lnTo>
                    <a:pt x="891458" y="204684"/>
                  </a:lnTo>
                  <a:lnTo>
                    <a:pt x="868213" y="250872"/>
                  </a:lnTo>
                  <a:lnTo>
                    <a:pt x="844417" y="267080"/>
                  </a:lnTo>
                  <a:lnTo>
                    <a:pt x="847211" y="276225"/>
                  </a:lnTo>
                  <a:lnTo>
                    <a:pt x="890502" y="246060"/>
                  </a:lnTo>
                  <a:lnTo>
                    <a:pt x="909192" y="208700"/>
                  </a:lnTo>
                  <a:lnTo>
                    <a:pt x="918666" y="163361"/>
                  </a:lnTo>
                  <a:lnTo>
                    <a:pt x="919849" y="138175"/>
                  </a:lnTo>
                  <a:lnTo>
                    <a:pt x="918720" y="113956"/>
                  </a:lnTo>
                  <a:lnTo>
                    <a:pt x="909192" y="67522"/>
                  </a:lnTo>
                  <a:lnTo>
                    <a:pt x="890502" y="30164"/>
                  </a:lnTo>
                  <a:lnTo>
                    <a:pt x="863641" y="6403"/>
                  </a:lnTo>
                  <a:lnTo>
                    <a:pt x="847211" y="0"/>
                  </a:lnTo>
                  <a:close/>
                </a:path>
                <a:path w="920114" h="276225">
                  <a:moveTo>
                    <a:pt x="72638" y="0"/>
                  </a:moveTo>
                  <a:lnTo>
                    <a:pt x="29346" y="30164"/>
                  </a:lnTo>
                  <a:lnTo>
                    <a:pt x="10656" y="67522"/>
                  </a:lnTo>
                  <a:lnTo>
                    <a:pt x="1182" y="112809"/>
                  </a:lnTo>
                  <a:lnTo>
                    <a:pt x="0" y="138175"/>
                  </a:lnTo>
                  <a:lnTo>
                    <a:pt x="1137" y="162393"/>
                  </a:lnTo>
                  <a:lnTo>
                    <a:pt x="1182" y="163361"/>
                  </a:lnTo>
                  <a:lnTo>
                    <a:pt x="10656" y="208700"/>
                  </a:lnTo>
                  <a:lnTo>
                    <a:pt x="29346" y="246060"/>
                  </a:lnTo>
                  <a:lnTo>
                    <a:pt x="72638" y="276225"/>
                  </a:lnTo>
                  <a:lnTo>
                    <a:pt x="75432" y="267080"/>
                  </a:lnTo>
                  <a:lnTo>
                    <a:pt x="62737" y="260459"/>
                  </a:lnTo>
                  <a:lnTo>
                    <a:pt x="51698" y="250872"/>
                  </a:lnTo>
                  <a:lnTo>
                    <a:pt x="28444" y="204684"/>
                  </a:lnTo>
                  <a:lnTo>
                    <a:pt x="21561" y="163361"/>
                  </a:lnTo>
                  <a:lnTo>
                    <a:pt x="21447" y="162393"/>
                  </a:lnTo>
                  <a:lnTo>
                    <a:pt x="20568" y="138175"/>
                  </a:lnTo>
                  <a:lnTo>
                    <a:pt x="21447" y="113956"/>
                  </a:lnTo>
                  <a:lnTo>
                    <a:pt x="24076" y="91773"/>
                  </a:lnTo>
                  <a:lnTo>
                    <a:pt x="34538" y="53466"/>
                  </a:lnTo>
                  <a:lnTo>
                    <a:pt x="62737" y="15765"/>
                  </a:lnTo>
                  <a:lnTo>
                    <a:pt x="75432" y="9143"/>
                  </a:lnTo>
                  <a:lnTo>
                    <a:pt x="72638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60620" y="1051305"/>
              <a:ext cx="174370" cy="158877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4029075" y="1018857"/>
            <a:ext cx="224917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387350" algn="l"/>
                <a:tab pos="1245235" algn="l"/>
                <a:tab pos="1684020" algn="l"/>
              </a:tabLst>
            </a:pPr>
            <a:r>
              <a:rPr dirty="0" sz="1800" spc="-50">
                <a:latin typeface="Cambria Math"/>
                <a:cs typeface="Cambria Math"/>
              </a:rPr>
              <a:t>+</a:t>
            </a:r>
            <a:r>
              <a:rPr dirty="0" sz="1800">
                <a:latin typeface="Cambria Math"/>
                <a:cs typeface="Cambria Math"/>
              </a:rPr>
              <a:t>	1</a:t>
            </a:r>
            <a:r>
              <a:rPr dirty="0" sz="1800" spc="-5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50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𝑦</a:t>
            </a:r>
            <a:r>
              <a:rPr dirty="0" sz="1800" spc="155">
                <a:latin typeface="Cambria Math"/>
                <a:cs typeface="Cambria Math"/>
              </a:rPr>
              <a:t> </a:t>
            </a:r>
            <a:r>
              <a:rPr dirty="0" baseline="28806" sz="2025" spc="-75">
                <a:latin typeface="Cambria Math"/>
                <a:cs typeface="Cambria Math"/>
              </a:rPr>
              <a:t>𝑖</a:t>
            </a:r>
            <a:r>
              <a:rPr dirty="0" baseline="28806" sz="2025">
                <a:latin typeface="Cambria Math"/>
                <a:cs typeface="Cambria Math"/>
              </a:rPr>
              <a:t>	</a:t>
            </a:r>
            <a:r>
              <a:rPr dirty="0" sz="1800" spc="-25">
                <a:latin typeface="Cambria Math"/>
                <a:cs typeface="Cambria Math"/>
              </a:rPr>
              <a:t>log</a:t>
            </a:r>
            <a:r>
              <a:rPr dirty="0" sz="1800">
                <a:latin typeface="Cambria Math"/>
                <a:cs typeface="Cambria Math"/>
              </a:rPr>
              <a:t>	1</a:t>
            </a:r>
            <a:r>
              <a:rPr dirty="0" sz="1800" spc="15">
                <a:latin typeface="Cambria Math"/>
                <a:cs typeface="Cambria Math"/>
              </a:rPr>
              <a:t> </a:t>
            </a:r>
            <a:r>
              <a:rPr dirty="0" sz="1800">
                <a:latin typeface="Cambria Math"/>
                <a:cs typeface="Cambria Math"/>
              </a:rPr>
              <a:t>−</a:t>
            </a:r>
            <a:r>
              <a:rPr dirty="0" sz="1800" spc="-30">
                <a:latin typeface="Cambria Math"/>
                <a:cs typeface="Cambria Math"/>
              </a:rPr>
              <a:t> </a:t>
            </a:r>
            <a:r>
              <a:rPr dirty="0" sz="1800" spc="-50">
                <a:latin typeface="Cambria Math"/>
                <a:cs typeface="Cambria Math"/>
              </a:rPr>
              <a:t>𝑓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231382" y="1161161"/>
            <a:ext cx="149225" cy="41275"/>
          </a:xfrm>
          <a:custGeom>
            <a:avLst/>
            <a:gdLst/>
            <a:ahLst/>
            <a:cxnLst/>
            <a:rect l="l" t="t" r="r" b="b"/>
            <a:pathLst>
              <a:path w="149225" h="41275">
                <a:moveTo>
                  <a:pt x="127888" y="0"/>
                </a:moveTo>
                <a:lnTo>
                  <a:pt x="123443" y="5079"/>
                </a:lnTo>
                <a:lnTo>
                  <a:pt x="136778" y="16637"/>
                </a:lnTo>
                <a:lnTo>
                  <a:pt x="0" y="16637"/>
                </a:lnTo>
                <a:lnTo>
                  <a:pt x="0" y="24511"/>
                </a:lnTo>
                <a:lnTo>
                  <a:pt x="136778" y="24511"/>
                </a:lnTo>
                <a:lnTo>
                  <a:pt x="123443" y="36194"/>
                </a:lnTo>
                <a:lnTo>
                  <a:pt x="127888" y="41148"/>
                </a:lnTo>
                <a:lnTo>
                  <a:pt x="148843" y="22987"/>
                </a:lnTo>
                <a:lnTo>
                  <a:pt x="148843" y="18161"/>
                </a:lnTo>
                <a:lnTo>
                  <a:pt x="127888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225285" y="1123632"/>
            <a:ext cx="31877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5">
                <a:latin typeface="Cambria Math"/>
                <a:cs typeface="Cambria Math"/>
              </a:rPr>
              <a:t>w,𝑏</a:t>
            </a:r>
            <a:endParaRPr sz="1350">
              <a:latin typeface="Cambria Math"/>
              <a:cs typeface="Cambria Math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556254" y="1051305"/>
            <a:ext cx="501015" cy="280035"/>
            <a:chOff x="6556254" y="1051305"/>
            <a:chExt cx="501015" cy="280035"/>
          </a:xfrm>
        </p:grpSpPr>
        <p:sp>
          <p:nvSpPr>
            <p:cNvPr id="26" name="object 26"/>
            <p:cNvSpPr/>
            <p:nvPr/>
          </p:nvSpPr>
          <p:spPr>
            <a:xfrm>
              <a:off x="6556248" y="1054607"/>
              <a:ext cx="501015" cy="276225"/>
            </a:xfrm>
            <a:custGeom>
              <a:avLst/>
              <a:gdLst/>
              <a:ahLst/>
              <a:cxnLst/>
              <a:rect l="l" t="t" r="r" b="b"/>
              <a:pathLst>
                <a:path w="501015" h="276225">
                  <a:moveTo>
                    <a:pt x="75425" y="9144"/>
                  </a:moveTo>
                  <a:lnTo>
                    <a:pt x="72644" y="0"/>
                  </a:lnTo>
                  <a:lnTo>
                    <a:pt x="56210" y="6413"/>
                  </a:lnTo>
                  <a:lnTo>
                    <a:pt x="41783" y="16471"/>
                  </a:lnTo>
                  <a:lnTo>
                    <a:pt x="18923" y="47498"/>
                  </a:lnTo>
                  <a:lnTo>
                    <a:pt x="4737" y="89306"/>
                  </a:lnTo>
                  <a:lnTo>
                    <a:pt x="0" y="138176"/>
                  </a:lnTo>
                  <a:lnTo>
                    <a:pt x="1143" y="162394"/>
                  </a:lnTo>
                  <a:lnTo>
                    <a:pt x="1181" y="163372"/>
                  </a:lnTo>
                  <a:lnTo>
                    <a:pt x="10655" y="208711"/>
                  </a:lnTo>
                  <a:lnTo>
                    <a:pt x="29349" y="246062"/>
                  </a:lnTo>
                  <a:lnTo>
                    <a:pt x="72644" y="276225"/>
                  </a:lnTo>
                  <a:lnTo>
                    <a:pt x="75425" y="267081"/>
                  </a:lnTo>
                  <a:lnTo>
                    <a:pt x="62738" y="260464"/>
                  </a:lnTo>
                  <a:lnTo>
                    <a:pt x="51701" y="250875"/>
                  </a:lnTo>
                  <a:lnTo>
                    <a:pt x="28448" y="204685"/>
                  </a:lnTo>
                  <a:lnTo>
                    <a:pt x="21564" y="163372"/>
                  </a:lnTo>
                  <a:lnTo>
                    <a:pt x="20574" y="138176"/>
                  </a:lnTo>
                  <a:lnTo>
                    <a:pt x="21450" y="113957"/>
                  </a:lnTo>
                  <a:lnTo>
                    <a:pt x="28448" y="71615"/>
                  </a:lnTo>
                  <a:lnTo>
                    <a:pt x="51701" y="25361"/>
                  </a:lnTo>
                  <a:lnTo>
                    <a:pt x="62738" y="15773"/>
                  </a:lnTo>
                  <a:lnTo>
                    <a:pt x="75425" y="9144"/>
                  </a:lnTo>
                  <a:close/>
                </a:path>
                <a:path w="501015" h="276225">
                  <a:moveTo>
                    <a:pt x="197485" y="47752"/>
                  </a:moveTo>
                  <a:lnTo>
                    <a:pt x="169418" y="23495"/>
                  </a:lnTo>
                  <a:lnTo>
                    <a:pt x="163576" y="30226"/>
                  </a:lnTo>
                  <a:lnTo>
                    <a:pt x="181356" y="45720"/>
                  </a:lnTo>
                  <a:lnTo>
                    <a:pt x="84696" y="45720"/>
                  </a:lnTo>
                  <a:lnTo>
                    <a:pt x="84696" y="56134"/>
                  </a:lnTo>
                  <a:lnTo>
                    <a:pt x="181356" y="56134"/>
                  </a:lnTo>
                  <a:lnTo>
                    <a:pt x="163576" y="71755"/>
                  </a:lnTo>
                  <a:lnTo>
                    <a:pt x="169418" y="78359"/>
                  </a:lnTo>
                  <a:lnTo>
                    <a:pt x="197485" y="54229"/>
                  </a:lnTo>
                  <a:lnTo>
                    <a:pt x="197485" y="47752"/>
                  </a:lnTo>
                  <a:close/>
                </a:path>
                <a:path w="501015" h="276225">
                  <a:moveTo>
                    <a:pt x="500748" y="138176"/>
                  </a:moveTo>
                  <a:lnTo>
                    <a:pt x="499618" y="113957"/>
                  </a:lnTo>
                  <a:lnTo>
                    <a:pt x="499567" y="112814"/>
                  </a:lnTo>
                  <a:lnTo>
                    <a:pt x="496011" y="89306"/>
                  </a:lnTo>
                  <a:lnTo>
                    <a:pt x="481838" y="47498"/>
                  </a:lnTo>
                  <a:lnTo>
                    <a:pt x="458978" y="16471"/>
                  </a:lnTo>
                  <a:lnTo>
                    <a:pt x="428117" y="0"/>
                  </a:lnTo>
                  <a:lnTo>
                    <a:pt x="425323" y="9144"/>
                  </a:lnTo>
                  <a:lnTo>
                    <a:pt x="438035" y="15773"/>
                  </a:lnTo>
                  <a:lnTo>
                    <a:pt x="449110" y="25361"/>
                  </a:lnTo>
                  <a:lnTo>
                    <a:pt x="472363" y="71615"/>
                  </a:lnTo>
                  <a:lnTo>
                    <a:pt x="479298" y="113957"/>
                  </a:lnTo>
                  <a:lnTo>
                    <a:pt x="480187" y="138176"/>
                  </a:lnTo>
                  <a:lnTo>
                    <a:pt x="479298" y="162394"/>
                  </a:lnTo>
                  <a:lnTo>
                    <a:pt x="472363" y="204685"/>
                  </a:lnTo>
                  <a:lnTo>
                    <a:pt x="449110" y="250875"/>
                  </a:lnTo>
                  <a:lnTo>
                    <a:pt x="425323" y="267081"/>
                  </a:lnTo>
                  <a:lnTo>
                    <a:pt x="428117" y="276225"/>
                  </a:lnTo>
                  <a:lnTo>
                    <a:pt x="471398" y="246062"/>
                  </a:lnTo>
                  <a:lnTo>
                    <a:pt x="490093" y="208711"/>
                  </a:lnTo>
                  <a:lnTo>
                    <a:pt x="499567" y="163372"/>
                  </a:lnTo>
                  <a:lnTo>
                    <a:pt x="500748" y="1381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9895" y="1051305"/>
              <a:ext cx="174371" cy="158877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609715" y="932878"/>
            <a:ext cx="32766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baseline="-21604" sz="2700">
                <a:latin typeface="Cambria Math"/>
                <a:cs typeface="Cambria Math"/>
              </a:rPr>
              <a:t>x</a:t>
            </a:r>
            <a:r>
              <a:rPr dirty="0" baseline="-21604" sz="2700" spc="337">
                <a:latin typeface="Cambria Math"/>
                <a:cs typeface="Cambria Math"/>
              </a:rPr>
              <a:t> </a:t>
            </a:r>
            <a:r>
              <a:rPr dirty="0" sz="1350" spc="-50">
                <a:latin typeface="Cambria Math"/>
                <a:cs typeface="Cambria Math"/>
              </a:rPr>
              <a:t>𝑖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650606" y="1191386"/>
            <a:ext cx="323850" cy="9525"/>
          </a:xfrm>
          <a:custGeom>
            <a:avLst/>
            <a:gdLst/>
            <a:ahLst/>
            <a:cxnLst/>
            <a:rect l="l" t="t" r="r" b="b"/>
            <a:pathLst>
              <a:path w="323850" h="9525">
                <a:moveTo>
                  <a:pt x="323850" y="0"/>
                </a:moveTo>
                <a:lnTo>
                  <a:pt x="0" y="0"/>
                </a:lnTo>
                <a:lnTo>
                  <a:pt x="0" y="9525"/>
                </a:lnTo>
                <a:lnTo>
                  <a:pt x="323850" y="9525"/>
                </a:lnTo>
                <a:lnTo>
                  <a:pt x="3238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741284" y="847153"/>
            <a:ext cx="14414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solidFill>
                  <a:srgbClr val="7030A0"/>
                </a:solidFill>
                <a:latin typeface="Cambria Math"/>
                <a:cs typeface="Cambria Math"/>
              </a:rPr>
              <a:t>𝜆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645781" y="1171511"/>
            <a:ext cx="34163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Cambria Math"/>
                <a:cs typeface="Cambria Math"/>
              </a:rPr>
              <a:t>2</a:t>
            </a:r>
            <a:r>
              <a:rPr dirty="0" sz="1800" spc="-25">
                <a:solidFill>
                  <a:srgbClr val="0096FF"/>
                </a:solidFill>
                <a:latin typeface="Cambria Math"/>
                <a:cs typeface="Cambria Math"/>
              </a:rPr>
              <a:t>𝑚</a:t>
            </a:r>
            <a:endParaRPr sz="1800">
              <a:latin typeface="Cambria Math"/>
              <a:cs typeface="Cambria Math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08366" y="1371536"/>
            <a:ext cx="33464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30">
                <a:solidFill>
                  <a:srgbClr val="FF9300"/>
                </a:solidFill>
                <a:latin typeface="Cambria Math"/>
                <a:cs typeface="Cambria Math"/>
              </a:rPr>
              <a:t>𝑗=1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103489" y="722947"/>
            <a:ext cx="137160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50">
                <a:solidFill>
                  <a:srgbClr val="FF9300"/>
                </a:solidFill>
                <a:latin typeface="Cambria Math"/>
                <a:cs typeface="Cambria Math"/>
              </a:rPr>
              <a:t>𝑛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94394" y="1133157"/>
            <a:ext cx="106045" cy="2317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 spc="95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endParaRPr sz="1350">
              <a:latin typeface="Cambria Math"/>
              <a:cs typeface="Cambria Math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401306" y="1018857"/>
            <a:ext cx="1303655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19125" algn="l"/>
              </a:tabLst>
            </a:pPr>
            <a:r>
              <a:rPr dirty="0" sz="1800" spc="-50">
                <a:latin typeface="Cambria Math"/>
                <a:cs typeface="Cambria Math"/>
              </a:rPr>
              <a:t>+</a:t>
            </a:r>
            <a:r>
              <a:rPr dirty="0" sz="1800">
                <a:latin typeface="Cambria Math"/>
                <a:cs typeface="Cambria Math"/>
              </a:rPr>
              <a:t>	</a:t>
            </a:r>
            <a:r>
              <a:rPr dirty="0" sz="1800" spc="1814">
                <a:latin typeface="Cambria Math"/>
                <a:cs typeface="Cambria Math"/>
              </a:rPr>
              <a:t>෍</a:t>
            </a:r>
            <a:r>
              <a:rPr dirty="0" sz="1800" spc="-85">
                <a:latin typeface="Cambria Math"/>
                <a:cs typeface="Cambria Math"/>
              </a:rPr>
              <a:t> 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sz="1800" spc="-50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baseline="30864" sz="2025" spc="-697">
                <a:solidFill>
                  <a:srgbClr val="0096FF"/>
                </a:solidFill>
                <a:latin typeface="Cambria Math"/>
                <a:cs typeface="Cambria Math"/>
              </a:rPr>
              <a:t>2</a:t>
            </a:r>
            <a:endParaRPr baseline="30864" sz="2025">
              <a:latin typeface="Cambria Math"/>
              <a:cs typeface="Cambria Math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068699" y="2885058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4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39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7" name="object 37"/>
          <p:cNvGrpSpPr/>
          <p:nvPr/>
        </p:nvGrpSpPr>
        <p:grpSpPr>
          <a:xfrm>
            <a:off x="4307204" y="2507360"/>
            <a:ext cx="4007485" cy="1713864"/>
            <a:chOff x="4307204" y="2507360"/>
            <a:chExt cx="4007485" cy="1713864"/>
          </a:xfrm>
        </p:grpSpPr>
        <p:sp>
          <p:nvSpPr>
            <p:cNvPr id="38" name="object 38"/>
            <p:cNvSpPr/>
            <p:nvPr/>
          </p:nvSpPr>
          <p:spPr>
            <a:xfrm>
              <a:off x="4307204" y="2907156"/>
              <a:ext cx="219075" cy="19050"/>
            </a:xfrm>
            <a:custGeom>
              <a:avLst/>
              <a:gdLst/>
              <a:ahLst/>
              <a:cxnLst/>
              <a:rect l="l" t="t" r="r" b="b"/>
              <a:pathLst>
                <a:path w="219075" h="19050">
                  <a:moveTo>
                    <a:pt x="219075" y="0"/>
                  </a:moveTo>
                  <a:lnTo>
                    <a:pt x="0" y="0"/>
                  </a:lnTo>
                  <a:lnTo>
                    <a:pt x="0" y="19050"/>
                  </a:lnTo>
                  <a:lnTo>
                    <a:pt x="219075" y="19050"/>
                  </a:lnTo>
                  <a:lnTo>
                    <a:pt x="2190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44389" y="2507360"/>
              <a:ext cx="170942" cy="96646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67681" y="2553080"/>
              <a:ext cx="2876803" cy="765301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350004" y="3576700"/>
              <a:ext cx="575945" cy="491490"/>
            </a:xfrm>
            <a:custGeom>
              <a:avLst/>
              <a:gdLst/>
              <a:ahLst/>
              <a:cxnLst/>
              <a:rect l="l" t="t" r="r" b="b"/>
              <a:pathLst>
                <a:path w="575945" h="491489">
                  <a:moveTo>
                    <a:pt x="219075" y="233172"/>
                  </a:moveTo>
                  <a:lnTo>
                    <a:pt x="0" y="233172"/>
                  </a:lnTo>
                  <a:lnTo>
                    <a:pt x="0" y="252222"/>
                  </a:lnTo>
                  <a:lnTo>
                    <a:pt x="219075" y="252222"/>
                  </a:lnTo>
                  <a:lnTo>
                    <a:pt x="219075" y="233172"/>
                  </a:lnTo>
                  <a:close/>
                </a:path>
                <a:path w="575945" h="491489">
                  <a:moveTo>
                    <a:pt x="575564" y="398894"/>
                  </a:moveTo>
                  <a:lnTo>
                    <a:pt x="557022" y="398894"/>
                  </a:lnTo>
                  <a:lnTo>
                    <a:pt x="554113" y="414985"/>
                  </a:lnTo>
                  <a:lnTo>
                    <a:pt x="550938" y="427913"/>
                  </a:lnTo>
                  <a:lnTo>
                    <a:pt x="547497" y="437705"/>
                  </a:lnTo>
                  <a:lnTo>
                    <a:pt x="543814" y="444360"/>
                  </a:lnTo>
                  <a:lnTo>
                    <a:pt x="538734" y="451142"/>
                  </a:lnTo>
                  <a:lnTo>
                    <a:pt x="531368" y="454533"/>
                  </a:lnTo>
                  <a:lnTo>
                    <a:pt x="303784" y="454533"/>
                  </a:lnTo>
                  <a:lnTo>
                    <a:pt x="465582" y="235077"/>
                  </a:lnTo>
                  <a:lnTo>
                    <a:pt x="465582" y="219837"/>
                  </a:lnTo>
                  <a:lnTo>
                    <a:pt x="315722" y="16383"/>
                  </a:lnTo>
                  <a:lnTo>
                    <a:pt x="513969" y="16383"/>
                  </a:lnTo>
                  <a:lnTo>
                    <a:pt x="544525" y="40513"/>
                  </a:lnTo>
                  <a:lnTo>
                    <a:pt x="552196" y="74295"/>
                  </a:lnTo>
                  <a:lnTo>
                    <a:pt x="568833" y="74295"/>
                  </a:lnTo>
                  <a:lnTo>
                    <a:pt x="568833" y="0"/>
                  </a:lnTo>
                  <a:lnTo>
                    <a:pt x="265557" y="0"/>
                  </a:lnTo>
                  <a:lnTo>
                    <a:pt x="265557" y="11938"/>
                  </a:lnTo>
                  <a:lnTo>
                    <a:pt x="436372" y="240030"/>
                  </a:lnTo>
                  <a:lnTo>
                    <a:pt x="260350" y="478510"/>
                  </a:lnTo>
                  <a:lnTo>
                    <a:pt x="260350" y="490943"/>
                  </a:lnTo>
                  <a:lnTo>
                    <a:pt x="569214" y="490943"/>
                  </a:lnTo>
                  <a:lnTo>
                    <a:pt x="575564" y="39889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2" name="object 42"/>
            <p:cNvSpPr/>
            <p:nvPr/>
          </p:nvSpPr>
          <p:spPr>
            <a:xfrm>
              <a:off x="4632325" y="4087939"/>
              <a:ext cx="183515" cy="133350"/>
            </a:xfrm>
            <a:custGeom>
              <a:avLst/>
              <a:gdLst/>
              <a:ahLst/>
              <a:cxnLst/>
              <a:rect l="l" t="t" r="r" b="b"/>
              <a:pathLst>
                <a:path w="183514" h="133350">
                  <a:moveTo>
                    <a:pt x="42164" y="0"/>
                  </a:moveTo>
                  <a:lnTo>
                    <a:pt x="23622" y="0"/>
                  </a:lnTo>
                  <a:lnTo>
                    <a:pt x="19177" y="19989"/>
                  </a:lnTo>
                  <a:lnTo>
                    <a:pt x="37592" y="19989"/>
                  </a:lnTo>
                  <a:lnTo>
                    <a:pt x="42164" y="0"/>
                  </a:lnTo>
                  <a:close/>
                </a:path>
                <a:path w="183514" h="133350">
                  <a:moveTo>
                    <a:pt x="45720" y="115341"/>
                  </a:moveTo>
                  <a:lnTo>
                    <a:pt x="39370" y="109194"/>
                  </a:lnTo>
                  <a:lnTo>
                    <a:pt x="37515" y="111302"/>
                  </a:lnTo>
                  <a:lnTo>
                    <a:pt x="35814" y="112991"/>
                  </a:lnTo>
                  <a:lnTo>
                    <a:pt x="24193" y="120764"/>
                  </a:lnTo>
                  <a:lnTo>
                    <a:pt x="21437" y="120764"/>
                  </a:lnTo>
                  <a:lnTo>
                    <a:pt x="19812" y="120205"/>
                  </a:lnTo>
                  <a:lnTo>
                    <a:pt x="18923" y="119151"/>
                  </a:lnTo>
                  <a:lnTo>
                    <a:pt x="17907" y="118097"/>
                  </a:lnTo>
                  <a:lnTo>
                    <a:pt x="17399" y="116395"/>
                  </a:lnTo>
                  <a:lnTo>
                    <a:pt x="17399" y="112293"/>
                  </a:lnTo>
                  <a:lnTo>
                    <a:pt x="19812" y="99428"/>
                  </a:lnTo>
                  <a:lnTo>
                    <a:pt x="33528" y="37477"/>
                  </a:lnTo>
                  <a:lnTo>
                    <a:pt x="28956" y="37477"/>
                  </a:lnTo>
                  <a:lnTo>
                    <a:pt x="2032" y="38506"/>
                  </a:lnTo>
                  <a:lnTo>
                    <a:pt x="863" y="44958"/>
                  </a:lnTo>
                  <a:lnTo>
                    <a:pt x="4953" y="44958"/>
                  </a:lnTo>
                  <a:lnTo>
                    <a:pt x="7747" y="45567"/>
                  </a:lnTo>
                  <a:lnTo>
                    <a:pt x="9271" y="46685"/>
                  </a:lnTo>
                  <a:lnTo>
                    <a:pt x="10922" y="47802"/>
                  </a:lnTo>
                  <a:lnTo>
                    <a:pt x="11684" y="49568"/>
                  </a:lnTo>
                  <a:lnTo>
                    <a:pt x="11684" y="54686"/>
                  </a:lnTo>
                  <a:lnTo>
                    <a:pt x="11303" y="57607"/>
                  </a:lnTo>
                  <a:lnTo>
                    <a:pt x="10795" y="60845"/>
                  </a:lnTo>
                  <a:lnTo>
                    <a:pt x="10160" y="64414"/>
                  </a:lnTo>
                  <a:lnTo>
                    <a:pt x="9398" y="67970"/>
                  </a:lnTo>
                  <a:lnTo>
                    <a:pt x="8636" y="71678"/>
                  </a:lnTo>
                  <a:lnTo>
                    <a:pt x="5969" y="83248"/>
                  </a:lnTo>
                  <a:lnTo>
                    <a:pt x="4953" y="87147"/>
                  </a:lnTo>
                  <a:lnTo>
                    <a:pt x="4064" y="91059"/>
                  </a:lnTo>
                  <a:lnTo>
                    <a:pt x="3175" y="94792"/>
                  </a:lnTo>
                  <a:lnTo>
                    <a:pt x="1651" y="101930"/>
                  </a:lnTo>
                  <a:lnTo>
                    <a:pt x="1016" y="105232"/>
                  </a:lnTo>
                  <a:lnTo>
                    <a:pt x="0" y="111302"/>
                  </a:lnTo>
                  <a:lnTo>
                    <a:pt x="127" y="120764"/>
                  </a:lnTo>
                  <a:lnTo>
                    <a:pt x="11036" y="132880"/>
                  </a:lnTo>
                  <a:lnTo>
                    <a:pt x="11366" y="132880"/>
                  </a:lnTo>
                  <a:lnTo>
                    <a:pt x="12954" y="133197"/>
                  </a:lnTo>
                  <a:lnTo>
                    <a:pt x="17907" y="133197"/>
                  </a:lnTo>
                  <a:lnTo>
                    <a:pt x="20193" y="132880"/>
                  </a:lnTo>
                  <a:lnTo>
                    <a:pt x="40284" y="120764"/>
                  </a:lnTo>
                  <a:lnTo>
                    <a:pt x="42545" y="118618"/>
                  </a:lnTo>
                  <a:lnTo>
                    <a:pt x="45720" y="115341"/>
                  </a:lnTo>
                  <a:close/>
                </a:path>
                <a:path w="183514" h="133350">
                  <a:moveTo>
                    <a:pt x="183388" y="90220"/>
                  </a:moveTo>
                  <a:lnTo>
                    <a:pt x="76200" y="90220"/>
                  </a:lnTo>
                  <a:lnTo>
                    <a:pt x="76200" y="104457"/>
                  </a:lnTo>
                  <a:lnTo>
                    <a:pt x="183388" y="104457"/>
                  </a:lnTo>
                  <a:lnTo>
                    <a:pt x="183388" y="90220"/>
                  </a:lnTo>
                  <a:close/>
                </a:path>
                <a:path w="183514" h="133350">
                  <a:moveTo>
                    <a:pt x="183388" y="49758"/>
                  </a:moveTo>
                  <a:lnTo>
                    <a:pt x="76200" y="49758"/>
                  </a:lnTo>
                  <a:lnTo>
                    <a:pt x="76200" y="63995"/>
                  </a:lnTo>
                  <a:lnTo>
                    <a:pt x="183388" y="63995"/>
                  </a:lnTo>
                  <a:lnTo>
                    <a:pt x="183388" y="49758"/>
                  </a:lnTo>
                  <a:close/>
                </a:path>
              </a:pathLst>
            </a:custGeom>
            <a:solidFill>
              <a:srgbClr val="0096FF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43" name="object 4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852796" y="4099648"/>
              <a:ext cx="78866" cy="119811"/>
            </a:xfrm>
            <a:prstGeom prst="rect">
              <a:avLst/>
            </a:prstGeom>
          </p:spPr>
        </p:pic>
        <p:pic>
          <p:nvPicPr>
            <p:cNvPr id="44" name="object 4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972684" y="3656456"/>
              <a:ext cx="1937125" cy="321983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196966" y="3132708"/>
              <a:ext cx="254127" cy="284480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5118523" y="3460495"/>
              <a:ext cx="367368" cy="205739"/>
            </a:xfrm>
            <a:prstGeom prst="rect">
              <a:avLst/>
            </a:prstGeom>
          </p:spPr>
        </p:pic>
        <p:pic>
          <p:nvPicPr>
            <p:cNvPr id="47" name="object 47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610224" y="3258565"/>
              <a:ext cx="390144" cy="308482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087236" y="3245738"/>
              <a:ext cx="581682" cy="214122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824979" y="3242944"/>
              <a:ext cx="1489583" cy="302641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4367657" y="2629026"/>
            <a:ext cx="99948" cy="173355"/>
          </a:xfrm>
          <a:prstGeom prst="rect">
            <a:avLst/>
          </a:prstGeom>
        </p:spPr>
      </p:pic>
      <p:pic>
        <p:nvPicPr>
          <p:cNvPr id="51" name="object 51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4310253" y="3042157"/>
            <a:ext cx="209550" cy="124206"/>
          </a:xfrm>
          <a:prstGeom prst="rect">
            <a:avLst/>
          </a:prstGeom>
        </p:spPr>
      </p:pic>
      <p:sp>
        <p:nvSpPr>
          <p:cNvPr id="52" name="object 52"/>
          <p:cNvSpPr/>
          <p:nvPr/>
        </p:nvSpPr>
        <p:spPr>
          <a:xfrm>
            <a:off x="4111498" y="3787775"/>
            <a:ext cx="154940" cy="69215"/>
          </a:xfrm>
          <a:custGeom>
            <a:avLst/>
            <a:gdLst/>
            <a:ahLst/>
            <a:cxnLst/>
            <a:rect l="l" t="t" r="r" b="b"/>
            <a:pathLst>
              <a:path w="154939" h="69214">
                <a:moveTo>
                  <a:pt x="154686" y="52070"/>
                </a:moveTo>
                <a:lnTo>
                  <a:pt x="0" y="52070"/>
                </a:lnTo>
                <a:lnTo>
                  <a:pt x="0" y="68834"/>
                </a:lnTo>
                <a:lnTo>
                  <a:pt x="154686" y="68834"/>
                </a:lnTo>
                <a:lnTo>
                  <a:pt x="154686" y="52070"/>
                </a:lnTo>
                <a:close/>
              </a:path>
              <a:path w="154939" h="69214">
                <a:moveTo>
                  <a:pt x="154686" y="0"/>
                </a:moveTo>
                <a:lnTo>
                  <a:pt x="0" y="0"/>
                </a:lnTo>
                <a:lnTo>
                  <a:pt x="0" y="16637"/>
                </a:lnTo>
                <a:lnTo>
                  <a:pt x="154686" y="16637"/>
                </a:lnTo>
                <a:lnTo>
                  <a:pt x="154686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53" name="object 53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4410455" y="3531742"/>
            <a:ext cx="99949" cy="173354"/>
          </a:xfrm>
          <a:prstGeom prst="rect">
            <a:avLst/>
          </a:prstGeom>
        </p:spPr>
      </p:pic>
      <p:pic>
        <p:nvPicPr>
          <p:cNvPr id="54" name="object 5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4352925" y="3944873"/>
            <a:ext cx="209676" cy="124193"/>
          </a:xfrm>
          <a:prstGeom prst="rect">
            <a:avLst/>
          </a:prstGeom>
        </p:spPr>
      </p:pic>
      <p:pic>
        <p:nvPicPr>
          <p:cNvPr id="55" name="object 55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4687189" y="3410077"/>
            <a:ext cx="170941" cy="96647"/>
          </a:xfrm>
          <a:prstGeom prst="rect">
            <a:avLst/>
          </a:prstGeom>
        </p:spPr>
      </p:pic>
      <p:pic>
        <p:nvPicPr>
          <p:cNvPr id="56" name="object 56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7652384" y="2629832"/>
            <a:ext cx="847809" cy="536277"/>
          </a:xfrm>
          <a:prstGeom prst="rect">
            <a:avLst/>
          </a:prstGeom>
        </p:spPr>
      </p:pic>
      <p:grpSp>
        <p:nvGrpSpPr>
          <p:cNvPr id="57" name="object 57"/>
          <p:cNvGrpSpPr/>
          <p:nvPr/>
        </p:nvGrpSpPr>
        <p:grpSpPr>
          <a:xfrm>
            <a:off x="7074027" y="3963403"/>
            <a:ext cx="1372870" cy="519430"/>
            <a:chOff x="7074027" y="3963403"/>
            <a:chExt cx="1372870" cy="519430"/>
          </a:xfrm>
        </p:grpSpPr>
        <p:pic>
          <p:nvPicPr>
            <p:cNvPr id="58" name="object 58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694295" y="3963403"/>
              <a:ext cx="407426" cy="185242"/>
            </a:xfrm>
            <a:prstGeom prst="rect">
              <a:avLst/>
            </a:prstGeom>
          </p:spPr>
        </p:pic>
        <p:pic>
          <p:nvPicPr>
            <p:cNvPr id="59" name="object 5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8198536" y="3984294"/>
              <a:ext cx="218250" cy="169189"/>
            </a:xfrm>
            <a:prstGeom prst="rect">
              <a:avLst/>
            </a:prstGeom>
          </p:spPr>
        </p:pic>
        <p:pic>
          <p:nvPicPr>
            <p:cNvPr id="60" name="object 6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074027" y="3976624"/>
              <a:ext cx="1108566" cy="506120"/>
            </a:xfrm>
            <a:prstGeom prst="rect">
              <a:avLst/>
            </a:prstGeom>
          </p:spPr>
        </p:pic>
        <p:pic>
          <p:nvPicPr>
            <p:cNvPr id="61" name="object 61"/>
            <p:cNvPicPr/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8305419" y="4229290"/>
              <a:ext cx="141477" cy="223520"/>
            </a:xfrm>
            <a:prstGeom prst="rect">
              <a:avLst/>
            </a:prstGeom>
          </p:spPr>
        </p:pic>
      </p:grpSp>
      <p:sp>
        <p:nvSpPr>
          <p:cNvPr id="62" name="object 62"/>
          <p:cNvSpPr txBox="1"/>
          <p:nvPr/>
        </p:nvSpPr>
        <p:spPr>
          <a:xfrm>
            <a:off x="728027" y="2803207"/>
            <a:ext cx="138493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𝑤</a:t>
            </a:r>
            <a:r>
              <a:rPr dirty="0" baseline="-16666" sz="2250">
                <a:latin typeface="Cambria Math"/>
                <a:cs typeface="Cambria Math"/>
              </a:rPr>
              <a:t>𝑗</a:t>
            </a:r>
            <a:r>
              <a:rPr dirty="0" baseline="-16666" sz="2250" spc="412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50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r>
              <a:rPr dirty="0" baseline="-16666" sz="2250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r>
              <a:rPr dirty="0" baseline="-16666" sz="2250" spc="217">
                <a:solidFill>
                  <a:srgbClr val="FF9300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</a:t>
            </a:r>
            <a:r>
              <a:rPr dirty="0" sz="2000" spc="-25">
                <a:latin typeface="Cambria Math"/>
                <a:cs typeface="Cambria Math"/>
              </a:rPr>
              <a:t> </a:t>
            </a:r>
            <a:r>
              <a:rPr dirty="0" sz="2000" spc="-5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2127504" y="2981832"/>
            <a:ext cx="409575" cy="19050"/>
          </a:xfrm>
          <a:custGeom>
            <a:avLst/>
            <a:gdLst/>
            <a:ahLst/>
            <a:cxnLst/>
            <a:rect l="l" t="t" r="r" b="b"/>
            <a:pathLst>
              <a:path w="409575" h="19050">
                <a:moveTo>
                  <a:pt x="409575" y="0"/>
                </a:moveTo>
                <a:lnTo>
                  <a:pt x="0" y="0"/>
                </a:lnTo>
                <a:lnTo>
                  <a:pt x="0" y="19050"/>
                </a:lnTo>
                <a:lnTo>
                  <a:pt x="409575" y="19050"/>
                </a:lnTo>
                <a:lnTo>
                  <a:pt x="40957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2240914" y="2612453"/>
            <a:ext cx="1689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latin typeface="Cambria Math"/>
                <a:cs typeface="Cambria Math"/>
              </a:rPr>
              <a:t>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2117089" y="2974911"/>
            <a:ext cx="35877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latin typeface="Cambria Math"/>
                <a:cs typeface="Cambria Math"/>
              </a:rPr>
              <a:t>𝜕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𝑤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2422270" y="3098736"/>
            <a:ext cx="11493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500" spc="114">
                <a:solidFill>
                  <a:srgbClr val="FF9300"/>
                </a:solidFill>
                <a:latin typeface="Cambria Math"/>
                <a:cs typeface="Cambria Math"/>
              </a:rPr>
              <a:t>𝑗</a:t>
            </a:r>
            <a:endParaRPr sz="1500">
              <a:latin typeface="Cambria Math"/>
              <a:cs typeface="Cambria Math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2702560" y="2865119"/>
            <a:ext cx="604520" cy="250190"/>
          </a:xfrm>
          <a:custGeom>
            <a:avLst/>
            <a:gdLst/>
            <a:ahLst/>
            <a:cxnLst/>
            <a:rect l="l" t="t" r="r" b="b"/>
            <a:pathLst>
              <a:path w="604520" h="250189">
                <a:moveTo>
                  <a:pt x="79375" y="21209"/>
                </a:moveTo>
                <a:lnTo>
                  <a:pt x="75946" y="11557"/>
                </a:lnTo>
                <a:lnTo>
                  <a:pt x="58648" y="17754"/>
                </a:lnTo>
                <a:lnTo>
                  <a:pt x="43510" y="26771"/>
                </a:lnTo>
                <a:lnTo>
                  <a:pt x="10972" y="70129"/>
                </a:lnTo>
                <a:lnTo>
                  <a:pt x="1206" y="108851"/>
                </a:lnTo>
                <a:lnTo>
                  <a:pt x="0" y="130683"/>
                </a:lnTo>
                <a:lnTo>
                  <a:pt x="1092" y="150444"/>
                </a:lnTo>
                <a:lnTo>
                  <a:pt x="1206" y="152539"/>
                </a:lnTo>
                <a:lnTo>
                  <a:pt x="10972" y="191249"/>
                </a:lnTo>
                <a:lnTo>
                  <a:pt x="43459" y="234429"/>
                </a:lnTo>
                <a:lnTo>
                  <a:pt x="75946" y="249682"/>
                </a:lnTo>
                <a:lnTo>
                  <a:pt x="78994" y="240030"/>
                </a:lnTo>
                <a:lnTo>
                  <a:pt x="65366" y="234010"/>
                </a:lnTo>
                <a:lnTo>
                  <a:pt x="53632" y="225640"/>
                </a:lnTo>
                <a:lnTo>
                  <a:pt x="29641" y="186639"/>
                </a:lnTo>
                <a:lnTo>
                  <a:pt x="21767" y="130683"/>
                </a:lnTo>
                <a:lnTo>
                  <a:pt x="21717" y="129413"/>
                </a:lnTo>
                <a:lnTo>
                  <a:pt x="22593" y="109080"/>
                </a:lnTo>
                <a:lnTo>
                  <a:pt x="35814" y="58928"/>
                </a:lnTo>
                <a:lnTo>
                  <a:pt x="65582" y="27139"/>
                </a:lnTo>
                <a:lnTo>
                  <a:pt x="79375" y="21209"/>
                </a:lnTo>
                <a:close/>
              </a:path>
              <a:path w="604520" h="250189">
                <a:moveTo>
                  <a:pt x="281559" y="27305"/>
                </a:moveTo>
                <a:lnTo>
                  <a:pt x="250063" y="0"/>
                </a:lnTo>
                <a:lnTo>
                  <a:pt x="243459" y="7620"/>
                </a:lnTo>
                <a:lnTo>
                  <a:pt x="263525" y="25019"/>
                </a:lnTo>
                <a:lnTo>
                  <a:pt x="82169" y="25019"/>
                </a:lnTo>
                <a:lnTo>
                  <a:pt x="82169" y="36830"/>
                </a:lnTo>
                <a:lnTo>
                  <a:pt x="263525" y="36830"/>
                </a:lnTo>
                <a:lnTo>
                  <a:pt x="243459" y="54356"/>
                </a:lnTo>
                <a:lnTo>
                  <a:pt x="250063" y="61849"/>
                </a:lnTo>
                <a:lnTo>
                  <a:pt x="281559" y="34544"/>
                </a:lnTo>
                <a:lnTo>
                  <a:pt x="281559" y="27305"/>
                </a:lnTo>
                <a:close/>
              </a:path>
              <a:path w="604520" h="250189">
                <a:moveTo>
                  <a:pt x="604393" y="130683"/>
                </a:moveTo>
                <a:lnTo>
                  <a:pt x="603186" y="109080"/>
                </a:lnTo>
                <a:lnTo>
                  <a:pt x="603173" y="108851"/>
                </a:lnTo>
                <a:lnTo>
                  <a:pt x="599503" y="88671"/>
                </a:lnTo>
                <a:lnTo>
                  <a:pt x="584695" y="53213"/>
                </a:lnTo>
                <a:lnTo>
                  <a:pt x="545680" y="17754"/>
                </a:lnTo>
                <a:lnTo>
                  <a:pt x="528447" y="11557"/>
                </a:lnTo>
                <a:lnTo>
                  <a:pt x="525018" y="21209"/>
                </a:lnTo>
                <a:lnTo>
                  <a:pt x="538822" y="27139"/>
                </a:lnTo>
                <a:lnTo>
                  <a:pt x="550697" y="35407"/>
                </a:lnTo>
                <a:lnTo>
                  <a:pt x="574738" y="73837"/>
                </a:lnTo>
                <a:lnTo>
                  <a:pt x="582676" y="129413"/>
                </a:lnTo>
                <a:lnTo>
                  <a:pt x="581787" y="150444"/>
                </a:lnTo>
                <a:lnTo>
                  <a:pt x="568579" y="201803"/>
                </a:lnTo>
                <a:lnTo>
                  <a:pt x="539013" y="234010"/>
                </a:lnTo>
                <a:lnTo>
                  <a:pt x="525399" y="240030"/>
                </a:lnTo>
                <a:lnTo>
                  <a:pt x="528447" y="249682"/>
                </a:lnTo>
                <a:lnTo>
                  <a:pt x="573951" y="222631"/>
                </a:lnTo>
                <a:lnTo>
                  <a:pt x="599516" y="172745"/>
                </a:lnTo>
                <a:lnTo>
                  <a:pt x="603173" y="152539"/>
                </a:lnTo>
                <a:lnTo>
                  <a:pt x="604393" y="130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2565145" y="2803207"/>
            <a:ext cx="66040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𝐽</a:t>
            </a:r>
            <a:r>
              <a:rPr dirty="0" sz="2000" spc="445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w,</a:t>
            </a:r>
            <a:r>
              <a:rPr dirty="0" sz="2000" spc="-175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1924811" y="3785870"/>
            <a:ext cx="285750" cy="19050"/>
          </a:xfrm>
          <a:custGeom>
            <a:avLst/>
            <a:gdLst/>
            <a:ahLst/>
            <a:cxnLst/>
            <a:rect l="l" t="t" r="r" b="b"/>
            <a:pathLst>
              <a:path w="285750" h="19050">
                <a:moveTo>
                  <a:pt x="285750" y="0"/>
                </a:moveTo>
                <a:lnTo>
                  <a:pt x="0" y="0"/>
                </a:lnTo>
                <a:lnTo>
                  <a:pt x="0" y="19049"/>
                </a:lnTo>
                <a:lnTo>
                  <a:pt x="285750" y="19049"/>
                </a:lnTo>
                <a:lnTo>
                  <a:pt x="28575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1980945" y="3417887"/>
            <a:ext cx="16891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50">
                <a:latin typeface="Cambria Math"/>
                <a:cs typeface="Cambria Math"/>
              </a:rPr>
              <a:t>𝜕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914270" y="3780472"/>
            <a:ext cx="307340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25">
                <a:latin typeface="Cambria Math"/>
                <a:cs typeface="Cambria Math"/>
              </a:rPr>
              <a:t>𝜕</a:t>
            </a:r>
            <a:r>
              <a:rPr dirty="0" sz="2000" spc="-25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2376043" y="3669157"/>
            <a:ext cx="604520" cy="250190"/>
          </a:xfrm>
          <a:custGeom>
            <a:avLst/>
            <a:gdLst/>
            <a:ahLst/>
            <a:cxnLst/>
            <a:rect l="l" t="t" r="r" b="b"/>
            <a:pathLst>
              <a:path w="604519" h="250189">
                <a:moveTo>
                  <a:pt x="79375" y="21082"/>
                </a:moveTo>
                <a:lnTo>
                  <a:pt x="75946" y="11430"/>
                </a:lnTo>
                <a:lnTo>
                  <a:pt x="58648" y="17691"/>
                </a:lnTo>
                <a:lnTo>
                  <a:pt x="43510" y="26758"/>
                </a:lnTo>
                <a:lnTo>
                  <a:pt x="10972" y="70078"/>
                </a:lnTo>
                <a:lnTo>
                  <a:pt x="1206" y="108839"/>
                </a:lnTo>
                <a:lnTo>
                  <a:pt x="0" y="130683"/>
                </a:lnTo>
                <a:lnTo>
                  <a:pt x="1092" y="150393"/>
                </a:lnTo>
                <a:lnTo>
                  <a:pt x="1206" y="152527"/>
                </a:lnTo>
                <a:lnTo>
                  <a:pt x="10972" y="191198"/>
                </a:lnTo>
                <a:lnTo>
                  <a:pt x="43459" y="234429"/>
                </a:lnTo>
                <a:lnTo>
                  <a:pt x="75946" y="249669"/>
                </a:lnTo>
                <a:lnTo>
                  <a:pt x="78994" y="239991"/>
                </a:lnTo>
                <a:lnTo>
                  <a:pt x="65366" y="233984"/>
                </a:lnTo>
                <a:lnTo>
                  <a:pt x="53632" y="225628"/>
                </a:lnTo>
                <a:lnTo>
                  <a:pt x="29641" y="186626"/>
                </a:lnTo>
                <a:lnTo>
                  <a:pt x="21767" y="130683"/>
                </a:lnTo>
                <a:lnTo>
                  <a:pt x="21717" y="129413"/>
                </a:lnTo>
                <a:lnTo>
                  <a:pt x="22593" y="109080"/>
                </a:lnTo>
                <a:lnTo>
                  <a:pt x="35814" y="58801"/>
                </a:lnTo>
                <a:lnTo>
                  <a:pt x="65582" y="27089"/>
                </a:lnTo>
                <a:lnTo>
                  <a:pt x="79375" y="21082"/>
                </a:lnTo>
                <a:close/>
              </a:path>
              <a:path w="604519" h="250189">
                <a:moveTo>
                  <a:pt x="281559" y="27305"/>
                </a:moveTo>
                <a:lnTo>
                  <a:pt x="250063" y="0"/>
                </a:lnTo>
                <a:lnTo>
                  <a:pt x="243459" y="7493"/>
                </a:lnTo>
                <a:lnTo>
                  <a:pt x="263525" y="25019"/>
                </a:lnTo>
                <a:lnTo>
                  <a:pt x="82169" y="25019"/>
                </a:lnTo>
                <a:lnTo>
                  <a:pt x="82169" y="36830"/>
                </a:lnTo>
                <a:lnTo>
                  <a:pt x="263525" y="36830"/>
                </a:lnTo>
                <a:lnTo>
                  <a:pt x="243459" y="54229"/>
                </a:lnTo>
                <a:lnTo>
                  <a:pt x="250063" y="61849"/>
                </a:lnTo>
                <a:lnTo>
                  <a:pt x="281559" y="34544"/>
                </a:lnTo>
                <a:lnTo>
                  <a:pt x="281559" y="27305"/>
                </a:lnTo>
                <a:close/>
              </a:path>
              <a:path w="604519" h="250189">
                <a:moveTo>
                  <a:pt x="604393" y="130683"/>
                </a:moveTo>
                <a:lnTo>
                  <a:pt x="603186" y="109080"/>
                </a:lnTo>
                <a:lnTo>
                  <a:pt x="603173" y="108839"/>
                </a:lnTo>
                <a:lnTo>
                  <a:pt x="599503" y="88620"/>
                </a:lnTo>
                <a:lnTo>
                  <a:pt x="584708" y="53213"/>
                </a:lnTo>
                <a:lnTo>
                  <a:pt x="545731" y="17691"/>
                </a:lnTo>
                <a:lnTo>
                  <a:pt x="528447" y="11430"/>
                </a:lnTo>
                <a:lnTo>
                  <a:pt x="525018" y="21082"/>
                </a:lnTo>
                <a:lnTo>
                  <a:pt x="538822" y="27089"/>
                </a:lnTo>
                <a:lnTo>
                  <a:pt x="550697" y="35382"/>
                </a:lnTo>
                <a:lnTo>
                  <a:pt x="574738" y="73787"/>
                </a:lnTo>
                <a:lnTo>
                  <a:pt x="581748" y="108839"/>
                </a:lnTo>
                <a:lnTo>
                  <a:pt x="581787" y="109080"/>
                </a:lnTo>
                <a:lnTo>
                  <a:pt x="582676" y="129413"/>
                </a:lnTo>
                <a:lnTo>
                  <a:pt x="581787" y="150393"/>
                </a:lnTo>
                <a:lnTo>
                  <a:pt x="579145" y="169468"/>
                </a:lnTo>
                <a:lnTo>
                  <a:pt x="560590" y="214896"/>
                </a:lnTo>
                <a:lnTo>
                  <a:pt x="525399" y="239991"/>
                </a:lnTo>
                <a:lnTo>
                  <a:pt x="528447" y="249669"/>
                </a:lnTo>
                <a:lnTo>
                  <a:pt x="573951" y="222631"/>
                </a:lnTo>
                <a:lnTo>
                  <a:pt x="599516" y="172694"/>
                </a:lnTo>
                <a:lnTo>
                  <a:pt x="603173" y="152527"/>
                </a:lnTo>
                <a:lnTo>
                  <a:pt x="604393" y="1306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 txBox="1"/>
          <p:nvPr/>
        </p:nvSpPr>
        <p:spPr>
          <a:xfrm>
            <a:off x="2238375" y="3608704"/>
            <a:ext cx="659765" cy="33464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>
                <a:latin typeface="Cambria Math"/>
                <a:cs typeface="Cambria Math"/>
              </a:rPr>
              <a:t>𝐽</a:t>
            </a:r>
            <a:r>
              <a:rPr dirty="0" sz="2000" spc="45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w,</a:t>
            </a:r>
            <a:r>
              <a:rPr dirty="0" sz="2000" spc="-180">
                <a:latin typeface="Cambria Math"/>
                <a:cs typeface="Cambria Math"/>
              </a:rPr>
              <a:t> </a:t>
            </a:r>
            <a:r>
              <a:rPr dirty="0" sz="2000" spc="-50">
                <a:latin typeface="Cambria Math"/>
                <a:cs typeface="Cambria Math"/>
              </a:rPr>
              <a:t>𝑏</a:t>
            </a:r>
            <a:endParaRPr sz="2000">
              <a:latin typeface="Cambria Math"/>
              <a:cs typeface="Cambria Math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407987" y="1897879"/>
            <a:ext cx="2395220" cy="78168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150">
                <a:latin typeface="Verdana"/>
                <a:cs typeface="Verdana"/>
              </a:rPr>
              <a:t>Gradient</a:t>
            </a:r>
            <a:r>
              <a:rPr dirty="0" sz="2150" spc="165">
                <a:latin typeface="Verdana"/>
                <a:cs typeface="Verdana"/>
              </a:rPr>
              <a:t> </a:t>
            </a:r>
            <a:r>
              <a:rPr dirty="0" sz="2150" spc="-10">
                <a:latin typeface="Verdana"/>
                <a:cs typeface="Verdana"/>
              </a:rPr>
              <a:t>descent</a:t>
            </a:r>
            <a:endParaRPr sz="2150">
              <a:latin typeface="Verdana"/>
              <a:cs typeface="Verdana"/>
            </a:endParaRPr>
          </a:p>
          <a:p>
            <a:pPr marL="242570">
              <a:lnSpc>
                <a:spcPct val="100000"/>
              </a:lnSpc>
              <a:spcBef>
                <a:spcPts val="470"/>
              </a:spcBef>
            </a:pPr>
            <a:r>
              <a:rPr dirty="0" sz="1800">
                <a:latin typeface="Verdana"/>
                <a:cs typeface="Verdana"/>
              </a:rPr>
              <a:t>repeat</a:t>
            </a:r>
            <a:r>
              <a:rPr dirty="0" sz="1800" spc="25">
                <a:latin typeface="Verdana"/>
                <a:cs typeface="Verdana"/>
              </a:rPr>
              <a:t> </a:t>
            </a:r>
            <a:r>
              <a:rPr dirty="0" sz="2000" spc="-50">
                <a:latin typeface="Verdana"/>
                <a:cs typeface="Verdana"/>
              </a:rPr>
              <a:t>{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664209" y="3579241"/>
            <a:ext cx="1229995" cy="702310"/>
          </a:xfrm>
          <a:prstGeom prst="rect">
            <a:avLst/>
          </a:prstGeom>
        </p:spPr>
        <p:txBody>
          <a:bodyPr wrap="square" lIns="0" tIns="45719" rIns="0" bIns="0" rtlCol="0" vert="horz">
            <a:spAutoFit/>
          </a:bodyPr>
          <a:lstStyle/>
          <a:p>
            <a:pPr marL="137160">
              <a:lnSpc>
                <a:spcPct val="100000"/>
              </a:lnSpc>
              <a:spcBef>
                <a:spcPts val="359"/>
              </a:spcBef>
            </a:pPr>
            <a:r>
              <a:rPr dirty="0" sz="2000">
                <a:latin typeface="Cambria Math"/>
                <a:cs typeface="Cambria Math"/>
              </a:rPr>
              <a:t>𝑏</a:t>
            </a:r>
            <a:r>
              <a:rPr dirty="0" sz="2000" spc="120"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=</a:t>
            </a:r>
            <a:r>
              <a:rPr dirty="0" sz="2000" spc="145">
                <a:latin typeface="Cambria Math"/>
                <a:cs typeface="Cambria Math"/>
              </a:rPr>
              <a:t> </a:t>
            </a:r>
            <a:r>
              <a:rPr dirty="0" sz="2000">
                <a:solidFill>
                  <a:srgbClr val="0096FF"/>
                </a:solidFill>
                <a:latin typeface="Cambria Math"/>
                <a:cs typeface="Cambria Math"/>
              </a:rPr>
              <a:t>𝑏</a:t>
            </a:r>
            <a:r>
              <a:rPr dirty="0" sz="2000" spc="45">
                <a:solidFill>
                  <a:srgbClr val="0096FF"/>
                </a:solidFill>
                <a:latin typeface="Cambria Math"/>
                <a:cs typeface="Cambria Math"/>
              </a:rPr>
              <a:t> </a:t>
            </a:r>
            <a:r>
              <a:rPr dirty="0" sz="2000">
                <a:latin typeface="Cambria Math"/>
                <a:cs typeface="Cambria Math"/>
              </a:rPr>
              <a:t>− </a:t>
            </a:r>
            <a:r>
              <a:rPr dirty="0" sz="2000" spc="-50">
                <a:solidFill>
                  <a:srgbClr val="C00000"/>
                </a:solidFill>
                <a:latin typeface="Cambria Math"/>
                <a:cs typeface="Cambria Math"/>
              </a:rPr>
              <a:t>𝛼</a:t>
            </a:r>
            <a:endParaRPr sz="2000">
              <a:latin typeface="Cambria Math"/>
              <a:cs typeface="Cambria Math"/>
            </a:endParaRPr>
          </a:p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dirty="0" sz="2000" spc="-50">
                <a:latin typeface="Verdana"/>
                <a:cs typeface="Verdana"/>
              </a:rPr>
              <a:t>}</a:t>
            </a:r>
            <a:endParaRPr sz="2000">
              <a:latin typeface="Verdana"/>
              <a:cs typeface="Verdana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1882520" y="2347976"/>
            <a:ext cx="2275205" cy="2091689"/>
            <a:chOff x="1882520" y="2347976"/>
            <a:chExt cx="2275205" cy="2091689"/>
          </a:xfrm>
        </p:grpSpPr>
        <p:sp>
          <p:nvSpPr>
            <p:cNvPr id="77" name="object 77"/>
            <p:cNvSpPr/>
            <p:nvPr/>
          </p:nvSpPr>
          <p:spPr>
            <a:xfrm>
              <a:off x="3700525" y="2347976"/>
              <a:ext cx="0" cy="2091689"/>
            </a:xfrm>
            <a:custGeom>
              <a:avLst/>
              <a:gdLst/>
              <a:ahLst/>
              <a:cxnLst/>
              <a:rect l="l" t="t" r="r" b="b"/>
              <a:pathLst>
                <a:path w="0" h="2091689">
                  <a:moveTo>
                    <a:pt x="0" y="0"/>
                  </a:moveTo>
                  <a:lnTo>
                    <a:pt x="0" y="2091283"/>
                  </a:lnTo>
                </a:path>
              </a:pathLst>
            </a:custGeom>
            <a:ln w="25400">
              <a:solidFill>
                <a:srgbClr val="585858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8" name="object 78"/>
            <p:cNvPicPr/>
            <p:nvPr/>
          </p:nvPicPr>
          <p:blipFill>
            <a:blip r:embed="rId23" cstate="print"/>
            <a:stretch>
              <a:fillRect/>
            </a:stretch>
          </p:blipFill>
          <p:spPr>
            <a:xfrm>
              <a:off x="2064638" y="2523871"/>
              <a:ext cx="2062988" cy="849502"/>
            </a:xfrm>
            <a:prstGeom prst="rect">
              <a:avLst/>
            </a:prstGeom>
          </p:spPr>
        </p:pic>
        <p:pic>
          <p:nvPicPr>
            <p:cNvPr id="79" name="object 79"/>
            <p:cNvPicPr/>
            <p:nvPr/>
          </p:nvPicPr>
          <p:blipFill>
            <a:blip r:embed="rId24" cstate="print"/>
            <a:stretch>
              <a:fillRect/>
            </a:stretch>
          </p:blipFill>
          <p:spPr>
            <a:xfrm>
              <a:off x="1882520" y="3413188"/>
              <a:ext cx="2274824" cy="819150"/>
            </a:xfrm>
            <a:prstGeom prst="rect">
              <a:avLst/>
            </a:prstGeom>
          </p:spPr>
        </p:pic>
      </p:grpSp>
      <p:pic>
        <p:nvPicPr>
          <p:cNvPr id="80" name="object 80"/>
          <p:cNvPicPr/>
          <p:nvPr/>
        </p:nvPicPr>
        <p:blipFill>
          <a:blip r:embed="rId25" cstate="print"/>
          <a:stretch>
            <a:fillRect/>
          </a:stretch>
        </p:blipFill>
        <p:spPr>
          <a:xfrm>
            <a:off x="984872" y="3214751"/>
            <a:ext cx="234797" cy="239775"/>
          </a:xfrm>
          <a:prstGeom prst="rect">
            <a:avLst/>
          </a:prstGeom>
        </p:spPr>
      </p:pic>
      <p:pic>
        <p:nvPicPr>
          <p:cNvPr id="81" name="object 81"/>
          <p:cNvPicPr/>
          <p:nvPr/>
        </p:nvPicPr>
        <p:blipFill>
          <a:blip r:embed="rId26" cstate="print"/>
          <a:stretch>
            <a:fillRect/>
          </a:stretch>
        </p:blipFill>
        <p:spPr>
          <a:xfrm>
            <a:off x="1284477" y="3239642"/>
            <a:ext cx="391713" cy="155067"/>
          </a:xfrm>
          <a:prstGeom prst="rect">
            <a:avLst/>
          </a:prstGeom>
        </p:spPr>
      </p:pic>
      <p:pic>
        <p:nvPicPr>
          <p:cNvPr id="82" name="object 82"/>
          <p:cNvPicPr/>
          <p:nvPr/>
        </p:nvPicPr>
        <p:blipFill>
          <a:blip r:embed="rId27" cstate="print"/>
          <a:stretch>
            <a:fillRect/>
          </a:stretch>
        </p:blipFill>
        <p:spPr>
          <a:xfrm>
            <a:off x="4574794" y="1909317"/>
            <a:ext cx="593597" cy="177164"/>
          </a:xfrm>
          <a:prstGeom prst="rect">
            <a:avLst/>
          </a:prstGeom>
        </p:spPr>
      </p:pic>
      <p:grpSp>
        <p:nvGrpSpPr>
          <p:cNvPr id="83" name="object 83"/>
          <p:cNvGrpSpPr/>
          <p:nvPr/>
        </p:nvGrpSpPr>
        <p:grpSpPr>
          <a:xfrm>
            <a:off x="5328539" y="1937639"/>
            <a:ext cx="1478915" cy="467995"/>
            <a:chOff x="5328539" y="1937639"/>
            <a:chExt cx="1478915" cy="467995"/>
          </a:xfrm>
        </p:grpSpPr>
        <p:pic>
          <p:nvPicPr>
            <p:cNvPr id="84" name="object 84"/>
            <p:cNvPicPr/>
            <p:nvPr/>
          </p:nvPicPr>
          <p:blipFill>
            <a:blip r:embed="rId28" cstate="print"/>
            <a:stretch>
              <a:fillRect/>
            </a:stretch>
          </p:blipFill>
          <p:spPr>
            <a:xfrm>
              <a:off x="5328539" y="1946021"/>
              <a:ext cx="517466" cy="126365"/>
            </a:xfrm>
            <a:prstGeom prst="rect">
              <a:avLst/>
            </a:prstGeom>
          </p:spPr>
        </p:pic>
        <p:pic>
          <p:nvPicPr>
            <p:cNvPr id="85" name="object 85"/>
            <p:cNvPicPr/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6043168" y="1937639"/>
              <a:ext cx="231521" cy="116840"/>
            </a:xfrm>
            <a:prstGeom prst="rect">
              <a:avLst/>
            </a:prstGeom>
          </p:spPr>
        </p:pic>
        <p:pic>
          <p:nvPicPr>
            <p:cNvPr id="86" name="object 86"/>
            <p:cNvPicPr/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5639269" y="2090039"/>
              <a:ext cx="1168006" cy="315087"/>
            </a:xfrm>
            <a:prstGeom prst="rect">
              <a:avLst/>
            </a:prstGeom>
          </p:spPr>
        </p:pic>
      </p:grpSp>
      <p:pic>
        <p:nvPicPr>
          <p:cNvPr id="87" name="object 87"/>
          <p:cNvPicPr/>
          <p:nvPr/>
        </p:nvPicPr>
        <p:blipFill>
          <a:blip r:embed="rId31" cstate="print"/>
          <a:stretch>
            <a:fillRect/>
          </a:stretch>
        </p:blipFill>
        <p:spPr>
          <a:xfrm>
            <a:off x="4623434" y="2187575"/>
            <a:ext cx="270763" cy="180086"/>
          </a:xfrm>
          <a:prstGeom prst="rect">
            <a:avLst/>
          </a:prstGeom>
        </p:spPr>
      </p:pic>
      <p:pic>
        <p:nvPicPr>
          <p:cNvPr id="88" name="object 88"/>
          <p:cNvPicPr/>
          <p:nvPr/>
        </p:nvPicPr>
        <p:blipFill>
          <a:blip r:embed="rId32" cstate="print"/>
          <a:stretch>
            <a:fillRect/>
          </a:stretch>
        </p:blipFill>
        <p:spPr>
          <a:xfrm>
            <a:off x="5082899" y="2196083"/>
            <a:ext cx="483298" cy="140970"/>
          </a:xfrm>
          <a:prstGeom prst="rect">
            <a:avLst/>
          </a:prstGeom>
        </p:spPr>
      </p:pic>
      <p:sp>
        <p:nvSpPr>
          <p:cNvPr id="89" name="object 8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67310">
              <a:lnSpc>
                <a:spcPct val="100000"/>
              </a:lnSpc>
              <a:spcBef>
                <a:spcPts val="135"/>
              </a:spcBef>
            </a:pPr>
            <a:r>
              <a:rPr dirty="0"/>
              <a:t>Andrew</a:t>
            </a:r>
            <a:r>
              <a:rPr dirty="0" spc="-70"/>
              <a:t> </a:t>
            </a:r>
            <a:r>
              <a:rPr dirty="0" spc="-25"/>
              <a:t>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2026-04-02T20:56:28Z</dcterms:created>
  <dcterms:modified xsi:type="dcterms:W3CDTF">2026-04-02T20:56:28Z</dcterms:modified>
</cp:coreProperties>
</file>