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5" r:id="rId77"/>
    <p:sldId id="336" r:id="rId78"/>
    <p:sldId id="337" r:id="rId7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35479" y="314388"/>
            <a:ext cx="527304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C151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717290" y="3182048"/>
            <a:ext cx="4426584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C151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C151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C151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543425"/>
            <a:ext cx="9144000" cy="600075"/>
          </a:xfrm>
          <a:custGeom>
            <a:avLst/>
            <a:gdLst/>
            <a:ahLst/>
            <a:cxnLst/>
            <a:rect l="l" t="t" r="r" b="b"/>
            <a:pathLst>
              <a:path w="9144000" h="600075">
                <a:moveTo>
                  <a:pt x="9144000" y="0"/>
                </a:moveTo>
                <a:lnTo>
                  <a:pt x="0" y="0"/>
                </a:lnTo>
                <a:lnTo>
                  <a:pt x="0" y="600075"/>
                </a:lnTo>
                <a:lnTo>
                  <a:pt x="9144000" y="600075"/>
                </a:lnTo>
                <a:lnTo>
                  <a:pt x="9144000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25" y="4695825"/>
            <a:ext cx="1466850" cy="3333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47875" y="4752975"/>
            <a:ext cx="1266825" cy="2095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335661"/>
            <a:ext cx="798068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8C151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1712" y="909700"/>
            <a:ext cx="7472680" cy="323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792466" y="4719462"/>
            <a:ext cx="1014729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2.0/legalcod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6.png"/><Relationship Id="rId3" Type="http://schemas.openxmlformats.org/officeDocument/2006/relationships/image" Target="../media/image12.png"/><Relationship Id="rId7" Type="http://schemas.openxmlformats.org/officeDocument/2006/relationships/image" Target="../media/image43.png"/><Relationship Id="rId12" Type="http://schemas.openxmlformats.org/officeDocument/2006/relationships/image" Target="../media/image4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4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11.png"/><Relationship Id="rId9" Type="http://schemas.openxmlformats.org/officeDocument/2006/relationships/image" Target="../media/image40.png"/><Relationship Id="rId1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12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image" Target="../media/image11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1.png"/><Relationship Id="rId18" Type="http://schemas.openxmlformats.org/officeDocument/2006/relationships/image" Target="../media/image24.png"/><Relationship Id="rId3" Type="http://schemas.openxmlformats.org/officeDocument/2006/relationships/image" Target="../media/image13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50.png"/><Relationship Id="rId17" Type="http://schemas.openxmlformats.org/officeDocument/2006/relationships/image" Target="../media/image43.png"/><Relationship Id="rId2" Type="http://schemas.openxmlformats.org/officeDocument/2006/relationships/image" Target="../media/image49.png"/><Relationship Id="rId16" Type="http://schemas.openxmlformats.org/officeDocument/2006/relationships/image" Target="../media/image11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8.png"/><Relationship Id="rId24" Type="http://schemas.openxmlformats.org/officeDocument/2006/relationships/image" Target="../media/image5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57.png"/><Relationship Id="rId10" Type="http://schemas.openxmlformats.org/officeDocument/2006/relationships/image" Target="../media/image47.png"/><Relationship Id="rId19" Type="http://schemas.openxmlformats.org/officeDocument/2006/relationships/image" Target="../media/image53.png"/><Relationship Id="rId4" Type="http://schemas.openxmlformats.org/officeDocument/2006/relationships/image" Target="../media/image12.png"/><Relationship Id="rId9" Type="http://schemas.openxmlformats.org/officeDocument/2006/relationships/image" Target="../media/image36.png"/><Relationship Id="rId14" Type="http://schemas.openxmlformats.org/officeDocument/2006/relationships/image" Target="../media/image46.png"/><Relationship Id="rId22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63.png"/><Relationship Id="rId1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5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12" Type="http://schemas.openxmlformats.org/officeDocument/2006/relationships/image" Target="../media/image64.png"/><Relationship Id="rId2" Type="http://schemas.openxmlformats.org/officeDocument/2006/relationships/image" Target="../media/image11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5" Type="http://schemas.openxmlformats.org/officeDocument/2006/relationships/image" Target="../media/image67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Relationship Id="rId1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1.png"/><Relationship Id="rId5" Type="http://schemas.openxmlformats.org/officeDocument/2006/relationships/image" Target="../media/image52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43.png"/><Relationship Id="rId10" Type="http://schemas.openxmlformats.org/officeDocument/2006/relationships/image" Target="../media/image40.png"/><Relationship Id="rId4" Type="http://schemas.openxmlformats.org/officeDocument/2006/relationships/image" Target="../media/image42.png"/><Relationship Id="rId9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12" Type="http://schemas.openxmlformats.org/officeDocument/2006/relationships/image" Target="../media/image7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6.png"/><Relationship Id="rId7" Type="http://schemas.openxmlformats.org/officeDocument/2006/relationships/image" Target="../media/image4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92.png"/><Relationship Id="rId4" Type="http://schemas.openxmlformats.org/officeDocument/2006/relationships/image" Target="../media/image40.png"/><Relationship Id="rId9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6.png"/><Relationship Id="rId7" Type="http://schemas.openxmlformats.org/officeDocument/2006/relationships/image" Target="../media/image42.png"/><Relationship Id="rId12" Type="http://schemas.openxmlformats.org/officeDocument/2006/relationships/image" Target="../media/image3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47.png"/><Relationship Id="rId4" Type="http://schemas.openxmlformats.org/officeDocument/2006/relationships/image" Target="../media/image40.png"/><Relationship Id="rId9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40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4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95.png"/><Relationship Id="rId3" Type="http://schemas.openxmlformats.org/officeDocument/2006/relationships/image" Target="../media/image94.png"/><Relationship Id="rId7" Type="http://schemas.openxmlformats.org/officeDocument/2006/relationships/image" Target="../media/image42.png"/><Relationship Id="rId12" Type="http://schemas.openxmlformats.org/officeDocument/2006/relationships/image" Target="../media/image36.png"/><Relationship Id="rId17" Type="http://schemas.openxmlformats.org/officeDocument/2006/relationships/image" Target="../media/image99.png"/><Relationship Id="rId2" Type="http://schemas.openxmlformats.org/officeDocument/2006/relationships/image" Target="../media/image40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97.png"/><Relationship Id="rId10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12.png"/><Relationship Id="rId14" Type="http://schemas.openxmlformats.org/officeDocument/2006/relationships/image" Target="../media/image9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0.png"/><Relationship Id="rId7" Type="http://schemas.openxmlformats.org/officeDocument/2006/relationships/image" Target="../media/image11.png"/><Relationship Id="rId12" Type="http://schemas.openxmlformats.org/officeDocument/2006/relationships/image" Target="../media/image10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36.png"/><Relationship Id="rId5" Type="http://schemas.openxmlformats.org/officeDocument/2006/relationships/image" Target="../media/image43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4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3.png"/><Relationship Id="rId12" Type="http://schemas.openxmlformats.org/officeDocument/2006/relationships/image" Target="../media/image40.png"/><Relationship Id="rId17" Type="http://schemas.openxmlformats.org/officeDocument/2006/relationships/image" Target="../media/image105.png"/><Relationship Id="rId2" Type="http://schemas.openxmlformats.org/officeDocument/2006/relationships/image" Target="../media/image101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2.png"/><Relationship Id="rId5" Type="http://schemas.openxmlformats.org/officeDocument/2006/relationships/image" Target="../media/image11.png"/><Relationship Id="rId15" Type="http://schemas.openxmlformats.org/officeDocument/2006/relationships/image" Target="../media/image104.png"/><Relationship Id="rId10" Type="http://schemas.openxmlformats.org/officeDocument/2006/relationships/image" Target="../media/image47.png"/><Relationship Id="rId4" Type="http://schemas.openxmlformats.org/officeDocument/2006/relationships/image" Target="../media/image102.png"/><Relationship Id="rId9" Type="http://schemas.openxmlformats.org/officeDocument/2006/relationships/image" Target="../media/image14.png"/><Relationship Id="rId14" Type="http://schemas.openxmlformats.org/officeDocument/2006/relationships/image" Target="../media/image10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40.png"/><Relationship Id="rId7" Type="http://schemas.openxmlformats.org/officeDocument/2006/relationships/image" Target="../media/image11.png"/><Relationship Id="rId12" Type="http://schemas.openxmlformats.org/officeDocument/2006/relationships/image" Target="../media/image11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36.png"/><Relationship Id="rId5" Type="http://schemas.openxmlformats.org/officeDocument/2006/relationships/image" Target="../media/image43.png"/><Relationship Id="rId10" Type="http://schemas.openxmlformats.org/officeDocument/2006/relationships/image" Target="../media/image14.png"/><Relationship Id="rId4" Type="http://schemas.openxmlformats.org/officeDocument/2006/relationships/image" Target="../media/image45.png"/><Relationship Id="rId9" Type="http://schemas.openxmlformats.org/officeDocument/2006/relationships/image" Target="../media/image1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7269" y="220471"/>
            <a:ext cx="3931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Calibri"/>
                <a:cs typeface="Calibri"/>
              </a:rPr>
              <a:t>Copyright</a:t>
            </a:r>
            <a:r>
              <a:rPr sz="4500" spc="-1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500" spc="-10" dirty="0">
                <a:solidFill>
                  <a:srgbClr val="000000"/>
                </a:solidFill>
                <a:latin typeface="Calibri"/>
                <a:cs typeface="Calibri"/>
              </a:rPr>
              <a:t>Notice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543" y="1141729"/>
            <a:ext cx="7382509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These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slides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distributed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under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Creative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Commons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License.</a:t>
            </a:r>
            <a:endParaRPr sz="1350">
              <a:latin typeface="Calibri"/>
              <a:cs typeface="Calibri"/>
            </a:endParaRPr>
          </a:p>
          <a:p>
            <a:pPr marL="12700" marR="5080" indent="-635">
              <a:lnSpc>
                <a:spcPct val="99400"/>
              </a:lnSpc>
              <a:spcBef>
                <a:spcPts val="1630"/>
              </a:spcBef>
            </a:pPr>
            <a:r>
              <a:rPr sz="13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sz="1350" u="none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makes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these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slides</a:t>
            </a:r>
            <a:r>
              <a:rPr sz="1350" u="none" spc="-3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available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for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educational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purposes.</a:t>
            </a:r>
            <a:r>
              <a:rPr sz="1350" u="none" spc="-3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You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may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not</a:t>
            </a:r>
            <a:r>
              <a:rPr sz="1350" u="none" spc="-3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use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spc="-10" dirty="0">
                <a:latin typeface="Calibri"/>
                <a:cs typeface="Calibri"/>
              </a:rPr>
              <a:t>distribute </a:t>
            </a:r>
            <a:r>
              <a:rPr sz="1350" u="none" dirty="0">
                <a:latin typeface="Calibri"/>
                <a:cs typeface="Calibri"/>
              </a:rPr>
              <a:t>these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slides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for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commercial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purposes.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You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may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make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copies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of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these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slides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and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use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or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spc="-10" dirty="0">
                <a:latin typeface="Calibri"/>
                <a:cs typeface="Calibri"/>
              </a:rPr>
              <a:t>distribute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them</a:t>
            </a:r>
            <a:r>
              <a:rPr sz="1350" u="none" spc="-30" dirty="0">
                <a:latin typeface="Calibri"/>
                <a:cs typeface="Calibri"/>
              </a:rPr>
              <a:t> </a:t>
            </a:r>
            <a:r>
              <a:rPr sz="1350" u="none" spc="-25" dirty="0">
                <a:latin typeface="Calibri"/>
                <a:cs typeface="Calibri"/>
              </a:rPr>
              <a:t>for </a:t>
            </a:r>
            <a:r>
              <a:rPr sz="1350" u="none" spc="-10" dirty="0">
                <a:latin typeface="Calibri"/>
                <a:cs typeface="Calibri"/>
              </a:rPr>
              <a:t>educational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purposes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as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long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as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you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cite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sz="1350" u="none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as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</a:t>
            </a:r>
            <a:r>
              <a:rPr sz="1350" u="none" spc="-1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source</a:t>
            </a:r>
            <a:r>
              <a:rPr sz="1350" u="none" spc="-20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of</a:t>
            </a:r>
            <a:r>
              <a:rPr sz="1350" u="none" spc="-25" dirty="0">
                <a:latin typeface="Calibri"/>
                <a:cs typeface="Calibri"/>
              </a:rPr>
              <a:t> </a:t>
            </a:r>
            <a:r>
              <a:rPr sz="1350" u="none" dirty="0">
                <a:latin typeface="Calibri"/>
                <a:cs typeface="Calibri"/>
              </a:rPr>
              <a:t>the</a:t>
            </a:r>
            <a:r>
              <a:rPr sz="1350" u="none" spc="-15" dirty="0">
                <a:latin typeface="Calibri"/>
                <a:cs typeface="Calibri"/>
              </a:rPr>
              <a:t> </a:t>
            </a:r>
            <a:r>
              <a:rPr sz="1350" u="none" spc="-10" dirty="0">
                <a:latin typeface="Calibri"/>
                <a:cs typeface="Calibri"/>
              </a:rPr>
              <a:t>slides.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350" dirty="0">
                <a:latin typeface="Calibri"/>
                <a:cs typeface="Calibri"/>
              </a:rPr>
              <a:t>For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rest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details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license,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see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https://creativecommons.org/licenses/by-sa/2.0/legalcode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4511040" y="1552829"/>
            <a:ext cx="272351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dirty="0">
                <a:solidFill>
                  <a:srgbClr val="8C1515"/>
                </a:solidFill>
                <a:latin typeface="Verdana"/>
                <a:cs typeface="Verdana"/>
              </a:rPr>
              <a:t>Decision</a:t>
            </a:r>
            <a:r>
              <a:rPr sz="2900" spc="-110" dirty="0">
                <a:solidFill>
                  <a:srgbClr val="8C1515"/>
                </a:solidFill>
                <a:latin typeface="Verdana"/>
                <a:cs typeface="Verdana"/>
              </a:rPr>
              <a:t> </a:t>
            </a:r>
            <a:r>
              <a:rPr sz="2900" spc="-20" dirty="0">
                <a:solidFill>
                  <a:srgbClr val="8C1515"/>
                </a:solidFill>
                <a:latin typeface="Verdana"/>
                <a:cs typeface="Verdana"/>
              </a:rPr>
              <a:t>Trees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5179" y="3182048"/>
            <a:ext cx="51682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85" dirty="0">
                <a:solidFill>
                  <a:srgbClr val="585858"/>
                </a:solidFill>
                <a:latin typeface="Arial Black"/>
                <a:cs typeface="Arial Black"/>
              </a:rPr>
              <a:t>Decision</a:t>
            </a:r>
            <a:r>
              <a:rPr sz="3950" spc="-30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950" spc="-275" dirty="0">
                <a:solidFill>
                  <a:srgbClr val="585858"/>
                </a:solidFill>
                <a:latin typeface="Arial Black"/>
                <a:cs typeface="Arial Black"/>
              </a:rPr>
              <a:t>Tree</a:t>
            </a:r>
            <a:r>
              <a:rPr sz="3950" spc="-37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950" spc="-70" dirty="0">
                <a:solidFill>
                  <a:srgbClr val="585858"/>
                </a:solidFill>
                <a:latin typeface="Arial Black"/>
                <a:cs typeface="Arial Black"/>
              </a:rPr>
              <a:t>Model</a:t>
            </a:r>
            <a:endParaRPr sz="3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82674" y="212724"/>
            <a:ext cx="59785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Cat</a:t>
            </a:r>
            <a:r>
              <a:rPr spc="-85" dirty="0"/>
              <a:t> </a:t>
            </a:r>
            <a:r>
              <a:rPr dirty="0"/>
              <a:t>classification</a:t>
            </a:r>
            <a:r>
              <a:rPr spc="-40" dirty="0"/>
              <a:t> </a:t>
            </a:r>
            <a:r>
              <a:rPr spc="-1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90776" y="919099"/>
          <a:ext cx="6268720" cy="311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100" baseline="3968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2100" spc="-37" baseline="3968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100" baseline="3968" dirty="0">
                          <a:latin typeface="Verdana"/>
                          <a:cs typeface="Verdana"/>
                        </a:rPr>
                        <a:t>shape</a:t>
                      </a:r>
                      <a:r>
                        <a:rPr sz="2100" spc="-75" baseline="3968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75" baseline="10582" dirty="0">
                          <a:latin typeface="Verdana"/>
                          <a:cs typeface="Verdana"/>
                        </a:rPr>
                        <a:t>(x</a:t>
                      </a:r>
                      <a:r>
                        <a:rPr sz="650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65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75" spc="-75" baseline="10582" dirty="0">
                          <a:latin typeface="Verdana"/>
                          <a:cs typeface="Verdana"/>
                        </a:rPr>
                        <a:t>)</a:t>
                      </a:r>
                      <a:endParaRPr sz="1575" baseline="10582">
                        <a:latin typeface="Verdana"/>
                        <a:cs typeface="Verdana"/>
                      </a:endParaRPr>
                    </a:p>
                  </a:txBody>
                  <a:tcPr marL="0" marR="0" marT="444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053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1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10" dirty="0">
                          <a:latin typeface="Verdana"/>
                          <a:cs typeface="Verdana"/>
                        </a:rPr>
                        <a:t>shape</a:t>
                      </a:r>
                      <a:r>
                        <a:rPr sz="1800" spc="15" baseline="2314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1575" spc="15" baseline="264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975" spc="15" baseline="-12820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975" spc="-179" baseline="-128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5" baseline="2314" dirty="0">
                          <a:latin typeface="Verdana"/>
                          <a:cs typeface="Verdana"/>
                        </a:rPr>
                        <a:t>)</a:t>
                      </a:r>
                      <a:endParaRPr sz="1800" baseline="2314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1399540" algn="l"/>
                        </a:tabLst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Whiskers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575" baseline="5291" dirty="0">
                          <a:latin typeface="Verdana"/>
                          <a:cs typeface="Verdana"/>
                        </a:rPr>
                        <a:t>(x</a:t>
                      </a:r>
                      <a:r>
                        <a:rPr sz="975" baseline="-12820" dirty="0">
                          <a:latin typeface="Verdana"/>
                          <a:cs typeface="Verdana"/>
                        </a:rPr>
                        <a:t>3</a:t>
                      </a:r>
                      <a:r>
                        <a:rPr sz="975" spc="-150" baseline="-128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75" spc="-75" baseline="5291" dirty="0">
                          <a:latin typeface="Verdana"/>
                          <a:cs typeface="Verdana"/>
                        </a:rPr>
                        <a:t>)</a:t>
                      </a:r>
                      <a:endParaRPr sz="1575" baseline="5291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102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Verdana"/>
                          <a:cs typeface="Verdana"/>
                        </a:rPr>
                        <a:t>Cat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95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95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54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97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9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3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9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1114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5657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514475" y="1200150"/>
            <a:ext cx="295275" cy="2876550"/>
            <a:chOff x="1514475" y="1200150"/>
            <a:chExt cx="295275" cy="2876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4475" y="1485900"/>
              <a:ext cx="2952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2057400"/>
              <a:ext cx="295275" cy="3333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4475" y="2400300"/>
              <a:ext cx="295275" cy="542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4475" y="2952750"/>
              <a:ext cx="295275" cy="285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3525" y="3238500"/>
              <a:ext cx="257175" cy="2857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4475" y="3533775"/>
              <a:ext cx="295275" cy="266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4475" y="3810000"/>
              <a:ext cx="295275" cy="2667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4475" y="1200150"/>
              <a:ext cx="295275" cy="27622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95465" y="4093032"/>
            <a:ext cx="4906095" cy="39568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57135" y="4074985"/>
            <a:ext cx="1194816" cy="15639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42059" y="4303852"/>
            <a:ext cx="103797" cy="17914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52437" y="4243070"/>
            <a:ext cx="2235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Categorical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(discrete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values)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44800" y="1299463"/>
            <a:ext cx="187325" cy="13207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44926" y="1577086"/>
            <a:ext cx="187198" cy="13207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539741" y="1277874"/>
            <a:ext cx="187325" cy="13207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31309" y="1563750"/>
            <a:ext cx="187198" cy="13207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97929" y="1285113"/>
            <a:ext cx="187325" cy="13207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76466" y="1849882"/>
            <a:ext cx="187198" cy="132079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03550" y="314388"/>
            <a:ext cx="312864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95601" y="1268475"/>
            <a:ext cx="1822450" cy="912494"/>
            <a:chOff x="2395601" y="1268475"/>
            <a:chExt cx="1822450" cy="912494"/>
          </a:xfrm>
        </p:grpSpPr>
        <p:sp>
          <p:nvSpPr>
            <p:cNvPr id="4" name="object 4"/>
            <p:cNvSpPr/>
            <p:nvPr/>
          </p:nvSpPr>
          <p:spPr>
            <a:xfrm>
              <a:off x="2890901" y="1281175"/>
              <a:ext cx="1314450" cy="447675"/>
            </a:xfrm>
            <a:custGeom>
              <a:avLst/>
              <a:gdLst/>
              <a:ahLst/>
              <a:cxnLst/>
              <a:rect l="l" t="t" r="r" b="b"/>
              <a:pathLst>
                <a:path w="1314450" h="447675">
                  <a:moveTo>
                    <a:pt x="0" y="223774"/>
                  </a:moveTo>
                  <a:lnTo>
                    <a:pt x="13347" y="178680"/>
                  </a:lnTo>
                  <a:lnTo>
                    <a:pt x="51631" y="136677"/>
                  </a:lnTo>
                  <a:lnTo>
                    <a:pt x="112212" y="98666"/>
                  </a:lnTo>
                  <a:lnTo>
                    <a:pt x="150040" y="81439"/>
                  </a:lnTo>
                  <a:lnTo>
                    <a:pt x="192452" y="65547"/>
                  </a:lnTo>
                  <a:lnTo>
                    <a:pt x="239120" y="51104"/>
                  </a:lnTo>
                  <a:lnTo>
                    <a:pt x="289712" y="38221"/>
                  </a:lnTo>
                  <a:lnTo>
                    <a:pt x="343900" y="27011"/>
                  </a:lnTo>
                  <a:lnTo>
                    <a:pt x="401353" y="17587"/>
                  </a:lnTo>
                  <a:lnTo>
                    <a:pt x="461742" y="10061"/>
                  </a:lnTo>
                  <a:lnTo>
                    <a:pt x="524737" y="4546"/>
                  </a:lnTo>
                  <a:lnTo>
                    <a:pt x="590008" y="1155"/>
                  </a:lnTo>
                  <a:lnTo>
                    <a:pt x="657225" y="0"/>
                  </a:lnTo>
                  <a:lnTo>
                    <a:pt x="724420" y="1155"/>
                  </a:lnTo>
                  <a:lnTo>
                    <a:pt x="789676" y="4546"/>
                  </a:lnTo>
                  <a:lnTo>
                    <a:pt x="852660" y="10061"/>
                  </a:lnTo>
                  <a:lnTo>
                    <a:pt x="913042" y="17587"/>
                  </a:lnTo>
                  <a:lnTo>
                    <a:pt x="970493" y="27011"/>
                  </a:lnTo>
                  <a:lnTo>
                    <a:pt x="1024681" y="38221"/>
                  </a:lnTo>
                  <a:lnTo>
                    <a:pt x="1075277" y="51104"/>
                  </a:lnTo>
                  <a:lnTo>
                    <a:pt x="1121949" y="65547"/>
                  </a:lnTo>
                  <a:lnTo>
                    <a:pt x="1164368" y="81439"/>
                  </a:lnTo>
                  <a:lnTo>
                    <a:pt x="1202203" y="98666"/>
                  </a:lnTo>
                  <a:lnTo>
                    <a:pt x="1262800" y="136677"/>
                  </a:lnTo>
                  <a:lnTo>
                    <a:pt x="1301097" y="178680"/>
                  </a:lnTo>
                  <a:lnTo>
                    <a:pt x="1314450" y="223774"/>
                  </a:lnTo>
                  <a:lnTo>
                    <a:pt x="1311056" y="246652"/>
                  </a:lnTo>
                  <a:lnTo>
                    <a:pt x="1284901" y="290323"/>
                  </a:lnTo>
                  <a:lnTo>
                    <a:pt x="1235124" y="330460"/>
                  </a:lnTo>
                  <a:lnTo>
                    <a:pt x="1164368" y="366160"/>
                  </a:lnTo>
                  <a:lnTo>
                    <a:pt x="1121949" y="382063"/>
                  </a:lnTo>
                  <a:lnTo>
                    <a:pt x="1075277" y="396519"/>
                  </a:lnTo>
                  <a:lnTo>
                    <a:pt x="1024681" y="409413"/>
                  </a:lnTo>
                  <a:lnTo>
                    <a:pt x="970493" y="420634"/>
                  </a:lnTo>
                  <a:lnTo>
                    <a:pt x="913042" y="430067"/>
                  </a:lnTo>
                  <a:lnTo>
                    <a:pt x="852660" y="437601"/>
                  </a:lnTo>
                  <a:lnTo>
                    <a:pt x="789676" y="443122"/>
                  </a:lnTo>
                  <a:lnTo>
                    <a:pt x="724420" y="446518"/>
                  </a:lnTo>
                  <a:lnTo>
                    <a:pt x="657225" y="447675"/>
                  </a:lnTo>
                  <a:lnTo>
                    <a:pt x="590008" y="446518"/>
                  </a:lnTo>
                  <a:lnTo>
                    <a:pt x="524737" y="443122"/>
                  </a:lnTo>
                  <a:lnTo>
                    <a:pt x="461742" y="437601"/>
                  </a:lnTo>
                  <a:lnTo>
                    <a:pt x="401353" y="430067"/>
                  </a:lnTo>
                  <a:lnTo>
                    <a:pt x="343900" y="420634"/>
                  </a:lnTo>
                  <a:lnTo>
                    <a:pt x="289712" y="409413"/>
                  </a:lnTo>
                  <a:lnTo>
                    <a:pt x="239120" y="396519"/>
                  </a:lnTo>
                  <a:lnTo>
                    <a:pt x="192452" y="382063"/>
                  </a:lnTo>
                  <a:lnTo>
                    <a:pt x="150040" y="366160"/>
                  </a:lnTo>
                  <a:lnTo>
                    <a:pt x="112212" y="348921"/>
                  </a:lnTo>
                  <a:lnTo>
                    <a:pt x="51631" y="310890"/>
                  </a:lnTo>
                  <a:lnTo>
                    <a:pt x="13347" y="268873"/>
                  </a:lnTo>
                  <a:lnTo>
                    <a:pt x="0" y="22377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95601" y="1686686"/>
              <a:ext cx="760730" cy="494030"/>
            </a:xfrm>
            <a:custGeom>
              <a:avLst/>
              <a:gdLst/>
              <a:ahLst/>
              <a:cxnLst/>
              <a:rect l="l" t="t" r="r" b="b"/>
              <a:pathLst>
                <a:path w="760730" h="494030">
                  <a:moveTo>
                    <a:pt x="43306" y="420496"/>
                  </a:moveTo>
                  <a:lnTo>
                    <a:pt x="0" y="493902"/>
                  </a:lnTo>
                  <a:lnTo>
                    <a:pt x="84581" y="484505"/>
                  </a:lnTo>
                  <a:lnTo>
                    <a:pt x="70987" y="463423"/>
                  </a:lnTo>
                  <a:lnTo>
                    <a:pt x="55880" y="463423"/>
                  </a:lnTo>
                  <a:lnTo>
                    <a:pt x="50673" y="455421"/>
                  </a:lnTo>
                  <a:lnTo>
                    <a:pt x="61369" y="448508"/>
                  </a:lnTo>
                  <a:lnTo>
                    <a:pt x="43306" y="420496"/>
                  </a:lnTo>
                  <a:close/>
                </a:path>
                <a:path w="760730" h="494030">
                  <a:moveTo>
                    <a:pt x="61369" y="448508"/>
                  </a:moveTo>
                  <a:lnTo>
                    <a:pt x="50673" y="455421"/>
                  </a:lnTo>
                  <a:lnTo>
                    <a:pt x="55880" y="463423"/>
                  </a:lnTo>
                  <a:lnTo>
                    <a:pt x="66543" y="456530"/>
                  </a:lnTo>
                  <a:lnTo>
                    <a:pt x="61369" y="448508"/>
                  </a:lnTo>
                  <a:close/>
                </a:path>
                <a:path w="760730" h="494030">
                  <a:moveTo>
                    <a:pt x="66543" y="456530"/>
                  </a:moveTo>
                  <a:lnTo>
                    <a:pt x="55880" y="463423"/>
                  </a:lnTo>
                  <a:lnTo>
                    <a:pt x="70987" y="463423"/>
                  </a:lnTo>
                  <a:lnTo>
                    <a:pt x="66543" y="456530"/>
                  </a:lnTo>
                  <a:close/>
                </a:path>
                <a:path w="760730" h="494030">
                  <a:moveTo>
                    <a:pt x="755269" y="0"/>
                  </a:moveTo>
                  <a:lnTo>
                    <a:pt x="61369" y="448508"/>
                  </a:lnTo>
                  <a:lnTo>
                    <a:pt x="66543" y="456530"/>
                  </a:lnTo>
                  <a:lnTo>
                    <a:pt x="760476" y="8000"/>
                  </a:lnTo>
                  <a:lnTo>
                    <a:pt x="7552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18385" y="1715198"/>
            <a:ext cx="4375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7550" y="1698942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9652" y="2719070"/>
            <a:ext cx="46100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63750" y="2154301"/>
            <a:ext cx="1339850" cy="463550"/>
            <a:chOff x="1563750" y="2154301"/>
            <a:chExt cx="1339850" cy="463550"/>
          </a:xfrm>
        </p:grpSpPr>
        <p:sp>
          <p:nvSpPr>
            <p:cNvPr id="10" name="object 10"/>
            <p:cNvSpPr/>
            <p:nvPr/>
          </p:nvSpPr>
          <p:spPr>
            <a:xfrm>
              <a:off x="1576450" y="2167001"/>
              <a:ext cx="1314450" cy="438150"/>
            </a:xfrm>
            <a:custGeom>
              <a:avLst/>
              <a:gdLst/>
              <a:ahLst/>
              <a:cxnLst/>
              <a:rect l="l" t="t" r="r" b="b"/>
              <a:pathLst>
                <a:path w="1314450" h="438150">
                  <a:moveTo>
                    <a:pt x="657225" y="0"/>
                  </a:moveTo>
                  <a:lnTo>
                    <a:pt x="590008" y="1130"/>
                  </a:lnTo>
                  <a:lnTo>
                    <a:pt x="524737" y="4449"/>
                  </a:lnTo>
                  <a:lnTo>
                    <a:pt x="461742" y="9845"/>
                  </a:lnTo>
                  <a:lnTo>
                    <a:pt x="401353" y="17210"/>
                  </a:lnTo>
                  <a:lnTo>
                    <a:pt x="343900" y="26433"/>
                  </a:lnTo>
                  <a:lnTo>
                    <a:pt x="289712" y="37404"/>
                  </a:lnTo>
                  <a:lnTo>
                    <a:pt x="239120" y="50013"/>
                  </a:lnTo>
                  <a:lnTo>
                    <a:pt x="192452" y="64150"/>
                  </a:lnTo>
                  <a:lnTo>
                    <a:pt x="150040" y="79706"/>
                  </a:lnTo>
                  <a:lnTo>
                    <a:pt x="112212" y="96570"/>
                  </a:lnTo>
                  <a:lnTo>
                    <a:pt x="51631" y="133784"/>
                  </a:lnTo>
                  <a:lnTo>
                    <a:pt x="13347" y="174912"/>
                  </a:lnTo>
                  <a:lnTo>
                    <a:pt x="0" y="219075"/>
                  </a:lnTo>
                  <a:lnTo>
                    <a:pt x="3391" y="241459"/>
                  </a:lnTo>
                  <a:lnTo>
                    <a:pt x="29537" y="284188"/>
                  </a:lnTo>
                  <a:lnTo>
                    <a:pt x="79299" y="323460"/>
                  </a:lnTo>
                  <a:lnTo>
                    <a:pt x="150040" y="358390"/>
                  </a:lnTo>
                  <a:lnTo>
                    <a:pt x="192452" y="373951"/>
                  </a:lnTo>
                  <a:lnTo>
                    <a:pt x="239120" y="388095"/>
                  </a:lnTo>
                  <a:lnTo>
                    <a:pt x="289712" y="400712"/>
                  </a:lnTo>
                  <a:lnTo>
                    <a:pt x="343900" y="411691"/>
                  </a:lnTo>
                  <a:lnTo>
                    <a:pt x="401353" y="420921"/>
                  </a:lnTo>
                  <a:lnTo>
                    <a:pt x="461742" y="428293"/>
                  </a:lnTo>
                  <a:lnTo>
                    <a:pt x="524737" y="433695"/>
                  </a:lnTo>
                  <a:lnTo>
                    <a:pt x="590008" y="437017"/>
                  </a:lnTo>
                  <a:lnTo>
                    <a:pt x="657225" y="438150"/>
                  </a:lnTo>
                  <a:lnTo>
                    <a:pt x="724420" y="437017"/>
                  </a:lnTo>
                  <a:lnTo>
                    <a:pt x="789676" y="433695"/>
                  </a:lnTo>
                  <a:lnTo>
                    <a:pt x="852660" y="428293"/>
                  </a:lnTo>
                  <a:lnTo>
                    <a:pt x="913042" y="420921"/>
                  </a:lnTo>
                  <a:lnTo>
                    <a:pt x="970493" y="411691"/>
                  </a:lnTo>
                  <a:lnTo>
                    <a:pt x="1024681" y="400712"/>
                  </a:lnTo>
                  <a:lnTo>
                    <a:pt x="1075277" y="388095"/>
                  </a:lnTo>
                  <a:lnTo>
                    <a:pt x="1121949" y="373951"/>
                  </a:lnTo>
                  <a:lnTo>
                    <a:pt x="1164368" y="358390"/>
                  </a:lnTo>
                  <a:lnTo>
                    <a:pt x="1202203" y="341523"/>
                  </a:lnTo>
                  <a:lnTo>
                    <a:pt x="1262800" y="304311"/>
                  </a:lnTo>
                  <a:lnTo>
                    <a:pt x="1301097" y="263201"/>
                  </a:lnTo>
                  <a:lnTo>
                    <a:pt x="1314450" y="219075"/>
                  </a:lnTo>
                  <a:lnTo>
                    <a:pt x="1311056" y="196669"/>
                  </a:lnTo>
                  <a:lnTo>
                    <a:pt x="1284901" y="153914"/>
                  </a:lnTo>
                  <a:lnTo>
                    <a:pt x="1235124" y="114633"/>
                  </a:lnTo>
                  <a:lnTo>
                    <a:pt x="1164368" y="79706"/>
                  </a:lnTo>
                  <a:lnTo>
                    <a:pt x="1121949" y="64150"/>
                  </a:lnTo>
                  <a:lnTo>
                    <a:pt x="1075277" y="50013"/>
                  </a:lnTo>
                  <a:lnTo>
                    <a:pt x="1024681" y="37404"/>
                  </a:lnTo>
                  <a:lnTo>
                    <a:pt x="970493" y="26433"/>
                  </a:lnTo>
                  <a:lnTo>
                    <a:pt x="913042" y="17210"/>
                  </a:lnTo>
                  <a:lnTo>
                    <a:pt x="852660" y="9845"/>
                  </a:lnTo>
                  <a:lnTo>
                    <a:pt x="789676" y="4449"/>
                  </a:lnTo>
                  <a:lnTo>
                    <a:pt x="724420" y="1130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76450" y="2167001"/>
              <a:ext cx="1314450" cy="438150"/>
            </a:xfrm>
            <a:custGeom>
              <a:avLst/>
              <a:gdLst/>
              <a:ahLst/>
              <a:cxnLst/>
              <a:rect l="l" t="t" r="r" b="b"/>
              <a:pathLst>
                <a:path w="1314450" h="438150">
                  <a:moveTo>
                    <a:pt x="0" y="219075"/>
                  </a:moveTo>
                  <a:lnTo>
                    <a:pt x="13347" y="174912"/>
                  </a:lnTo>
                  <a:lnTo>
                    <a:pt x="51631" y="133784"/>
                  </a:lnTo>
                  <a:lnTo>
                    <a:pt x="112212" y="96570"/>
                  </a:lnTo>
                  <a:lnTo>
                    <a:pt x="150040" y="79706"/>
                  </a:lnTo>
                  <a:lnTo>
                    <a:pt x="192452" y="64150"/>
                  </a:lnTo>
                  <a:lnTo>
                    <a:pt x="239120" y="50013"/>
                  </a:lnTo>
                  <a:lnTo>
                    <a:pt x="289712" y="37404"/>
                  </a:lnTo>
                  <a:lnTo>
                    <a:pt x="343900" y="26433"/>
                  </a:lnTo>
                  <a:lnTo>
                    <a:pt x="401353" y="17210"/>
                  </a:lnTo>
                  <a:lnTo>
                    <a:pt x="461742" y="9845"/>
                  </a:lnTo>
                  <a:lnTo>
                    <a:pt x="524737" y="4449"/>
                  </a:lnTo>
                  <a:lnTo>
                    <a:pt x="590008" y="1130"/>
                  </a:lnTo>
                  <a:lnTo>
                    <a:pt x="657225" y="0"/>
                  </a:lnTo>
                  <a:lnTo>
                    <a:pt x="724420" y="1130"/>
                  </a:lnTo>
                  <a:lnTo>
                    <a:pt x="789676" y="4449"/>
                  </a:lnTo>
                  <a:lnTo>
                    <a:pt x="852660" y="9845"/>
                  </a:lnTo>
                  <a:lnTo>
                    <a:pt x="913042" y="17210"/>
                  </a:lnTo>
                  <a:lnTo>
                    <a:pt x="970493" y="26433"/>
                  </a:lnTo>
                  <a:lnTo>
                    <a:pt x="1024681" y="37404"/>
                  </a:lnTo>
                  <a:lnTo>
                    <a:pt x="1075277" y="50013"/>
                  </a:lnTo>
                  <a:lnTo>
                    <a:pt x="1121949" y="64150"/>
                  </a:lnTo>
                  <a:lnTo>
                    <a:pt x="1164368" y="79706"/>
                  </a:lnTo>
                  <a:lnTo>
                    <a:pt x="1202203" y="96570"/>
                  </a:lnTo>
                  <a:lnTo>
                    <a:pt x="1262800" y="133784"/>
                  </a:lnTo>
                  <a:lnTo>
                    <a:pt x="1301097" y="174912"/>
                  </a:lnTo>
                  <a:lnTo>
                    <a:pt x="1314450" y="219075"/>
                  </a:lnTo>
                  <a:lnTo>
                    <a:pt x="1311056" y="241459"/>
                  </a:lnTo>
                  <a:lnTo>
                    <a:pt x="1284901" y="284188"/>
                  </a:lnTo>
                  <a:lnTo>
                    <a:pt x="1235124" y="323460"/>
                  </a:lnTo>
                  <a:lnTo>
                    <a:pt x="1164368" y="358390"/>
                  </a:lnTo>
                  <a:lnTo>
                    <a:pt x="1121949" y="373951"/>
                  </a:lnTo>
                  <a:lnTo>
                    <a:pt x="1075277" y="388095"/>
                  </a:lnTo>
                  <a:lnTo>
                    <a:pt x="1024681" y="400712"/>
                  </a:lnTo>
                  <a:lnTo>
                    <a:pt x="970493" y="411691"/>
                  </a:lnTo>
                  <a:lnTo>
                    <a:pt x="913042" y="420921"/>
                  </a:lnTo>
                  <a:lnTo>
                    <a:pt x="852660" y="428293"/>
                  </a:lnTo>
                  <a:lnTo>
                    <a:pt x="789676" y="433695"/>
                  </a:lnTo>
                  <a:lnTo>
                    <a:pt x="724420" y="437017"/>
                  </a:lnTo>
                  <a:lnTo>
                    <a:pt x="657225" y="438150"/>
                  </a:lnTo>
                  <a:lnTo>
                    <a:pt x="590008" y="437017"/>
                  </a:lnTo>
                  <a:lnTo>
                    <a:pt x="524737" y="433695"/>
                  </a:lnTo>
                  <a:lnTo>
                    <a:pt x="461742" y="428293"/>
                  </a:lnTo>
                  <a:lnTo>
                    <a:pt x="401353" y="420921"/>
                  </a:lnTo>
                  <a:lnTo>
                    <a:pt x="343900" y="411691"/>
                  </a:lnTo>
                  <a:lnTo>
                    <a:pt x="289712" y="400712"/>
                  </a:lnTo>
                  <a:lnTo>
                    <a:pt x="239120" y="388095"/>
                  </a:lnTo>
                  <a:lnTo>
                    <a:pt x="192452" y="373951"/>
                  </a:lnTo>
                  <a:lnTo>
                    <a:pt x="150040" y="358390"/>
                  </a:lnTo>
                  <a:lnTo>
                    <a:pt x="112212" y="341523"/>
                  </a:lnTo>
                  <a:lnTo>
                    <a:pt x="51631" y="304311"/>
                  </a:lnTo>
                  <a:lnTo>
                    <a:pt x="13347" y="263201"/>
                  </a:lnTo>
                  <a:lnTo>
                    <a:pt x="0" y="2190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07870" y="2205037"/>
            <a:ext cx="443865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14876" y="2167001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219075"/>
                </a:moveTo>
                <a:lnTo>
                  <a:pt x="13347" y="174912"/>
                </a:lnTo>
                <a:lnTo>
                  <a:pt x="51631" y="133784"/>
                </a:lnTo>
                <a:lnTo>
                  <a:pt x="112212" y="96570"/>
                </a:lnTo>
                <a:lnTo>
                  <a:pt x="150040" y="79706"/>
                </a:lnTo>
                <a:lnTo>
                  <a:pt x="192452" y="64150"/>
                </a:lnTo>
                <a:lnTo>
                  <a:pt x="239120" y="50013"/>
                </a:lnTo>
                <a:lnTo>
                  <a:pt x="289712" y="37404"/>
                </a:lnTo>
                <a:lnTo>
                  <a:pt x="343900" y="26433"/>
                </a:lnTo>
                <a:lnTo>
                  <a:pt x="401353" y="17210"/>
                </a:lnTo>
                <a:lnTo>
                  <a:pt x="461742" y="9845"/>
                </a:lnTo>
                <a:lnTo>
                  <a:pt x="524737" y="4449"/>
                </a:lnTo>
                <a:lnTo>
                  <a:pt x="590008" y="1130"/>
                </a:lnTo>
                <a:lnTo>
                  <a:pt x="657225" y="0"/>
                </a:lnTo>
                <a:lnTo>
                  <a:pt x="724420" y="1130"/>
                </a:lnTo>
                <a:lnTo>
                  <a:pt x="789676" y="4449"/>
                </a:lnTo>
                <a:lnTo>
                  <a:pt x="852660" y="9845"/>
                </a:lnTo>
                <a:lnTo>
                  <a:pt x="913042" y="17210"/>
                </a:lnTo>
                <a:lnTo>
                  <a:pt x="970493" y="26433"/>
                </a:lnTo>
                <a:lnTo>
                  <a:pt x="1024681" y="37404"/>
                </a:lnTo>
                <a:lnTo>
                  <a:pt x="1075277" y="50013"/>
                </a:lnTo>
                <a:lnTo>
                  <a:pt x="1121949" y="64150"/>
                </a:lnTo>
                <a:lnTo>
                  <a:pt x="1164368" y="79706"/>
                </a:lnTo>
                <a:lnTo>
                  <a:pt x="1202203" y="96570"/>
                </a:lnTo>
                <a:lnTo>
                  <a:pt x="1262800" y="133784"/>
                </a:lnTo>
                <a:lnTo>
                  <a:pt x="1301097" y="174912"/>
                </a:lnTo>
                <a:lnTo>
                  <a:pt x="1314450" y="219075"/>
                </a:lnTo>
                <a:lnTo>
                  <a:pt x="1311056" y="241459"/>
                </a:lnTo>
                <a:lnTo>
                  <a:pt x="1284901" y="284188"/>
                </a:lnTo>
                <a:lnTo>
                  <a:pt x="1235124" y="323460"/>
                </a:lnTo>
                <a:lnTo>
                  <a:pt x="1164368" y="358390"/>
                </a:lnTo>
                <a:lnTo>
                  <a:pt x="1121949" y="373951"/>
                </a:lnTo>
                <a:lnTo>
                  <a:pt x="1075277" y="388095"/>
                </a:lnTo>
                <a:lnTo>
                  <a:pt x="1024681" y="400712"/>
                </a:lnTo>
                <a:lnTo>
                  <a:pt x="970493" y="411691"/>
                </a:lnTo>
                <a:lnTo>
                  <a:pt x="913042" y="420921"/>
                </a:lnTo>
                <a:lnTo>
                  <a:pt x="852660" y="428293"/>
                </a:lnTo>
                <a:lnTo>
                  <a:pt x="789676" y="433695"/>
                </a:lnTo>
                <a:lnTo>
                  <a:pt x="724420" y="437017"/>
                </a:lnTo>
                <a:lnTo>
                  <a:pt x="657225" y="438150"/>
                </a:lnTo>
                <a:lnTo>
                  <a:pt x="590008" y="437017"/>
                </a:lnTo>
                <a:lnTo>
                  <a:pt x="524737" y="433695"/>
                </a:lnTo>
                <a:lnTo>
                  <a:pt x="461742" y="428293"/>
                </a:lnTo>
                <a:lnTo>
                  <a:pt x="401353" y="420921"/>
                </a:lnTo>
                <a:lnTo>
                  <a:pt x="343900" y="411691"/>
                </a:lnTo>
                <a:lnTo>
                  <a:pt x="289712" y="400712"/>
                </a:lnTo>
                <a:lnTo>
                  <a:pt x="239120" y="388095"/>
                </a:lnTo>
                <a:lnTo>
                  <a:pt x="192452" y="373951"/>
                </a:lnTo>
                <a:lnTo>
                  <a:pt x="150040" y="358390"/>
                </a:lnTo>
                <a:lnTo>
                  <a:pt x="112212" y="341523"/>
                </a:lnTo>
                <a:lnTo>
                  <a:pt x="51631" y="304311"/>
                </a:lnTo>
                <a:lnTo>
                  <a:pt x="13347" y="263201"/>
                </a:lnTo>
                <a:lnTo>
                  <a:pt x="0" y="2190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36059" y="2279332"/>
            <a:ext cx="6623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Verdana"/>
                <a:cs typeface="Verdana"/>
              </a:rPr>
              <a:t>Whiskers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96058" y="1686686"/>
            <a:ext cx="3196590" cy="1504950"/>
          </a:xfrm>
          <a:custGeom>
            <a:avLst/>
            <a:gdLst/>
            <a:ahLst/>
            <a:cxnLst/>
            <a:rect l="l" t="t" r="r" b="b"/>
            <a:pathLst>
              <a:path w="3196590" h="1504950">
                <a:moveTo>
                  <a:pt x="334264" y="1504696"/>
                </a:moveTo>
                <a:lnTo>
                  <a:pt x="332740" y="1450975"/>
                </a:lnTo>
                <a:lnTo>
                  <a:pt x="331851" y="1419479"/>
                </a:lnTo>
                <a:lnTo>
                  <a:pt x="302488" y="1435252"/>
                </a:lnTo>
                <a:lnTo>
                  <a:pt x="8509" y="887603"/>
                </a:lnTo>
                <a:lnTo>
                  <a:pt x="0" y="892048"/>
                </a:lnTo>
                <a:lnTo>
                  <a:pt x="294068" y="1439760"/>
                </a:lnTo>
                <a:lnTo>
                  <a:pt x="264668" y="1455547"/>
                </a:lnTo>
                <a:lnTo>
                  <a:pt x="334264" y="1504696"/>
                </a:lnTo>
                <a:close/>
              </a:path>
              <a:path w="3196590" h="1504950">
                <a:moveTo>
                  <a:pt x="2138045" y="910844"/>
                </a:moveTo>
                <a:lnTo>
                  <a:pt x="2129409" y="906907"/>
                </a:lnTo>
                <a:lnTo>
                  <a:pt x="1889518" y="1420241"/>
                </a:lnTo>
                <a:lnTo>
                  <a:pt x="1859407" y="1406144"/>
                </a:lnTo>
                <a:lnTo>
                  <a:pt x="1861693" y="1491234"/>
                </a:lnTo>
                <a:lnTo>
                  <a:pt x="1928368" y="1438402"/>
                </a:lnTo>
                <a:lnTo>
                  <a:pt x="1922665" y="1435735"/>
                </a:lnTo>
                <a:lnTo>
                  <a:pt x="1898154" y="1424279"/>
                </a:lnTo>
                <a:lnTo>
                  <a:pt x="2138045" y="910844"/>
                </a:lnTo>
                <a:close/>
              </a:path>
              <a:path w="3196590" h="1504950">
                <a:moveTo>
                  <a:pt x="2256282" y="493903"/>
                </a:moveTo>
                <a:lnTo>
                  <a:pt x="2238222" y="463296"/>
                </a:lnTo>
                <a:lnTo>
                  <a:pt x="2212975" y="420497"/>
                </a:lnTo>
                <a:lnTo>
                  <a:pt x="2194864" y="448437"/>
                </a:lnTo>
                <a:lnTo>
                  <a:pt x="1502283" y="0"/>
                </a:lnTo>
                <a:lnTo>
                  <a:pt x="1497076" y="8001"/>
                </a:lnTo>
                <a:lnTo>
                  <a:pt x="2189708" y="456387"/>
                </a:lnTo>
                <a:lnTo>
                  <a:pt x="2171573" y="484378"/>
                </a:lnTo>
                <a:lnTo>
                  <a:pt x="2256282" y="493903"/>
                </a:lnTo>
                <a:close/>
              </a:path>
              <a:path w="3196590" h="1504950">
                <a:moveTo>
                  <a:pt x="3196463" y="1489964"/>
                </a:moveTo>
                <a:lnTo>
                  <a:pt x="3184614" y="1445514"/>
                </a:lnTo>
                <a:lnTo>
                  <a:pt x="3174492" y="1407541"/>
                </a:lnTo>
                <a:lnTo>
                  <a:pt x="3149549" y="1429651"/>
                </a:lnTo>
                <a:lnTo>
                  <a:pt x="2693924" y="915289"/>
                </a:lnTo>
                <a:lnTo>
                  <a:pt x="2686685" y="921512"/>
                </a:lnTo>
                <a:lnTo>
                  <a:pt x="3142411" y="1435976"/>
                </a:lnTo>
                <a:lnTo>
                  <a:pt x="3117469" y="1458087"/>
                </a:lnTo>
                <a:lnTo>
                  <a:pt x="3196463" y="1489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11704" y="2727261"/>
            <a:ext cx="6991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8015" y="2719070"/>
            <a:ext cx="525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Present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23915" y="2719070"/>
            <a:ext cx="4965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Absent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2487" y="3195701"/>
            <a:ext cx="952500" cy="438150"/>
          </a:xfrm>
          <a:custGeom>
            <a:avLst/>
            <a:gdLst/>
            <a:ahLst/>
            <a:cxnLst/>
            <a:rect l="l" t="t" r="r" b="b"/>
            <a:pathLst>
              <a:path w="952500" h="438150">
                <a:moveTo>
                  <a:pt x="0" y="438150"/>
                </a:moveTo>
                <a:lnTo>
                  <a:pt x="952500" y="438150"/>
                </a:lnTo>
                <a:lnTo>
                  <a:pt x="952500" y="0"/>
                </a:lnTo>
                <a:lnTo>
                  <a:pt x="0" y="0"/>
                </a:lnTo>
                <a:lnTo>
                  <a:pt x="0" y="43815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85544" y="3313366"/>
            <a:ext cx="2730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81200" y="2592958"/>
            <a:ext cx="1831975" cy="1054100"/>
            <a:chOff x="1481200" y="2592958"/>
            <a:chExt cx="1831975" cy="1054100"/>
          </a:xfrm>
        </p:grpSpPr>
        <p:sp>
          <p:nvSpPr>
            <p:cNvPr id="22" name="object 22"/>
            <p:cNvSpPr/>
            <p:nvPr/>
          </p:nvSpPr>
          <p:spPr>
            <a:xfrm>
              <a:off x="1481200" y="2592958"/>
              <a:ext cx="401320" cy="601345"/>
            </a:xfrm>
            <a:custGeom>
              <a:avLst/>
              <a:gdLst/>
              <a:ahLst/>
              <a:cxnLst/>
              <a:rect l="l" t="t" r="r" b="b"/>
              <a:pathLst>
                <a:path w="401319" h="601344">
                  <a:moveTo>
                    <a:pt x="10287" y="516763"/>
                  </a:moveTo>
                  <a:lnTo>
                    <a:pt x="0" y="601345"/>
                  </a:lnTo>
                  <a:lnTo>
                    <a:pt x="73787" y="558927"/>
                  </a:lnTo>
                  <a:lnTo>
                    <a:pt x="61928" y="551053"/>
                  </a:lnTo>
                  <a:lnTo>
                    <a:pt x="38989" y="551053"/>
                  </a:lnTo>
                  <a:lnTo>
                    <a:pt x="31115" y="545719"/>
                  </a:lnTo>
                  <a:lnTo>
                    <a:pt x="38083" y="535219"/>
                  </a:lnTo>
                  <a:lnTo>
                    <a:pt x="10287" y="516763"/>
                  </a:lnTo>
                  <a:close/>
                </a:path>
                <a:path w="401319" h="601344">
                  <a:moveTo>
                    <a:pt x="38083" y="535219"/>
                  </a:moveTo>
                  <a:lnTo>
                    <a:pt x="31115" y="545719"/>
                  </a:lnTo>
                  <a:lnTo>
                    <a:pt x="38989" y="551053"/>
                  </a:lnTo>
                  <a:lnTo>
                    <a:pt x="46005" y="540479"/>
                  </a:lnTo>
                  <a:lnTo>
                    <a:pt x="38083" y="535219"/>
                  </a:lnTo>
                  <a:close/>
                </a:path>
                <a:path w="401319" h="601344">
                  <a:moveTo>
                    <a:pt x="46005" y="540479"/>
                  </a:moveTo>
                  <a:lnTo>
                    <a:pt x="38989" y="551053"/>
                  </a:lnTo>
                  <a:lnTo>
                    <a:pt x="61928" y="551053"/>
                  </a:lnTo>
                  <a:lnTo>
                    <a:pt x="46005" y="540479"/>
                  </a:lnTo>
                  <a:close/>
                </a:path>
                <a:path w="401319" h="601344">
                  <a:moveTo>
                    <a:pt x="393319" y="0"/>
                  </a:moveTo>
                  <a:lnTo>
                    <a:pt x="38083" y="535219"/>
                  </a:lnTo>
                  <a:lnTo>
                    <a:pt x="46005" y="540479"/>
                  </a:lnTo>
                  <a:lnTo>
                    <a:pt x="401193" y="5207"/>
                  </a:lnTo>
                  <a:lnTo>
                    <a:pt x="393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47975" y="3195700"/>
              <a:ext cx="952500" cy="438150"/>
            </a:xfrm>
            <a:custGeom>
              <a:avLst/>
              <a:gdLst/>
              <a:ahLst/>
              <a:cxnLst/>
              <a:rect l="l" t="t" r="r" b="b"/>
              <a:pathLst>
                <a:path w="952500" h="438150">
                  <a:moveTo>
                    <a:pt x="0" y="438150"/>
                  </a:moveTo>
                  <a:lnTo>
                    <a:pt x="952500" y="438150"/>
                  </a:lnTo>
                  <a:lnTo>
                    <a:pt x="9525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28789" y="793686"/>
            <a:ext cx="12268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u="sng" spc="-204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New</a:t>
            </a:r>
            <a:r>
              <a:rPr sz="1050" u="sng" spc="1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test</a:t>
            </a:r>
            <a:r>
              <a:rPr sz="1050" u="sng" spc="-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example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44409" y="2108517"/>
            <a:ext cx="1318895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5080" algn="ctr">
              <a:lnSpc>
                <a:spcPct val="98400"/>
              </a:lnSpc>
              <a:spcBef>
                <a:spcPts val="120"/>
              </a:spcBef>
            </a:pPr>
            <a:r>
              <a:rPr sz="1050" dirty="0">
                <a:solidFill>
                  <a:srgbClr val="E68400"/>
                </a:solidFill>
                <a:latin typeface="Verdana"/>
                <a:cs typeface="Verdana"/>
              </a:rPr>
              <a:t>Ear</a:t>
            </a:r>
            <a:r>
              <a:rPr sz="1050" spc="-1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E68400"/>
                </a:solidFill>
                <a:latin typeface="Verdana"/>
                <a:cs typeface="Verdana"/>
              </a:rPr>
              <a:t>shape:</a:t>
            </a:r>
            <a:r>
              <a:rPr sz="1050" spc="-2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Pointy </a:t>
            </a:r>
            <a:r>
              <a:rPr sz="1050" dirty="0">
                <a:solidFill>
                  <a:srgbClr val="E68400"/>
                </a:solidFill>
                <a:latin typeface="Verdana"/>
                <a:cs typeface="Verdana"/>
              </a:rPr>
              <a:t>Face</a:t>
            </a:r>
            <a:r>
              <a:rPr sz="1050" spc="15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E68400"/>
                </a:solidFill>
                <a:latin typeface="Verdana"/>
                <a:cs typeface="Verdana"/>
              </a:rPr>
              <a:t>shape:</a:t>
            </a:r>
            <a:r>
              <a:rPr sz="1050" spc="-4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0D0D0D"/>
                </a:solidFill>
                <a:latin typeface="Verdana"/>
                <a:cs typeface="Verdana"/>
              </a:rPr>
              <a:t>Round </a:t>
            </a:r>
            <a:r>
              <a:rPr sz="1050" dirty="0">
                <a:solidFill>
                  <a:srgbClr val="E68400"/>
                </a:solidFill>
                <a:latin typeface="Verdana"/>
                <a:cs typeface="Verdana"/>
              </a:rPr>
              <a:t>Whiskers:</a:t>
            </a:r>
            <a:r>
              <a:rPr sz="1050" spc="-4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D0D0D"/>
                </a:solidFill>
                <a:latin typeface="Verdana"/>
                <a:cs typeface="Verdana"/>
              </a:rPr>
              <a:t>Present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60676" y="3311525"/>
            <a:ext cx="9271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67201" y="3167126"/>
            <a:ext cx="95250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62626" y="3167126"/>
            <a:ext cx="95250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30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77920" y="1048570"/>
            <a:ext cx="2025014" cy="5543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3175">
              <a:lnSpc>
                <a:spcPct val="100000"/>
              </a:lnSpc>
              <a:spcBef>
                <a:spcPts val="805"/>
              </a:spcBef>
            </a:pPr>
            <a:r>
              <a:rPr sz="1200" dirty="0">
                <a:latin typeface="Verdana"/>
                <a:cs typeface="Verdana"/>
              </a:rPr>
              <a:t>root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node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dirty="0">
                <a:latin typeface="Verdana"/>
                <a:cs typeface="Verdana"/>
              </a:rPr>
              <a:t>Ear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0950" y="1152525"/>
            <a:ext cx="800100" cy="65722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80629" y="2049272"/>
            <a:ext cx="626872" cy="45453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761" y="205359"/>
            <a:ext cx="864995" cy="978153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754866" y="1032002"/>
            <a:ext cx="4741545" cy="3103880"/>
            <a:chOff x="754866" y="1032002"/>
            <a:chExt cx="4741545" cy="310388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3755" y="1255268"/>
              <a:ext cx="187280" cy="13207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2786" y="1032002"/>
              <a:ext cx="245403" cy="2286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4682" y="1668653"/>
              <a:ext cx="3341358" cy="63284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4866" y="2555621"/>
              <a:ext cx="2072915" cy="1580057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77743" y="3654297"/>
            <a:ext cx="250031" cy="22225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472429" y="1769427"/>
            <a:ext cx="11614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decision </a:t>
            </a:r>
            <a:r>
              <a:rPr sz="1200" spc="-20" dirty="0">
                <a:latin typeface="Verdana"/>
                <a:cs typeface="Verdana"/>
              </a:rPr>
              <a:t>nodes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950591" y="1550797"/>
            <a:ext cx="2450465" cy="2637155"/>
            <a:chOff x="2950591" y="1550797"/>
            <a:chExt cx="2450465" cy="2637155"/>
          </a:xfrm>
        </p:grpSpPr>
        <p:sp>
          <p:nvSpPr>
            <p:cNvPr id="41" name="object 41"/>
            <p:cNvSpPr/>
            <p:nvPr/>
          </p:nvSpPr>
          <p:spPr>
            <a:xfrm>
              <a:off x="4201413" y="1587627"/>
              <a:ext cx="1079500" cy="206375"/>
            </a:xfrm>
            <a:custGeom>
              <a:avLst/>
              <a:gdLst/>
              <a:ahLst/>
              <a:cxnLst/>
              <a:rect l="l" t="t" r="r" b="b"/>
              <a:pathLst>
                <a:path w="1079500" h="206375">
                  <a:moveTo>
                    <a:pt x="934347" y="186588"/>
                  </a:moveTo>
                  <a:lnTo>
                    <a:pt x="968501" y="191643"/>
                  </a:lnTo>
                  <a:lnTo>
                    <a:pt x="1000633" y="195961"/>
                  </a:lnTo>
                  <a:lnTo>
                    <a:pt x="1070990" y="206375"/>
                  </a:lnTo>
                  <a:lnTo>
                    <a:pt x="1077340" y="201675"/>
                  </a:lnTo>
                  <a:lnTo>
                    <a:pt x="1078230" y="194945"/>
                  </a:lnTo>
                  <a:lnTo>
                    <a:pt x="1079246" y="188087"/>
                  </a:lnTo>
                  <a:lnTo>
                    <a:pt x="1078433" y="186980"/>
                  </a:lnTo>
                  <a:lnTo>
                    <a:pt x="937280" y="186980"/>
                  </a:lnTo>
                  <a:lnTo>
                    <a:pt x="934347" y="186588"/>
                  </a:lnTo>
                  <a:close/>
                </a:path>
                <a:path w="1079500" h="206375">
                  <a:moveTo>
                    <a:pt x="1017114" y="173358"/>
                  </a:moveTo>
                  <a:lnTo>
                    <a:pt x="841888" y="173358"/>
                  </a:lnTo>
                  <a:lnTo>
                    <a:pt x="904748" y="182625"/>
                  </a:lnTo>
                  <a:lnTo>
                    <a:pt x="937280" y="186980"/>
                  </a:lnTo>
                  <a:lnTo>
                    <a:pt x="1078433" y="186980"/>
                  </a:lnTo>
                  <a:lnTo>
                    <a:pt x="1074674" y="181863"/>
                  </a:lnTo>
                  <a:lnTo>
                    <a:pt x="1017114" y="173358"/>
                  </a:lnTo>
                  <a:close/>
                </a:path>
                <a:path w="1079500" h="206375">
                  <a:moveTo>
                    <a:pt x="7747" y="0"/>
                  </a:moveTo>
                  <a:lnTo>
                    <a:pt x="1524" y="4825"/>
                  </a:lnTo>
                  <a:lnTo>
                    <a:pt x="0" y="18414"/>
                  </a:lnTo>
                  <a:lnTo>
                    <a:pt x="4825" y="24637"/>
                  </a:lnTo>
                  <a:lnTo>
                    <a:pt x="23797" y="26797"/>
                  </a:lnTo>
                  <a:lnTo>
                    <a:pt x="43565" y="30471"/>
                  </a:lnTo>
                  <a:lnTo>
                    <a:pt x="69087" y="35940"/>
                  </a:lnTo>
                  <a:lnTo>
                    <a:pt x="96647" y="42418"/>
                  </a:lnTo>
                  <a:lnTo>
                    <a:pt x="195651" y="64135"/>
                  </a:lnTo>
                  <a:lnTo>
                    <a:pt x="195325" y="64135"/>
                  </a:lnTo>
                  <a:lnTo>
                    <a:pt x="227330" y="70612"/>
                  </a:lnTo>
                  <a:lnTo>
                    <a:pt x="227202" y="70612"/>
                  </a:lnTo>
                  <a:lnTo>
                    <a:pt x="328802" y="91059"/>
                  </a:lnTo>
                  <a:lnTo>
                    <a:pt x="328930" y="91059"/>
                  </a:lnTo>
                  <a:lnTo>
                    <a:pt x="443738" y="113792"/>
                  </a:lnTo>
                  <a:lnTo>
                    <a:pt x="443991" y="113792"/>
                  </a:lnTo>
                  <a:lnTo>
                    <a:pt x="506324" y="124713"/>
                  </a:lnTo>
                  <a:lnTo>
                    <a:pt x="505840" y="124713"/>
                  </a:lnTo>
                  <a:lnTo>
                    <a:pt x="538226" y="129667"/>
                  </a:lnTo>
                  <a:lnTo>
                    <a:pt x="571246" y="135127"/>
                  </a:lnTo>
                  <a:lnTo>
                    <a:pt x="604901" y="140208"/>
                  </a:lnTo>
                  <a:lnTo>
                    <a:pt x="848080" y="174264"/>
                  </a:lnTo>
                  <a:lnTo>
                    <a:pt x="841888" y="173358"/>
                  </a:lnTo>
                  <a:lnTo>
                    <a:pt x="1017114" y="173358"/>
                  </a:lnTo>
                  <a:lnTo>
                    <a:pt x="1004062" y="171450"/>
                  </a:lnTo>
                  <a:lnTo>
                    <a:pt x="971931" y="167132"/>
                  </a:lnTo>
                  <a:lnTo>
                    <a:pt x="940435" y="162433"/>
                  </a:lnTo>
                  <a:lnTo>
                    <a:pt x="908426" y="158148"/>
                  </a:lnTo>
                  <a:lnTo>
                    <a:pt x="908662" y="158148"/>
                  </a:lnTo>
                  <a:lnTo>
                    <a:pt x="876681" y="153543"/>
                  </a:lnTo>
                  <a:lnTo>
                    <a:pt x="876681" y="153415"/>
                  </a:lnTo>
                  <a:lnTo>
                    <a:pt x="844676" y="148844"/>
                  </a:lnTo>
                  <a:lnTo>
                    <a:pt x="845400" y="148844"/>
                  </a:lnTo>
                  <a:lnTo>
                    <a:pt x="608457" y="115697"/>
                  </a:lnTo>
                  <a:lnTo>
                    <a:pt x="509650" y="100202"/>
                  </a:lnTo>
                  <a:lnTo>
                    <a:pt x="448310" y="89408"/>
                  </a:lnTo>
                  <a:lnTo>
                    <a:pt x="265808" y="53182"/>
                  </a:lnTo>
                  <a:lnTo>
                    <a:pt x="265283" y="53182"/>
                  </a:lnTo>
                  <a:lnTo>
                    <a:pt x="200396" y="39927"/>
                  </a:lnTo>
                  <a:lnTo>
                    <a:pt x="102688" y="18414"/>
                  </a:lnTo>
                  <a:lnTo>
                    <a:pt x="74549" y="11811"/>
                  </a:lnTo>
                  <a:lnTo>
                    <a:pt x="74295" y="11811"/>
                  </a:lnTo>
                  <a:lnTo>
                    <a:pt x="47751" y="5969"/>
                  </a:lnTo>
                  <a:lnTo>
                    <a:pt x="47244" y="5969"/>
                  </a:lnTo>
                  <a:lnTo>
                    <a:pt x="27559" y="2286"/>
                  </a:lnTo>
                  <a:lnTo>
                    <a:pt x="26670" y="2286"/>
                  </a:lnTo>
                  <a:lnTo>
                    <a:pt x="14477" y="762"/>
                  </a:lnTo>
                  <a:lnTo>
                    <a:pt x="7747" y="0"/>
                  </a:lnTo>
                  <a:close/>
                </a:path>
                <a:path w="1079500" h="206375">
                  <a:moveTo>
                    <a:pt x="908662" y="158148"/>
                  </a:moveTo>
                  <a:lnTo>
                    <a:pt x="908426" y="158148"/>
                  </a:lnTo>
                  <a:lnTo>
                    <a:pt x="911783" y="158597"/>
                  </a:lnTo>
                  <a:lnTo>
                    <a:pt x="908662" y="158148"/>
                  </a:lnTo>
                  <a:close/>
                </a:path>
                <a:path w="1079500" h="206375">
                  <a:moveTo>
                    <a:pt x="249867" y="49993"/>
                  </a:moveTo>
                  <a:lnTo>
                    <a:pt x="265283" y="53182"/>
                  </a:lnTo>
                  <a:lnTo>
                    <a:pt x="265787" y="53182"/>
                  </a:lnTo>
                  <a:lnTo>
                    <a:pt x="249867" y="49993"/>
                  </a:lnTo>
                  <a:close/>
                </a:path>
                <a:path w="1079500" h="206375">
                  <a:moveTo>
                    <a:pt x="200626" y="39927"/>
                  </a:moveTo>
                  <a:lnTo>
                    <a:pt x="200418" y="39927"/>
                  </a:lnTo>
                  <a:lnTo>
                    <a:pt x="202791" y="40409"/>
                  </a:lnTo>
                  <a:lnTo>
                    <a:pt x="200626" y="399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86555" y="1550797"/>
              <a:ext cx="153797" cy="10744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50591" y="3586098"/>
              <a:ext cx="211413" cy="5182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39007" y="3632377"/>
              <a:ext cx="1662048" cy="55549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897504" y="4130040"/>
            <a:ext cx="8185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leaf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nodes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459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/>
          <p:nvPr/>
        </p:nvSpPr>
        <p:spPr>
          <a:xfrm>
            <a:off x="1052512" y="1290700"/>
            <a:ext cx="724535" cy="457200"/>
          </a:xfrm>
          <a:custGeom>
            <a:avLst/>
            <a:gdLst/>
            <a:ahLst/>
            <a:cxnLst/>
            <a:rect l="l" t="t" r="r" b="b"/>
            <a:pathLst>
              <a:path w="724535" h="457200">
                <a:moveTo>
                  <a:pt x="0" y="228600"/>
                </a:moveTo>
                <a:lnTo>
                  <a:pt x="18453" y="156301"/>
                </a:lnTo>
                <a:lnTo>
                  <a:pt x="40402" y="123495"/>
                </a:lnTo>
                <a:lnTo>
                  <a:pt x="69839" y="93543"/>
                </a:lnTo>
                <a:lnTo>
                  <a:pt x="106021" y="66913"/>
                </a:lnTo>
                <a:lnTo>
                  <a:pt x="148201" y="44074"/>
                </a:lnTo>
                <a:lnTo>
                  <a:pt x="195635" y="25494"/>
                </a:lnTo>
                <a:lnTo>
                  <a:pt x="247578" y="11643"/>
                </a:lnTo>
                <a:lnTo>
                  <a:pt x="303286" y="2988"/>
                </a:lnTo>
                <a:lnTo>
                  <a:pt x="362013" y="0"/>
                </a:lnTo>
                <a:lnTo>
                  <a:pt x="420723" y="2988"/>
                </a:lnTo>
                <a:lnTo>
                  <a:pt x="476417" y="11643"/>
                </a:lnTo>
                <a:lnTo>
                  <a:pt x="528349" y="25494"/>
                </a:lnTo>
                <a:lnTo>
                  <a:pt x="575775" y="44074"/>
                </a:lnTo>
                <a:lnTo>
                  <a:pt x="617950" y="66913"/>
                </a:lnTo>
                <a:lnTo>
                  <a:pt x="654127" y="93543"/>
                </a:lnTo>
                <a:lnTo>
                  <a:pt x="683563" y="123495"/>
                </a:lnTo>
                <a:lnTo>
                  <a:pt x="705510" y="156301"/>
                </a:lnTo>
                <a:lnTo>
                  <a:pt x="723963" y="228600"/>
                </a:lnTo>
                <a:lnTo>
                  <a:pt x="719226" y="265676"/>
                </a:lnTo>
                <a:lnTo>
                  <a:pt x="683563" y="333648"/>
                </a:lnTo>
                <a:lnTo>
                  <a:pt x="654127" y="363602"/>
                </a:lnTo>
                <a:lnTo>
                  <a:pt x="617950" y="390239"/>
                </a:lnTo>
                <a:lnTo>
                  <a:pt x="575775" y="413089"/>
                </a:lnTo>
                <a:lnTo>
                  <a:pt x="528349" y="431681"/>
                </a:lnTo>
                <a:lnTo>
                  <a:pt x="476417" y="445544"/>
                </a:lnTo>
                <a:lnTo>
                  <a:pt x="420723" y="454207"/>
                </a:lnTo>
                <a:lnTo>
                  <a:pt x="362013" y="457200"/>
                </a:lnTo>
                <a:lnTo>
                  <a:pt x="303286" y="454207"/>
                </a:lnTo>
                <a:lnTo>
                  <a:pt x="247578" y="445544"/>
                </a:lnTo>
                <a:lnTo>
                  <a:pt x="195635" y="431681"/>
                </a:lnTo>
                <a:lnTo>
                  <a:pt x="148201" y="413089"/>
                </a:lnTo>
                <a:lnTo>
                  <a:pt x="106021" y="390239"/>
                </a:lnTo>
                <a:lnTo>
                  <a:pt x="69839" y="363602"/>
                </a:lnTo>
                <a:lnTo>
                  <a:pt x="40402" y="333648"/>
                </a:lnTo>
                <a:lnTo>
                  <a:pt x="18453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5394" y="1396047"/>
            <a:ext cx="305435" cy="2343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7150">
              <a:lnSpc>
                <a:spcPct val="106200"/>
              </a:lnSpc>
              <a:spcBef>
                <a:spcPts val="80"/>
              </a:spcBef>
            </a:pPr>
            <a:r>
              <a:rPr sz="650" spc="35" dirty="0">
                <a:latin typeface="Verdana"/>
                <a:cs typeface="Verdana"/>
              </a:rPr>
              <a:t>Ear </a:t>
            </a: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7837" y="1735201"/>
            <a:ext cx="809625" cy="882650"/>
            <a:chOff x="477837" y="1735201"/>
            <a:chExt cx="809625" cy="882650"/>
          </a:xfrm>
        </p:grpSpPr>
        <p:sp>
          <p:nvSpPr>
            <p:cNvPr id="6" name="object 6"/>
            <p:cNvSpPr/>
            <p:nvPr/>
          </p:nvSpPr>
          <p:spPr>
            <a:xfrm>
              <a:off x="919162" y="1735201"/>
              <a:ext cx="368300" cy="427990"/>
            </a:xfrm>
            <a:custGeom>
              <a:avLst/>
              <a:gdLst/>
              <a:ahLst/>
              <a:cxnLst/>
              <a:rect l="l" t="t" r="r" b="b"/>
              <a:pathLst>
                <a:path w="368300" h="427989">
                  <a:moveTo>
                    <a:pt x="20751" y="345059"/>
                  </a:moveTo>
                  <a:lnTo>
                    <a:pt x="0" y="427609"/>
                  </a:lnTo>
                  <a:lnTo>
                    <a:pt x="78549" y="394716"/>
                  </a:lnTo>
                  <a:lnTo>
                    <a:pt x="64506" y="382650"/>
                  </a:lnTo>
                  <a:lnTo>
                    <a:pt x="44983" y="382650"/>
                  </a:lnTo>
                  <a:lnTo>
                    <a:pt x="37769" y="376428"/>
                  </a:lnTo>
                  <a:lnTo>
                    <a:pt x="46045" y="366790"/>
                  </a:lnTo>
                  <a:lnTo>
                    <a:pt x="20751" y="345059"/>
                  </a:lnTo>
                  <a:close/>
                </a:path>
                <a:path w="368300" h="427989">
                  <a:moveTo>
                    <a:pt x="46045" y="366790"/>
                  </a:moveTo>
                  <a:lnTo>
                    <a:pt x="37769" y="376428"/>
                  </a:lnTo>
                  <a:lnTo>
                    <a:pt x="44983" y="382650"/>
                  </a:lnTo>
                  <a:lnTo>
                    <a:pt x="53272" y="372998"/>
                  </a:lnTo>
                  <a:lnTo>
                    <a:pt x="46045" y="366790"/>
                  </a:lnTo>
                  <a:close/>
                </a:path>
                <a:path w="368300" h="427989">
                  <a:moveTo>
                    <a:pt x="53272" y="372998"/>
                  </a:moveTo>
                  <a:lnTo>
                    <a:pt x="44983" y="382650"/>
                  </a:lnTo>
                  <a:lnTo>
                    <a:pt x="64506" y="382650"/>
                  </a:lnTo>
                  <a:lnTo>
                    <a:pt x="53272" y="372998"/>
                  </a:lnTo>
                  <a:close/>
                </a:path>
                <a:path w="368300" h="427989">
                  <a:moveTo>
                    <a:pt x="360997" y="0"/>
                  </a:moveTo>
                  <a:lnTo>
                    <a:pt x="46045" y="366790"/>
                  </a:lnTo>
                  <a:lnTo>
                    <a:pt x="53272" y="372998"/>
                  </a:lnTo>
                  <a:lnTo>
                    <a:pt x="368236" y="6223"/>
                  </a:lnTo>
                  <a:lnTo>
                    <a:pt x="360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537" y="2147951"/>
              <a:ext cx="771525" cy="457200"/>
            </a:xfrm>
            <a:custGeom>
              <a:avLst/>
              <a:gdLst/>
              <a:ahLst/>
              <a:cxnLst/>
              <a:rect l="l" t="t" r="r" b="b"/>
              <a:pathLst>
                <a:path w="771525" h="457200">
                  <a:moveTo>
                    <a:pt x="385762" y="0"/>
                  </a:moveTo>
                  <a:lnTo>
                    <a:pt x="328756" y="2476"/>
                  </a:lnTo>
                  <a:lnTo>
                    <a:pt x="274347" y="9669"/>
                  </a:lnTo>
                  <a:lnTo>
                    <a:pt x="223132" y="21228"/>
                  </a:lnTo>
                  <a:lnTo>
                    <a:pt x="175708" y="36800"/>
                  </a:lnTo>
                  <a:lnTo>
                    <a:pt x="132672" y="56033"/>
                  </a:lnTo>
                  <a:lnTo>
                    <a:pt x="94619" y="78575"/>
                  </a:lnTo>
                  <a:lnTo>
                    <a:pt x="62147" y="104075"/>
                  </a:lnTo>
                  <a:lnTo>
                    <a:pt x="35853" y="132179"/>
                  </a:lnTo>
                  <a:lnTo>
                    <a:pt x="4182" y="194793"/>
                  </a:lnTo>
                  <a:lnTo>
                    <a:pt x="0" y="228600"/>
                  </a:lnTo>
                  <a:lnTo>
                    <a:pt x="4182" y="262377"/>
                  </a:lnTo>
                  <a:lnTo>
                    <a:pt x="35853" y="324965"/>
                  </a:lnTo>
                  <a:lnTo>
                    <a:pt x="62147" y="353068"/>
                  </a:lnTo>
                  <a:lnTo>
                    <a:pt x="94619" y="378572"/>
                  </a:lnTo>
                  <a:lnTo>
                    <a:pt x="132672" y="401123"/>
                  </a:lnTo>
                  <a:lnTo>
                    <a:pt x="175708" y="420367"/>
                  </a:lnTo>
                  <a:lnTo>
                    <a:pt x="223132" y="435951"/>
                  </a:lnTo>
                  <a:lnTo>
                    <a:pt x="274347" y="447520"/>
                  </a:lnTo>
                  <a:lnTo>
                    <a:pt x="328756" y="454721"/>
                  </a:lnTo>
                  <a:lnTo>
                    <a:pt x="385762" y="457200"/>
                  </a:lnTo>
                  <a:lnTo>
                    <a:pt x="442768" y="454721"/>
                  </a:lnTo>
                  <a:lnTo>
                    <a:pt x="497177" y="447520"/>
                  </a:lnTo>
                  <a:lnTo>
                    <a:pt x="548392" y="435951"/>
                  </a:lnTo>
                  <a:lnTo>
                    <a:pt x="595816" y="420367"/>
                  </a:lnTo>
                  <a:lnTo>
                    <a:pt x="638852" y="401123"/>
                  </a:lnTo>
                  <a:lnTo>
                    <a:pt x="676905" y="378572"/>
                  </a:lnTo>
                  <a:lnTo>
                    <a:pt x="709377" y="353068"/>
                  </a:lnTo>
                  <a:lnTo>
                    <a:pt x="735671" y="324965"/>
                  </a:lnTo>
                  <a:lnTo>
                    <a:pt x="767342" y="262377"/>
                  </a:lnTo>
                  <a:lnTo>
                    <a:pt x="771525" y="228600"/>
                  </a:lnTo>
                  <a:lnTo>
                    <a:pt x="767342" y="194793"/>
                  </a:lnTo>
                  <a:lnTo>
                    <a:pt x="735671" y="132179"/>
                  </a:lnTo>
                  <a:lnTo>
                    <a:pt x="709377" y="104075"/>
                  </a:lnTo>
                  <a:lnTo>
                    <a:pt x="676905" y="78575"/>
                  </a:lnTo>
                  <a:lnTo>
                    <a:pt x="638852" y="56033"/>
                  </a:lnTo>
                  <a:lnTo>
                    <a:pt x="595816" y="36800"/>
                  </a:lnTo>
                  <a:lnTo>
                    <a:pt x="548392" y="21228"/>
                  </a:lnTo>
                  <a:lnTo>
                    <a:pt x="497177" y="9669"/>
                  </a:lnTo>
                  <a:lnTo>
                    <a:pt x="442768" y="2476"/>
                  </a:lnTo>
                  <a:lnTo>
                    <a:pt x="385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537" y="2147951"/>
              <a:ext cx="771525" cy="457200"/>
            </a:xfrm>
            <a:custGeom>
              <a:avLst/>
              <a:gdLst/>
              <a:ahLst/>
              <a:cxnLst/>
              <a:rect l="l" t="t" r="r" b="b"/>
              <a:pathLst>
                <a:path w="771525" h="457200">
                  <a:moveTo>
                    <a:pt x="0" y="228600"/>
                  </a:moveTo>
                  <a:lnTo>
                    <a:pt x="16332" y="162536"/>
                  </a:lnTo>
                  <a:lnTo>
                    <a:pt x="62147" y="104075"/>
                  </a:lnTo>
                  <a:lnTo>
                    <a:pt x="94619" y="78575"/>
                  </a:lnTo>
                  <a:lnTo>
                    <a:pt x="132672" y="56033"/>
                  </a:lnTo>
                  <a:lnTo>
                    <a:pt x="175708" y="36800"/>
                  </a:lnTo>
                  <a:lnTo>
                    <a:pt x="223132" y="21228"/>
                  </a:lnTo>
                  <a:lnTo>
                    <a:pt x="274347" y="9669"/>
                  </a:lnTo>
                  <a:lnTo>
                    <a:pt x="328756" y="2476"/>
                  </a:lnTo>
                  <a:lnTo>
                    <a:pt x="385762" y="0"/>
                  </a:lnTo>
                  <a:lnTo>
                    <a:pt x="442768" y="2476"/>
                  </a:lnTo>
                  <a:lnTo>
                    <a:pt x="497177" y="9669"/>
                  </a:lnTo>
                  <a:lnTo>
                    <a:pt x="548392" y="21228"/>
                  </a:lnTo>
                  <a:lnTo>
                    <a:pt x="595816" y="36800"/>
                  </a:lnTo>
                  <a:lnTo>
                    <a:pt x="638852" y="56033"/>
                  </a:lnTo>
                  <a:lnTo>
                    <a:pt x="676905" y="78575"/>
                  </a:lnTo>
                  <a:lnTo>
                    <a:pt x="709377" y="104075"/>
                  </a:lnTo>
                  <a:lnTo>
                    <a:pt x="735671" y="132179"/>
                  </a:lnTo>
                  <a:lnTo>
                    <a:pt x="767342" y="194793"/>
                  </a:lnTo>
                  <a:lnTo>
                    <a:pt x="771525" y="228600"/>
                  </a:lnTo>
                  <a:lnTo>
                    <a:pt x="767342" y="262377"/>
                  </a:lnTo>
                  <a:lnTo>
                    <a:pt x="735671" y="324965"/>
                  </a:lnTo>
                  <a:lnTo>
                    <a:pt x="709377" y="353068"/>
                  </a:lnTo>
                  <a:lnTo>
                    <a:pt x="676905" y="378572"/>
                  </a:lnTo>
                  <a:lnTo>
                    <a:pt x="638852" y="401123"/>
                  </a:lnTo>
                  <a:lnTo>
                    <a:pt x="595816" y="420367"/>
                  </a:lnTo>
                  <a:lnTo>
                    <a:pt x="548392" y="435951"/>
                  </a:lnTo>
                  <a:lnTo>
                    <a:pt x="497177" y="447520"/>
                  </a:lnTo>
                  <a:lnTo>
                    <a:pt x="442768" y="454721"/>
                  </a:lnTo>
                  <a:lnTo>
                    <a:pt x="385762" y="457200"/>
                  </a:lnTo>
                  <a:lnTo>
                    <a:pt x="328756" y="454721"/>
                  </a:lnTo>
                  <a:lnTo>
                    <a:pt x="274347" y="447520"/>
                  </a:lnTo>
                  <a:lnTo>
                    <a:pt x="223132" y="435951"/>
                  </a:lnTo>
                  <a:lnTo>
                    <a:pt x="175708" y="420367"/>
                  </a:lnTo>
                  <a:lnTo>
                    <a:pt x="132672" y="401123"/>
                  </a:lnTo>
                  <a:lnTo>
                    <a:pt x="94619" y="378572"/>
                  </a:lnTo>
                  <a:lnTo>
                    <a:pt x="62147" y="353068"/>
                  </a:lnTo>
                  <a:lnTo>
                    <a:pt x="35853" y="324965"/>
                  </a:lnTo>
                  <a:lnTo>
                    <a:pt x="4182" y="26237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1832" y="2318702"/>
            <a:ext cx="37020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Whiskers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212" y="2967101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650">
              <a:latin typeface="Times New Roman"/>
              <a:cs typeface="Times New Roman"/>
            </a:endParaRPr>
          </a:p>
          <a:p>
            <a:pPr marR="8255" algn="ctr">
              <a:lnSpc>
                <a:spcPct val="100000"/>
              </a:lnSpc>
              <a:spcBef>
                <a:spcPts val="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887" y="2967101"/>
            <a:ext cx="666750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65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  <a:spcBef>
                <a:spcPts val="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912" y="1754758"/>
            <a:ext cx="1369060" cy="1221740"/>
          </a:xfrm>
          <a:custGeom>
            <a:avLst/>
            <a:gdLst/>
            <a:ahLst/>
            <a:cxnLst/>
            <a:rect l="l" t="t" r="r" b="b"/>
            <a:pathLst>
              <a:path w="1369060" h="1221739">
                <a:moveTo>
                  <a:pt x="285496" y="843661"/>
                </a:moveTo>
                <a:lnTo>
                  <a:pt x="277837" y="837946"/>
                </a:lnTo>
                <a:lnTo>
                  <a:pt x="41452" y="1157693"/>
                </a:lnTo>
                <a:lnTo>
                  <a:pt x="14668" y="1137920"/>
                </a:lnTo>
                <a:lnTo>
                  <a:pt x="0" y="1221740"/>
                </a:lnTo>
                <a:lnTo>
                  <a:pt x="75933" y="1183132"/>
                </a:lnTo>
                <a:lnTo>
                  <a:pt x="63017" y="1173607"/>
                </a:lnTo>
                <a:lnTo>
                  <a:pt x="49149" y="1163370"/>
                </a:lnTo>
                <a:lnTo>
                  <a:pt x="285496" y="843661"/>
                </a:lnTo>
                <a:close/>
              </a:path>
              <a:path w="1369060" h="1221739">
                <a:moveTo>
                  <a:pt x="937577" y="1216406"/>
                </a:moveTo>
                <a:lnTo>
                  <a:pt x="927608" y="1169670"/>
                </a:lnTo>
                <a:lnTo>
                  <a:pt x="919797" y="1132967"/>
                </a:lnTo>
                <a:lnTo>
                  <a:pt x="893711" y="1153769"/>
                </a:lnTo>
                <a:lnTo>
                  <a:pt x="641896" y="837819"/>
                </a:lnTo>
                <a:lnTo>
                  <a:pt x="634453" y="843788"/>
                </a:lnTo>
                <a:lnTo>
                  <a:pt x="886294" y="1159687"/>
                </a:lnTo>
                <a:lnTo>
                  <a:pt x="860234" y="1180465"/>
                </a:lnTo>
                <a:lnTo>
                  <a:pt x="937577" y="1216406"/>
                </a:lnTo>
                <a:close/>
              </a:path>
              <a:path w="1369060" h="1221739">
                <a:moveTo>
                  <a:pt x="1368869" y="432562"/>
                </a:moveTo>
                <a:lnTo>
                  <a:pt x="1362887" y="382143"/>
                </a:lnTo>
                <a:lnTo>
                  <a:pt x="1358836" y="347980"/>
                </a:lnTo>
                <a:lnTo>
                  <a:pt x="1330921" y="366369"/>
                </a:lnTo>
                <a:lnTo>
                  <a:pt x="1089850" y="0"/>
                </a:lnTo>
                <a:lnTo>
                  <a:pt x="1081849" y="5207"/>
                </a:lnTo>
                <a:lnTo>
                  <a:pt x="1323035" y="371563"/>
                </a:lnTo>
                <a:lnTo>
                  <a:pt x="1295209" y="389890"/>
                </a:lnTo>
                <a:lnTo>
                  <a:pt x="1368869" y="432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24276" y="1319275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23920" y="1429384"/>
            <a:ext cx="30543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0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62301" y="1773301"/>
            <a:ext cx="787400" cy="784225"/>
            <a:chOff x="2662301" y="1773301"/>
            <a:chExt cx="787400" cy="784225"/>
          </a:xfrm>
        </p:grpSpPr>
        <p:sp>
          <p:nvSpPr>
            <p:cNvPr id="16" name="object 16"/>
            <p:cNvSpPr/>
            <p:nvPr/>
          </p:nvSpPr>
          <p:spPr>
            <a:xfrm>
              <a:off x="3081401" y="1773301"/>
              <a:ext cx="368300" cy="427990"/>
            </a:xfrm>
            <a:custGeom>
              <a:avLst/>
              <a:gdLst/>
              <a:ahLst/>
              <a:cxnLst/>
              <a:rect l="l" t="t" r="r" b="b"/>
              <a:pathLst>
                <a:path w="368300" h="427989">
                  <a:moveTo>
                    <a:pt x="20700" y="345059"/>
                  </a:moveTo>
                  <a:lnTo>
                    <a:pt x="0" y="427609"/>
                  </a:lnTo>
                  <a:lnTo>
                    <a:pt x="78486" y="394716"/>
                  </a:lnTo>
                  <a:lnTo>
                    <a:pt x="64446" y="382650"/>
                  </a:lnTo>
                  <a:lnTo>
                    <a:pt x="44957" y="382650"/>
                  </a:lnTo>
                  <a:lnTo>
                    <a:pt x="37718" y="376428"/>
                  </a:lnTo>
                  <a:lnTo>
                    <a:pt x="45992" y="366792"/>
                  </a:lnTo>
                  <a:lnTo>
                    <a:pt x="20700" y="345059"/>
                  </a:lnTo>
                  <a:close/>
                </a:path>
                <a:path w="368300" h="427989">
                  <a:moveTo>
                    <a:pt x="45992" y="366792"/>
                  </a:moveTo>
                  <a:lnTo>
                    <a:pt x="37718" y="376428"/>
                  </a:lnTo>
                  <a:lnTo>
                    <a:pt x="44957" y="382650"/>
                  </a:lnTo>
                  <a:lnTo>
                    <a:pt x="53232" y="373014"/>
                  </a:lnTo>
                  <a:lnTo>
                    <a:pt x="45992" y="366792"/>
                  </a:lnTo>
                  <a:close/>
                </a:path>
                <a:path w="368300" h="427989">
                  <a:moveTo>
                    <a:pt x="53232" y="373014"/>
                  </a:moveTo>
                  <a:lnTo>
                    <a:pt x="44957" y="382650"/>
                  </a:lnTo>
                  <a:lnTo>
                    <a:pt x="64446" y="382650"/>
                  </a:lnTo>
                  <a:lnTo>
                    <a:pt x="53232" y="373014"/>
                  </a:lnTo>
                  <a:close/>
                </a:path>
                <a:path w="368300" h="427989">
                  <a:moveTo>
                    <a:pt x="360934" y="0"/>
                  </a:moveTo>
                  <a:lnTo>
                    <a:pt x="45992" y="366792"/>
                  </a:lnTo>
                  <a:lnTo>
                    <a:pt x="53232" y="373014"/>
                  </a:lnTo>
                  <a:lnTo>
                    <a:pt x="368173" y="6223"/>
                  </a:lnTo>
                  <a:lnTo>
                    <a:pt x="360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62301" y="2176526"/>
              <a:ext cx="657225" cy="381000"/>
            </a:xfrm>
            <a:custGeom>
              <a:avLst/>
              <a:gdLst/>
              <a:ahLst/>
              <a:cxnLst/>
              <a:rect l="l" t="t" r="r" b="b"/>
              <a:pathLst>
                <a:path w="657225" h="381000">
                  <a:moveTo>
                    <a:pt x="657225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657225" y="381000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62301" y="2176526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6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95776" y="2176526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96054" y="2290381"/>
            <a:ext cx="305435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96462" y="1792858"/>
            <a:ext cx="903605" cy="1221740"/>
          </a:xfrm>
          <a:custGeom>
            <a:avLst/>
            <a:gdLst/>
            <a:ahLst/>
            <a:cxnLst/>
            <a:rect l="l" t="t" r="r" b="b"/>
            <a:pathLst>
              <a:path w="903604" h="1221739">
                <a:moveTo>
                  <a:pt x="287020" y="432562"/>
                </a:moveTo>
                <a:lnTo>
                  <a:pt x="281038" y="382143"/>
                </a:lnTo>
                <a:lnTo>
                  <a:pt x="276987" y="347980"/>
                </a:lnTo>
                <a:lnTo>
                  <a:pt x="249072" y="366369"/>
                </a:lnTo>
                <a:lnTo>
                  <a:pt x="8001" y="0"/>
                </a:lnTo>
                <a:lnTo>
                  <a:pt x="0" y="5207"/>
                </a:lnTo>
                <a:lnTo>
                  <a:pt x="241185" y="371563"/>
                </a:lnTo>
                <a:lnTo>
                  <a:pt x="213360" y="389890"/>
                </a:lnTo>
                <a:lnTo>
                  <a:pt x="287020" y="432562"/>
                </a:lnTo>
                <a:close/>
              </a:path>
              <a:path w="903604" h="1221739">
                <a:moveTo>
                  <a:pt x="307467" y="843153"/>
                </a:moveTo>
                <a:lnTo>
                  <a:pt x="299212" y="838454"/>
                </a:lnTo>
                <a:lnTo>
                  <a:pt x="114630" y="1153617"/>
                </a:lnTo>
                <a:lnTo>
                  <a:pt x="85852" y="1136777"/>
                </a:lnTo>
                <a:lnTo>
                  <a:pt x="80137" y="1221740"/>
                </a:lnTo>
                <a:lnTo>
                  <a:pt x="151638" y="1175258"/>
                </a:lnTo>
                <a:lnTo>
                  <a:pt x="141643" y="1169416"/>
                </a:lnTo>
                <a:lnTo>
                  <a:pt x="122885" y="1158443"/>
                </a:lnTo>
                <a:lnTo>
                  <a:pt x="307467" y="843153"/>
                </a:lnTo>
                <a:close/>
              </a:path>
              <a:path w="903604" h="1221739">
                <a:moveTo>
                  <a:pt x="903478" y="1216406"/>
                </a:moveTo>
                <a:lnTo>
                  <a:pt x="893508" y="1169670"/>
                </a:lnTo>
                <a:lnTo>
                  <a:pt x="885698" y="1132967"/>
                </a:lnTo>
                <a:lnTo>
                  <a:pt x="859612" y="1153769"/>
                </a:lnTo>
                <a:lnTo>
                  <a:pt x="607822" y="837819"/>
                </a:lnTo>
                <a:lnTo>
                  <a:pt x="600329" y="843788"/>
                </a:lnTo>
                <a:lnTo>
                  <a:pt x="852195" y="1159687"/>
                </a:lnTo>
                <a:lnTo>
                  <a:pt x="826135" y="1180465"/>
                </a:lnTo>
                <a:lnTo>
                  <a:pt x="903478" y="12164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62651" y="1195450"/>
            <a:ext cx="723900" cy="466725"/>
          </a:xfrm>
          <a:custGeom>
            <a:avLst/>
            <a:gdLst/>
            <a:ahLst/>
            <a:cxnLst/>
            <a:rect l="l" t="t" r="r" b="b"/>
            <a:pathLst>
              <a:path w="723900" h="466725">
                <a:moveTo>
                  <a:pt x="0" y="233299"/>
                </a:moveTo>
                <a:lnTo>
                  <a:pt x="4733" y="195442"/>
                </a:lnTo>
                <a:lnTo>
                  <a:pt x="18440" y="159536"/>
                </a:lnTo>
                <a:lnTo>
                  <a:pt x="40376" y="126059"/>
                </a:lnTo>
                <a:lnTo>
                  <a:pt x="69799" y="95490"/>
                </a:lnTo>
                <a:lnTo>
                  <a:pt x="105965" y="68310"/>
                </a:lnTo>
                <a:lnTo>
                  <a:pt x="148132" y="44996"/>
                </a:lnTo>
                <a:lnTo>
                  <a:pt x="195557" y="26029"/>
                </a:lnTo>
                <a:lnTo>
                  <a:pt x="247497" y="11888"/>
                </a:lnTo>
                <a:lnTo>
                  <a:pt x="303209" y="3051"/>
                </a:lnTo>
                <a:lnTo>
                  <a:pt x="361950" y="0"/>
                </a:lnTo>
                <a:lnTo>
                  <a:pt x="420659" y="3051"/>
                </a:lnTo>
                <a:lnTo>
                  <a:pt x="476353" y="11888"/>
                </a:lnTo>
                <a:lnTo>
                  <a:pt x="528286" y="26029"/>
                </a:lnTo>
                <a:lnTo>
                  <a:pt x="575712" y="44996"/>
                </a:lnTo>
                <a:lnTo>
                  <a:pt x="617886" y="68310"/>
                </a:lnTo>
                <a:lnTo>
                  <a:pt x="654064" y="95490"/>
                </a:lnTo>
                <a:lnTo>
                  <a:pt x="683499" y="126059"/>
                </a:lnTo>
                <a:lnTo>
                  <a:pt x="705447" y="159536"/>
                </a:lnTo>
                <a:lnTo>
                  <a:pt x="719162" y="195442"/>
                </a:lnTo>
                <a:lnTo>
                  <a:pt x="723900" y="233299"/>
                </a:lnTo>
                <a:lnTo>
                  <a:pt x="719162" y="271158"/>
                </a:lnTo>
                <a:lnTo>
                  <a:pt x="705447" y="307074"/>
                </a:lnTo>
                <a:lnTo>
                  <a:pt x="683499" y="340566"/>
                </a:lnTo>
                <a:lnTo>
                  <a:pt x="654064" y="371151"/>
                </a:lnTo>
                <a:lnTo>
                  <a:pt x="617886" y="398351"/>
                </a:lnTo>
                <a:lnTo>
                  <a:pt x="575712" y="421683"/>
                </a:lnTo>
                <a:lnTo>
                  <a:pt x="528286" y="440668"/>
                </a:lnTo>
                <a:lnTo>
                  <a:pt x="476353" y="454823"/>
                </a:lnTo>
                <a:lnTo>
                  <a:pt x="420659" y="463669"/>
                </a:lnTo>
                <a:lnTo>
                  <a:pt x="361950" y="466725"/>
                </a:lnTo>
                <a:lnTo>
                  <a:pt x="303209" y="463669"/>
                </a:lnTo>
                <a:lnTo>
                  <a:pt x="247497" y="454823"/>
                </a:lnTo>
                <a:lnTo>
                  <a:pt x="195557" y="440668"/>
                </a:lnTo>
                <a:lnTo>
                  <a:pt x="148132" y="421683"/>
                </a:lnTo>
                <a:lnTo>
                  <a:pt x="105965" y="398351"/>
                </a:lnTo>
                <a:lnTo>
                  <a:pt x="69799" y="371151"/>
                </a:lnTo>
                <a:lnTo>
                  <a:pt x="40376" y="340566"/>
                </a:lnTo>
                <a:lnTo>
                  <a:pt x="18440" y="307074"/>
                </a:lnTo>
                <a:lnTo>
                  <a:pt x="4733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97220" y="1309370"/>
            <a:ext cx="24892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4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68645" y="1413827"/>
            <a:ext cx="30543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19776" y="1649475"/>
            <a:ext cx="902335" cy="452120"/>
          </a:xfrm>
          <a:custGeom>
            <a:avLst/>
            <a:gdLst/>
            <a:ahLst/>
            <a:cxnLst/>
            <a:rect l="l" t="t" r="r" b="b"/>
            <a:pathLst>
              <a:path w="902335" h="452119">
                <a:moveTo>
                  <a:pt x="368173" y="6223"/>
                </a:moveTo>
                <a:lnTo>
                  <a:pt x="361061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02335" h="452119">
                <a:moveTo>
                  <a:pt x="902081" y="452120"/>
                </a:moveTo>
                <a:lnTo>
                  <a:pt x="896099" y="401701"/>
                </a:lnTo>
                <a:lnTo>
                  <a:pt x="892048" y="367538"/>
                </a:lnTo>
                <a:lnTo>
                  <a:pt x="864133" y="385927"/>
                </a:lnTo>
                <a:lnTo>
                  <a:pt x="623062" y="19558"/>
                </a:lnTo>
                <a:lnTo>
                  <a:pt x="615061" y="24765"/>
                </a:lnTo>
                <a:lnTo>
                  <a:pt x="856246" y="391121"/>
                </a:lnTo>
                <a:lnTo>
                  <a:pt x="828421" y="409448"/>
                </a:lnTo>
                <a:lnTo>
                  <a:pt x="902081" y="452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10551" y="1185925"/>
            <a:ext cx="723900" cy="457200"/>
          </a:xfrm>
          <a:custGeom>
            <a:avLst/>
            <a:gdLst/>
            <a:ahLst/>
            <a:cxnLst/>
            <a:rect l="l" t="t" r="r" b="b"/>
            <a:pathLst>
              <a:path w="723900" h="457200">
                <a:moveTo>
                  <a:pt x="0" y="228600"/>
                </a:moveTo>
                <a:lnTo>
                  <a:pt x="18440" y="156301"/>
                </a:lnTo>
                <a:lnTo>
                  <a:pt x="40376" y="123495"/>
                </a:lnTo>
                <a:lnTo>
                  <a:pt x="69799" y="93543"/>
                </a:lnTo>
                <a:lnTo>
                  <a:pt x="105965" y="66913"/>
                </a:lnTo>
                <a:lnTo>
                  <a:pt x="148132" y="44074"/>
                </a:lnTo>
                <a:lnTo>
                  <a:pt x="195557" y="25494"/>
                </a:lnTo>
                <a:lnTo>
                  <a:pt x="247497" y="11643"/>
                </a:lnTo>
                <a:lnTo>
                  <a:pt x="303209" y="2988"/>
                </a:lnTo>
                <a:lnTo>
                  <a:pt x="361950" y="0"/>
                </a:lnTo>
                <a:lnTo>
                  <a:pt x="420659" y="2988"/>
                </a:lnTo>
                <a:lnTo>
                  <a:pt x="476353" y="11643"/>
                </a:lnTo>
                <a:lnTo>
                  <a:pt x="528286" y="25494"/>
                </a:lnTo>
                <a:lnTo>
                  <a:pt x="575712" y="44074"/>
                </a:lnTo>
                <a:lnTo>
                  <a:pt x="617886" y="66913"/>
                </a:lnTo>
                <a:lnTo>
                  <a:pt x="654064" y="93543"/>
                </a:lnTo>
                <a:lnTo>
                  <a:pt x="683499" y="123495"/>
                </a:lnTo>
                <a:lnTo>
                  <a:pt x="705447" y="156301"/>
                </a:lnTo>
                <a:lnTo>
                  <a:pt x="723900" y="228600"/>
                </a:lnTo>
                <a:lnTo>
                  <a:pt x="719162" y="265676"/>
                </a:lnTo>
                <a:lnTo>
                  <a:pt x="683499" y="333648"/>
                </a:lnTo>
                <a:lnTo>
                  <a:pt x="654064" y="363602"/>
                </a:lnTo>
                <a:lnTo>
                  <a:pt x="617886" y="390239"/>
                </a:lnTo>
                <a:lnTo>
                  <a:pt x="575712" y="413089"/>
                </a:lnTo>
                <a:lnTo>
                  <a:pt x="528286" y="431681"/>
                </a:lnTo>
                <a:lnTo>
                  <a:pt x="476353" y="445544"/>
                </a:lnTo>
                <a:lnTo>
                  <a:pt x="420659" y="454207"/>
                </a:lnTo>
                <a:lnTo>
                  <a:pt x="361950" y="457200"/>
                </a:lnTo>
                <a:lnTo>
                  <a:pt x="303209" y="454207"/>
                </a:lnTo>
                <a:lnTo>
                  <a:pt x="247497" y="445544"/>
                </a:lnTo>
                <a:lnTo>
                  <a:pt x="195557" y="431681"/>
                </a:lnTo>
                <a:lnTo>
                  <a:pt x="148132" y="413089"/>
                </a:lnTo>
                <a:lnTo>
                  <a:pt x="105965" y="390239"/>
                </a:lnTo>
                <a:lnTo>
                  <a:pt x="69799" y="363602"/>
                </a:lnTo>
                <a:lnTo>
                  <a:pt x="40376" y="333648"/>
                </a:lnTo>
                <a:lnTo>
                  <a:pt x="18440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19084" y="1292542"/>
            <a:ext cx="305435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35876" y="1630426"/>
            <a:ext cx="800100" cy="892175"/>
            <a:chOff x="7135876" y="1630426"/>
            <a:chExt cx="800100" cy="892175"/>
          </a:xfrm>
        </p:grpSpPr>
        <p:sp>
          <p:nvSpPr>
            <p:cNvPr id="29" name="object 29"/>
            <p:cNvSpPr/>
            <p:nvPr/>
          </p:nvSpPr>
          <p:spPr>
            <a:xfrm>
              <a:off x="7567549" y="1630426"/>
              <a:ext cx="368300" cy="427990"/>
            </a:xfrm>
            <a:custGeom>
              <a:avLst/>
              <a:gdLst/>
              <a:ahLst/>
              <a:cxnLst/>
              <a:rect l="l" t="t" r="r" b="b"/>
              <a:pathLst>
                <a:path w="368300" h="427989">
                  <a:moveTo>
                    <a:pt x="20827" y="345059"/>
                  </a:moveTo>
                  <a:lnTo>
                    <a:pt x="0" y="427609"/>
                  </a:lnTo>
                  <a:lnTo>
                    <a:pt x="78612" y="394716"/>
                  </a:lnTo>
                  <a:lnTo>
                    <a:pt x="64573" y="382650"/>
                  </a:lnTo>
                  <a:lnTo>
                    <a:pt x="45084" y="382650"/>
                  </a:lnTo>
                  <a:lnTo>
                    <a:pt x="37846" y="376428"/>
                  </a:lnTo>
                  <a:lnTo>
                    <a:pt x="46119" y="366792"/>
                  </a:lnTo>
                  <a:lnTo>
                    <a:pt x="20827" y="345059"/>
                  </a:lnTo>
                  <a:close/>
                </a:path>
                <a:path w="368300" h="427989">
                  <a:moveTo>
                    <a:pt x="46119" y="366792"/>
                  </a:moveTo>
                  <a:lnTo>
                    <a:pt x="37846" y="376428"/>
                  </a:lnTo>
                  <a:lnTo>
                    <a:pt x="45084" y="382650"/>
                  </a:lnTo>
                  <a:lnTo>
                    <a:pt x="53359" y="373014"/>
                  </a:lnTo>
                  <a:lnTo>
                    <a:pt x="46119" y="366792"/>
                  </a:lnTo>
                  <a:close/>
                </a:path>
                <a:path w="368300" h="427989">
                  <a:moveTo>
                    <a:pt x="53359" y="373014"/>
                  </a:moveTo>
                  <a:lnTo>
                    <a:pt x="45084" y="382650"/>
                  </a:lnTo>
                  <a:lnTo>
                    <a:pt x="64573" y="382650"/>
                  </a:lnTo>
                  <a:lnTo>
                    <a:pt x="53359" y="373014"/>
                  </a:lnTo>
                  <a:close/>
                </a:path>
                <a:path w="368300" h="427989">
                  <a:moveTo>
                    <a:pt x="361060" y="0"/>
                  </a:moveTo>
                  <a:lnTo>
                    <a:pt x="46119" y="366792"/>
                  </a:lnTo>
                  <a:lnTo>
                    <a:pt x="53359" y="373014"/>
                  </a:lnTo>
                  <a:lnTo>
                    <a:pt x="368300" y="6223"/>
                  </a:lnTo>
                  <a:lnTo>
                    <a:pt x="361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48576" y="2043176"/>
              <a:ext cx="771525" cy="466725"/>
            </a:xfrm>
            <a:custGeom>
              <a:avLst/>
              <a:gdLst/>
              <a:ahLst/>
              <a:cxnLst/>
              <a:rect l="l" t="t" r="r" b="b"/>
              <a:pathLst>
                <a:path w="771525" h="466725">
                  <a:moveTo>
                    <a:pt x="385699" y="0"/>
                  </a:moveTo>
                  <a:lnTo>
                    <a:pt x="328682" y="2528"/>
                  </a:lnTo>
                  <a:lnTo>
                    <a:pt x="274271" y="9872"/>
                  </a:lnTo>
                  <a:lnTo>
                    <a:pt x="223058" y="21674"/>
                  </a:lnTo>
                  <a:lnTo>
                    <a:pt x="175641" y="37571"/>
                  </a:lnTo>
                  <a:lnTo>
                    <a:pt x="132615" y="57204"/>
                  </a:lnTo>
                  <a:lnTo>
                    <a:pt x="94574" y="80214"/>
                  </a:lnTo>
                  <a:lnTo>
                    <a:pt x="62115" y="106239"/>
                  </a:lnTo>
                  <a:lnTo>
                    <a:pt x="35833" y="134921"/>
                  </a:lnTo>
                  <a:lnTo>
                    <a:pt x="4179" y="198810"/>
                  </a:lnTo>
                  <a:lnTo>
                    <a:pt x="0" y="233299"/>
                  </a:lnTo>
                  <a:lnTo>
                    <a:pt x="4179" y="267790"/>
                  </a:lnTo>
                  <a:lnTo>
                    <a:pt x="35833" y="331700"/>
                  </a:lnTo>
                  <a:lnTo>
                    <a:pt x="62115" y="360396"/>
                  </a:lnTo>
                  <a:lnTo>
                    <a:pt x="94574" y="386438"/>
                  </a:lnTo>
                  <a:lnTo>
                    <a:pt x="132615" y="409465"/>
                  </a:lnTo>
                  <a:lnTo>
                    <a:pt x="175641" y="429115"/>
                  </a:lnTo>
                  <a:lnTo>
                    <a:pt x="223058" y="445027"/>
                  </a:lnTo>
                  <a:lnTo>
                    <a:pt x="274271" y="456840"/>
                  </a:lnTo>
                  <a:lnTo>
                    <a:pt x="328682" y="464193"/>
                  </a:lnTo>
                  <a:lnTo>
                    <a:pt x="385699" y="466725"/>
                  </a:lnTo>
                  <a:lnTo>
                    <a:pt x="442718" y="464193"/>
                  </a:lnTo>
                  <a:lnTo>
                    <a:pt x="497138" y="456840"/>
                  </a:lnTo>
                  <a:lnTo>
                    <a:pt x="548362" y="445027"/>
                  </a:lnTo>
                  <a:lnTo>
                    <a:pt x="595794" y="429115"/>
                  </a:lnTo>
                  <a:lnTo>
                    <a:pt x="638837" y="409465"/>
                  </a:lnTo>
                  <a:lnTo>
                    <a:pt x="676895" y="386438"/>
                  </a:lnTo>
                  <a:lnTo>
                    <a:pt x="709371" y="360396"/>
                  </a:lnTo>
                  <a:lnTo>
                    <a:pt x="735668" y="331700"/>
                  </a:lnTo>
                  <a:lnTo>
                    <a:pt x="767342" y="267790"/>
                  </a:lnTo>
                  <a:lnTo>
                    <a:pt x="771525" y="233299"/>
                  </a:lnTo>
                  <a:lnTo>
                    <a:pt x="767342" y="198810"/>
                  </a:lnTo>
                  <a:lnTo>
                    <a:pt x="735668" y="134921"/>
                  </a:lnTo>
                  <a:lnTo>
                    <a:pt x="709371" y="106239"/>
                  </a:lnTo>
                  <a:lnTo>
                    <a:pt x="676895" y="80214"/>
                  </a:lnTo>
                  <a:lnTo>
                    <a:pt x="638837" y="57204"/>
                  </a:lnTo>
                  <a:lnTo>
                    <a:pt x="595794" y="37571"/>
                  </a:lnTo>
                  <a:lnTo>
                    <a:pt x="548362" y="21674"/>
                  </a:lnTo>
                  <a:lnTo>
                    <a:pt x="497138" y="9872"/>
                  </a:lnTo>
                  <a:lnTo>
                    <a:pt x="442718" y="2528"/>
                  </a:lnTo>
                  <a:lnTo>
                    <a:pt x="3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48576" y="2043176"/>
              <a:ext cx="771525" cy="466725"/>
            </a:xfrm>
            <a:custGeom>
              <a:avLst/>
              <a:gdLst/>
              <a:ahLst/>
              <a:cxnLst/>
              <a:rect l="l" t="t" r="r" b="b"/>
              <a:pathLst>
                <a:path w="771525" h="466725">
                  <a:moveTo>
                    <a:pt x="0" y="233299"/>
                  </a:moveTo>
                  <a:lnTo>
                    <a:pt x="16322" y="165898"/>
                  </a:lnTo>
                  <a:lnTo>
                    <a:pt x="62115" y="106239"/>
                  </a:lnTo>
                  <a:lnTo>
                    <a:pt x="94574" y="80214"/>
                  </a:lnTo>
                  <a:lnTo>
                    <a:pt x="132615" y="57204"/>
                  </a:lnTo>
                  <a:lnTo>
                    <a:pt x="175641" y="37571"/>
                  </a:lnTo>
                  <a:lnTo>
                    <a:pt x="223058" y="21674"/>
                  </a:lnTo>
                  <a:lnTo>
                    <a:pt x="274271" y="9872"/>
                  </a:lnTo>
                  <a:lnTo>
                    <a:pt x="328682" y="2528"/>
                  </a:lnTo>
                  <a:lnTo>
                    <a:pt x="385699" y="0"/>
                  </a:lnTo>
                  <a:lnTo>
                    <a:pt x="442718" y="2528"/>
                  </a:lnTo>
                  <a:lnTo>
                    <a:pt x="497138" y="9872"/>
                  </a:lnTo>
                  <a:lnTo>
                    <a:pt x="548362" y="21674"/>
                  </a:lnTo>
                  <a:lnTo>
                    <a:pt x="595794" y="37571"/>
                  </a:lnTo>
                  <a:lnTo>
                    <a:pt x="638837" y="57204"/>
                  </a:lnTo>
                  <a:lnTo>
                    <a:pt x="676895" y="80214"/>
                  </a:lnTo>
                  <a:lnTo>
                    <a:pt x="709371" y="106239"/>
                  </a:lnTo>
                  <a:lnTo>
                    <a:pt x="735668" y="134921"/>
                  </a:lnTo>
                  <a:lnTo>
                    <a:pt x="767342" y="198810"/>
                  </a:lnTo>
                  <a:lnTo>
                    <a:pt x="771525" y="233299"/>
                  </a:lnTo>
                  <a:lnTo>
                    <a:pt x="767342" y="267790"/>
                  </a:lnTo>
                  <a:lnTo>
                    <a:pt x="735668" y="331700"/>
                  </a:lnTo>
                  <a:lnTo>
                    <a:pt x="709371" y="360396"/>
                  </a:lnTo>
                  <a:lnTo>
                    <a:pt x="676895" y="386438"/>
                  </a:lnTo>
                  <a:lnTo>
                    <a:pt x="638837" y="409465"/>
                  </a:lnTo>
                  <a:lnTo>
                    <a:pt x="595794" y="429115"/>
                  </a:lnTo>
                  <a:lnTo>
                    <a:pt x="548362" y="445027"/>
                  </a:lnTo>
                  <a:lnTo>
                    <a:pt x="497138" y="456840"/>
                  </a:lnTo>
                  <a:lnTo>
                    <a:pt x="442718" y="464193"/>
                  </a:lnTo>
                  <a:lnTo>
                    <a:pt x="385699" y="466725"/>
                  </a:lnTo>
                  <a:lnTo>
                    <a:pt x="328682" y="464193"/>
                  </a:lnTo>
                  <a:lnTo>
                    <a:pt x="274271" y="456840"/>
                  </a:lnTo>
                  <a:lnTo>
                    <a:pt x="223058" y="445027"/>
                  </a:lnTo>
                  <a:lnTo>
                    <a:pt x="175641" y="429115"/>
                  </a:lnTo>
                  <a:lnTo>
                    <a:pt x="132615" y="409465"/>
                  </a:lnTo>
                  <a:lnTo>
                    <a:pt x="94574" y="386438"/>
                  </a:lnTo>
                  <a:lnTo>
                    <a:pt x="62115" y="360396"/>
                  </a:lnTo>
                  <a:lnTo>
                    <a:pt x="35833" y="331700"/>
                  </a:lnTo>
                  <a:lnTo>
                    <a:pt x="4179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12355" y="2169795"/>
            <a:ext cx="253365" cy="20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ts val="695"/>
              </a:lnSpc>
              <a:spcBef>
                <a:spcPts val="100"/>
              </a:spcBef>
            </a:pPr>
            <a:r>
              <a:rPr sz="600" spc="-25" dirty="0">
                <a:latin typeface="Verdana"/>
                <a:cs typeface="Verdana"/>
              </a:rPr>
              <a:t>Ear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ts val="695"/>
              </a:lnSpc>
            </a:pPr>
            <a:r>
              <a:rPr sz="600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78676" y="1659508"/>
            <a:ext cx="1791335" cy="1720850"/>
            <a:chOff x="6678676" y="1659508"/>
            <a:chExt cx="1791335" cy="1720850"/>
          </a:xfrm>
        </p:grpSpPr>
        <p:sp>
          <p:nvSpPr>
            <p:cNvPr id="34" name="object 34"/>
            <p:cNvSpPr/>
            <p:nvPr/>
          </p:nvSpPr>
          <p:spPr>
            <a:xfrm>
              <a:off x="8182737" y="1659508"/>
              <a:ext cx="287020" cy="433070"/>
            </a:xfrm>
            <a:custGeom>
              <a:avLst/>
              <a:gdLst/>
              <a:ahLst/>
              <a:cxnLst/>
              <a:rect l="l" t="t" r="r" b="b"/>
              <a:pathLst>
                <a:path w="287020" h="433069">
                  <a:moveTo>
                    <a:pt x="241189" y="371558"/>
                  </a:moveTo>
                  <a:lnTo>
                    <a:pt x="213360" y="389889"/>
                  </a:lnTo>
                  <a:lnTo>
                    <a:pt x="287020" y="432561"/>
                  </a:lnTo>
                  <a:lnTo>
                    <a:pt x="281039" y="382142"/>
                  </a:lnTo>
                  <a:lnTo>
                    <a:pt x="248158" y="382142"/>
                  </a:lnTo>
                  <a:lnTo>
                    <a:pt x="241189" y="371558"/>
                  </a:lnTo>
                  <a:close/>
                </a:path>
                <a:path w="287020" h="433069">
                  <a:moveTo>
                    <a:pt x="249075" y="366364"/>
                  </a:moveTo>
                  <a:lnTo>
                    <a:pt x="241189" y="371558"/>
                  </a:lnTo>
                  <a:lnTo>
                    <a:pt x="248158" y="382142"/>
                  </a:lnTo>
                  <a:lnTo>
                    <a:pt x="256032" y="376935"/>
                  </a:lnTo>
                  <a:lnTo>
                    <a:pt x="249075" y="366364"/>
                  </a:lnTo>
                  <a:close/>
                </a:path>
                <a:path w="287020" h="433069">
                  <a:moveTo>
                    <a:pt x="276987" y="347979"/>
                  </a:moveTo>
                  <a:lnTo>
                    <a:pt x="249075" y="366364"/>
                  </a:lnTo>
                  <a:lnTo>
                    <a:pt x="256032" y="376935"/>
                  </a:lnTo>
                  <a:lnTo>
                    <a:pt x="248158" y="382142"/>
                  </a:lnTo>
                  <a:lnTo>
                    <a:pt x="281039" y="382142"/>
                  </a:lnTo>
                  <a:lnTo>
                    <a:pt x="276987" y="347979"/>
                  </a:lnTo>
                  <a:close/>
                </a:path>
                <a:path w="287020" h="433069">
                  <a:moveTo>
                    <a:pt x="8001" y="0"/>
                  </a:moveTo>
                  <a:lnTo>
                    <a:pt x="0" y="5206"/>
                  </a:lnTo>
                  <a:lnTo>
                    <a:pt x="241189" y="371558"/>
                  </a:lnTo>
                  <a:lnTo>
                    <a:pt x="249075" y="366364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91376" y="2909950"/>
              <a:ext cx="847725" cy="457200"/>
            </a:xfrm>
            <a:custGeom>
              <a:avLst/>
              <a:gdLst/>
              <a:ahLst/>
              <a:cxnLst/>
              <a:rect l="l" t="t" r="r" b="b"/>
              <a:pathLst>
                <a:path w="847725" h="457200">
                  <a:moveTo>
                    <a:pt x="0" y="228600"/>
                  </a:moveTo>
                  <a:lnTo>
                    <a:pt x="17942" y="162536"/>
                  </a:lnTo>
                  <a:lnTo>
                    <a:pt x="68275" y="104075"/>
                  </a:lnTo>
                  <a:lnTo>
                    <a:pt x="103949" y="78575"/>
                  </a:lnTo>
                  <a:lnTo>
                    <a:pt x="145754" y="56033"/>
                  </a:lnTo>
                  <a:lnTo>
                    <a:pt x="193034" y="36800"/>
                  </a:lnTo>
                  <a:lnTo>
                    <a:pt x="245134" y="21228"/>
                  </a:lnTo>
                  <a:lnTo>
                    <a:pt x="301399" y="9669"/>
                  </a:lnTo>
                  <a:lnTo>
                    <a:pt x="361172" y="2476"/>
                  </a:lnTo>
                  <a:lnTo>
                    <a:pt x="423799" y="0"/>
                  </a:lnTo>
                  <a:lnTo>
                    <a:pt x="486428" y="2476"/>
                  </a:lnTo>
                  <a:lnTo>
                    <a:pt x="546210" y="9669"/>
                  </a:lnTo>
                  <a:lnTo>
                    <a:pt x="602486" y="21228"/>
                  </a:lnTo>
                  <a:lnTo>
                    <a:pt x="654601" y="36800"/>
                  </a:lnTo>
                  <a:lnTo>
                    <a:pt x="701898" y="56033"/>
                  </a:lnTo>
                  <a:lnTo>
                    <a:pt x="743720" y="78575"/>
                  </a:lnTo>
                  <a:lnTo>
                    <a:pt x="779411" y="104075"/>
                  </a:lnTo>
                  <a:lnTo>
                    <a:pt x="808313" y="132179"/>
                  </a:lnTo>
                  <a:lnTo>
                    <a:pt x="843127" y="194793"/>
                  </a:lnTo>
                  <a:lnTo>
                    <a:pt x="847725" y="228600"/>
                  </a:lnTo>
                  <a:lnTo>
                    <a:pt x="843127" y="262377"/>
                  </a:lnTo>
                  <a:lnTo>
                    <a:pt x="808313" y="324965"/>
                  </a:lnTo>
                  <a:lnTo>
                    <a:pt x="779411" y="353068"/>
                  </a:lnTo>
                  <a:lnTo>
                    <a:pt x="743720" y="378572"/>
                  </a:lnTo>
                  <a:lnTo>
                    <a:pt x="701898" y="401123"/>
                  </a:lnTo>
                  <a:lnTo>
                    <a:pt x="654601" y="420367"/>
                  </a:lnTo>
                  <a:lnTo>
                    <a:pt x="602486" y="435951"/>
                  </a:lnTo>
                  <a:lnTo>
                    <a:pt x="546210" y="447520"/>
                  </a:lnTo>
                  <a:lnTo>
                    <a:pt x="486428" y="454721"/>
                  </a:lnTo>
                  <a:lnTo>
                    <a:pt x="423799" y="457200"/>
                  </a:lnTo>
                  <a:lnTo>
                    <a:pt x="361172" y="454721"/>
                  </a:lnTo>
                  <a:lnTo>
                    <a:pt x="301399" y="447520"/>
                  </a:lnTo>
                  <a:lnTo>
                    <a:pt x="245134" y="435951"/>
                  </a:lnTo>
                  <a:lnTo>
                    <a:pt x="193034" y="420367"/>
                  </a:lnTo>
                  <a:lnTo>
                    <a:pt x="145754" y="401123"/>
                  </a:lnTo>
                  <a:lnTo>
                    <a:pt x="103949" y="378572"/>
                  </a:lnTo>
                  <a:lnTo>
                    <a:pt x="68275" y="353068"/>
                  </a:lnTo>
                  <a:lnTo>
                    <a:pt x="39388" y="324965"/>
                  </a:lnTo>
                  <a:lnTo>
                    <a:pt x="4594" y="26237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899275" y="3071812"/>
            <a:ext cx="43180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767576" y="2497200"/>
            <a:ext cx="1284605" cy="1260475"/>
          </a:xfrm>
          <a:custGeom>
            <a:avLst/>
            <a:gdLst/>
            <a:ahLst/>
            <a:cxnLst/>
            <a:rect l="l" t="t" r="r" b="b"/>
            <a:pathLst>
              <a:path w="1284604" h="1260475">
                <a:moveTo>
                  <a:pt x="227203" y="881761"/>
                </a:moveTo>
                <a:lnTo>
                  <a:pt x="218948" y="877062"/>
                </a:lnTo>
                <a:lnTo>
                  <a:pt x="34366" y="1192225"/>
                </a:lnTo>
                <a:lnTo>
                  <a:pt x="5588" y="1175385"/>
                </a:lnTo>
                <a:lnTo>
                  <a:pt x="0" y="1260348"/>
                </a:lnTo>
                <a:lnTo>
                  <a:pt x="71374" y="1213866"/>
                </a:lnTo>
                <a:lnTo>
                  <a:pt x="61379" y="1208024"/>
                </a:lnTo>
                <a:lnTo>
                  <a:pt x="42621" y="1197051"/>
                </a:lnTo>
                <a:lnTo>
                  <a:pt x="227203" y="881761"/>
                </a:lnTo>
                <a:close/>
              </a:path>
              <a:path w="1284604" h="1260475">
                <a:moveTo>
                  <a:pt x="619760" y="5715"/>
                </a:moveTo>
                <a:lnTo>
                  <a:pt x="611632" y="508"/>
                </a:lnTo>
                <a:lnTo>
                  <a:pt x="398665" y="336575"/>
                </a:lnTo>
                <a:lnTo>
                  <a:pt x="370459" y="318643"/>
                </a:lnTo>
                <a:lnTo>
                  <a:pt x="361823" y="403479"/>
                </a:lnTo>
                <a:lnTo>
                  <a:pt x="434848" y="359537"/>
                </a:lnTo>
                <a:lnTo>
                  <a:pt x="423646" y="352425"/>
                </a:lnTo>
                <a:lnTo>
                  <a:pt x="406730" y="341693"/>
                </a:lnTo>
                <a:lnTo>
                  <a:pt x="619760" y="5715"/>
                </a:lnTo>
                <a:close/>
              </a:path>
              <a:path w="1284604" h="1260475">
                <a:moveTo>
                  <a:pt x="827278" y="1253617"/>
                </a:moveTo>
                <a:lnTo>
                  <a:pt x="816724" y="1207643"/>
                </a:lnTo>
                <a:lnTo>
                  <a:pt x="808228" y="1170559"/>
                </a:lnTo>
                <a:lnTo>
                  <a:pt x="782510" y="1191780"/>
                </a:lnTo>
                <a:lnTo>
                  <a:pt x="498856" y="847852"/>
                </a:lnTo>
                <a:lnTo>
                  <a:pt x="491617" y="853821"/>
                </a:lnTo>
                <a:lnTo>
                  <a:pt x="775131" y="1197864"/>
                </a:lnTo>
                <a:lnTo>
                  <a:pt x="749427" y="1219073"/>
                </a:lnTo>
                <a:lnTo>
                  <a:pt x="827278" y="1253617"/>
                </a:lnTo>
                <a:close/>
              </a:path>
              <a:path w="1284604" h="1260475">
                <a:moveTo>
                  <a:pt x="1284097" y="482981"/>
                </a:moveTo>
                <a:lnTo>
                  <a:pt x="1272946" y="437642"/>
                </a:lnTo>
                <a:lnTo>
                  <a:pt x="1263777" y="400304"/>
                </a:lnTo>
                <a:lnTo>
                  <a:pt x="1238389" y="421855"/>
                </a:lnTo>
                <a:lnTo>
                  <a:pt x="879856" y="0"/>
                </a:lnTo>
                <a:lnTo>
                  <a:pt x="872617" y="6223"/>
                </a:lnTo>
                <a:lnTo>
                  <a:pt x="1231176" y="427990"/>
                </a:lnTo>
                <a:lnTo>
                  <a:pt x="1205738" y="449580"/>
                </a:lnTo>
                <a:lnTo>
                  <a:pt x="1284097" y="482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67702" y="1878647"/>
            <a:ext cx="323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82495" y="1857375"/>
            <a:ext cx="3333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3200" y="2669920"/>
            <a:ext cx="38290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8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10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20152" y="2679128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12491" y="1857375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24344" y="264261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16426" y="1857375"/>
            <a:ext cx="3333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51859" y="2713037"/>
            <a:ext cx="31686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65320" y="2685732"/>
            <a:ext cx="47879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25614" y="1780603"/>
            <a:ext cx="31686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75554" y="179730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132576" y="1801495"/>
            <a:ext cx="47879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65240" y="3476878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P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res</a:t>
            </a:r>
            <a:r>
              <a:rPr sz="650" spc="-8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480934" y="3476878"/>
            <a:ext cx="3543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60918" y="2614866"/>
            <a:ext cx="3333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11209" y="1790636"/>
            <a:ext cx="47879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81200" y="2186051"/>
            <a:ext cx="666750" cy="3905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65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67151" y="3014726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4"/>
              </a:spcBef>
            </a:pPr>
            <a:endParaRPr sz="6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291076" y="3005201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endParaRPr sz="600">
              <a:latin typeface="Times New Roman"/>
              <a:cs typeface="Times New Roman"/>
            </a:endParaRPr>
          </a:p>
          <a:p>
            <a:pPr marL="179705">
              <a:lnSpc>
                <a:spcPct val="100000"/>
              </a:lnSpc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995926" y="2071751"/>
            <a:ext cx="666750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6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824601" y="2071751"/>
            <a:ext cx="666750" cy="381000"/>
          </a:xfrm>
          <a:custGeom>
            <a:avLst/>
            <a:gdLst/>
            <a:ahLst/>
            <a:cxnLst/>
            <a:rect l="l" t="t" r="r" b="b"/>
            <a:pathLst>
              <a:path w="666750" h="381000">
                <a:moveTo>
                  <a:pt x="666750" y="0"/>
                </a:moveTo>
                <a:lnTo>
                  <a:pt x="0" y="0"/>
                </a:lnTo>
                <a:lnTo>
                  <a:pt x="0" y="381000"/>
                </a:lnTo>
                <a:lnTo>
                  <a:pt x="666750" y="381000"/>
                </a:lnTo>
                <a:lnTo>
                  <a:pt x="666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824601" y="2071751"/>
            <a:ext cx="666750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65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  <a:spcBef>
                <a:spcPts val="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8205851" y="2081276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endParaRPr sz="600">
              <a:latin typeface="Times New Roman"/>
              <a:cs typeface="Times New Roman"/>
            </a:endParaRPr>
          </a:p>
          <a:p>
            <a:pPr marL="178435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29601" y="2976626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600">
              <a:latin typeface="Times New Roman"/>
              <a:cs typeface="Times New Roman"/>
            </a:endParaRPr>
          </a:p>
          <a:p>
            <a:pPr marL="17780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415151" y="3767137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4"/>
              </a:spcBef>
            </a:pPr>
            <a:endParaRPr sz="6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39076" y="3757612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endParaRPr sz="6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4511040" y="1552829"/>
            <a:ext cx="272351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dirty="0">
                <a:solidFill>
                  <a:srgbClr val="8C1515"/>
                </a:solidFill>
                <a:latin typeface="Verdana"/>
                <a:cs typeface="Verdana"/>
              </a:rPr>
              <a:t>Decision</a:t>
            </a:r>
            <a:r>
              <a:rPr sz="2900" spc="-110" dirty="0">
                <a:solidFill>
                  <a:srgbClr val="8C1515"/>
                </a:solidFill>
                <a:latin typeface="Verdana"/>
                <a:cs typeface="Verdana"/>
              </a:rPr>
              <a:t> </a:t>
            </a:r>
            <a:r>
              <a:rPr sz="2900" spc="-20" dirty="0">
                <a:solidFill>
                  <a:srgbClr val="8C1515"/>
                </a:solidFill>
                <a:latin typeface="Verdana"/>
                <a:cs typeface="Verdana"/>
              </a:rPr>
              <a:t>Trees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0"/>
              </a:spcBef>
            </a:pPr>
            <a:r>
              <a:rPr sz="3950" spc="-165" dirty="0">
                <a:solidFill>
                  <a:srgbClr val="585858"/>
                </a:solidFill>
                <a:latin typeface="Arial Black"/>
                <a:cs typeface="Arial Black"/>
              </a:rPr>
              <a:t>Learning</a:t>
            </a:r>
            <a:r>
              <a:rPr sz="3950" spc="-27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950" spc="-220" dirty="0">
                <a:solidFill>
                  <a:srgbClr val="585858"/>
                </a:solidFill>
                <a:latin typeface="Arial Black"/>
                <a:cs typeface="Arial Black"/>
              </a:rPr>
              <a:t>Process</a:t>
            </a:r>
            <a:endParaRPr sz="3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9250" y="1494472"/>
            <a:ext cx="1035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Verdana"/>
                <a:cs typeface="Verdana"/>
              </a:rPr>
              <a:t>?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3000" y="1323975"/>
            <a:ext cx="3619500" cy="361950"/>
            <a:chOff x="4953000" y="1323975"/>
            <a:chExt cx="3619500" cy="361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86650" y="1323975"/>
              <a:ext cx="1085850" cy="361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4700" y="1333500"/>
              <a:ext cx="381000" cy="3524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3000" y="1323975"/>
              <a:ext cx="2190750" cy="36195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9884" y="1772411"/>
            <a:ext cx="759460" cy="494030"/>
          </a:xfrm>
          <a:custGeom>
            <a:avLst/>
            <a:gdLst/>
            <a:ahLst/>
            <a:cxnLst/>
            <a:rect l="l" t="t" r="r" b="b"/>
            <a:pathLst>
              <a:path w="759460" h="494030">
                <a:moveTo>
                  <a:pt x="692642" y="456380"/>
                </a:moveTo>
                <a:lnTo>
                  <a:pt x="674496" y="484377"/>
                </a:lnTo>
                <a:lnTo>
                  <a:pt x="759205" y="493902"/>
                </a:lnTo>
                <a:lnTo>
                  <a:pt x="741148" y="463295"/>
                </a:lnTo>
                <a:lnTo>
                  <a:pt x="703326" y="463295"/>
                </a:lnTo>
                <a:lnTo>
                  <a:pt x="692642" y="456380"/>
                </a:lnTo>
                <a:close/>
              </a:path>
              <a:path w="759460" h="494030">
                <a:moveTo>
                  <a:pt x="697797" y="448426"/>
                </a:moveTo>
                <a:lnTo>
                  <a:pt x="692642" y="456380"/>
                </a:lnTo>
                <a:lnTo>
                  <a:pt x="703326" y="463295"/>
                </a:lnTo>
                <a:lnTo>
                  <a:pt x="708405" y="455294"/>
                </a:lnTo>
                <a:lnTo>
                  <a:pt x="697797" y="448426"/>
                </a:lnTo>
                <a:close/>
              </a:path>
              <a:path w="759460" h="494030">
                <a:moveTo>
                  <a:pt x="715899" y="420496"/>
                </a:moveTo>
                <a:lnTo>
                  <a:pt x="697797" y="448426"/>
                </a:lnTo>
                <a:lnTo>
                  <a:pt x="708405" y="455294"/>
                </a:lnTo>
                <a:lnTo>
                  <a:pt x="703326" y="463295"/>
                </a:lnTo>
                <a:lnTo>
                  <a:pt x="741148" y="463295"/>
                </a:lnTo>
                <a:lnTo>
                  <a:pt x="715899" y="420496"/>
                </a:lnTo>
                <a:close/>
              </a:path>
              <a:path w="759460" h="494030">
                <a:moveTo>
                  <a:pt x="5206" y="0"/>
                </a:moveTo>
                <a:lnTo>
                  <a:pt x="0" y="8000"/>
                </a:lnTo>
                <a:lnTo>
                  <a:pt x="692642" y="456380"/>
                </a:lnTo>
                <a:lnTo>
                  <a:pt x="697797" y="448426"/>
                </a:lnTo>
                <a:lnTo>
                  <a:pt x="52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953000" y="1323975"/>
            <a:ext cx="3619500" cy="361950"/>
            <a:chOff x="4953000" y="1323975"/>
            <a:chExt cx="3619500" cy="3619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86650" y="1323975"/>
              <a:ext cx="1085850" cy="3619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0" y="1323975"/>
              <a:ext cx="2190750" cy="3619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4700" y="1333500"/>
              <a:ext cx="381000" cy="35242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9884" y="1772411"/>
            <a:ext cx="759460" cy="494030"/>
          </a:xfrm>
          <a:custGeom>
            <a:avLst/>
            <a:gdLst/>
            <a:ahLst/>
            <a:cxnLst/>
            <a:rect l="l" t="t" r="r" b="b"/>
            <a:pathLst>
              <a:path w="759460" h="494030">
                <a:moveTo>
                  <a:pt x="692642" y="456380"/>
                </a:moveTo>
                <a:lnTo>
                  <a:pt x="674496" y="484377"/>
                </a:lnTo>
                <a:lnTo>
                  <a:pt x="759205" y="493902"/>
                </a:lnTo>
                <a:lnTo>
                  <a:pt x="741148" y="463295"/>
                </a:lnTo>
                <a:lnTo>
                  <a:pt x="703326" y="463295"/>
                </a:lnTo>
                <a:lnTo>
                  <a:pt x="692642" y="456380"/>
                </a:lnTo>
                <a:close/>
              </a:path>
              <a:path w="759460" h="494030">
                <a:moveTo>
                  <a:pt x="697797" y="448426"/>
                </a:moveTo>
                <a:lnTo>
                  <a:pt x="692642" y="456380"/>
                </a:lnTo>
                <a:lnTo>
                  <a:pt x="703326" y="463295"/>
                </a:lnTo>
                <a:lnTo>
                  <a:pt x="708405" y="455294"/>
                </a:lnTo>
                <a:lnTo>
                  <a:pt x="697797" y="448426"/>
                </a:lnTo>
                <a:close/>
              </a:path>
              <a:path w="759460" h="494030">
                <a:moveTo>
                  <a:pt x="715899" y="420496"/>
                </a:moveTo>
                <a:lnTo>
                  <a:pt x="697797" y="448426"/>
                </a:lnTo>
                <a:lnTo>
                  <a:pt x="708405" y="455294"/>
                </a:lnTo>
                <a:lnTo>
                  <a:pt x="703326" y="463295"/>
                </a:lnTo>
                <a:lnTo>
                  <a:pt x="741148" y="463295"/>
                </a:lnTo>
                <a:lnTo>
                  <a:pt x="715899" y="420496"/>
                </a:lnTo>
                <a:close/>
              </a:path>
              <a:path w="759460" h="494030">
                <a:moveTo>
                  <a:pt x="5206" y="0"/>
                </a:moveTo>
                <a:lnTo>
                  <a:pt x="0" y="8000"/>
                </a:lnTo>
                <a:lnTo>
                  <a:pt x="692642" y="456380"/>
                </a:lnTo>
                <a:lnTo>
                  <a:pt x="697797" y="448426"/>
                </a:lnTo>
                <a:lnTo>
                  <a:pt x="52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953000" y="1323975"/>
            <a:ext cx="3619500" cy="361950"/>
            <a:chOff x="4953000" y="1323975"/>
            <a:chExt cx="3619500" cy="3619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86650" y="1323975"/>
              <a:ext cx="1085850" cy="3619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4700" y="1333500"/>
              <a:ext cx="371475" cy="352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3000" y="1323975"/>
              <a:ext cx="2190750" cy="36195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46070" y="2377757"/>
            <a:ext cx="1035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Verdana"/>
                <a:cs typeface="Verdana"/>
              </a:rPr>
              <a:t>?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6250" y="2247900"/>
            <a:ext cx="1714500" cy="361950"/>
            <a:chOff x="476250" y="2247900"/>
            <a:chExt cx="1714500" cy="3619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247900"/>
              <a:ext cx="333375" cy="3619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0" y="2247900"/>
              <a:ext cx="1428750" cy="36195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659884" y="1772411"/>
            <a:ext cx="2293620" cy="885190"/>
            <a:chOff x="4659884" y="1772411"/>
            <a:chExt cx="2293620" cy="885190"/>
          </a:xfrm>
        </p:grpSpPr>
        <p:sp>
          <p:nvSpPr>
            <p:cNvPr id="14" name="object 14"/>
            <p:cNvSpPr/>
            <p:nvPr/>
          </p:nvSpPr>
          <p:spPr>
            <a:xfrm>
              <a:off x="4659884" y="1772411"/>
              <a:ext cx="759460" cy="494030"/>
            </a:xfrm>
            <a:custGeom>
              <a:avLst/>
              <a:gdLst/>
              <a:ahLst/>
              <a:cxnLst/>
              <a:rect l="l" t="t" r="r" b="b"/>
              <a:pathLst>
                <a:path w="759460" h="494030">
                  <a:moveTo>
                    <a:pt x="692642" y="456380"/>
                  </a:moveTo>
                  <a:lnTo>
                    <a:pt x="674496" y="484377"/>
                  </a:lnTo>
                  <a:lnTo>
                    <a:pt x="759205" y="493902"/>
                  </a:lnTo>
                  <a:lnTo>
                    <a:pt x="741148" y="463295"/>
                  </a:lnTo>
                  <a:lnTo>
                    <a:pt x="703326" y="463295"/>
                  </a:lnTo>
                  <a:lnTo>
                    <a:pt x="692642" y="456380"/>
                  </a:lnTo>
                  <a:close/>
                </a:path>
                <a:path w="759460" h="494030">
                  <a:moveTo>
                    <a:pt x="697797" y="448426"/>
                  </a:moveTo>
                  <a:lnTo>
                    <a:pt x="692642" y="456380"/>
                  </a:lnTo>
                  <a:lnTo>
                    <a:pt x="703326" y="463295"/>
                  </a:lnTo>
                  <a:lnTo>
                    <a:pt x="708405" y="455294"/>
                  </a:lnTo>
                  <a:lnTo>
                    <a:pt x="697797" y="448426"/>
                  </a:lnTo>
                  <a:close/>
                </a:path>
                <a:path w="759460" h="494030">
                  <a:moveTo>
                    <a:pt x="715899" y="420496"/>
                  </a:moveTo>
                  <a:lnTo>
                    <a:pt x="697797" y="448426"/>
                  </a:lnTo>
                  <a:lnTo>
                    <a:pt x="708405" y="455294"/>
                  </a:lnTo>
                  <a:lnTo>
                    <a:pt x="703326" y="463295"/>
                  </a:lnTo>
                  <a:lnTo>
                    <a:pt x="741148" y="463295"/>
                  </a:lnTo>
                  <a:lnTo>
                    <a:pt x="715899" y="420496"/>
                  </a:lnTo>
                  <a:close/>
                </a:path>
                <a:path w="759460" h="494030">
                  <a:moveTo>
                    <a:pt x="5206" y="0"/>
                  </a:moveTo>
                  <a:lnTo>
                    <a:pt x="0" y="8000"/>
                  </a:lnTo>
                  <a:lnTo>
                    <a:pt x="692642" y="456380"/>
                  </a:lnTo>
                  <a:lnTo>
                    <a:pt x="697797" y="448426"/>
                  </a:lnTo>
                  <a:lnTo>
                    <a:pt x="52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725" y="2295524"/>
              <a:ext cx="771525" cy="3619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2100" y="2295524"/>
              <a:ext cx="409575" cy="3619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0150" y="2295524"/>
              <a:ext cx="352425" cy="3619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1675" y="2295524"/>
              <a:ext cx="381000" cy="36195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77464" y="1772411"/>
            <a:ext cx="2341880" cy="1513205"/>
          </a:xfrm>
          <a:custGeom>
            <a:avLst/>
            <a:gdLst/>
            <a:ahLst/>
            <a:cxnLst/>
            <a:rect l="l" t="t" r="r" b="b"/>
            <a:pathLst>
              <a:path w="2341879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2341879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6250" y="2247900"/>
            <a:ext cx="6477000" cy="1042035"/>
            <a:chOff x="476250" y="2247900"/>
            <a:chExt cx="6477000" cy="1042035"/>
          </a:xfrm>
        </p:grpSpPr>
        <p:sp>
          <p:nvSpPr>
            <p:cNvPr id="14" name="object 14"/>
            <p:cNvSpPr/>
            <p:nvPr/>
          </p:nvSpPr>
          <p:spPr>
            <a:xfrm>
              <a:off x="2147951" y="2688208"/>
              <a:ext cx="401320" cy="601345"/>
            </a:xfrm>
            <a:custGeom>
              <a:avLst/>
              <a:gdLst/>
              <a:ahLst/>
              <a:cxnLst/>
              <a:rect l="l" t="t" r="r" b="b"/>
              <a:pathLst>
                <a:path w="401319" h="601345">
                  <a:moveTo>
                    <a:pt x="10287" y="516763"/>
                  </a:moveTo>
                  <a:lnTo>
                    <a:pt x="0" y="601345"/>
                  </a:lnTo>
                  <a:lnTo>
                    <a:pt x="73787" y="558927"/>
                  </a:lnTo>
                  <a:lnTo>
                    <a:pt x="61928" y="551053"/>
                  </a:lnTo>
                  <a:lnTo>
                    <a:pt x="38988" y="551053"/>
                  </a:lnTo>
                  <a:lnTo>
                    <a:pt x="31115" y="545719"/>
                  </a:lnTo>
                  <a:lnTo>
                    <a:pt x="38083" y="535219"/>
                  </a:lnTo>
                  <a:lnTo>
                    <a:pt x="10287" y="516763"/>
                  </a:lnTo>
                  <a:close/>
                </a:path>
                <a:path w="401319" h="601345">
                  <a:moveTo>
                    <a:pt x="38083" y="535219"/>
                  </a:moveTo>
                  <a:lnTo>
                    <a:pt x="31115" y="545719"/>
                  </a:lnTo>
                  <a:lnTo>
                    <a:pt x="38988" y="551053"/>
                  </a:lnTo>
                  <a:lnTo>
                    <a:pt x="46005" y="540479"/>
                  </a:lnTo>
                  <a:lnTo>
                    <a:pt x="38083" y="535219"/>
                  </a:lnTo>
                  <a:close/>
                </a:path>
                <a:path w="401319" h="601345">
                  <a:moveTo>
                    <a:pt x="46005" y="540479"/>
                  </a:moveTo>
                  <a:lnTo>
                    <a:pt x="38988" y="551053"/>
                  </a:lnTo>
                  <a:lnTo>
                    <a:pt x="61928" y="551053"/>
                  </a:lnTo>
                  <a:lnTo>
                    <a:pt x="46005" y="540479"/>
                  </a:lnTo>
                  <a:close/>
                </a:path>
                <a:path w="401319" h="601345">
                  <a:moveTo>
                    <a:pt x="393319" y="0"/>
                  </a:moveTo>
                  <a:lnTo>
                    <a:pt x="38083" y="535219"/>
                  </a:lnTo>
                  <a:lnTo>
                    <a:pt x="46005" y="540479"/>
                  </a:lnTo>
                  <a:lnTo>
                    <a:pt x="401193" y="5207"/>
                  </a:lnTo>
                  <a:lnTo>
                    <a:pt x="393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247900"/>
              <a:ext cx="333375" cy="3619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0" y="2247900"/>
              <a:ext cx="1428750" cy="3619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725" y="2295525"/>
              <a:ext cx="771525" cy="3619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2100" y="2295525"/>
              <a:ext cx="409575" cy="3619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0150" y="2295525"/>
              <a:ext cx="352425" cy="3619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1675" y="2295525"/>
              <a:ext cx="381000" cy="3619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625600" y="4184332"/>
            <a:ext cx="606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4/4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cats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90950"/>
            <a:ext cx="9144000" cy="1352550"/>
            <a:chOff x="0" y="3790950"/>
            <a:chExt cx="9144000" cy="1352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2625" y="4152900"/>
              <a:ext cx="333375" cy="361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4152900"/>
              <a:ext cx="390525" cy="361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50" y="3790950"/>
              <a:ext cx="409575" cy="361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4475" y="3790950"/>
              <a:ext cx="371475" cy="36195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8" name="object 8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7464" y="1772411"/>
            <a:ext cx="2341880" cy="1513205"/>
          </a:xfrm>
          <a:custGeom>
            <a:avLst/>
            <a:gdLst/>
            <a:ahLst/>
            <a:cxnLst/>
            <a:rect l="l" t="t" r="r" b="b"/>
            <a:pathLst>
              <a:path w="2341879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2341879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47951" y="2688208"/>
            <a:ext cx="401320" cy="601345"/>
          </a:xfrm>
          <a:custGeom>
            <a:avLst/>
            <a:gdLst/>
            <a:ahLst/>
            <a:cxnLst/>
            <a:rect l="l" t="t" r="r" b="b"/>
            <a:pathLst>
              <a:path w="401319" h="601345">
                <a:moveTo>
                  <a:pt x="10287" y="516763"/>
                </a:moveTo>
                <a:lnTo>
                  <a:pt x="0" y="601345"/>
                </a:lnTo>
                <a:lnTo>
                  <a:pt x="73787" y="558927"/>
                </a:lnTo>
                <a:lnTo>
                  <a:pt x="61928" y="551053"/>
                </a:lnTo>
                <a:lnTo>
                  <a:pt x="38988" y="551053"/>
                </a:lnTo>
                <a:lnTo>
                  <a:pt x="31115" y="545719"/>
                </a:lnTo>
                <a:lnTo>
                  <a:pt x="38083" y="535219"/>
                </a:lnTo>
                <a:lnTo>
                  <a:pt x="10287" y="516763"/>
                </a:lnTo>
                <a:close/>
              </a:path>
              <a:path w="401319" h="601345">
                <a:moveTo>
                  <a:pt x="38083" y="535219"/>
                </a:moveTo>
                <a:lnTo>
                  <a:pt x="31115" y="545719"/>
                </a:lnTo>
                <a:lnTo>
                  <a:pt x="38988" y="551053"/>
                </a:lnTo>
                <a:lnTo>
                  <a:pt x="46005" y="540479"/>
                </a:lnTo>
                <a:lnTo>
                  <a:pt x="38083" y="535219"/>
                </a:lnTo>
                <a:close/>
              </a:path>
              <a:path w="401319" h="601345">
                <a:moveTo>
                  <a:pt x="46005" y="540479"/>
                </a:moveTo>
                <a:lnTo>
                  <a:pt x="38988" y="551053"/>
                </a:lnTo>
                <a:lnTo>
                  <a:pt x="61928" y="551053"/>
                </a:lnTo>
                <a:lnTo>
                  <a:pt x="46005" y="540479"/>
                </a:lnTo>
                <a:close/>
              </a:path>
              <a:path w="401319" h="601345">
                <a:moveTo>
                  <a:pt x="393319" y="0"/>
                </a:moveTo>
                <a:lnTo>
                  <a:pt x="38083" y="535219"/>
                </a:lnTo>
                <a:lnTo>
                  <a:pt x="46005" y="540479"/>
                </a:lnTo>
                <a:lnTo>
                  <a:pt x="401193" y="5207"/>
                </a:lnTo>
                <a:lnTo>
                  <a:pt x="393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81200" y="328142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6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90900" y="2295525"/>
            <a:ext cx="3562350" cy="1390650"/>
            <a:chOff x="3390900" y="2295525"/>
            <a:chExt cx="3562350" cy="139065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0900" y="3324225"/>
              <a:ext cx="314325" cy="3619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1725" y="2295525"/>
              <a:ext cx="771525" cy="3619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2100" y="2295525"/>
              <a:ext cx="409575" cy="3619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0150" y="2295525"/>
              <a:ext cx="352425" cy="3619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1675" y="2295525"/>
              <a:ext cx="381000" cy="3619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314700" y="3778250"/>
            <a:ext cx="604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0/1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cats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90950"/>
            <a:ext cx="9144000" cy="1352550"/>
            <a:chOff x="0" y="3790950"/>
            <a:chExt cx="9144000" cy="1352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2625" y="4152900"/>
              <a:ext cx="333375" cy="361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4152900"/>
              <a:ext cx="390525" cy="361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50" y="3790950"/>
              <a:ext cx="409575" cy="361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3800475"/>
              <a:ext cx="314325" cy="361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475" y="3790950"/>
              <a:ext cx="371475" cy="36195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9" name="object 9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77464" y="1772411"/>
            <a:ext cx="2341880" cy="1513205"/>
          </a:xfrm>
          <a:custGeom>
            <a:avLst/>
            <a:gdLst/>
            <a:ahLst/>
            <a:cxnLst/>
            <a:rect l="l" t="t" r="r" b="b"/>
            <a:pathLst>
              <a:path w="2341879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2341879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7951" y="2688208"/>
            <a:ext cx="401320" cy="601345"/>
          </a:xfrm>
          <a:custGeom>
            <a:avLst/>
            <a:gdLst/>
            <a:ahLst/>
            <a:cxnLst/>
            <a:rect l="l" t="t" r="r" b="b"/>
            <a:pathLst>
              <a:path w="401319" h="601345">
                <a:moveTo>
                  <a:pt x="10287" y="516763"/>
                </a:moveTo>
                <a:lnTo>
                  <a:pt x="0" y="601345"/>
                </a:lnTo>
                <a:lnTo>
                  <a:pt x="73787" y="558927"/>
                </a:lnTo>
                <a:lnTo>
                  <a:pt x="61928" y="551053"/>
                </a:lnTo>
                <a:lnTo>
                  <a:pt x="38988" y="551053"/>
                </a:lnTo>
                <a:lnTo>
                  <a:pt x="31115" y="545719"/>
                </a:lnTo>
                <a:lnTo>
                  <a:pt x="38083" y="535219"/>
                </a:lnTo>
                <a:lnTo>
                  <a:pt x="10287" y="516763"/>
                </a:lnTo>
                <a:close/>
              </a:path>
              <a:path w="401319" h="601345">
                <a:moveTo>
                  <a:pt x="38083" y="535219"/>
                </a:moveTo>
                <a:lnTo>
                  <a:pt x="31115" y="545719"/>
                </a:lnTo>
                <a:lnTo>
                  <a:pt x="38988" y="551053"/>
                </a:lnTo>
                <a:lnTo>
                  <a:pt x="46005" y="540479"/>
                </a:lnTo>
                <a:lnTo>
                  <a:pt x="38083" y="535219"/>
                </a:lnTo>
                <a:close/>
              </a:path>
              <a:path w="401319" h="601345">
                <a:moveTo>
                  <a:pt x="46005" y="540479"/>
                </a:moveTo>
                <a:lnTo>
                  <a:pt x="38988" y="551053"/>
                </a:lnTo>
                <a:lnTo>
                  <a:pt x="61928" y="551053"/>
                </a:lnTo>
                <a:lnTo>
                  <a:pt x="46005" y="540479"/>
                </a:lnTo>
                <a:close/>
              </a:path>
              <a:path w="401319" h="601345">
                <a:moveTo>
                  <a:pt x="393319" y="0"/>
                </a:moveTo>
                <a:lnTo>
                  <a:pt x="38083" y="535219"/>
                </a:lnTo>
                <a:lnTo>
                  <a:pt x="46005" y="540479"/>
                </a:lnTo>
                <a:lnTo>
                  <a:pt x="401193" y="5207"/>
                </a:lnTo>
                <a:lnTo>
                  <a:pt x="393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81200" y="328142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6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57576" y="3290951"/>
            <a:ext cx="112395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10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010150" y="2295525"/>
            <a:ext cx="1943100" cy="361950"/>
            <a:chOff x="5010150" y="2295525"/>
            <a:chExt cx="1943100" cy="36195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1725" y="2295525"/>
              <a:ext cx="771525" cy="3619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2100" y="2295525"/>
              <a:ext cx="409575" cy="3619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0150" y="2295525"/>
              <a:ext cx="352425" cy="3619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1675" y="2295525"/>
              <a:ext cx="381000" cy="361950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90950"/>
            <a:ext cx="9144000" cy="1352550"/>
            <a:chOff x="0" y="3790950"/>
            <a:chExt cx="9144000" cy="1352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2625" y="4152900"/>
              <a:ext cx="333375" cy="361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4152900"/>
              <a:ext cx="390525" cy="361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50" y="3790950"/>
              <a:ext cx="409575" cy="361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3800475"/>
              <a:ext cx="314325" cy="361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475" y="3790950"/>
              <a:ext cx="371475" cy="36195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9" name="object 9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81626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88559" y="2368232"/>
            <a:ext cx="1035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Verdana"/>
                <a:cs typeface="Verdana"/>
              </a:rPr>
              <a:t>?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77464" y="1772411"/>
            <a:ext cx="2341880" cy="1513205"/>
          </a:xfrm>
          <a:custGeom>
            <a:avLst/>
            <a:gdLst/>
            <a:ahLst/>
            <a:cxnLst/>
            <a:rect l="l" t="t" r="r" b="b"/>
            <a:pathLst>
              <a:path w="2341879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2341879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47951" y="2688208"/>
            <a:ext cx="401320" cy="601345"/>
          </a:xfrm>
          <a:custGeom>
            <a:avLst/>
            <a:gdLst/>
            <a:ahLst/>
            <a:cxnLst/>
            <a:rect l="l" t="t" r="r" b="b"/>
            <a:pathLst>
              <a:path w="401319" h="601345">
                <a:moveTo>
                  <a:pt x="10287" y="516763"/>
                </a:moveTo>
                <a:lnTo>
                  <a:pt x="0" y="601345"/>
                </a:lnTo>
                <a:lnTo>
                  <a:pt x="73787" y="558927"/>
                </a:lnTo>
                <a:lnTo>
                  <a:pt x="61928" y="551053"/>
                </a:lnTo>
                <a:lnTo>
                  <a:pt x="38988" y="551053"/>
                </a:lnTo>
                <a:lnTo>
                  <a:pt x="31115" y="545719"/>
                </a:lnTo>
                <a:lnTo>
                  <a:pt x="38083" y="535219"/>
                </a:lnTo>
                <a:lnTo>
                  <a:pt x="10287" y="516763"/>
                </a:lnTo>
                <a:close/>
              </a:path>
              <a:path w="401319" h="601345">
                <a:moveTo>
                  <a:pt x="38083" y="535219"/>
                </a:moveTo>
                <a:lnTo>
                  <a:pt x="31115" y="545719"/>
                </a:lnTo>
                <a:lnTo>
                  <a:pt x="38988" y="551053"/>
                </a:lnTo>
                <a:lnTo>
                  <a:pt x="46005" y="540479"/>
                </a:lnTo>
                <a:lnTo>
                  <a:pt x="38083" y="535219"/>
                </a:lnTo>
                <a:close/>
              </a:path>
              <a:path w="401319" h="601345">
                <a:moveTo>
                  <a:pt x="46005" y="540479"/>
                </a:moveTo>
                <a:lnTo>
                  <a:pt x="38988" y="551053"/>
                </a:lnTo>
                <a:lnTo>
                  <a:pt x="61928" y="551053"/>
                </a:lnTo>
                <a:lnTo>
                  <a:pt x="46005" y="540479"/>
                </a:lnTo>
                <a:close/>
              </a:path>
              <a:path w="401319" h="601345">
                <a:moveTo>
                  <a:pt x="393319" y="0"/>
                </a:moveTo>
                <a:lnTo>
                  <a:pt x="38083" y="535219"/>
                </a:lnTo>
                <a:lnTo>
                  <a:pt x="46005" y="540479"/>
                </a:lnTo>
                <a:lnTo>
                  <a:pt x="401193" y="5207"/>
                </a:lnTo>
                <a:lnTo>
                  <a:pt x="393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81200" y="328142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6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7576" y="3290951"/>
            <a:ext cx="112395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10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91250" y="2209800"/>
            <a:ext cx="1943100" cy="361950"/>
            <a:chOff x="6191250" y="2209800"/>
            <a:chExt cx="1943100" cy="36195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2825" y="2209800"/>
              <a:ext cx="771525" cy="3619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3200" y="2209800"/>
              <a:ext cx="409575" cy="3619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1250" y="2209800"/>
              <a:ext cx="352425" cy="3619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2775" y="2209800"/>
              <a:ext cx="381000" cy="361950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90950"/>
            <a:ext cx="9144000" cy="1352550"/>
            <a:chOff x="0" y="3790950"/>
            <a:chExt cx="9144000" cy="1352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2625" y="4152900"/>
              <a:ext cx="333375" cy="361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4152900"/>
              <a:ext cx="390525" cy="361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50" y="3790950"/>
              <a:ext cx="409575" cy="361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3800475"/>
              <a:ext cx="314325" cy="361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475" y="3790950"/>
              <a:ext cx="371475" cy="36195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9" name="object 9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81626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02554" y="2368232"/>
            <a:ext cx="6623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Verdana"/>
                <a:cs typeface="Verdana"/>
              </a:rPr>
              <a:t>Whiskers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77464" y="1772411"/>
            <a:ext cx="2341880" cy="1513205"/>
          </a:xfrm>
          <a:custGeom>
            <a:avLst/>
            <a:gdLst/>
            <a:ahLst/>
            <a:cxnLst/>
            <a:rect l="l" t="t" r="r" b="b"/>
            <a:pathLst>
              <a:path w="2341879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2341879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47951" y="2688208"/>
            <a:ext cx="401320" cy="601345"/>
          </a:xfrm>
          <a:custGeom>
            <a:avLst/>
            <a:gdLst/>
            <a:ahLst/>
            <a:cxnLst/>
            <a:rect l="l" t="t" r="r" b="b"/>
            <a:pathLst>
              <a:path w="401319" h="601345">
                <a:moveTo>
                  <a:pt x="10287" y="516763"/>
                </a:moveTo>
                <a:lnTo>
                  <a:pt x="0" y="601345"/>
                </a:lnTo>
                <a:lnTo>
                  <a:pt x="73787" y="558927"/>
                </a:lnTo>
                <a:lnTo>
                  <a:pt x="61928" y="551053"/>
                </a:lnTo>
                <a:lnTo>
                  <a:pt x="38988" y="551053"/>
                </a:lnTo>
                <a:lnTo>
                  <a:pt x="31115" y="545719"/>
                </a:lnTo>
                <a:lnTo>
                  <a:pt x="38083" y="535219"/>
                </a:lnTo>
                <a:lnTo>
                  <a:pt x="10287" y="516763"/>
                </a:lnTo>
                <a:close/>
              </a:path>
              <a:path w="401319" h="601345">
                <a:moveTo>
                  <a:pt x="38083" y="535219"/>
                </a:moveTo>
                <a:lnTo>
                  <a:pt x="31115" y="545719"/>
                </a:lnTo>
                <a:lnTo>
                  <a:pt x="38988" y="551053"/>
                </a:lnTo>
                <a:lnTo>
                  <a:pt x="46005" y="540479"/>
                </a:lnTo>
                <a:lnTo>
                  <a:pt x="38083" y="535219"/>
                </a:lnTo>
                <a:close/>
              </a:path>
              <a:path w="401319" h="601345">
                <a:moveTo>
                  <a:pt x="46005" y="540479"/>
                </a:moveTo>
                <a:lnTo>
                  <a:pt x="38988" y="551053"/>
                </a:lnTo>
                <a:lnTo>
                  <a:pt x="61928" y="551053"/>
                </a:lnTo>
                <a:lnTo>
                  <a:pt x="46005" y="540479"/>
                </a:lnTo>
                <a:close/>
              </a:path>
              <a:path w="401319" h="601345">
                <a:moveTo>
                  <a:pt x="393319" y="0"/>
                </a:moveTo>
                <a:lnTo>
                  <a:pt x="38083" y="535219"/>
                </a:lnTo>
                <a:lnTo>
                  <a:pt x="46005" y="540479"/>
                </a:lnTo>
                <a:lnTo>
                  <a:pt x="401193" y="5207"/>
                </a:lnTo>
                <a:lnTo>
                  <a:pt x="393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81200" y="328142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6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7576" y="3290951"/>
            <a:ext cx="112395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10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91250" y="2209800"/>
            <a:ext cx="1943100" cy="361950"/>
            <a:chOff x="6191250" y="2209800"/>
            <a:chExt cx="1943100" cy="36195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2825" y="2209800"/>
              <a:ext cx="771525" cy="3619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3200" y="2209800"/>
              <a:ext cx="409575" cy="3619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1250" y="2209800"/>
              <a:ext cx="352425" cy="3619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2775" y="2209800"/>
              <a:ext cx="381000" cy="361950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90950"/>
            <a:ext cx="9144000" cy="1352550"/>
            <a:chOff x="0" y="3790950"/>
            <a:chExt cx="9144000" cy="1352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2625" y="4152900"/>
              <a:ext cx="333375" cy="361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4152900"/>
              <a:ext cx="390525" cy="361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50" y="3790950"/>
              <a:ext cx="409575" cy="361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3800475"/>
              <a:ext cx="314325" cy="361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475" y="3790950"/>
              <a:ext cx="371475" cy="36195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9" name="object 9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81626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02554" y="2368232"/>
            <a:ext cx="6623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Verdana"/>
                <a:cs typeface="Verdana"/>
              </a:rPr>
              <a:t>Whiskers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77464" y="1772411"/>
            <a:ext cx="2341880" cy="1513205"/>
          </a:xfrm>
          <a:custGeom>
            <a:avLst/>
            <a:gdLst/>
            <a:ahLst/>
            <a:cxnLst/>
            <a:rect l="l" t="t" r="r" b="b"/>
            <a:pathLst>
              <a:path w="2341879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2341879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47951" y="2688208"/>
            <a:ext cx="401320" cy="601345"/>
          </a:xfrm>
          <a:custGeom>
            <a:avLst/>
            <a:gdLst/>
            <a:ahLst/>
            <a:cxnLst/>
            <a:rect l="l" t="t" r="r" b="b"/>
            <a:pathLst>
              <a:path w="401319" h="601345">
                <a:moveTo>
                  <a:pt x="10287" y="516763"/>
                </a:moveTo>
                <a:lnTo>
                  <a:pt x="0" y="601345"/>
                </a:lnTo>
                <a:lnTo>
                  <a:pt x="73787" y="558927"/>
                </a:lnTo>
                <a:lnTo>
                  <a:pt x="61928" y="551053"/>
                </a:lnTo>
                <a:lnTo>
                  <a:pt x="38988" y="551053"/>
                </a:lnTo>
                <a:lnTo>
                  <a:pt x="31115" y="545719"/>
                </a:lnTo>
                <a:lnTo>
                  <a:pt x="38083" y="535219"/>
                </a:lnTo>
                <a:lnTo>
                  <a:pt x="10287" y="516763"/>
                </a:lnTo>
                <a:close/>
              </a:path>
              <a:path w="401319" h="601345">
                <a:moveTo>
                  <a:pt x="38083" y="535219"/>
                </a:moveTo>
                <a:lnTo>
                  <a:pt x="31115" y="545719"/>
                </a:lnTo>
                <a:lnTo>
                  <a:pt x="38988" y="551053"/>
                </a:lnTo>
                <a:lnTo>
                  <a:pt x="46005" y="540479"/>
                </a:lnTo>
                <a:lnTo>
                  <a:pt x="38083" y="535219"/>
                </a:lnTo>
                <a:close/>
              </a:path>
              <a:path w="401319" h="601345">
                <a:moveTo>
                  <a:pt x="46005" y="540479"/>
                </a:moveTo>
                <a:lnTo>
                  <a:pt x="38988" y="551053"/>
                </a:lnTo>
                <a:lnTo>
                  <a:pt x="61928" y="551053"/>
                </a:lnTo>
                <a:lnTo>
                  <a:pt x="46005" y="540479"/>
                </a:lnTo>
                <a:close/>
              </a:path>
              <a:path w="401319" h="601345">
                <a:moveTo>
                  <a:pt x="393319" y="0"/>
                </a:moveTo>
                <a:lnTo>
                  <a:pt x="38083" y="535219"/>
                </a:lnTo>
                <a:lnTo>
                  <a:pt x="46005" y="540479"/>
                </a:lnTo>
                <a:lnTo>
                  <a:pt x="401193" y="5207"/>
                </a:lnTo>
                <a:lnTo>
                  <a:pt x="393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81200" y="328142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6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7576" y="3290951"/>
            <a:ext cx="112395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10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22215" y="2687700"/>
            <a:ext cx="1327785" cy="585470"/>
          </a:xfrm>
          <a:custGeom>
            <a:avLst/>
            <a:gdLst/>
            <a:ahLst/>
            <a:cxnLst/>
            <a:rect l="l" t="t" r="r" b="b"/>
            <a:pathLst>
              <a:path w="1327785" h="585470">
                <a:moveTo>
                  <a:pt x="278638" y="5080"/>
                </a:moveTo>
                <a:lnTo>
                  <a:pt x="270002" y="1143"/>
                </a:lnTo>
                <a:lnTo>
                  <a:pt x="30111" y="514477"/>
                </a:lnTo>
                <a:lnTo>
                  <a:pt x="0" y="500380"/>
                </a:lnTo>
                <a:lnTo>
                  <a:pt x="2286" y="585470"/>
                </a:lnTo>
                <a:lnTo>
                  <a:pt x="68961" y="532638"/>
                </a:lnTo>
                <a:lnTo>
                  <a:pt x="63258" y="529971"/>
                </a:lnTo>
                <a:lnTo>
                  <a:pt x="38747" y="518515"/>
                </a:lnTo>
                <a:lnTo>
                  <a:pt x="278638" y="5080"/>
                </a:lnTo>
                <a:close/>
              </a:path>
              <a:path w="1327785" h="585470">
                <a:moveTo>
                  <a:pt x="1327531" y="574675"/>
                </a:moveTo>
                <a:lnTo>
                  <a:pt x="1315681" y="530225"/>
                </a:lnTo>
                <a:lnTo>
                  <a:pt x="1305560" y="492252"/>
                </a:lnTo>
                <a:lnTo>
                  <a:pt x="1280617" y="514362"/>
                </a:lnTo>
                <a:lnTo>
                  <a:pt x="824992" y="0"/>
                </a:lnTo>
                <a:lnTo>
                  <a:pt x="817753" y="6223"/>
                </a:lnTo>
                <a:lnTo>
                  <a:pt x="1273479" y="520687"/>
                </a:lnTo>
                <a:lnTo>
                  <a:pt x="1248537" y="542798"/>
                </a:lnTo>
                <a:lnTo>
                  <a:pt x="1327531" y="574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04384" y="2807970"/>
            <a:ext cx="525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Present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0284" y="2807970"/>
            <a:ext cx="4984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Absent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91250" y="2209800"/>
            <a:ext cx="1943100" cy="361950"/>
            <a:chOff x="6191250" y="2209800"/>
            <a:chExt cx="1943100" cy="36195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2825" y="2209800"/>
              <a:ext cx="771525" cy="3619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3200" y="2209800"/>
              <a:ext cx="409575" cy="3619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1250" y="2209800"/>
              <a:ext cx="352425" cy="3619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2775" y="2209800"/>
              <a:ext cx="381000" cy="3619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655565" y="4264977"/>
            <a:ext cx="6045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1/1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cats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038850" y="4229417"/>
            <a:ext cx="606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0/4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cats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52850"/>
            <a:ext cx="9144000" cy="1390650"/>
            <a:chOff x="0" y="3752850"/>
            <a:chExt cx="9144000" cy="1390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2625" y="4152900"/>
              <a:ext cx="333375" cy="361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475" y="4152900"/>
              <a:ext cx="390525" cy="3619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50" y="3790950"/>
              <a:ext cx="409575" cy="361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3800475"/>
              <a:ext cx="314325" cy="361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475" y="3790950"/>
              <a:ext cx="371475" cy="3619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3475" y="3752850"/>
              <a:ext cx="352425" cy="3714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72175" y="3790950"/>
              <a:ext cx="419100" cy="3619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91275" y="3781425"/>
              <a:ext cx="371475" cy="3619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81700" y="4152900"/>
              <a:ext cx="390525" cy="3619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19850" y="4143375"/>
              <a:ext cx="390525" cy="361950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14" name="object 14"/>
          <p:cNvSpPr/>
          <p:nvPr/>
        </p:nvSpPr>
        <p:spPr>
          <a:xfrm>
            <a:off x="3557651" y="1366900"/>
            <a:ext cx="1304925" cy="447675"/>
          </a:xfrm>
          <a:custGeom>
            <a:avLst/>
            <a:gdLst/>
            <a:ahLst/>
            <a:cxnLst/>
            <a:rect l="l" t="t" r="r" b="b"/>
            <a:pathLst>
              <a:path w="1304925" h="447675">
                <a:moveTo>
                  <a:pt x="0" y="223774"/>
                </a:moveTo>
                <a:lnTo>
                  <a:pt x="13254" y="178680"/>
                </a:lnTo>
                <a:lnTo>
                  <a:pt x="51270" y="136677"/>
                </a:lnTo>
                <a:lnTo>
                  <a:pt x="111422" y="98666"/>
                </a:lnTo>
                <a:lnTo>
                  <a:pt x="148979" y="81439"/>
                </a:lnTo>
                <a:lnTo>
                  <a:pt x="191087" y="65547"/>
                </a:lnTo>
                <a:lnTo>
                  <a:pt x="237417" y="51104"/>
                </a:lnTo>
                <a:lnTo>
                  <a:pt x="287641" y="38221"/>
                </a:lnTo>
                <a:lnTo>
                  <a:pt x="341431" y="27011"/>
                </a:lnTo>
                <a:lnTo>
                  <a:pt x="398460" y="17587"/>
                </a:lnTo>
                <a:lnTo>
                  <a:pt x="458399" y="10061"/>
                </a:lnTo>
                <a:lnTo>
                  <a:pt x="520921" y="4546"/>
                </a:lnTo>
                <a:lnTo>
                  <a:pt x="585696" y="1155"/>
                </a:lnTo>
                <a:lnTo>
                  <a:pt x="652399" y="0"/>
                </a:lnTo>
                <a:lnTo>
                  <a:pt x="719102" y="1155"/>
                </a:lnTo>
                <a:lnTo>
                  <a:pt x="783882" y="4546"/>
                </a:lnTo>
                <a:lnTo>
                  <a:pt x="846410" y="10061"/>
                </a:lnTo>
                <a:lnTo>
                  <a:pt x="906357" y="17587"/>
                </a:lnTo>
                <a:lnTo>
                  <a:pt x="963395" y="27011"/>
                </a:lnTo>
                <a:lnTo>
                  <a:pt x="1017196" y="38221"/>
                </a:lnTo>
                <a:lnTo>
                  <a:pt x="1067432" y="51104"/>
                </a:lnTo>
                <a:lnTo>
                  <a:pt x="1113774" y="65547"/>
                </a:lnTo>
                <a:lnTo>
                  <a:pt x="1155893" y="81439"/>
                </a:lnTo>
                <a:lnTo>
                  <a:pt x="1193462" y="98666"/>
                </a:lnTo>
                <a:lnTo>
                  <a:pt x="1253634" y="136677"/>
                </a:lnTo>
                <a:lnTo>
                  <a:pt x="1291664" y="178680"/>
                </a:lnTo>
                <a:lnTo>
                  <a:pt x="1304925" y="223774"/>
                </a:lnTo>
                <a:lnTo>
                  <a:pt x="1301555" y="246652"/>
                </a:lnTo>
                <a:lnTo>
                  <a:pt x="1275581" y="290323"/>
                </a:lnTo>
                <a:lnTo>
                  <a:pt x="1226152" y="330460"/>
                </a:lnTo>
                <a:lnTo>
                  <a:pt x="1155893" y="366160"/>
                </a:lnTo>
                <a:lnTo>
                  <a:pt x="1113774" y="382063"/>
                </a:lnTo>
                <a:lnTo>
                  <a:pt x="1067432" y="396519"/>
                </a:lnTo>
                <a:lnTo>
                  <a:pt x="1017196" y="409413"/>
                </a:lnTo>
                <a:lnTo>
                  <a:pt x="963395" y="420634"/>
                </a:lnTo>
                <a:lnTo>
                  <a:pt x="906357" y="430067"/>
                </a:lnTo>
                <a:lnTo>
                  <a:pt x="846410" y="437601"/>
                </a:lnTo>
                <a:lnTo>
                  <a:pt x="783882" y="443122"/>
                </a:lnTo>
                <a:lnTo>
                  <a:pt x="719102" y="446518"/>
                </a:lnTo>
                <a:lnTo>
                  <a:pt x="652399" y="447675"/>
                </a:lnTo>
                <a:lnTo>
                  <a:pt x="585696" y="446518"/>
                </a:lnTo>
                <a:lnTo>
                  <a:pt x="520921" y="443122"/>
                </a:lnTo>
                <a:lnTo>
                  <a:pt x="458399" y="437601"/>
                </a:lnTo>
                <a:lnTo>
                  <a:pt x="398460" y="430067"/>
                </a:lnTo>
                <a:lnTo>
                  <a:pt x="341431" y="420634"/>
                </a:lnTo>
                <a:lnTo>
                  <a:pt x="287641" y="409413"/>
                </a:lnTo>
                <a:lnTo>
                  <a:pt x="237417" y="396519"/>
                </a:lnTo>
                <a:lnTo>
                  <a:pt x="191087" y="382063"/>
                </a:lnTo>
                <a:lnTo>
                  <a:pt x="148979" y="366160"/>
                </a:lnTo>
                <a:lnTo>
                  <a:pt x="111422" y="348921"/>
                </a:lnTo>
                <a:lnTo>
                  <a:pt x="51270" y="310890"/>
                </a:lnTo>
                <a:lnTo>
                  <a:pt x="13254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44671" y="1494472"/>
            <a:ext cx="7296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00426" y="1772157"/>
            <a:ext cx="920750" cy="476884"/>
          </a:xfrm>
          <a:custGeom>
            <a:avLst/>
            <a:gdLst/>
            <a:ahLst/>
            <a:cxnLst/>
            <a:rect l="l" t="t" r="r" b="b"/>
            <a:pathLst>
              <a:path w="920750" h="476885">
                <a:moveTo>
                  <a:pt x="50292" y="407669"/>
                </a:moveTo>
                <a:lnTo>
                  <a:pt x="0" y="476376"/>
                </a:lnTo>
                <a:lnTo>
                  <a:pt x="85090" y="475487"/>
                </a:lnTo>
                <a:lnTo>
                  <a:pt x="72839" y="451611"/>
                </a:lnTo>
                <a:lnTo>
                  <a:pt x="58547" y="451611"/>
                </a:lnTo>
                <a:lnTo>
                  <a:pt x="54229" y="443102"/>
                </a:lnTo>
                <a:lnTo>
                  <a:pt x="65499" y="437308"/>
                </a:lnTo>
                <a:lnTo>
                  <a:pt x="50292" y="407669"/>
                </a:lnTo>
                <a:close/>
              </a:path>
              <a:path w="920750" h="476885">
                <a:moveTo>
                  <a:pt x="65499" y="437308"/>
                </a:moveTo>
                <a:lnTo>
                  <a:pt x="54229" y="443102"/>
                </a:lnTo>
                <a:lnTo>
                  <a:pt x="58547" y="451611"/>
                </a:lnTo>
                <a:lnTo>
                  <a:pt x="69856" y="445799"/>
                </a:lnTo>
                <a:lnTo>
                  <a:pt x="65499" y="437308"/>
                </a:lnTo>
                <a:close/>
              </a:path>
              <a:path w="920750" h="476885">
                <a:moveTo>
                  <a:pt x="69856" y="445799"/>
                </a:moveTo>
                <a:lnTo>
                  <a:pt x="58547" y="451611"/>
                </a:lnTo>
                <a:lnTo>
                  <a:pt x="72839" y="451611"/>
                </a:lnTo>
                <a:lnTo>
                  <a:pt x="69856" y="445799"/>
                </a:lnTo>
                <a:close/>
              </a:path>
              <a:path w="920750" h="476885">
                <a:moveTo>
                  <a:pt x="916177" y="0"/>
                </a:moveTo>
                <a:lnTo>
                  <a:pt x="65499" y="437308"/>
                </a:lnTo>
                <a:lnTo>
                  <a:pt x="69856" y="445799"/>
                </a:lnTo>
                <a:lnTo>
                  <a:pt x="920623" y="8508"/>
                </a:lnTo>
                <a:lnTo>
                  <a:pt x="916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84880" y="1804670"/>
            <a:ext cx="437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Pointy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21528" y="1805876"/>
            <a:ext cx="46735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Floppy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6085" y="2807970"/>
            <a:ext cx="4616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43201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674366" y="2293937"/>
            <a:ext cx="445134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100">
              <a:lnSpc>
                <a:spcPts val="1280"/>
              </a:lnSpc>
              <a:spcBef>
                <a:spcPts val="200"/>
              </a:spcBef>
            </a:pPr>
            <a:r>
              <a:rPr sz="1100" spc="-20" dirty="0">
                <a:latin typeface="Verdana"/>
                <a:cs typeface="Verdana"/>
              </a:rPr>
              <a:t>Face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1626" y="2252726"/>
            <a:ext cx="1314450" cy="447675"/>
          </a:xfrm>
          <a:custGeom>
            <a:avLst/>
            <a:gdLst/>
            <a:ahLst/>
            <a:cxnLst/>
            <a:rect l="l" t="t" r="r" b="b"/>
            <a:pathLst>
              <a:path w="1314450" h="447675">
                <a:moveTo>
                  <a:pt x="0" y="223774"/>
                </a:moveTo>
                <a:lnTo>
                  <a:pt x="13347" y="178680"/>
                </a:lnTo>
                <a:lnTo>
                  <a:pt x="51631" y="136677"/>
                </a:lnTo>
                <a:lnTo>
                  <a:pt x="112212" y="98666"/>
                </a:lnTo>
                <a:lnTo>
                  <a:pt x="150040" y="81439"/>
                </a:lnTo>
                <a:lnTo>
                  <a:pt x="192452" y="65547"/>
                </a:lnTo>
                <a:lnTo>
                  <a:pt x="239120" y="51104"/>
                </a:lnTo>
                <a:lnTo>
                  <a:pt x="289712" y="38221"/>
                </a:lnTo>
                <a:lnTo>
                  <a:pt x="343900" y="27011"/>
                </a:lnTo>
                <a:lnTo>
                  <a:pt x="401353" y="17587"/>
                </a:lnTo>
                <a:lnTo>
                  <a:pt x="461742" y="10061"/>
                </a:lnTo>
                <a:lnTo>
                  <a:pt x="524737" y="4546"/>
                </a:lnTo>
                <a:lnTo>
                  <a:pt x="590008" y="1155"/>
                </a:lnTo>
                <a:lnTo>
                  <a:pt x="657225" y="0"/>
                </a:lnTo>
                <a:lnTo>
                  <a:pt x="724420" y="1155"/>
                </a:lnTo>
                <a:lnTo>
                  <a:pt x="789676" y="4546"/>
                </a:lnTo>
                <a:lnTo>
                  <a:pt x="852660" y="10061"/>
                </a:lnTo>
                <a:lnTo>
                  <a:pt x="913042" y="17587"/>
                </a:lnTo>
                <a:lnTo>
                  <a:pt x="970493" y="27011"/>
                </a:lnTo>
                <a:lnTo>
                  <a:pt x="1024681" y="38221"/>
                </a:lnTo>
                <a:lnTo>
                  <a:pt x="1075277" y="51104"/>
                </a:lnTo>
                <a:lnTo>
                  <a:pt x="1121949" y="65547"/>
                </a:lnTo>
                <a:lnTo>
                  <a:pt x="1164368" y="81439"/>
                </a:lnTo>
                <a:lnTo>
                  <a:pt x="1202203" y="98666"/>
                </a:lnTo>
                <a:lnTo>
                  <a:pt x="1262800" y="136677"/>
                </a:lnTo>
                <a:lnTo>
                  <a:pt x="1301097" y="178680"/>
                </a:lnTo>
                <a:lnTo>
                  <a:pt x="1314450" y="223774"/>
                </a:lnTo>
                <a:lnTo>
                  <a:pt x="1311056" y="246652"/>
                </a:lnTo>
                <a:lnTo>
                  <a:pt x="1284901" y="290323"/>
                </a:lnTo>
                <a:lnTo>
                  <a:pt x="1235124" y="330460"/>
                </a:lnTo>
                <a:lnTo>
                  <a:pt x="1164368" y="366160"/>
                </a:lnTo>
                <a:lnTo>
                  <a:pt x="1121949" y="382063"/>
                </a:lnTo>
                <a:lnTo>
                  <a:pt x="1075277" y="396519"/>
                </a:lnTo>
                <a:lnTo>
                  <a:pt x="1024681" y="409413"/>
                </a:lnTo>
                <a:lnTo>
                  <a:pt x="970493" y="420634"/>
                </a:lnTo>
                <a:lnTo>
                  <a:pt x="913042" y="430067"/>
                </a:lnTo>
                <a:lnTo>
                  <a:pt x="852660" y="437601"/>
                </a:lnTo>
                <a:lnTo>
                  <a:pt x="789676" y="443122"/>
                </a:lnTo>
                <a:lnTo>
                  <a:pt x="724420" y="446518"/>
                </a:lnTo>
                <a:lnTo>
                  <a:pt x="657225" y="447675"/>
                </a:lnTo>
                <a:lnTo>
                  <a:pt x="590008" y="446518"/>
                </a:lnTo>
                <a:lnTo>
                  <a:pt x="524737" y="443122"/>
                </a:lnTo>
                <a:lnTo>
                  <a:pt x="461742" y="437601"/>
                </a:lnTo>
                <a:lnTo>
                  <a:pt x="401353" y="430067"/>
                </a:lnTo>
                <a:lnTo>
                  <a:pt x="343900" y="420634"/>
                </a:lnTo>
                <a:lnTo>
                  <a:pt x="289712" y="409413"/>
                </a:lnTo>
                <a:lnTo>
                  <a:pt x="239120" y="396519"/>
                </a:lnTo>
                <a:lnTo>
                  <a:pt x="192452" y="382063"/>
                </a:lnTo>
                <a:lnTo>
                  <a:pt x="150040" y="366160"/>
                </a:lnTo>
                <a:lnTo>
                  <a:pt x="112212" y="348921"/>
                </a:lnTo>
                <a:lnTo>
                  <a:pt x="51631" y="310890"/>
                </a:lnTo>
                <a:lnTo>
                  <a:pt x="13347" y="268873"/>
                </a:lnTo>
                <a:lnTo>
                  <a:pt x="0" y="22377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202554" y="2368232"/>
            <a:ext cx="66230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Verdana"/>
                <a:cs typeface="Verdana"/>
              </a:rPr>
              <a:t>Whiskers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77464" y="1772411"/>
            <a:ext cx="3272790" cy="1513205"/>
          </a:xfrm>
          <a:custGeom>
            <a:avLst/>
            <a:gdLst/>
            <a:ahLst/>
            <a:cxnLst/>
            <a:rect l="l" t="t" r="r" b="b"/>
            <a:pathLst>
              <a:path w="3272790" h="1513204">
                <a:moveTo>
                  <a:pt x="447675" y="1513078"/>
                </a:moveTo>
                <a:lnTo>
                  <a:pt x="439077" y="1464945"/>
                </a:lnTo>
                <a:lnTo>
                  <a:pt x="432689" y="1429131"/>
                </a:lnTo>
                <a:lnTo>
                  <a:pt x="405879" y="1449146"/>
                </a:lnTo>
                <a:lnTo>
                  <a:pt x="7747" y="915543"/>
                </a:lnTo>
                <a:lnTo>
                  <a:pt x="0" y="921258"/>
                </a:lnTo>
                <a:lnTo>
                  <a:pt x="398310" y="1454797"/>
                </a:lnTo>
                <a:lnTo>
                  <a:pt x="371602" y="1474724"/>
                </a:lnTo>
                <a:lnTo>
                  <a:pt x="447675" y="1513078"/>
                </a:lnTo>
                <a:close/>
              </a:path>
              <a:path w="3272790" h="1513204">
                <a:moveTo>
                  <a:pt x="2223389" y="920369"/>
                </a:moveTo>
                <a:lnTo>
                  <a:pt x="2214753" y="916432"/>
                </a:lnTo>
                <a:lnTo>
                  <a:pt x="1974862" y="1429766"/>
                </a:lnTo>
                <a:lnTo>
                  <a:pt x="1944751" y="1415669"/>
                </a:lnTo>
                <a:lnTo>
                  <a:pt x="1947037" y="1500759"/>
                </a:lnTo>
                <a:lnTo>
                  <a:pt x="2013712" y="1447927"/>
                </a:lnTo>
                <a:lnTo>
                  <a:pt x="2008009" y="1445260"/>
                </a:lnTo>
                <a:lnTo>
                  <a:pt x="1983498" y="1433804"/>
                </a:lnTo>
                <a:lnTo>
                  <a:pt x="2223389" y="920369"/>
                </a:lnTo>
                <a:close/>
              </a:path>
              <a:path w="3272790" h="1513204">
                <a:moveTo>
                  <a:pt x="2341626" y="493903"/>
                </a:moveTo>
                <a:lnTo>
                  <a:pt x="2323566" y="463296"/>
                </a:lnTo>
                <a:lnTo>
                  <a:pt x="2298319" y="420497"/>
                </a:lnTo>
                <a:lnTo>
                  <a:pt x="2280208" y="448437"/>
                </a:lnTo>
                <a:lnTo>
                  <a:pt x="1587627" y="0"/>
                </a:lnTo>
                <a:lnTo>
                  <a:pt x="1582420" y="8001"/>
                </a:lnTo>
                <a:lnTo>
                  <a:pt x="2275052" y="456387"/>
                </a:lnTo>
                <a:lnTo>
                  <a:pt x="2256917" y="484378"/>
                </a:lnTo>
                <a:lnTo>
                  <a:pt x="2341626" y="493903"/>
                </a:lnTo>
                <a:close/>
              </a:path>
              <a:path w="3272790" h="1513204">
                <a:moveTo>
                  <a:pt x="3272282" y="1489964"/>
                </a:moveTo>
                <a:lnTo>
                  <a:pt x="3260433" y="1445514"/>
                </a:lnTo>
                <a:lnTo>
                  <a:pt x="3250311" y="1407541"/>
                </a:lnTo>
                <a:lnTo>
                  <a:pt x="3225368" y="1429651"/>
                </a:lnTo>
                <a:lnTo>
                  <a:pt x="2769743" y="915289"/>
                </a:lnTo>
                <a:lnTo>
                  <a:pt x="2762504" y="921512"/>
                </a:lnTo>
                <a:lnTo>
                  <a:pt x="3218230" y="1435976"/>
                </a:lnTo>
                <a:lnTo>
                  <a:pt x="3193288" y="1458087"/>
                </a:lnTo>
                <a:lnTo>
                  <a:pt x="3272282" y="1489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70884" y="2807970"/>
            <a:ext cx="6985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Not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round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04384" y="2807970"/>
            <a:ext cx="525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Present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90284" y="2807970"/>
            <a:ext cx="4984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Absent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81200" y="328142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6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57576" y="3290951"/>
            <a:ext cx="112395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10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10151" y="3262376"/>
            <a:ext cx="1123950" cy="4381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91276" y="3262376"/>
            <a:ext cx="1123950" cy="4476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108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47951" y="2688208"/>
            <a:ext cx="401320" cy="601345"/>
          </a:xfrm>
          <a:custGeom>
            <a:avLst/>
            <a:gdLst/>
            <a:ahLst/>
            <a:cxnLst/>
            <a:rect l="l" t="t" r="r" b="b"/>
            <a:pathLst>
              <a:path w="401319" h="601345">
                <a:moveTo>
                  <a:pt x="10287" y="516763"/>
                </a:moveTo>
                <a:lnTo>
                  <a:pt x="0" y="601345"/>
                </a:lnTo>
                <a:lnTo>
                  <a:pt x="73787" y="558927"/>
                </a:lnTo>
                <a:lnTo>
                  <a:pt x="61928" y="551053"/>
                </a:lnTo>
                <a:lnTo>
                  <a:pt x="38988" y="551053"/>
                </a:lnTo>
                <a:lnTo>
                  <a:pt x="31115" y="545719"/>
                </a:lnTo>
                <a:lnTo>
                  <a:pt x="38083" y="535219"/>
                </a:lnTo>
                <a:lnTo>
                  <a:pt x="10287" y="516763"/>
                </a:lnTo>
                <a:close/>
              </a:path>
              <a:path w="401319" h="601345">
                <a:moveTo>
                  <a:pt x="38083" y="535219"/>
                </a:moveTo>
                <a:lnTo>
                  <a:pt x="31115" y="545719"/>
                </a:lnTo>
                <a:lnTo>
                  <a:pt x="38988" y="551053"/>
                </a:lnTo>
                <a:lnTo>
                  <a:pt x="46005" y="540479"/>
                </a:lnTo>
                <a:lnTo>
                  <a:pt x="38083" y="535219"/>
                </a:lnTo>
                <a:close/>
              </a:path>
              <a:path w="401319" h="601345">
                <a:moveTo>
                  <a:pt x="46005" y="540479"/>
                </a:moveTo>
                <a:lnTo>
                  <a:pt x="38988" y="551053"/>
                </a:lnTo>
                <a:lnTo>
                  <a:pt x="61928" y="551053"/>
                </a:lnTo>
                <a:lnTo>
                  <a:pt x="46005" y="540479"/>
                </a:lnTo>
                <a:close/>
              </a:path>
              <a:path w="401319" h="601345">
                <a:moveTo>
                  <a:pt x="393319" y="0"/>
                </a:moveTo>
                <a:lnTo>
                  <a:pt x="38083" y="535219"/>
                </a:lnTo>
                <a:lnTo>
                  <a:pt x="46005" y="540479"/>
                </a:lnTo>
                <a:lnTo>
                  <a:pt x="401193" y="5207"/>
                </a:lnTo>
                <a:lnTo>
                  <a:pt x="393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077594"/>
            <a:ext cx="6152515" cy="8934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Verdana"/>
                <a:cs typeface="Verdana"/>
              </a:rPr>
              <a:t>Decision</a:t>
            </a:r>
            <a:r>
              <a:rPr sz="1550" b="1" spc="325" dirty="0">
                <a:latin typeface="Verdana"/>
                <a:cs typeface="Verdana"/>
              </a:rPr>
              <a:t> </a:t>
            </a:r>
            <a:r>
              <a:rPr sz="1550" b="1" dirty="0">
                <a:latin typeface="Verdana"/>
                <a:cs typeface="Verdana"/>
              </a:rPr>
              <a:t>1:</a:t>
            </a:r>
            <a:r>
              <a:rPr sz="1550" b="1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How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choose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what</a:t>
            </a:r>
            <a:r>
              <a:rPr sz="1550" spc="1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feature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at</a:t>
            </a:r>
            <a:r>
              <a:rPr sz="1550" spc="-1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each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latin typeface="Verdana"/>
                <a:cs typeface="Verdana"/>
              </a:rPr>
              <a:t>node?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50" dirty="0">
                <a:latin typeface="Verdana"/>
                <a:cs typeface="Verdana"/>
              </a:rPr>
              <a:t>Maximize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purity</a:t>
            </a:r>
            <a:r>
              <a:rPr sz="1550" spc="2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(or</a:t>
            </a:r>
            <a:r>
              <a:rPr sz="1550" spc="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minimize</a:t>
            </a:r>
            <a:r>
              <a:rPr sz="1550" spc="22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impurity)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745" y="1196213"/>
            <a:ext cx="1129010" cy="4013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077594"/>
            <a:ext cx="6152515" cy="8934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Verdana"/>
                <a:cs typeface="Verdana"/>
              </a:rPr>
              <a:t>Decision</a:t>
            </a:r>
            <a:r>
              <a:rPr sz="1550" b="1" spc="325" dirty="0">
                <a:latin typeface="Verdana"/>
                <a:cs typeface="Verdana"/>
              </a:rPr>
              <a:t> </a:t>
            </a:r>
            <a:r>
              <a:rPr sz="1550" b="1" dirty="0">
                <a:latin typeface="Verdana"/>
                <a:cs typeface="Verdana"/>
              </a:rPr>
              <a:t>1:</a:t>
            </a:r>
            <a:r>
              <a:rPr sz="1550" b="1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How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choose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what</a:t>
            </a:r>
            <a:r>
              <a:rPr sz="1550" spc="1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feature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at</a:t>
            </a:r>
            <a:r>
              <a:rPr sz="1550" spc="-1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each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latin typeface="Verdana"/>
                <a:cs typeface="Verdana"/>
              </a:rPr>
              <a:t>node?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50" dirty="0">
                <a:latin typeface="Verdana"/>
                <a:cs typeface="Verdana"/>
              </a:rPr>
              <a:t>Maximize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purity</a:t>
            </a:r>
            <a:r>
              <a:rPr sz="1550" spc="2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(or</a:t>
            </a:r>
            <a:r>
              <a:rPr sz="1550" spc="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minimize</a:t>
            </a:r>
            <a:r>
              <a:rPr sz="1550" spc="22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impurity)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72451" y="881125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03844" y="993140"/>
            <a:ext cx="23749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55" dirty="0">
                <a:latin typeface="Verdana"/>
                <a:cs typeface="Verdana"/>
              </a:rPr>
              <a:t>DN</a:t>
            </a:r>
            <a:r>
              <a:rPr sz="650" spc="-13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A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29576" y="1335150"/>
            <a:ext cx="892810" cy="452120"/>
          </a:xfrm>
          <a:custGeom>
            <a:avLst/>
            <a:gdLst/>
            <a:ahLst/>
            <a:cxnLst/>
            <a:rect l="l" t="t" r="r" b="b"/>
            <a:pathLst>
              <a:path w="892809" h="452119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892809" h="452119">
                <a:moveTo>
                  <a:pt x="892556" y="452120"/>
                </a:moveTo>
                <a:lnTo>
                  <a:pt x="886574" y="401701"/>
                </a:lnTo>
                <a:lnTo>
                  <a:pt x="882523" y="367538"/>
                </a:lnTo>
                <a:lnTo>
                  <a:pt x="854608" y="385927"/>
                </a:lnTo>
                <a:lnTo>
                  <a:pt x="613537" y="19558"/>
                </a:lnTo>
                <a:lnTo>
                  <a:pt x="605536" y="24765"/>
                </a:lnTo>
                <a:lnTo>
                  <a:pt x="846721" y="391121"/>
                </a:lnTo>
                <a:lnTo>
                  <a:pt x="818896" y="409448"/>
                </a:lnTo>
                <a:lnTo>
                  <a:pt x="892556" y="452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39330" y="1481073"/>
            <a:ext cx="1943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Yes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1308" y="1486534"/>
            <a:ext cx="16573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No 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6812" y="2262251"/>
            <a:ext cx="715010" cy="466725"/>
          </a:xfrm>
          <a:custGeom>
            <a:avLst/>
            <a:gdLst/>
            <a:ahLst/>
            <a:cxnLst/>
            <a:rect l="l" t="t" r="r" b="b"/>
            <a:pathLst>
              <a:path w="715010" h="466725">
                <a:moveTo>
                  <a:pt x="0" y="233299"/>
                </a:moveTo>
                <a:lnTo>
                  <a:pt x="4676" y="195442"/>
                </a:lnTo>
                <a:lnTo>
                  <a:pt x="18213" y="159536"/>
                </a:lnTo>
                <a:lnTo>
                  <a:pt x="39875" y="126059"/>
                </a:lnTo>
                <a:lnTo>
                  <a:pt x="68927" y="95490"/>
                </a:lnTo>
                <a:lnTo>
                  <a:pt x="104632" y="68310"/>
                </a:lnTo>
                <a:lnTo>
                  <a:pt x="146253" y="44996"/>
                </a:lnTo>
                <a:lnTo>
                  <a:pt x="193056" y="26029"/>
                </a:lnTo>
                <a:lnTo>
                  <a:pt x="244303" y="11888"/>
                </a:lnTo>
                <a:lnTo>
                  <a:pt x="299259" y="3051"/>
                </a:lnTo>
                <a:lnTo>
                  <a:pt x="357187" y="0"/>
                </a:lnTo>
                <a:lnTo>
                  <a:pt x="415117" y="3051"/>
                </a:lnTo>
                <a:lnTo>
                  <a:pt x="470078" y="11888"/>
                </a:lnTo>
                <a:lnTo>
                  <a:pt x="521332" y="26029"/>
                </a:lnTo>
                <a:lnTo>
                  <a:pt x="568143" y="44996"/>
                </a:lnTo>
                <a:lnTo>
                  <a:pt x="609774" y="68310"/>
                </a:lnTo>
                <a:lnTo>
                  <a:pt x="645488" y="95490"/>
                </a:lnTo>
                <a:lnTo>
                  <a:pt x="674548" y="126059"/>
                </a:lnTo>
                <a:lnTo>
                  <a:pt x="696218" y="159536"/>
                </a:lnTo>
                <a:lnTo>
                  <a:pt x="709760" y="195442"/>
                </a:lnTo>
                <a:lnTo>
                  <a:pt x="714438" y="233299"/>
                </a:lnTo>
                <a:lnTo>
                  <a:pt x="709760" y="271158"/>
                </a:lnTo>
                <a:lnTo>
                  <a:pt x="696218" y="307074"/>
                </a:lnTo>
                <a:lnTo>
                  <a:pt x="674548" y="340566"/>
                </a:lnTo>
                <a:lnTo>
                  <a:pt x="645488" y="371151"/>
                </a:lnTo>
                <a:lnTo>
                  <a:pt x="609774" y="398351"/>
                </a:lnTo>
                <a:lnTo>
                  <a:pt x="568143" y="421683"/>
                </a:lnTo>
                <a:lnTo>
                  <a:pt x="521332" y="440668"/>
                </a:lnTo>
                <a:lnTo>
                  <a:pt x="470078" y="454823"/>
                </a:lnTo>
                <a:lnTo>
                  <a:pt x="415117" y="463669"/>
                </a:lnTo>
                <a:lnTo>
                  <a:pt x="357187" y="466725"/>
                </a:lnTo>
                <a:lnTo>
                  <a:pt x="299259" y="463669"/>
                </a:lnTo>
                <a:lnTo>
                  <a:pt x="244303" y="454823"/>
                </a:lnTo>
                <a:lnTo>
                  <a:pt x="193056" y="440668"/>
                </a:lnTo>
                <a:lnTo>
                  <a:pt x="146253" y="421683"/>
                </a:lnTo>
                <a:lnTo>
                  <a:pt x="104632" y="398351"/>
                </a:lnTo>
                <a:lnTo>
                  <a:pt x="68927" y="371151"/>
                </a:lnTo>
                <a:lnTo>
                  <a:pt x="39875" y="340566"/>
                </a:lnTo>
                <a:lnTo>
                  <a:pt x="18213" y="307074"/>
                </a:lnTo>
                <a:lnTo>
                  <a:pt x="4676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64361" y="2378075"/>
            <a:ext cx="306070" cy="233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7150">
              <a:lnSpc>
                <a:spcPct val="106000"/>
              </a:lnSpc>
              <a:spcBef>
                <a:spcPts val="75"/>
              </a:spcBef>
            </a:pPr>
            <a:r>
              <a:rPr sz="650" spc="30" dirty="0">
                <a:latin typeface="Verdana"/>
                <a:cs typeface="Verdana"/>
              </a:rPr>
              <a:t>Ear </a:t>
            </a: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3937" y="271627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236" y="6223"/>
                </a:moveTo>
                <a:lnTo>
                  <a:pt x="360997" y="0"/>
                </a:lnTo>
                <a:lnTo>
                  <a:pt x="46037" y="366801"/>
                </a:lnTo>
                <a:lnTo>
                  <a:pt x="20751" y="345059"/>
                </a:lnTo>
                <a:lnTo>
                  <a:pt x="0" y="427609"/>
                </a:lnTo>
                <a:lnTo>
                  <a:pt x="78549" y="394716"/>
                </a:lnTo>
                <a:lnTo>
                  <a:pt x="64503" y="382651"/>
                </a:lnTo>
                <a:lnTo>
                  <a:pt x="53263" y="372999"/>
                </a:lnTo>
                <a:lnTo>
                  <a:pt x="368236" y="6223"/>
                </a:lnTo>
                <a:close/>
              </a:path>
              <a:path w="940435" h="429260">
                <a:moveTo>
                  <a:pt x="940244" y="429006"/>
                </a:moveTo>
                <a:lnTo>
                  <a:pt x="930046" y="382651"/>
                </a:lnTo>
                <a:lnTo>
                  <a:pt x="921956" y="345821"/>
                </a:lnTo>
                <a:lnTo>
                  <a:pt x="896048" y="366788"/>
                </a:lnTo>
                <a:lnTo>
                  <a:pt x="622858" y="28702"/>
                </a:lnTo>
                <a:lnTo>
                  <a:pt x="615378" y="34671"/>
                </a:lnTo>
                <a:lnTo>
                  <a:pt x="888669" y="372757"/>
                </a:lnTo>
                <a:lnTo>
                  <a:pt x="862774" y="393700"/>
                </a:lnTo>
                <a:lnTo>
                  <a:pt x="940244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1207" y="2865691"/>
            <a:ext cx="323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34895" y="2871152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71926" y="2233676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65220" y="2345308"/>
            <a:ext cx="31496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29051" y="2687700"/>
            <a:ext cx="902335" cy="452120"/>
          </a:xfrm>
          <a:custGeom>
            <a:avLst/>
            <a:gdLst/>
            <a:ahLst/>
            <a:cxnLst/>
            <a:rect l="l" t="t" r="r" b="b"/>
            <a:pathLst>
              <a:path w="902335" h="452119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02335" h="452119">
                <a:moveTo>
                  <a:pt x="902081" y="452120"/>
                </a:moveTo>
                <a:lnTo>
                  <a:pt x="896099" y="401701"/>
                </a:lnTo>
                <a:lnTo>
                  <a:pt x="892048" y="367538"/>
                </a:lnTo>
                <a:lnTo>
                  <a:pt x="864133" y="385927"/>
                </a:lnTo>
                <a:lnTo>
                  <a:pt x="623062" y="19558"/>
                </a:lnTo>
                <a:lnTo>
                  <a:pt x="615061" y="24765"/>
                </a:lnTo>
                <a:lnTo>
                  <a:pt x="856246" y="391121"/>
                </a:lnTo>
                <a:lnTo>
                  <a:pt x="828421" y="409448"/>
                </a:lnTo>
                <a:lnTo>
                  <a:pt x="902081" y="452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081401" y="2833370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6550" y="2838132"/>
            <a:ext cx="48005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5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91251" y="2186051"/>
            <a:ext cx="857250" cy="476250"/>
          </a:xfrm>
          <a:custGeom>
            <a:avLst/>
            <a:gdLst/>
            <a:ahLst/>
            <a:cxnLst/>
            <a:rect l="l" t="t" r="r" b="b"/>
            <a:pathLst>
              <a:path w="857250" h="476250">
                <a:moveTo>
                  <a:pt x="0" y="238125"/>
                </a:moveTo>
                <a:lnTo>
                  <a:pt x="15310" y="174801"/>
                </a:lnTo>
                <a:lnTo>
                  <a:pt x="58518" y="117912"/>
                </a:lnTo>
                <a:lnTo>
                  <a:pt x="89307" y="92588"/>
                </a:lnTo>
                <a:lnTo>
                  <a:pt x="125539" y="69723"/>
                </a:lnTo>
                <a:lnTo>
                  <a:pt x="166702" y="49598"/>
                </a:lnTo>
                <a:lnTo>
                  <a:pt x="212287" y="32497"/>
                </a:lnTo>
                <a:lnTo>
                  <a:pt x="261782" y="18704"/>
                </a:lnTo>
                <a:lnTo>
                  <a:pt x="314677" y="8501"/>
                </a:lnTo>
                <a:lnTo>
                  <a:pt x="370462" y="2172"/>
                </a:lnTo>
                <a:lnTo>
                  <a:pt x="428625" y="0"/>
                </a:lnTo>
                <a:lnTo>
                  <a:pt x="486761" y="2172"/>
                </a:lnTo>
                <a:lnTo>
                  <a:pt x="542528" y="8501"/>
                </a:lnTo>
                <a:lnTo>
                  <a:pt x="595413" y="18704"/>
                </a:lnTo>
                <a:lnTo>
                  <a:pt x="644905" y="32497"/>
                </a:lnTo>
                <a:lnTo>
                  <a:pt x="690493" y="49598"/>
                </a:lnTo>
                <a:lnTo>
                  <a:pt x="731662" y="69722"/>
                </a:lnTo>
                <a:lnTo>
                  <a:pt x="767903" y="92588"/>
                </a:lnTo>
                <a:lnTo>
                  <a:pt x="798702" y="117912"/>
                </a:lnTo>
                <a:lnTo>
                  <a:pt x="841930" y="174801"/>
                </a:lnTo>
                <a:lnTo>
                  <a:pt x="857250" y="238125"/>
                </a:lnTo>
                <a:lnTo>
                  <a:pt x="853334" y="270422"/>
                </a:lnTo>
                <a:lnTo>
                  <a:pt x="823549" y="330785"/>
                </a:lnTo>
                <a:lnTo>
                  <a:pt x="767903" y="383607"/>
                </a:lnTo>
                <a:lnTo>
                  <a:pt x="731662" y="406479"/>
                </a:lnTo>
                <a:lnTo>
                  <a:pt x="690493" y="426613"/>
                </a:lnTo>
                <a:lnTo>
                  <a:pt x="644905" y="443723"/>
                </a:lnTo>
                <a:lnTo>
                  <a:pt x="595413" y="457527"/>
                </a:lnTo>
                <a:lnTo>
                  <a:pt x="542528" y="467739"/>
                </a:lnTo>
                <a:lnTo>
                  <a:pt x="486761" y="474074"/>
                </a:lnTo>
                <a:lnTo>
                  <a:pt x="428625" y="476250"/>
                </a:lnTo>
                <a:lnTo>
                  <a:pt x="370462" y="474074"/>
                </a:lnTo>
                <a:lnTo>
                  <a:pt x="314677" y="467739"/>
                </a:lnTo>
                <a:lnTo>
                  <a:pt x="261782" y="457527"/>
                </a:lnTo>
                <a:lnTo>
                  <a:pt x="212287" y="443723"/>
                </a:lnTo>
                <a:lnTo>
                  <a:pt x="166702" y="426613"/>
                </a:lnTo>
                <a:lnTo>
                  <a:pt x="125539" y="406479"/>
                </a:lnTo>
                <a:lnTo>
                  <a:pt x="89307" y="383607"/>
                </a:lnTo>
                <a:lnTo>
                  <a:pt x="58518" y="358281"/>
                </a:lnTo>
                <a:lnTo>
                  <a:pt x="15310" y="301404"/>
                </a:lnTo>
                <a:lnTo>
                  <a:pt x="0" y="2381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93689" y="2357437"/>
            <a:ext cx="450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96001" y="2640456"/>
            <a:ext cx="930910" cy="494030"/>
          </a:xfrm>
          <a:custGeom>
            <a:avLst/>
            <a:gdLst/>
            <a:ahLst/>
            <a:cxnLst/>
            <a:rect l="l" t="t" r="r" b="b"/>
            <a:pathLst>
              <a:path w="930909" h="494030">
                <a:moveTo>
                  <a:pt x="340487" y="5461"/>
                </a:moveTo>
                <a:lnTo>
                  <a:pt x="332613" y="0"/>
                </a:lnTo>
                <a:lnTo>
                  <a:pt x="39065" y="428421"/>
                </a:lnTo>
                <a:lnTo>
                  <a:pt x="11557" y="409575"/>
                </a:lnTo>
                <a:lnTo>
                  <a:pt x="0" y="493903"/>
                </a:lnTo>
                <a:lnTo>
                  <a:pt x="74422" y="452628"/>
                </a:lnTo>
                <a:lnTo>
                  <a:pt x="62179" y="444246"/>
                </a:lnTo>
                <a:lnTo>
                  <a:pt x="46913" y="433793"/>
                </a:lnTo>
                <a:lnTo>
                  <a:pt x="340487" y="5461"/>
                </a:lnTo>
                <a:close/>
              </a:path>
              <a:path w="930909" h="494030">
                <a:moveTo>
                  <a:pt x="930643" y="461264"/>
                </a:moveTo>
                <a:lnTo>
                  <a:pt x="924674" y="410845"/>
                </a:lnTo>
                <a:lnTo>
                  <a:pt x="920623" y="376682"/>
                </a:lnTo>
                <a:lnTo>
                  <a:pt x="892708" y="395071"/>
                </a:lnTo>
                <a:lnTo>
                  <a:pt x="651637" y="28702"/>
                </a:lnTo>
                <a:lnTo>
                  <a:pt x="643636" y="33909"/>
                </a:lnTo>
                <a:lnTo>
                  <a:pt x="884821" y="400265"/>
                </a:lnTo>
                <a:lnTo>
                  <a:pt x="856996" y="418592"/>
                </a:lnTo>
                <a:lnTo>
                  <a:pt x="930643" y="461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90820" y="2833306"/>
            <a:ext cx="38290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5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10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5956" y="2868929"/>
            <a:ext cx="3543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5475" y="4174807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4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/5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22360" y="2818764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0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/5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56739" y="4174807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1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/5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33776" y="4174807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4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/7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94175" y="4174807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1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/3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32729" y="4174807"/>
            <a:ext cx="41402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3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/4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31609" y="4174807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2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/6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56144" y="2800730"/>
            <a:ext cx="412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5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/5</a:t>
            </a:r>
            <a:r>
              <a:rPr sz="650" spc="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48500" y="1762125"/>
            <a:ext cx="1743075" cy="1028700"/>
            <a:chOff x="7048500" y="1762125"/>
            <a:chExt cx="1743075" cy="10287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2419350"/>
              <a:ext cx="390525" cy="3714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050" y="2114550"/>
              <a:ext cx="390525" cy="3714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8075" y="2095500"/>
              <a:ext cx="333375" cy="3619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20050" y="2124075"/>
              <a:ext cx="381000" cy="3524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9950" y="2400300"/>
              <a:ext cx="390525" cy="3714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8500" y="2085975"/>
              <a:ext cx="400050" cy="3714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10575" y="1771650"/>
              <a:ext cx="314325" cy="3619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91475" y="1781175"/>
              <a:ext cx="419100" cy="3619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7600" y="1762125"/>
              <a:ext cx="352425" cy="3714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86600" y="1771650"/>
              <a:ext cx="371475" cy="361950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476250" y="3105150"/>
            <a:ext cx="1905000" cy="1076325"/>
            <a:chOff x="476250" y="3105150"/>
            <a:chExt cx="1905000" cy="1076325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825" y="3505200"/>
              <a:ext cx="333375" cy="3619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700" y="3810000"/>
              <a:ext cx="390525" cy="3714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250" y="3495675"/>
              <a:ext cx="409575" cy="37147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925" y="3181350"/>
              <a:ext cx="314325" cy="3619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4350" y="3181350"/>
              <a:ext cx="371475" cy="3619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9275" y="3762375"/>
              <a:ext cx="390525" cy="3714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0725" y="3457575"/>
              <a:ext cx="390525" cy="3714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250" y="3467100"/>
              <a:ext cx="371475" cy="35242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0675" y="3124200"/>
              <a:ext cx="409575" cy="3619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0725" y="3105150"/>
              <a:ext cx="352425" cy="361950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2638425" y="3095625"/>
            <a:ext cx="2028825" cy="1019175"/>
            <a:chOff x="2638425" y="3095625"/>
            <a:chExt cx="2028825" cy="1019175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3743325"/>
              <a:ext cx="390525" cy="3714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375" y="3438525"/>
              <a:ext cx="390525" cy="3619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9425" y="3419475"/>
              <a:ext cx="333375" cy="36195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7500" y="3724275"/>
              <a:ext cx="390525" cy="36195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8425" y="3409950"/>
              <a:ext cx="409575" cy="36195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0400" y="3114675"/>
              <a:ext cx="409575" cy="36195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28925" y="3095625"/>
              <a:ext cx="371475" cy="3714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1950" y="3552825"/>
              <a:ext cx="381000" cy="3619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52925" y="3181350"/>
              <a:ext cx="314325" cy="3714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81450" y="3209925"/>
              <a:ext cx="361950" cy="361950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114925" y="3228975"/>
            <a:ext cx="771525" cy="704850"/>
            <a:chOff x="5114925" y="3228975"/>
            <a:chExt cx="771525" cy="704850"/>
          </a:xfrm>
        </p:grpSpPr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4925" y="3552825"/>
              <a:ext cx="409575" cy="3619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34025" y="3571875"/>
              <a:ext cx="323850" cy="3619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4025" y="3228975"/>
              <a:ext cx="352425" cy="3619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53025" y="3238500"/>
              <a:ext cx="371475" cy="361950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6172200" y="3228975"/>
            <a:ext cx="1190625" cy="752475"/>
            <a:chOff x="6172200" y="3228975"/>
            <a:chExt cx="1190625" cy="752475"/>
          </a:xfrm>
        </p:grpSpPr>
        <p:pic>
          <p:nvPicPr>
            <p:cNvPr id="71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62775" y="3600450"/>
              <a:ext cx="400050" cy="36195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3725" y="3238500"/>
              <a:ext cx="390525" cy="37147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1775" y="3228975"/>
              <a:ext cx="333375" cy="37147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9350" y="3619500"/>
              <a:ext cx="381000" cy="35242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2725" y="3609975"/>
              <a:ext cx="390525" cy="37147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2200" y="3257550"/>
              <a:ext cx="419100" cy="371475"/>
            </a:xfrm>
            <a:prstGeom prst="rect">
              <a:avLst/>
            </a:prstGeom>
          </p:spPr>
        </p:pic>
      </p:grpSp>
      <p:sp>
        <p:nvSpPr>
          <p:cNvPr id="77" name="object 7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862" y="1239202"/>
            <a:ext cx="41992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Verdana"/>
                <a:cs typeface="Verdana"/>
              </a:rPr>
              <a:t>Decision</a:t>
            </a:r>
            <a:r>
              <a:rPr sz="1550" b="1" spc="310" dirty="0">
                <a:latin typeface="Verdana"/>
                <a:cs typeface="Verdana"/>
              </a:rPr>
              <a:t> </a:t>
            </a:r>
            <a:r>
              <a:rPr sz="1550" b="1" dirty="0">
                <a:latin typeface="Verdana"/>
                <a:cs typeface="Verdana"/>
              </a:rPr>
              <a:t>2:</a:t>
            </a:r>
            <a:r>
              <a:rPr sz="1550" b="1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When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do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you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stop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splitting?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862" y="1767522"/>
            <a:ext cx="5810885" cy="752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100%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one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class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splitting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will</a:t>
            </a:r>
            <a:r>
              <a:rPr sz="1550" spc="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result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tree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exceeding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Verdana"/>
                <a:cs typeface="Verdana"/>
              </a:rPr>
              <a:t>a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maximum</a:t>
            </a:r>
            <a:r>
              <a:rPr sz="1550" spc="254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depth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54826" y="1268475"/>
            <a:ext cx="2168525" cy="2073275"/>
            <a:chOff x="6354826" y="1268475"/>
            <a:chExt cx="2168525" cy="2073275"/>
          </a:xfrm>
        </p:grpSpPr>
        <p:sp>
          <p:nvSpPr>
            <p:cNvPr id="6" name="object 6"/>
            <p:cNvSpPr/>
            <p:nvPr/>
          </p:nvSpPr>
          <p:spPr>
            <a:xfrm>
              <a:off x="7215251" y="1281175"/>
              <a:ext cx="723900" cy="466725"/>
            </a:xfrm>
            <a:custGeom>
              <a:avLst/>
              <a:gdLst/>
              <a:ahLst/>
              <a:cxnLst/>
              <a:rect l="l" t="t" r="r" b="b"/>
              <a:pathLst>
                <a:path w="723900" h="466725">
                  <a:moveTo>
                    <a:pt x="0" y="233299"/>
                  </a:moveTo>
                  <a:lnTo>
                    <a:pt x="4733" y="195442"/>
                  </a:lnTo>
                  <a:lnTo>
                    <a:pt x="18440" y="159536"/>
                  </a:lnTo>
                  <a:lnTo>
                    <a:pt x="40376" y="126059"/>
                  </a:lnTo>
                  <a:lnTo>
                    <a:pt x="69799" y="95490"/>
                  </a:lnTo>
                  <a:lnTo>
                    <a:pt x="105965" y="68310"/>
                  </a:lnTo>
                  <a:lnTo>
                    <a:pt x="148132" y="44996"/>
                  </a:lnTo>
                  <a:lnTo>
                    <a:pt x="195557" y="26029"/>
                  </a:lnTo>
                  <a:lnTo>
                    <a:pt x="247497" y="11888"/>
                  </a:lnTo>
                  <a:lnTo>
                    <a:pt x="303209" y="3051"/>
                  </a:lnTo>
                  <a:lnTo>
                    <a:pt x="361950" y="0"/>
                  </a:lnTo>
                  <a:lnTo>
                    <a:pt x="420659" y="3051"/>
                  </a:lnTo>
                  <a:lnTo>
                    <a:pt x="476353" y="11888"/>
                  </a:lnTo>
                  <a:lnTo>
                    <a:pt x="528286" y="26029"/>
                  </a:lnTo>
                  <a:lnTo>
                    <a:pt x="575712" y="44996"/>
                  </a:lnTo>
                  <a:lnTo>
                    <a:pt x="617886" y="68310"/>
                  </a:lnTo>
                  <a:lnTo>
                    <a:pt x="654064" y="95490"/>
                  </a:lnTo>
                  <a:lnTo>
                    <a:pt x="683499" y="126059"/>
                  </a:lnTo>
                  <a:lnTo>
                    <a:pt x="705447" y="159536"/>
                  </a:lnTo>
                  <a:lnTo>
                    <a:pt x="719162" y="195442"/>
                  </a:lnTo>
                  <a:lnTo>
                    <a:pt x="723900" y="233299"/>
                  </a:lnTo>
                  <a:lnTo>
                    <a:pt x="719162" y="271158"/>
                  </a:lnTo>
                  <a:lnTo>
                    <a:pt x="705447" y="307074"/>
                  </a:lnTo>
                  <a:lnTo>
                    <a:pt x="683499" y="340566"/>
                  </a:lnTo>
                  <a:lnTo>
                    <a:pt x="654064" y="371151"/>
                  </a:lnTo>
                  <a:lnTo>
                    <a:pt x="617886" y="398351"/>
                  </a:lnTo>
                  <a:lnTo>
                    <a:pt x="575712" y="421683"/>
                  </a:lnTo>
                  <a:lnTo>
                    <a:pt x="528286" y="440668"/>
                  </a:lnTo>
                  <a:lnTo>
                    <a:pt x="476353" y="454823"/>
                  </a:lnTo>
                  <a:lnTo>
                    <a:pt x="420659" y="463669"/>
                  </a:lnTo>
                  <a:lnTo>
                    <a:pt x="361950" y="466725"/>
                  </a:lnTo>
                  <a:lnTo>
                    <a:pt x="303209" y="463669"/>
                  </a:lnTo>
                  <a:lnTo>
                    <a:pt x="247497" y="454823"/>
                  </a:lnTo>
                  <a:lnTo>
                    <a:pt x="195557" y="440668"/>
                  </a:lnTo>
                  <a:lnTo>
                    <a:pt x="148132" y="421683"/>
                  </a:lnTo>
                  <a:lnTo>
                    <a:pt x="105965" y="398351"/>
                  </a:lnTo>
                  <a:lnTo>
                    <a:pt x="69799" y="371151"/>
                  </a:lnTo>
                  <a:lnTo>
                    <a:pt x="40376" y="340566"/>
                  </a:lnTo>
                  <a:lnTo>
                    <a:pt x="18440" y="307074"/>
                  </a:lnTo>
                  <a:lnTo>
                    <a:pt x="4733" y="271158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86524" y="1725675"/>
              <a:ext cx="1040130" cy="427990"/>
            </a:xfrm>
            <a:custGeom>
              <a:avLst/>
              <a:gdLst/>
              <a:ahLst/>
              <a:cxnLst/>
              <a:rect l="l" t="t" r="r" b="b"/>
              <a:pathLst>
                <a:path w="1040129" h="427989">
                  <a:moveTo>
                    <a:pt x="368300" y="6223"/>
                  </a:moveTo>
                  <a:lnTo>
                    <a:pt x="361061" y="0"/>
                  </a:lnTo>
                  <a:lnTo>
                    <a:pt x="46113" y="366801"/>
                  </a:lnTo>
                  <a:lnTo>
                    <a:pt x="20828" y="345059"/>
                  </a:lnTo>
                  <a:lnTo>
                    <a:pt x="0" y="427609"/>
                  </a:lnTo>
                  <a:lnTo>
                    <a:pt x="78613" y="394716"/>
                  </a:lnTo>
                  <a:lnTo>
                    <a:pt x="64566" y="382651"/>
                  </a:lnTo>
                  <a:lnTo>
                    <a:pt x="53352" y="373024"/>
                  </a:lnTo>
                  <a:lnTo>
                    <a:pt x="368300" y="6223"/>
                  </a:lnTo>
                  <a:close/>
                </a:path>
                <a:path w="1040129" h="427989">
                  <a:moveTo>
                    <a:pt x="1039622" y="418592"/>
                  </a:moveTo>
                  <a:lnTo>
                    <a:pt x="1028509" y="373380"/>
                  </a:lnTo>
                  <a:lnTo>
                    <a:pt x="1019302" y="335915"/>
                  </a:lnTo>
                  <a:lnTo>
                    <a:pt x="993927" y="357517"/>
                  </a:lnTo>
                  <a:lnTo>
                    <a:pt x="689483" y="0"/>
                  </a:lnTo>
                  <a:lnTo>
                    <a:pt x="682244" y="6223"/>
                  </a:lnTo>
                  <a:lnTo>
                    <a:pt x="986663" y="363702"/>
                  </a:lnTo>
                  <a:lnTo>
                    <a:pt x="961263" y="385318"/>
                  </a:lnTo>
                  <a:lnTo>
                    <a:pt x="1039622" y="4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29476" y="2138425"/>
              <a:ext cx="1781175" cy="476250"/>
            </a:xfrm>
            <a:custGeom>
              <a:avLst/>
              <a:gdLst/>
              <a:ahLst/>
              <a:cxnLst/>
              <a:rect l="l" t="t" r="r" b="b"/>
              <a:pathLst>
                <a:path w="1781175" h="476250">
                  <a:moveTo>
                    <a:pt x="0" y="242824"/>
                  </a:moveTo>
                  <a:lnTo>
                    <a:pt x="4674" y="204967"/>
                  </a:lnTo>
                  <a:lnTo>
                    <a:pt x="18206" y="169061"/>
                  </a:lnTo>
                  <a:lnTo>
                    <a:pt x="39862" y="135584"/>
                  </a:lnTo>
                  <a:lnTo>
                    <a:pt x="68905" y="105015"/>
                  </a:lnTo>
                  <a:lnTo>
                    <a:pt x="104600" y="77835"/>
                  </a:lnTo>
                  <a:lnTo>
                    <a:pt x="146212" y="54521"/>
                  </a:lnTo>
                  <a:lnTo>
                    <a:pt x="193006" y="35554"/>
                  </a:lnTo>
                  <a:lnTo>
                    <a:pt x="244246" y="21413"/>
                  </a:lnTo>
                  <a:lnTo>
                    <a:pt x="299197" y="12576"/>
                  </a:lnTo>
                  <a:lnTo>
                    <a:pt x="357124" y="9525"/>
                  </a:lnTo>
                  <a:lnTo>
                    <a:pt x="415054" y="12576"/>
                  </a:lnTo>
                  <a:lnTo>
                    <a:pt x="470014" y="21413"/>
                  </a:lnTo>
                  <a:lnTo>
                    <a:pt x="521269" y="35554"/>
                  </a:lnTo>
                  <a:lnTo>
                    <a:pt x="568080" y="54521"/>
                  </a:lnTo>
                  <a:lnTo>
                    <a:pt x="609711" y="77835"/>
                  </a:lnTo>
                  <a:lnTo>
                    <a:pt x="645425" y="105015"/>
                  </a:lnTo>
                  <a:lnTo>
                    <a:pt x="674485" y="135584"/>
                  </a:lnTo>
                  <a:lnTo>
                    <a:pt x="696155" y="169061"/>
                  </a:lnTo>
                  <a:lnTo>
                    <a:pt x="709697" y="204967"/>
                  </a:lnTo>
                  <a:lnTo>
                    <a:pt x="714375" y="242824"/>
                  </a:lnTo>
                  <a:lnTo>
                    <a:pt x="709697" y="280683"/>
                  </a:lnTo>
                  <a:lnTo>
                    <a:pt x="696155" y="316599"/>
                  </a:lnTo>
                  <a:lnTo>
                    <a:pt x="674485" y="350091"/>
                  </a:lnTo>
                  <a:lnTo>
                    <a:pt x="645425" y="380676"/>
                  </a:lnTo>
                  <a:lnTo>
                    <a:pt x="609711" y="407876"/>
                  </a:lnTo>
                  <a:lnTo>
                    <a:pt x="568080" y="431208"/>
                  </a:lnTo>
                  <a:lnTo>
                    <a:pt x="521269" y="450193"/>
                  </a:lnTo>
                  <a:lnTo>
                    <a:pt x="470014" y="464348"/>
                  </a:lnTo>
                  <a:lnTo>
                    <a:pt x="415054" y="473194"/>
                  </a:lnTo>
                  <a:lnTo>
                    <a:pt x="357124" y="476250"/>
                  </a:lnTo>
                  <a:lnTo>
                    <a:pt x="299197" y="473194"/>
                  </a:lnTo>
                  <a:lnTo>
                    <a:pt x="244246" y="464348"/>
                  </a:lnTo>
                  <a:lnTo>
                    <a:pt x="193006" y="450193"/>
                  </a:lnTo>
                  <a:lnTo>
                    <a:pt x="146212" y="431208"/>
                  </a:lnTo>
                  <a:lnTo>
                    <a:pt x="104600" y="407876"/>
                  </a:lnTo>
                  <a:lnTo>
                    <a:pt x="68905" y="380676"/>
                  </a:lnTo>
                  <a:lnTo>
                    <a:pt x="39862" y="350091"/>
                  </a:lnTo>
                  <a:lnTo>
                    <a:pt x="18206" y="316599"/>
                  </a:lnTo>
                  <a:lnTo>
                    <a:pt x="4674" y="280683"/>
                  </a:lnTo>
                  <a:lnTo>
                    <a:pt x="0" y="242824"/>
                  </a:lnTo>
                  <a:close/>
                </a:path>
                <a:path w="1781175" h="476250">
                  <a:moveTo>
                    <a:pt x="1057275" y="233299"/>
                  </a:moveTo>
                  <a:lnTo>
                    <a:pt x="1062008" y="195442"/>
                  </a:lnTo>
                  <a:lnTo>
                    <a:pt x="1075715" y="159536"/>
                  </a:lnTo>
                  <a:lnTo>
                    <a:pt x="1097651" y="126059"/>
                  </a:lnTo>
                  <a:lnTo>
                    <a:pt x="1127074" y="95490"/>
                  </a:lnTo>
                  <a:lnTo>
                    <a:pt x="1163240" y="68310"/>
                  </a:lnTo>
                  <a:lnTo>
                    <a:pt x="1205407" y="44996"/>
                  </a:lnTo>
                  <a:lnTo>
                    <a:pt x="1252832" y="26029"/>
                  </a:lnTo>
                  <a:lnTo>
                    <a:pt x="1304772" y="11888"/>
                  </a:lnTo>
                  <a:lnTo>
                    <a:pt x="1360484" y="3051"/>
                  </a:lnTo>
                  <a:lnTo>
                    <a:pt x="1419225" y="0"/>
                  </a:lnTo>
                  <a:lnTo>
                    <a:pt x="1477934" y="3051"/>
                  </a:lnTo>
                  <a:lnTo>
                    <a:pt x="1533628" y="11888"/>
                  </a:lnTo>
                  <a:lnTo>
                    <a:pt x="1585561" y="26029"/>
                  </a:lnTo>
                  <a:lnTo>
                    <a:pt x="1632987" y="44996"/>
                  </a:lnTo>
                  <a:lnTo>
                    <a:pt x="1675161" y="68310"/>
                  </a:lnTo>
                  <a:lnTo>
                    <a:pt x="1711339" y="95490"/>
                  </a:lnTo>
                  <a:lnTo>
                    <a:pt x="1740774" y="126059"/>
                  </a:lnTo>
                  <a:lnTo>
                    <a:pt x="1762722" y="159536"/>
                  </a:lnTo>
                  <a:lnTo>
                    <a:pt x="1776437" y="195442"/>
                  </a:lnTo>
                  <a:lnTo>
                    <a:pt x="1781175" y="233299"/>
                  </a:lnTo>
                  <a:lnTo>
                    <a:pt x="1776437" y="271158"/>
                  </a:lnTo>
                  <a:lnTo>
                    <a:pt x="1762722" y="307074"/>
                  </a:lnTo>
                  <a:lnTo>
                    <a:pt x="1740774" y="340566"/>
                  </a:lnTo>
                  <a:lnTo>
                    <a:pt x="1711339" y="371151"/>
                  </a:lnTo>
                  <a:lnTo>
                    <a:pt x="1675161" y="398351"/>
                  </a:lnTo>
                  <a:lnTo>
                    <a:pt x="1632987" y="421683"/>
                  </a:lnTo>
                  <a:lnTo>
                    <a:pt x="1585561" y="440668"/>
                  </a:lnTo>
                  <a:lnTo>
                    <a:pt x="1533628" y="454823"/>
                  </a:lnTo>
                  <a:lnTo>
                    <a:pt x="1477934" y="463669"/>
                  </a:lnTo>
                  <a:lnTo>
                    <a:pt x="1419225" y="466725"/>
                  </a:lnTo>
                  <a:lnTo>
                    <a:pt x="1360484" y="463669"/>
                  </a:lnTo>
                  <a:lnTo>
                    <a:pt x="1304772" y="454823"/>
                  </a:lnTo>
                  <a:lnTo>
                    <a:pt x="1252832" y="440668"/>
                  </a:lnTo>
                  <a:lnTo>
                    <a:pt x="1205407" y="421683"/>
                  </a:lnTo>
                  <a:lnTo>
                    <a:pt x="1163240" y="398351"/>
                  </a:lnTo>
                  <a:lnTo>
                    <a:pt x="1127074" y="371151"/>
                  </a:lnTo>
                  <a:lnTo>
                    <a:pt x="1097651" y="340566"/>
                  </a:lnTo>
                  <a:lnTo>
                    <a:pt x="1075715" y="307074"/>
                  </a:lnTo>
                  <a:lnTo>
                    <a:pt x="1062008" y="271158"/>
                  </a:lnTo>
                  <a:lnTo>
                    <a:pt x="1057275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29476" y="2611754"/>
              <a:ext cx="196850" cy="255270"/>
            </a:xfrm>
            <a:custGeom>
              <a:avLst/>
              <a:gdLst/>
              <a:ahLst/>
              <a:cxnLst/>
              <a:rect l="l" t="t" r="r" b="b"/>
              <a:pathLst>
                <a:path w="196850" h="255269">
                  <a:moveTo>
                    <a:pt x="15875" y="171703"/>
                  </a:moveTo>
                  <a:lnTo>
                    <a:pt x="0" y="255269"/>
                  </a:lnTo>
                  <a:lnTo>
                    <a:pt x="76453" y="217931"/>
                  </a:lnTo>
                  <a:lnTo>
                    <a:pt x="63139" y="207771"/>
                  </a:lnTo>
                  <a:lnTo>
                    <a:pt x="42291" y="207771"/>
                  </a:lnTo>
                  <a:lnTo>
                    <a:pt x="34671" y="201930"/>
                  </a:lnTo>
                  <a:lnTo>
                    <a:pt x="42337" y="191897"/>
                  </a:lnTo>
                  <a:lnTo>
                    <a:pt x="15875" y="171703"/>
                  </a:lnTo>
                  <a:close/>
                </a:path>
                <a:path w="196850" h="255269">
                  <a:moveTo>
                    <a:pt x="42337" y="191897"/>
                  </a:moveTo>
                  <a:lnTo>
                    <a:pt x="34671" y="201930"/>
                  </a:lnTo>
                  <a:lnTo>
                    <a:pt x="42291" y="207771"/>
                  </a:lnTo>
                  <a:lnTo>
                    <a:pt x="49967" y="197720"/>
                  </a:lnTo>
                  <a:lnTo>
                    <a:pt x="42337" y="191897"/>
                  </a:lnTo>
                  <a:close/>
                </a:path>
                <a:path w="196850" h="255269">
                  <a:moveTo>
                    <a:pt x="49967" y="197720"/>
                  </a:moveTo>
                  <a:lnTo>
                    <a:pt x="42291" y="207771"/>
                  </a:lnTo>
                  <a:lnTo>
                    <a:pt x="63139" y="207771"/>
                  </a:lnTo>
                  <a:lnTo>
                    <a:pt x="49967" y="197720"/>
                  </a:lnTo>
                  <a:close/>
                </a:path>
                <a:path w="196850" h="255269">
                  <a:moveTo>
                    <a:pt x="188975" y="0"/>
                  </a:moveTo>
                  <a:lnTo>
                    <a:pt x="42337" y="191897"/>
                  </a:lnTo>
                  <a:lnTo>
                    <a:pt x="49967" y="197720"/>
                  </a:lnTo>
                  <a:lnTo>
                    <a:pt x="196596" y="5714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67526" y="2862325"/>
              <a:ext cx="723900" cy="466725"/>
            </a:xfrm>
            <a:custGeom>
              <a:avLst/>
              <a:gdLst/>
              <a:ahLst/>
              <a:cxnLst/>
              <a:rect l="l" t="t" r="r" b="b"/>
              <a:pathLst>
                <a:path w="723900" h="466725">
                  <a:moveTo>
                    <a:pt x="0" y="233299"/>
                  </a:moveTo>
                  <a:lnTo>
                    <a:pt x="4733" y="195442"/>
                  </a:lnTo>
                  <a:lnTo>
                    <a:pt x="18440" y="159536"/>
                  </a:lnTo>
                  <a:lnTo>
                    <a:pt x="40376" y="126059"/>
                  </a:lnTo>
                  <a:lnTo>
                    <a:pt x="69799" y="95490"/>
                  </a:lnTo>
                  <a:lnTo>
                    <a:pt x="105965" y="68310"/>
                  </a:lnTo>
                  <a:lnTo>
                    <a:pt x="148132" y="44996"/>
                  </a:lnTo>
                  <a:lnTo>
                    <a:pt x="195557" y="26029"/>
                  </a:lnTo>
                  <a:lnTo>
                    <a:pt x="247497" y="11888"/>
                  </a:lnTo>
                  <a:lnTo>
                    <a:pt x="303209" y="3051"/>
                  </a:lnTo>
                  <a:lnTo>
                    <a:pt x="361950" y="0"/>
                  </a:lnTo>
                  <a:lnTo>
                    <a:pt x="420659" y="3051"/>
                  </a:lnTo>
                  <a:lnTo>
                    <a:pt x="476353" y="11888"/>
                  </a:lnTo>
                  <a:lnTo>
                    <a:pt x="528286" y="26029"/>
                  </a:lnTo>
                  <a:lnTo>
                    <a:pt x="575712" y="44996"/>
                  </a:lnTo>
                  <a:lnTo>
                    <a:pt x="617886" y="68310"/>
                  </a:lnTo>
                  <a:lnTo>
                    <a:pt x="654064" y="95490"/>
                  </a:lnTo>
                  <a:lnTo>
                    <a:pt x="683499" y="126059"/>
                  </a:lnTo>
                  <a:lnTo>
                    <a:pt x="705447" y="159536"/>
                  </a:lnTo>
                  <a:lnTo>
                    <a:pt x="719162" y="195442"/>
                  </a:lnTo>
                  <a:lnTo>
                    <a:pt x="723900" y="233299"/>
                  </a:lnTo>
                  <a:lnTo>
                    <a:pt x="719162" y="271158"/>
                  </a:lnTo>
                  <a:lnTo>
                    <a:pt x="705447" y="307074"/>
                  </a:lnTo>
                  <a:lnTo>
                    <a:pt x="683499" y="340566"/>
                  </a:lnTo>
                  <a:lnTo>
                    <a:pt x="654064" y="371151"/>
                  </a:lnTo>
                  <a:lnTo>
                    <a:pt x="617886" y="398351"/>
                  </a:lnTo>
                  <a:lnTo>
                    <a:pt x="575712" y="421683"/>
                  </a:lnTo>
                  <a:lnTo>
                    <a:pt x="528286" y="440668"/>
                  </a:lnTo>
                  <a:lnTo>
                    <a:pt x="476353" y="454823"/>
                  </a:lnTo>
                  <a:lnTo>
                    <a:pt x="420659" y="463669"/>
                  </a:lnTo>
                  <a:lnTo>
                    <a:pt x="361950" y="466725"/>
                  </a:lnTo>
                  <a:lnTo>
                    <a:pt x="303209" y="463669"/>
                  </a:lnTo>
                  <a:lnTo>
                    <a:pt x="247497" y="454823"/>
                  </a:lnTo>
                  <a:lnTo>
                    <a:pt x="195557" y="440668"/>
                  </a:lnTo>
                  <a:lnTo>
                    <a:pt x="148132" y="421683"/>
                  </a:lnTo>
                  <a:lnTo>
                    <a:pt x="105965" y="398351"/>
                  </a:lnTo>
                  <a:lnTo>
                    <a:pt x="69799" y="371151"/>
                  </a:lnTo>
                  <a:lnTo>
                    <a:pt x="40376" y="340566"/>
                  </a:lnTo>
                  <a:lnTo>
                    <a:pt x="18440" y="307074"/>
                  </a:lnTo>
                  <a:lnTo>
                    <a:pt x="4733" y="271158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18143" y="1357312"/>
            <a:ext cx="5340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Depth</a:t>
            </a:r>
            <a:r>
              <a:rPr sz="950" spc="145" dirty="0">
                <a:latin typeface="Verdana"/>
                <a:cs typeface="Verdana"/>
              </a:rPr>
              <a:t> </a:t>
            </a:r>
            <a:r>
              <a:rPr sz="950" spc="-50" dirty="0">
                <a:latin typeface="Verdana"/>
                <a:cs typeface="Verdana"/>
              </a:rPr>
              <a:t>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49258" y="2292032"/>
            <a:ext cx="5327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Depth</a:t>
            </a:r>
            <a:r>
              <a:rPr sz="950" spc="145" dirty="0">
                <a:latin typeface="Verdana"/>
                <a:cs typeface="Verdana"/>
              </a:rPr>
              <a:t> </a:t>
            </a:r>
            <a:r>
              <a:rPr sz="950" spc="-50" dirty="0">
                <a:latin typeface="Verdana"/>
                <a:cs typeface="Verdana"/>
              </a:rPr>
              <a:t>1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18143" y="3056191"/>
            <a:ext cx="5340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Depth</a:t>
            </a:r>
            <a:r>
              <a:rPr sz="950" spc="145" dirty="0">
                <a:latin typeface="Verdana"/>
                <a:cs typeface="Verdana"/>
              </a:rPr>
              <a:t> </a:t>
            </a:r>
            <a:r>
              <a:rPr sz="950" spc="-50" dirty="0">
                <a:latin typeface="Verdana"/>
                <a:cs typeface="Verdana"/>
              </a:rPr>
              <a:t>2</a:t>
            </a:r>
            <a:endParaRPr sz="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862" y="1239202"/>
            <a:ext cx="41992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Verdana"/>
                <a:cs typeface="Verdana"/>
              </a:rPr>
              <a:t>Decision</a:t>
            </a:r>
            <a:r>
              <a:rPr sz="1550" b="1" spc="310" dirty="0">
                <a:latin typeface="Verdana"/>
                <a:cs typeface="Verdana"/>
              </a:rPr>
              <a:t> </a:t>
            </a:r>
            <a:r>
              <a:rPr sz="1550" b="1" dirty="0">
                <a:latin typeface="Verdana"/>
                <a:cs typeface="Verdana"/>
              </a:rPr>
              <a:t>2:</a:t>
            </a:r>
            <a:r>
              <a:rPr sz="1550" b="1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When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do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you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stop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splitting?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862" y="1767522"/>
            <a:ext cx="5810885" cy="752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100%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one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class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splitting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will</a:t>
            </a:r>
            <a:r>
              <a:rPr sz="1550" spc="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result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tree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exceeding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Verdana"/>
                <a:cs typeface="Verdana"/>
              </a:rPr>
              <a:t>a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maximum</a:t>
            </a:r>
            <a:r>
              <a:rPr sz="1550" spc="254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depth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73876" y="1268475"/>
            <a:ext cx="2149475" cy="2016125"/>
            <a:chOff x="6373876" y="1268475"/>
            <a:chExt cx="2149475" cy="2016125"/>
          </a:xfrm>
        </p:grpSpPr>
        <p:sp>
          <p:nvSpPr>
            <p:cNvPr id="6" name="object 6"/>
            <p:cNvSpPr/>
            <p:nvPr/>
          </p:nvSpPr>
          <p:spPr>
            <a:xfrm>
              <a:off x="7215251" y="1281175"/>
              <a:ext cx="723900" cy="466725"/>
            </a:xfrm>
            <a:custGeom>
              <a:avLst/>
              <a:gdLst/>
              <a:ahLst/>
              <a:cxnLst/>
              <a:rect l="l" t="t" r="r" b="b"/>
              <a:pathLst>
                <a:path w="723900" h="466725">
                  <a:moveTo>
                    <a:pt x="0" y="233299"/>
                  </a:moveTo>
                  <a:lnTo>
                    <a:pt x="4733" y="195442"/>
                  </a:lnTo>
                  <a:lnTo>
                    <a:pt x="18440" y="159536"/>
                  </a:lnTo>
                  <a:lnTo>
                    <a:pt x="40376" y="126059"/>
                  </a:lnTo>
                  <a:lnTo>
                    <a:pt x="69799" y="95490"/>
                  </a:lnTo>
                  <a:lnTo>
                    <a:pt x="105965" y="68310"/>
                  </a:lnTo>
                  <a:lnTo>
                    <a:pt x="148132" y="44996"/>
                  </a:lnTo>
                  <a:lnTo>
                    <a:pt x="195557" y="26029"/>
                  </a:lnTo>
                  <a:lnTo>
                    <a:pt x="247497" y="11888"/>
                  </a:lnTo>
                  <a:lnTo>
                    <a:pt x="303209" y="3051"/>
                  </a:lnTo>
                  <a:lnTo>
                    <a:pt x="361950" y="0"/>
                  </a:lnTo>
                  <a:lnTo>
                    <a:pt x="420659" y="3051"/>
                  </a:lnTo>
                  <a:lnTo>
                    <a:pt x="476353" y="11888"/>
                  </a:lnTo>
                  <a:lnTo>
                    <a:pt x="528286" y="26029"/>
                  </a:lnTo>
                  <a:lnTo>
                    <a:pt x="575712" y="44996"/>
                  </a:lnTo>
                  <a:lnTo>
                    <a:pt x="617886" y="68310"/>
                  </a:lnTo>
                  <a:lnTo>
                    <a:pt x="654064" y="95490"/>
                  </a:lnTo>
                  <a:lnTo>
                    <a:pt x="683499" y="126059"/>
                  </a:lnTo>
                  <a:lnTo>
                    <a:pt x="705447" y="159536"/>
                  </a:lnTo>
                  <a:lnTo>
                    <a:pt x="719162" y="195442"/>
                  </a:lnTo>
                  <a:lnTo>
                    <a:pt x="723900" y="233299"/>
                  </a:lnTo>
                  <a:lnTo>
                    <a:pt x="719162" y="271158"/>
                  </a:lnTo>
                  <a:lnTo>
                    <a:pt x="705447" y="307074"/>
                  </a:lnTo>
                  <a:lnTo>
                    <a:pt x="683499" y="340566"/>
                  </a:lnTo>
                  <a:lnTo>
                    <a:pt x="654064" y="371151"/>
                  </a:lnTo>
                  <a:lnTo>
                    <a:pt x="617886" y="398351"/>
                  </a:lnTo>
                  <a:lnTo>
                    <a:pt x="575712" y="421683"/>
                  </a:lnTo>
                  <a:lnTo>
                    <a:pt x="528286" y="440668"/>
                  </a:lnTo>
                  <a:lnTo>
                    <a:pt x="476353" y="454823"/>
                  </a:lnTo>
                  <a:lnTo>
                    <a:pt x="420659" y="463669"/>
                  </a:lnTo>
                  <a:lnTo>
                    <a:pt x="361950" y="466725"/>
                  </a:lnTo>
                  <a:lnTo>
                    <a:pt x="303209" y="463669"/>
                  </a:lnTo>
                  <a:lnTo>
                    <a:pt x="247497" y="454823"/>
                  </a:lnTo>
                  <a:lnTo>
                    <a:pt x="195557" y="440668"/>
                  </a:lnTo>
                  <a:lnTo>
                    <a:pt x="148132" y="421683"/>
                  </a:lnTo>
                  <a:lnTo>
                    <a:pt x="105965" y="398351"/>
                  </a:lnTo>
                  <a:lnTo>
                    <a:pt x="69799" y="371151"/>
                  </a:lnTo>
                  <a:lnTo>
                    <a:pt x="40376" y="340566"/>
                  </a:lnTo>
                  <a:lnTo>
                    <a:pt x="18440" y="307074"/>
                  </a:lnTo>
                  <a:lnTo>
                    <a:pt x="4733" y="271158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86524" y="1725675"/>
              <a:ext cx="1040130" cy="427990"/>
            </a:xfrm>
            <a:custGeom>
              <a:avLst/>
              <a:gdLst/>
              <a:ahLst/>
              <a:cxnLst/>
              <a:rect l="l" t="t" r="r" b="b"/>
              <a:pathLst>
                <a:path w="1040129" h="427989">
                  <a:moveTo>
                    <a:pt x="368300" y="6223"/>
                  </a:moveTo>
                  <a:lnTo>
                    <a:pt x="361061" y="0"/>
                  </a:lnTo>
                  <a:lnTo>
                    <a:pt x="46113" y="366801"/>
                  </a:lnTo>
                  <a:lnTo>
                    <a:pt x="20828" y="345059"/>
                  </a:lnTo>
                  <a:lnTo>
                    <a:pt x="0" y="427609"/>
                  </a:lnTo>
                  <a:lnTo>
                    <a:pt x="78613" y="394716"/>
                  </a:lnTo>
                  <a:lnTo>
                    <a:pt x="64566" y="382651"/>
                  </a:lnTo>
                  <a:lnTo>
                    <a:pt x="53352" y="373024"/>
                  </a:lnTo>
                  <a:lnTo>
                    <a:pt x="368300" y="6223"/>
                  </a:lnTo>
                  <a:close/>
                </a:path>
                <a:path w="1040129" h="427989">
                  <a:moveTo>
                    <a:pt x="1039622" y="418592"/>
                  </a:moveTo>
                  <a:lnTo>
                    <a:pt x="1028509" y="373380"/>
                  </a:lnTo>
                  <a:lnTo>
                    <a:pt x="1019302" y="335915"/>
                  </a:lnTo>
                  <a:lnTo>
                    <a:pt x="993927" y="357517"/>
                  </a:lnTo>
                  <a:lnTo>
                    <a:pt x="689483" y="0"/>
                  </a:lnTo>
                  <a:lnTo>
                    <a:pt x="682244" y="6223"/>
                  </a:lnTo>
                  <a:lnTo>
                    <a:pt x="986663" y="363702"/>
                  </a:lnTo>
                  <a:lnTo>
                    <a:pt x="961263" y="385318"/>
                  </a:lnTo>
                  <a:lnTo>
                    <a:pt x="1039622" y="418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29476" y="2138425"/>
              <a:ext cx="1781175" cy="476250"/>
            </a:xfrm>
            <a:custGeom>
              <a:avLst/>
              <a:gdLst/>
              <a:ahLst/>
              <a:cxnLst/>
              <a:rect l="l" t="t" r="r" b="b"/>
              <a:pathLst>
                <a:path w="1781175" h="476250">
                  <a:moveTo>
                    <a:pt x="0" y="242824"/>
                  </a:moveTo>
                  <a:lnTo>
                    <a:pt x="4674" y="204967"/>
                  </a:lnTo>
                  <a:lnTo>
                    <a:pt x="18206" y="169061"/>
                  </a:lnTo>
                  <a:lnTo>
                    <a:pt x="39862" y="135584"/>
                  </a:lnTo>
                  <a:lnTo>
                    <a:pt x="68905" y="105015"/>
                  </a:lnTo>
                  <a:lnTo>
                    <a:pt x="104600" y="77835"/>
                  </a:lnTo>
                  <a:lnTo>
                    <a:pt x="146212" y="54521"/>
                  </a:lnTo>
                  <a:lnTo>
                    <a:pt x="193006" y="35554"/>
                  </a:lnTo>
                  <a:lnTo>
                    <a:pt x="244246" y="21413"/>
                  </a:lnTo>
                  <a:lnTo>
                    <a:pt x="299197" y="12576"/>
                  </a:lnTo>
                  <a:lnTo>
                    <a:pt x="357124" y="9525"/>
                  </a:lnTo>
                  <a:lnTo>
                    <a:pt x="415054" y="12576"/>
                  </a:lnTo>
                  <a:lnTo>
                    <a:pt x="470014" y="21413"/>
                  </a:lnTo>
                  <a:lnTo>
                    <a:pt x="521269" y="35554"/>
                  </a:lnTo>
                  <a:lnTo>
                    <a:pt x="568080" y="54521"/>
                  </a:lnTo>
                  <a:lnTo>
                    <a:pt x="609711" y="77835"/>
                  </a:lnTo>
                  <a:lnTo>
                    <a:pt x="645425" y="105015"/>
                  </a:lnTo>
                  <a:lnTo>
                    <a:pt x="674485" y="135584"/>
                  </a:lnTo>
                  <a:lnTo>
                    <a:pt x="696155" y="169061"/>
                  </a:lnTo>
                  <a:lnTo>
                    <a:pt x="709697" y="204967"/>
                  </a:lnTo>
                  <a:lnTo>
                    <a:pt x="714375" y="242824"/>
                  </a:lnTo>
                  <a:lnTo>
                    <a:pt x="709697" y="280683"/>
                  </a:lnTo>
                  <a:lnTo>
                    <a:pt x="696155" y="316599"/>
                  </a:lnTo>
                  <a:lnTo>
                    <a:pt x="674485" y="350091"/>
                  </a:lnTo>
                  <a:lnTo>
                    <a:pt x="645425" y="380676"/>
                  </a:lnTo>
                  <a:lnTo>
                    <a:pt x="609711" y="407876"/>
                  </a:lnTo>
                  <a:lnTo>
                    <a:pt x="568080" y="431208"/>
                  </a:lnTo>
                  <a:lnTo>
                    <a:pt x="521269" y="450193"/>
                  </a:lnTo>
                  <a:lnTo>
                    <a:pt x="470014" y="464348"/>
                  </a:lnTo>
                  <a:lnTo>
                    <a:pt x="415054" y="473194"/>
                  </a:lnTo>
                  <a:lnTo>
                    <a:pt x="357124" y="476250"/>
                  </a:lnTo>
                  <a:lnTo>
                    <a:pt x="299197" y="473194"/>
                  </a:lnTo>
                  <a:lnTo>
                    <a:pt x="244246" y="464348"/>
                  </a:lnTo>
                  <a:lnTo>
                    <a:pt x="193006" y="450193"/>
                  </a:lnTo>
                  <a:lnTo>
                    <a:pt x="146212" y="431208"/>
                  </a:lnTo>
                  <a:lnTo>
                    <a:pt x="104600" y="407876"/>
                  </a:lnTo>
                  <a:lnTo>
                    <a:pt x="68905" y="380676"/>
                  </a:lnTo>
                  <a:lnTo>
                    <a:pt x="39862" y="350091"/>
                  </a:lnTo>
                  <a:lnTo>
                    <a:pt x="18206" y="316599"/>
                  </a:lnTo>
                  <a:lnTo>
                    <a:pt x="4674" y="280683"/>
                  </a:lnTo>
                  <a:lnTo>
                    <a:pt x="0" y="242824"/>
                  </a:lnTo>
                  <a:close/>
                </a:path>
                <a:path w="1781175" h="476250">
                  <a:moveTo>
                    <a:pt x="1057275" y="233299"/>
                  </a:moveTo>
                  <a:lnTo>
                    <a:pt x="1062008" y="195442"/>
                  </a:lnTo>
                  <a:lnTo>
                    <a:pt x="1075715" y="159536"/>
                  </a:lnTo>
                  <a:lnTo>
                    <a:pt x="1097651" y="126059"/>
                  </a:lnTo>
                  <a:lnTo>
                    <a:pt x="1127074" y="95490"/>
                  </a:lnTo>
                  <a:lnTo>
                    <a:pt x="1163240" y="68310"/>
                  </a:lnTo>
                  <a:lnTo>
                    <a:pt x="1205407" y="44996"/>
                  </a:lnTo>
                  <a:lnTo>
                    <a:pt x="1252832" y="26029"/>
                  </a:lnTo>
                  <a:lnTo>
                    <a:pt x="1304772" y="11888"/>
                  </a:lnTo>
                  <a:lnTo>
                    <a:pt x="1360484" y="3051"/>
                  </a:lnTo>
                  <a:lnTo>
                    <a:pt x="1419225" y="0"/>
                  </a:lnTo>
                  <a:lnTo>
                    <a:pt x="1477934" y="3051"/>
                  </a:lnTo>
                  <a:lnTo>
                    <a:pt x="1533628" y="11888"/>
                  </a:lnTo>
                  <a:lnTo>
                    <a:pt x="1585561" y="26029"/>
                  </a:lnTo>
                  <a:lnTo>
                    <a:pt x="1632987" y="44996"/>
                  </a:lnTo>
                  <a:lnTo>
                    <a:pt x="1675161" y="68310"/>
                  </a:lnTo>
                  <a:lnTo>
                    <a:pt x="1711339" y="95490"/>
                  </a:lnTo>
                  <a:lnTo>
                    <a:pt x="1740774" y="126059"/>
                  </a:lnTo>
                  <a:lnTo>
                    <a:pt x="1762722" y="159536"/>
                  </a:lnTo>
                  <a:lnTo>
                    <a:pt x="1776437" y="195442"/>
                  </a:lnTo>
                  <a:lnTo>
                    <a:pt x="1781175" y="233299"/>
                  </a:lnTo>
                  <a:lnTo>
                    <a:pt x="1776437" y="271158"/>
                  </a:lnTo>
                  <a:lnTo>
                    <a:pt x="1762722" y="307074"/>
                  </a:lnTo>
                  <a:lnTo>
                    <a:pt x="1740774" y="340566"/>
                  </a:lnTo>
                  <a:lnTo>
                    <a:pt x="1711339" y="371151"/>
                  </a:lnTo>
                  <a:lnTo>
                    <a:pt x="1675161" y="398351"/>
                  </a:lnTo>
                  <a:lnTo>
                    <a:pt x="1632987" y="421683"/>
                  </a:lnTo>
                  <a:lnTo>
                    <a:pt x="1585561" y="440668"/>
                  </a:lnTo>
                  <a:lnTo>
                    <a:pt x="1533628" y="454823"/>
                  </a:lnTo>
                  <a:lnTo>
                    <a:pt x="1477934" y="463669"/>
                  </a:lnTo>
                  <a:lnTo>
                    <a:pt x="1419225" y="466725"/>
                  </a:lnTo>
                  <a:lnTo>
                    <a:pt x="1360484" y="463669"/>
                  </a:lnTo>
                  <a:lnTo>
                    <a:pt x="1304772" y="454823"/>
                  </a:lnTo>
                  <a:lnTo>
                    <a:pt x="1252832" y="440668"/>
                  </a:lnTo>
                  <a:lnTo>
                    <a:pt x="1205407" y="421683"/>
                  </a:lnTo>
                  <a:lnTo>
                    <a:pt x="1163240" y="398351"/>
                  </a:lnTo>
                  <a:lnTo>
                    <a:pt x="1127074" y="371151"/>
                  </a:lnTo>
                  <a:lnTo>
                    <a:pt x="1097651" y="340566"/>
                  </a:lnTo>
                  <a:lnTo>
                    <a:pt x="1075715" y="307074"/>
                  </a:lnTo>
                  <a:lnTo>
                    <a:pt x="1062008" y="271158"/>
                  </a:lnTo>
                  <a:lnTo>
                    <a:pt x="1057275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29476" y="2611754"/>
              <a:ext cx="196850" cy="255270"/>
            </a:xfrm>
            <a:custGeom>
              <a:avLst/>
              <a:gdLst/>
              <a:ahLst/>
              <a:cxnLst/>
              <a:rect l="l" t="t" r="r" b="b"/>
              <a:pathLst>
                <a:path w="196850" h="255269">
                  <a:moveTo>
                    <a:pt x="15875" y="171703"/>
                  </a:moveTo>
                  <a:lnTo>
                    <a:pt x="0" y="255269"/>
                  </a:lnTo>
                  <a:lnTo>
                    <a:pt x="76453" y="217931"/>
                  </a:lnTo>
                  <a:lnTo>
                    <a:pt x="63139" y="207771"/>
                  </a:lnTo>
                  <a:lnTo>
                    <a:pt x="42291" y="207771"/>
                  </a:lnTo>
                  <a:lnTo>
                    <a:pt x="34671" y="201930"/>
                  </a:lnTo>
                  <a:lnTo>
                    <a:pt x="42337" y="191897"/>
                  </a:lnTo>
                  <a:lnTo>
                    <a:pt x="15875" y="171703"/>
                  </a:lnTo>
                  <a:close/>
                </a:path>
                <a:path w="196850" h="255269">
                  <a:moveTo>
                    <a:pt x="42337" y="191897"/>
                  </a:moveTo>
                  <a:lnTo>
                    <a:pt x="34671" y="201930"/>
                  </a:lnTo>
                  <a:lnTo>
                    <a:pt x="42291" y="207771"/>
                  </a:lnTo>
                  <a:lnTo>
                    <a:pt x="49967" y="197720"/>
                  </a:lnTo>
                  <a:lnTo>
                    <a:pt x="42337" y="191897"/>
                  </a:lnTo>
                  <a:close/>
                </a:path>
                <a:path w="196850" h="255269">
                  <a:moveTo>
                    <a:pt x="49967" y="197720"/>
                  </a:moveTo>
                  <a:lnTo>
                    <a:pt x="42291" y="207771"/>
                  </a:lnTo>
                  <a:lnTo>
                    <a:pt x="63139" y="207771"/>
                  </a:lnTo>
                  <a:lnTo>
                    <a:pt x="49967" y="197720"/>
                  </a:lnTo>
                  <a:close/>
                </a:path>
                <a:path w="196850" h="255269">
                  <a:moveTo>
                    <a:pt x="188975" y="0"/>
                  </a:moveTo>
                  <a:lnTo>
                    <a:pt x="42337" y="191897"/>
                  </a:lnTo>
                  <a:lnTo>
                    <a:pt x="49967" y="197720"/>
                  </a:lnTo>
                  <a:lnTo>
                    <a:pt x="196596" y="5714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86576" y="2900425"/>
              <a:ext cx="828675" cy="371475"/>
            </a:xfrm>
            <a:custGeom>
              <a:avLst/>
              <a:gdLst/>
              <a:ahLst/>
              <a:cxnLst/>
              <a:rect l="l" t="t" r="r" b="b"/>
              <a:pathLst>
                <a:path w="828675" h="371475">
                  <a:moveTo>
                    <a:pt x="0" y="371475"/>
                  </a:moveTo>
                  <a:lnTo>
                    <a:pt x="828675" y="3714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18143" y="1357312"/>
            <a:ext cx="5340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Depth</a:t>
            </a:r>
            <a:r>
              <a:rPr sz="950" spc="145" dirty="0">
                <a:latin typeface="Verdana"/>
                <a:cs typeface="Verdana"/>
              </a:rPr>
              <a:t> </a:t>
            </a:r>
            <a:r>
              <a:rPr sz="950" spc="-50" dirty="0">
                <a:latin typeface="Verdana"/>
                <a:cs typeface="Verdana"/>
              </a:rPr>
              <a:t>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49258" y="2292032"/>
            <a:ext cx="5327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Depth</a:t>
            </a:r>
            <a:r>
              <a:rPr sz="950" spc="145" dirty="0">
                <a:latin typeface="Verdana"/>
                <a:cs typeface="Verdana"/>
              </a:rPr>
              <a:t> </a:t>
            </a:r>
            <a:r>
              <a:rPr sz="950" spc="-50" dirty="0">
                <a:latin typeface="Verdana"/>
                <a:cs typeface="Verdana"/>
              </a:rPr>
              <a:t>1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18143" y="3056191"/>
            <a:ext cx="5340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Verdana"/>
                <a:cs typeface="Verdana"/>
              </a:rPr>
              <a:t>Depth</a:t>
            </a:r>
            <a:r>
              <a:rPr sz="950" spc="145" dirty="0">
                <a:latin typeface="Verdana"/>
                <a:cs typeface="Verdana"/>
              </a:rPr>
              <a:t> </a:t>
            </a:r>
            <a:r>
              <a:rPr sz="950" spc="-50" dirty="0">
                <a:latin typeface="Verdana"/>
                <a:cs typeface="Verdana"/>
              </a:rPr>
              <a:t>2</a:t>
            </a:r>
            <a:endParaRPr sz="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862" y="1239202"/>
            <a:ext cx="41992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Verdana"/>
                <a:cs typeface="Verdana"/>
              </a:rPr>
              <a:t>Decision</a:t>
            </a:r>
            <a:r>
              <a:rPr sz="1550" b="1" spc="310" dirty="0">
                <a:latin typeface="Verdana"/>
                <a:cs typeface="Verdana"/>
              </a:rPr>
              <a:t> </a:t>
            </a:r>
            <a:r>
              <a:rPr sz="1550" b="1" dirty="0">
                <a:latin typeface="Verdana"/>
                <a:cs typeface="Verdana"/>
              </a:rPr>
              <a:t>2:</a:t>
            </a:r>
            <a:r>
              <a:rPr sz="1550" b="1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When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do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you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stop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splitting?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862" y="1767522"/>
            <a:ext cx="5810885" cy="1735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100%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one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class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splitting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will</a:t>
            </a:r>
            <a:r>
              <a:rPr sz="1550" spc="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result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tree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exceeding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Verdana"/>
                <a:cs typeface="Verdana"/>
              </a:rPr>
              <a:t>a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maximum</a:t>
            </a:r>
            <a:r>
              <a:rPr sz="1550" spc="254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depth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improvements</a:t>
            </a:r>
            <a:r>
              <a:rPr sz="1550" spc="3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purity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score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are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below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spc="-50" dirty="0">
                <a:latin typeface="Verdana"/>
                <a:cs typeface="Verdana"/>
              </a:rPr>
              <a:t>a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sz="1550" spc="-10" dirty="0"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  <a:p>
            <a:pPr marL="298450" marR="647065" indent="-286385">
              <a:lnSpc>
                <a:spcPts val="1950"/>
              </a:lnSpc>
              <a:spcBef>
                <a:spcPts val="1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number</a:t>
            </a:r>
            <a:r>
              <a:rPr sz="1550" spc="2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examples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below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spc="-50" dirty="0">
                <a:latin typeface="Verdana"/>
                <a:cs typeface="Verdana"/>
              </a:rPr>
              <a:t>a </a:t>
            </a:r>
            <a:r>
              <a:rPr sz="1550" spc="-10" dirty="0"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86701" y="2252726"/>
            <a:ext cx="723900" cy="457200"/>
          </a:xfrm>
          <a:custGeom>
            <a:avLst/>
            <a:gdLst/>
            <a:ahLst/>
            <a:cxnLst/>
            <a:rect l="l" t="t" r="r" b="b"/>
            <a:pathLst>
              <a:path w="723900" h="457200">
                <a:moveTo>
                  <a:pt x="0" y="228600"/>
                </a:moveTo>
                <a:lnTo>
                  <a:pt x="18440" y="156301"/>
                </a:lnTo>
                <a:lnTo>
                  <a:pt x="40376" y="123495"/>
                </a:lnTo>
                <a:lnTo>
                  <a:pt x="69799" y="93543"/>
                </a:lnTo>
                <a:lnTo>
                  <a:pt x="105965" y="66913"/>
                </a:lnTo>
                <a:lnTo>
                  <a:pt x="148132" y="44074"/>
                </a:lnTo>
                <a:lnTo>
                  <a:pt x="195557" y="25494"/>
                </a:lnTo>
                <a:lnTo>
                  <a:pt x="247497" y="11643"/>
                </a:lnTo>
                <a:lnTo>
                  <a:pt x="303209" y="2988"/>
                </a:lnTo>
                <a:lnTo>
                  <a:pt x="361950" y="0"/>
                </a:lnTo>
                <a:lnTo>
                  <a:pt x="420659" y="2988"/>
                </a:lnTo>
                <a:lnTo>
                  <a:pt x="476353" y="11643"/>
                </a:lnTo>
                <a:lnTo>
                  <a:pt x="528286" y="25494"/>
                </a:lnTo>
                <a:lnTo>
                  <a:pt x="575712" y="44074"/>
                </a:lnTo>
                <a:lnTo>
                  <a:pt x="617886" y="66913"/>
                </a:lnTo>
                <a:lnTo>
                  <a:pt x="654064" y="93543"/>
                </a:lnTo>
                <a:lnTo>
                  <a:pt x="683499" y="123495"/>
                </a:lnTo>
                <a:lnTo>
                  <a:pt x="705447" y="156301"/>
                </a:lnTo>
                <a:lnTo>
                  <a:pt x="723900" y="228600"/>
                </a:lnTo>
                <a:lnTo>
                  <a:pt x="719162" y="265676"/>
                </a:lnTo>
                <a:lnTo>
                  <a:pt x="683499" y="333648"/>
                </a:lnTo>
                <a:lnTo>
                  <a:pt x="654064" y="363602"/>
                </a:lnTo>
                <a:lnTo>
                  <a:pt x="617886" y="390239"/>
                </a:lnTo>
                <a:lnTo>
                  <a:pt x="575712" y="413089"/>
                </a:lnTo>
                <a:lnTo>
                  <a:pt x="528286" y="431681"/>
                </a:lnTo>
                <a:lnTo>
                  <a:pt x="476353" y="445544"/>
                </a:lnTo>
                <a:lnTo>
                  <a:pt x="420659" y="454207"/>
                </a:lnTo>
                <a:lnTo>
                  <a:pt x="361950" y="457200"/>
                </a:lnTo>
                <a:lnTo>
                  <a:pt x="303209" y="454207"/>
                </a:lnTo>
                <a:lnTo>
                  <a:pt x="247497" y="445544"/>
                </a:lnTo>
                <a:lnTo>
                  <a:pt x="195557" y="431681"/>
                </a:lnTo>
                <a:lnTo>
                  <a:pt x="148132" y="413089"/>
                </a:lnTo>
                <a:lnTo>
                  <a:pt x="105965" y="390239"/>
                </a:lnTo>
                <a:lnTo>
                  <a:pt x="69799" y="363602"/>
                </a:lnTo>
                <a:lnTo>
                  <a:pt x="40376" y="333648"/>
                </a:lnTo>
                <a:lnTo>
                  <a:pt x="18440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85329" y="2361819"/>
            <a:ext cx="314960" cy="233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38100">
              <a:lnSpc>
                <a:spcPct val="106200"/>
              </a:lnSpc>
              <a:spcBef>
                <a:spcPts val="7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r>
              <a:rPr sz="650" spc="-10" dirty="0">
                <a:latin typeface="Verdana"/>
                <a:cs typeface="Verdana"/>
              </a:rPr>
              <a:t> 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43699" y="2697225"/>
            <a:ext cx="902335" cy="461645"/>
          </a:xfrm>
          <a:custGeom>
            <a:avLst/>
            <a:gdLst/>
            <a:ahLst/>
            <a:cxnLst/>
            <a:rect l="l" t="t" r="r" b="b"/>
            <a:pathLst>
              <a:path w="902334" h="461644">
                <a:moveTo>
                  <a:pt x="368300" y="6223"/>
                </a:moveTo>
                <a:lnTo>
                  <a:pt x="361061" y="0"/>
                </a:lnTo>
                <a:lnTo>
                  <a:pt x="46113" y="366801"/>
                </a:lnTo>
                <a:lnTo>
                  <a:pt x="20828" y="345059"/>
                </a:lnTo>
                <a:lnTo>
                  <a:pt x="0" y="427609"/>
                </a:lnTo>
                <a:lnTo>
                  <a:pt x="78613" y="394716"/>
                </a:lnTo>
                <a:lnTo>
                  <a:pt x="64566" y="382651"/>
                </a:lnTo>
                <a:lnTo>
                  <a:pt x="53352" y="373024"/>
                </a:lnTo>
                <a:lnTo>
                  <a:pt x="368300" y="6223"/>
                </a:lnTo>
                <a:close/>
              </a:path>
              <a:path w="902334" h="461644">
                <a:moveTo>
                  <a:pt x="902208" y="461645"/>
                </a:moveTo>
                <a:lnTo>
                  <a:pt x="896226" y="411226"/>
                </a:lnTo>
                <a:lnTo>
                  <a:pt x="892175" y="377063"/>
                </a:lnTo>
                <a:lnTo>
                  <a:pt x="864260" y="395452"/>
                </a:lnTo>
                <a:lnTo>
                  <a:pt x="623189" y="29083"/>
                </a:lnTo>
                <a:lnTo>
                  <a:pt x="615188" y="34290"/>
                </a:lnTo>
                <a:lnTo>
                  <a:pt x="856373" y="400646"/>
                </a:lnTo>
                <a:lnTo>
                  <a:pt x="828548" y="418973"/>
                </a:lnTo>
                <a:lnTo>
                  <a:pt x="902208" y="461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01509" y="2849562"/>
            <a:ext cx="31686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66658" y="2854642"/>
            <a:ext cx="481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53884" y="4191000"/>
            <a:ext cx="4127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4</a:t>
            </a:r>
            <a:r>
              <a:rPr sz="650" spc="-135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/7</a:t>
            </a:r>
            <a:r>
              <a:rPr sz="650" spc="35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4283" y="4191000"/>
            <a:ext cx="4127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1</a:t>
            </a:r>
            <a:r>
              <a:rPr sz="650" spc="-135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/3</a:t>
            </a:r>
            <a:r>
              <a:rPr sz="650" spc="35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ats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53200" y="3114675"/>
            <a:ext cx="2225675" cy="1009650"/>
            <a:chOff x="6553200" y="3114675"/>
            <a:chExt cx="2225675" cy="10096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5175" y="3762375"/>
              <a:ext cx="390525" cy="3619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6150" y="3457575"/>
              <a:ext cx="390525" cy="3619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200" y="3429000"/>
              <a:ext cx="333375" cy="3714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2275" y="3743325"/>
              <a:ext cx="390525" cy="3619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200" y="3429000"/>
              <a:ext cx="409575" cy="3619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5175" y="3124200"/>
              <a:ext cx="409575" cy="3714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43700" y="3114675"/>
              <a:ext cx="371475" cy="3619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6725" y="3571875"/>
              <a:ext cx="381000" cy="3524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67700" y="3200400"/>
              <a:ext cx="323850" cy="3619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5750" y="3228975"/>
              <a:ext cx="352425" cy="3619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6835" y="3139884"/>
              <a:ext cx="1081495" cy="833119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862" y="1239202"/>
            <a:ext cx="41992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Verdana"/>
                <a:cs typeface="Verdana"/>
              </a:rPr>
              <a:t>Decision</a:t>
            </a:r>
            <a:r>
              <a:rPr sz="1550" b="1" spc="310" dirty="0">
                <a:latin typeface="Verdana"/>
                <a:cs typeface="Verdana"/>
              </a:rPr>
              <a:t> </a:t>
            </a:r>
            <a:r>
              <a:rPr sz="1550" b="1" dirty="0">
                <a:latin typeface="Verdana"/>
                <a:cs typeface="Verdana"/>
              </a:rPr>
              <a:t>2:</a:t>
            </a:r>
            <a:r>
              <a:rPr sz="1550" b="1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When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do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you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stop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splitting?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862" y="1767522"/>
            <a:ext cx="5810885" cy="1735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100%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one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class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splitting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will</a:t>
            </a:r>
            <a:r>
              <a:rPr sz="1550" spc="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result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tree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exceeding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Verdana"/>
                <a:cs typeface="Verdana"/>
              </a:rPr>
              <a:t>a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maximum</a:t>
            </a:r>
            <a:r>
              <a:rPr sz="1550" spc="254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depth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improvements</a:t>
            </a:r>
            <a:r>
              <a:rPr sz="1550" spc="3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purity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score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are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below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spc="-50" dirty="0">
                <a:latin typeface="Verdana"/>
                <a:cs typeface="Verdana"/>
              </a:rPr>
              <a:t>a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sz="1550" spc="-10" dirty="0"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  <a:p>
            <a:pPr marL="298450" marR="647065" indent="-286385">
              <a:lnSpc>
                <a:spcPts val="1950"/>
              </a:lnSpc>
              <a:spcBef>
                <a:spcPts val="1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number</a:t>
            </a:r>
            <a:r>
              <a:rPr sz="1550" spc="2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examples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below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spc="-50" dirty="0">
                <a:latin typeface="Verdana"/>
                <a:cs typeface="Verdana"/>
              </a:rPr>
              <a:t>a </a:t>
            </a:r>
            <a:r>
              <a:rPr sz="1550" spc="-10" dirty="0"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86701" y="2252726"/>
            <a:ext cx="723900" cy="457200"/>
          </a:xfrm>
          <a:custGeom>
            <a:avLst/>
            <a:gdLst/>
            <a:ahLst/>
            <a:cxnLst/>
            <a:rect l="l" t="t" r="r" b="b"/>
            <a:pathLst>
              <a:path w="723900" h="457200">
                <a:moveTo>
                  <a:pt x="0" y="228600"/>
                </a:moveTo>
                <a:lnTo>
                  <a:pt x="18440" y="156301"/>
                </a:lnTo>
                <a:lnTo>
                  <a:pt x="40376" y="123495"/>
                </a:lnTo>
                <a:lnTo>
                  <a:pt x="69799" y="93543"/>
                </a:lnTo>
                <a:lnTo>
                  <a:pt x="105965" y="66913"/>
                </a:lnTo>
                <a:lnTo>
                  <a:pt x="148132" y="44074"/>
                </a:lnTo>
                <a:lnTo>
                  <a:pt x="195557" y="25494"/>
                </a:lnTo>
                <a:lnTo>
                  <a:pt x="247497" y="11643"/>
                </a:lnTo>
                <a:lnTo>
                  <a:pt x="303209" y="2988"/>
                </a:lnTo>
                <a:lnTo>
                  <a:pt x="361950" y="0"/>
                </a:lnTo>
                <a:lnTo>
                  <a:pt x="420659" y="2988"/>
                </a:lnTo>
                <a:lnTo>
                  <a:pt x="476353" y="11643"/>
                </a:lnTo>
                <a:lnTo>
                  <a:pt x="528286" y="25494"/>
                </a:lnTo>
                <a:lnTo>
                  <a:pt x="575712" y="44074"/>
                </a:lnTo>
                <a:lnTo>
                  <a:pt x="617886" y="66913"/>
                </a:lnTo>
                <a:lnTo>
                  <a:pt x="654064" y="93543"/>
                </a:lnTo>
                <a:lnTo>
                  <a:pt x="683499" y="123495"/>
                </a:lnTo>
                <a:lnTo>
                  <a:pt x="705447" y="156301"/>
                </a:lnTo>
                <a:lnTo>
                  <a:pt x="723900" y="228600"/>
                </a:lnTo>
                <a:lnTo>
                  <a:pt x="719162" y="265676"/>
                </a:lnTo>
                <a:lnTo>
                  <a:pt x="683499" y="333648"/>
                </a:lnTo>
                <a:lnTo>
                  <a:pt x="654064" y="363602"/>
                </a:lnTo>
                <a:lnTo>
                  <a:pt x="617886" y="390239"/>
                </a:lnTo>
                <a:lnTo>
                  <a:pt x="575712" y="413089"/>
                </a:lnTo>
                <a:lnTo>
                  <a:pt x="528286" y="431681"/>
                </a:lnTo>
                <a:lnTo>
                  <a:pt x="476353" y="445544"/>
                </a:lnTo>
                <a:lnTo>
                  <a:pt x="420659" y="454207"/>
                </a:lnTo>
                <a:lnTo>
                  <a:pt x="361950" y="457200"/>
                </a:lnTo>
                <a:lnTo>
                  <a:pt x="303209" y="454207"/>
                </a:lnTo>
                <a:lnTo>
                  <a:pt x="247497" y="445544"/>
                </a:lnTo>
                <a:lnTo>
                  <a:pt x="195557" y="431681"/>
                </a:lnTo>
                <a:lnTo>
                  <a:pt x="148132" y="413089"/>
                </a:lnTo>
                <a:lnTo>
                  <a:pt x="105965" y="390239"/>
                </a:lnTo>
                <a:lnTo>
                  <a:pt x="69799" y="363602"/>
                </a:lnTo>
                <a:lnTo>
                  <a:pt x="40376" y="333648"/>
                </a:lnTo>
                <a:lnTo>
                  <a:pt x="18440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85329" y="2361819"/>
            <a:ext cx="314960" cy="233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38100">
              <a:lnSpc>
                <a:spcPct val="106200"/>
              </a:lnSpc>
              <a:spcBef>
                <a:spcPts val="7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r>
              <a:rPr sz="650" spc="-10" dirty="0">
                <a:latin typeface="Verdana"/>
                <a:cs typeface="Verdana"/>
              </a:rPr>
              <a:t> 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43699" y="2697225"/>
            <a:ext cx="902335" cy="461645"/>
          </a:xfrm>
          <a:custGeom>
            <a:avLst/>
            <a:gdLst/>
            <a:ahLst/>
            <a:cxnLst/>
            <a:rect l="l" t="t" r="r" b="b"/>
            <a:pathLst>
              <a:path w="902334" h="461644">
                <a:moveTo>
                  <a:pt x="368300" y="6223"/>
                </a:moveTo>
                <a:lnTo>
                  <a:pt x="361061" y="0"/>
                </a:lnTo>
                <a:lnTo>
                  <a:pt x="46113" y="366801"/>
                </a:lnTo>
                <a:lnTo>
                  <a:pt x="20828" y="345059"/>
                </a:lnTo>
                <a:lnTo>
                  <a:pt x="0" y="427609"/>
                </a:lnTo>
                <a:lnTo>
                  <a:pt x="78613" y="394716"/>
                </a:lnTo>
                <a:lnTo>
                  <a:pt x="64566" y="382651"/>
                </a:lnTo>
                <a:lnTo>
                  <a:pt x="53352" y="373024"/>
                </a:lnTo>
                <a:lnTo>
                  <a:pt x="368300" y="6223"/>
                </a:lnTo>
                <a:close/>
              </a:path>
              <a:path w="902334" h="461644">
                <a:moveTo>
                  <a:pt x="902208" y="461645"/>
                </a:moveTo>
                <a:lnTo>
                  <a:pt x="896226" y="411226"/>
                </a:lnTo>
                <a:lnTo>
                  <a:pt x="892175" y="377063"/>
                </a:lnTo>
                <a:lnTo>
                  <a:pt x="864260" y="395452"/>
                </a:lnTo>
                <a:lnTo>
                  <a:pt x="623189" y="29083"/>
                </a:lnTo>
                <a:lnTo>
                  <a:pt x="615188" y="34290"/>
                </a:lnTo>
                <a:lnTo>
                  <a:pt x="856373" y="400646"/>
                </a:lnTo>
                <a:lnTo>
                  <a:pt x="828548" y="418973"/>
                </a:lnTo>
                <a:lnTo>
                  <a:pt x="902208" y="461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01509" y="2849562"/>
            <a:ext cx="31686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66658" y="2854642"/>
            <a:ext cx="481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53200" y="3114675"/>
            <a:ext cx="2028825" cy="1143000"/>
            <a:chOff x="6553200" y="3114675"/>
            <a:chExt cx="2028825" cy="11430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5175" y="3762375"/>
              <a:ext cx="390525" cy="3619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6150" y="3457575"/>
              <a:ext cx="390525" cy="3619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200" y="3429000"/>
              <a:ext cx="333375" cy="3714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2275" y="3743325"/>
              <a:ext cx="390525" cy="3619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200" y="3429000"/>
              <a:ext cx="409575" cy="3619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5175" y="3124200"/>
              <a:ext cx="409575" cy="3714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43700" y="3114675"/>
              <a:ext cx="371475" cy="3619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6725" y="3905250"/>
              <a:ext cx="371475" cy="3524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67700" y="3533775"/>
              <a:ext cx="314325" cy="3619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6225" y="3562350"/>
              <a:ext cx="352425" cy="3619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786751" y="3167126"/>
            <a:ext cx="8001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545"/>
              </a:spcBef>
            </a:pPr>
            <a:r>
              <a:rPr sz="900" dirty="0">
                <a:latin typeface="Verdana"/>
                <a:cs typeface="Verdana"/>
              </a:rPr>
              <a:t>Not</a:t>
            </a:r>
            <a:r>
              <a:rPr sz="900" spc="-35" dirty="0">
                <a:latin typeface="Verdana"/>
                <a:cs typeface="Verdana"/>
              </a:rPr>
              <a:t> </a:t>
            </a:r>
            <a:r>
              <a:rPr sz="900" spc="-25" dirty="0">
                <a:latin typeface="Verdana"/>
                <a:cs typeface="Verdana"/>
              </a:rPr>
              <a:t>cat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3919854" y="1583435"/>
            <a:ext cx="3903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50" dirty="0">
                <a:solidFill>
                  <a:srgbClr val="8C1515"/>
                </a:solidFill>
                <a:latin typeface="Lucida Sans Unicode"/>
                <a:cs typeface="Lucida Sans Unicode"/>
              </a:rPr>
              <a:t>Decision</a:t>
            </a:r>
            <a:r>
              <a:rPr sz="2700" spc="-270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10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-10" dirty="0">
                <a:solidFill>
                  <a:srgbClr val="8C1515"/>
                </a:solidFill>
                <a:latin typeface="Lucida Sans Unicode"/>
                <a:cs typeface="Lucida Sans Unicode"/>
              </a:rPr>
              <a:t>Learning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00" dirty="0">
                <a:solidFill>
                  <a:srgbClr val="585858"/>
                </a:solidFill>
                <a:latin typeface="Arial Black"/>
                <a:cs typeface="Arial Black"/>
              </a:rPr>
              <a:t>Measuring</a:t>
            </a:r>
            <a:r>
              <a:rPr sz="3950" spc="-24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950" spc="-65" dirty="0">
                <a:solidFill>
                  <a:srgbClr val="585858"/>
                </a:solidFill>
                <a:latin typeface="Arial Black"/>
                <a:cs typeface="Arial Black"/>
              </a:rPr>
              <a:t>purity</a:t>
            </a:r>
            <a:endParaRPr sz="3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1619250"/>
            <a:ext cx="2886075" cy="19240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5"/>
              </a:spcBef>
            </a:pPr>
            <a:r>
              <a:rPr dirty="0"/>
              <a:t>Entropy</a:t>
            </a:r>
            <a:r>
              <a:rPr spc="15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dirty="0"/>
              <a:t>measure</a:t>
            </a:r>
            <a:r>
              <a:rPr spc="-1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impurity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77025" y="1223327"/>
            <a:ext cx="14719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71195" algn="l"/>
              </a:tabLst>
            </a:pPr>
            <a:r>
              <a:rPr sz="1400" dirty="0">
                <a:latin typeface="Cambria Math"/>
                <a:cs typeface="Cambria Math"/>
              </a:rPr>
              <a:t>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350" spc="112" baseline="-18518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2100" baseline="1984" dirty="0">
                <a:latin typeface="Cambria Math"/>
                <a:cs typeface="Cambria Math"/>
              </a:rPr>
              <a:t>H(p</a:t>
            </a:r>
            <a:r>
              <a:rPr sz="1350" baseline="-15432" dirty="0">
                <a:latin typeface="Cambria Math"/>
                <a:cs typeface="Cambria Math"/>
              </a:rPr>
              <a:t>1</a:t>
            </a:r>
            <a:r>
              <a:rPr sz="2100" baseline="1984" dirty="0">
                <a:latin typeface="Cambria Math"/>
                <a:cs typeface="Cambria Math"/>
              </a:rPr>
              <a:t>)</a:t>
            </a:r>
            <a:r>
              <a:rPr sz="2100" spc="-30" baseline="1984" dirty="0">
                <a:latin typeface="Cambria Math"/>
                <a:cs typeface="Cambria Math"/>
              </a:rPr>
              <a:t> </a:t>
            </a:r>
            <a:r>
              <a:rPr sz="2100" baseline="1984" dirty="0">
                <a:latin typeface="Cambria Math"/>
                <a:cs typeface="Cambria Math"/>
              </a:rPr>
              <a:t>=</a:t>
            </a:r>
            <a:r>
              <a:rPr sz="2100" spc="60" baseline="1984" dirty="0">
                <a:latin typeface="Cambria Math"/>
                <a:cs typeface="Cambria Math"/>
              </a:rPr>
              <a:t> </a:t>
            </a:r>
            <a:r>
              <a:rPr sz="2100" spc="-75" baseline="1984" dirty="0">
                <a:latin typeface="Cambria Math"/>
                <a:cs typeface="Cambria Math"/>
              </a:rPr>
              <a:t>0</a:t>
            </a:r>
            <a:endParaRPr sz="2100" baseline="1984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9725" y="1803463"/>
            <a:ext cx="7391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350" spc="104" baseline="-18518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2/6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3215" y="2381948"/>
            <a:ext cx="7391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350" spc="104" baseline="-18518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3/6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0359" y="2969196"/>
            <a:ext cx="7391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350" spc="104" baseline="-18518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5/6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0359" y="3556063"/>
            <a:ext cx="7391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350" spc="104" baseline="-18518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6/6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652" y="1099756"/>
            <a:ext cx="23196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p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-44" baseline="-17361" dirty="0">
                <a:latin typeface="Cambria Math"/>
                <a:cs typeface="Cambria Math"/>
              </a:rPr>
              <a:t> </a:t>
            </a:r>
            <a:r>
              <a:rPr sz="1200" dirty="0">
                <a:latin typeface="Verdana"/>
                <a:cs typeface="Verdana"/>
              </a:rPr>
              <a:t>=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fraction</a:t>
            </a:r>
            <a:r>
              <a:rPr sz="1200" spc="-1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of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examples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that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352" y="1281112"/>
            <a:ext cx="6477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are </a:t>
            </a:r>
            <a:r>
              <a:rPr sz="1200" spc="-20" dirty="0">
                <a:latin typeface="Verdana"/>
                <a:cs typeface="Verdana"/>
              </a:rPr>
              <a:t>cats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8154" y="3495103"/>
            <a:ext cx="22097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p</a:t>
            </a:r>
            <a:r>
              <a:rPr sz="1200" spc="-37" baseline="-17361" dirty="0">
                <a:latin typeface="Cambria Math"/>
                <a:cs typeface="Cambria Math"/>
              </a:rPr>
              <a:t>1</a:t>
            </a:r>
            <a:endParaRPr sz="1200" baseline="-17361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2453" y="2662237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1629" y="2662237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0678" y="2662237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9854" y="2662237"/>
            <a:ext cx="21336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5" dirty="0">
                <a:latin typeface="Verdana"/>
                <a:cs typeface="Verdana"/>
              </a:rPr>
              <a:t>Dog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9030" y="2662237"/>
            <a:ext cx="21336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5" dirty="0">
                <a:latin typeface="Verdana"/>
                <a:cs typeface="Verdana"/>
              </a:rPr>
              <a:t>Dog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8079" y="2662237"/>
            <a:ext cx="21336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5" dirty="0">
                <a:latin typeface="Verdana"/>
                <a:cs typeface="Verdana"/>
              </a:rPr>
              <a:t>Dog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3625" y="2257425"/>
            <a:ext cx="390525" cy="37147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19750" y="2257425"/>
            <a:ext cx="390525" cy="3714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52950" y="2257425"/>
            <a:ext cx="390525" cy="3714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7300" y="2257425"/>
            <a:ext cx="419100" cy="3714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6700" y="2257425"/>
            <a:ext cx="352425" cy="37147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71875" y="2257425"/>
            <a:ext cx="371475" cy="371475"/>
          </a:xfrm>
          <a:prstGeom prst="rect">
            <a:avLst/>
          </a:prstGeom>
        </p:spPr>
      </p:pic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636266" y="1533064"/>
          <a:ext cx="3838572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430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10" dirty="0">
                          <a:latin typeface="Cambria Math"/>
                          <a:cs typeface="Cambria Math"/>
                        </a:rPr>
                        <a:t>H(p</a:t>
                      </a:r>
                      <a:r>
                        <a:rPr sz="1200" spc="-15" baseline="-17361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R="181610" algn="r">
                        <a:lnSpc>
                          <a:spcPts val="690"/>
                        </a:lnSpc>
                      </a:pPr>
                      <a:r>
                        <a:rPr sz="650" spc="45" dirty="0">
                          <a:latin typeface="Verdana"/>
                          <a:cs typeface="Verdana"/>
                        </a:rPr>
                        <a:t>Cat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R="19050" algn="ctr">
                        <a:lnSpc>
                          <a:spcPts val="690"/>
                        </a:lnSpc>
                      </a:pPr>
                      <a:r>
                        <a:rPr sz="650" spc="45" dirty="0">
                          <a:latin typeface="Verdana"/>
                          <a:cs typeface="Verdana"/>
                        </a:rPr>
                        <a:t>Cat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R="31115" algn="r">
                        <a:lnSpc>
                          <a:spcPts val="690"/>
                        </a:lnSpc>
                      </a:pPr>
                      <a:r>
                        <a:rPr sz="650" spc="25" dirty="0">
                          <a:latin typeface="Verdana"/>
                          <a:cs typeface="Verdana"/>
                        </a:rPr>
                        <a:t>Dog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43625" y="1695450"/>
            <a:ext cx="381000" cy="35242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6700" y="1685925"/>
            <a:ext cx="352425" cy="37147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81400" y="1685925"/>
            <a:ext cx="371475" cy="3714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19750" y="1685925"/>
            <a:ext cx="400050" cy="37147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5400" y="1685925"/>
            <a:ext cx="390525" cy="37147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62475" y="1685925"/>
            <a:ext cx="409575" cy="3714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43625" y="1152525"/>
            <a:ext cx="371475" cy="35242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29275" y="1143000"/>
            <a:ext cx="390525" cy="37147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4925" y="1143000"/>
            <a:ext cx="390525" cy="37147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0" y="1143000"/>
            <a:ext cx="419100" cy="37147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33850" y="1143000"/>
            <a:ext cx="323850" cy="37147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24250" y="1171575"/>
            <a:ext cx="495300" cy="314325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648964" y="3244214"/>
            <a:ext cx="1930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68140" y="3244214"/>
            <a:ext cx="1930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87315" y="3244214"/>
            <a:ext cx="1930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06365" y="3244214"/>
            <a:ext cx="1930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25540" y="3244214"/>
            <a:ext cx="1930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44590" y="3244214"/>
            <a:ext cx="21209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5" dirty="0">
                <a:latin typeface="Verdana"/>
                <a:cs typeface="Verdana"/>
              </a:rPr>
              <a:t>Dog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62475" y="2828925"/>
            <a:ext cx="400050" cy="36195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86225" y="2838450"/>
            <a:ext cx="352425" cy="36195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52825" y="2828925"/>
            <a:ext cx="381000" cy="36195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67375" y="2828925"/>
            <a:ext cx="333375" cy="36195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05400" y="2828925"/>
            <a:ext cx="409575" cy="36195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3150" y="2828925"/>
            <a:ext cx="390525" cy="36195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641471" y="3883025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60520" y="3883025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79569" y="3883025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98745" y="3883025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717921" y="3883025"/>
            <a:ext cx="1936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0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237351" y="3883025"/>
            <a:ext cx="19304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409950"/>
            <a:ext cx="390525" cy="36195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6700" y="3419475"/>
            <a:ext cx="352425" cy="36195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71875" y="3409950"/>
            <a:ext cx="371475" cy="36195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76900" y="3409950"/>
            <a:ext cx="333375" cy="36195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14925" y="3409950"/>
            <a:ext cx="409575" cy="36195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62675" y="3438525"/>
            <a:ext cx="371475" cy="304800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7473315" y="2968688"/>
            <a:ext cx="10718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H(p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400" dirty="0">
                <a:latin typeface="Cambria Math"/>
                <a:cs typeface="Cambria Math"/>
              </a:rPr>
              <a:t>)</a:t>
            </a:r>
            <a:r>
              <a:rPr sz="1400" spc="-2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0.65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62468" y="3550602"/>
            <a:ext cx="8255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H(p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400" dirty="0">
                <a:latin typeface="Cambria Math"/>
                <a:cs typeface="Cambria Math"/>
              </a:rPr>
              <a:t>)</a:t>
            </a:r>
            <a:r>
              <a:rPr sz="1400" spc="-2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73315" y="1798002"/>
            <a:ext cx="10718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mbria Math"/>
                <a:cs typeface="Cambria Math"/>
              </a:rPr>
              <a:t>H(p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400" dirty="0">
                <a:latin typeface="Cambria Math"/>
                <a:cs typeface="Cambria Math"/>
              </a:rPr>
              <a:t>)</a:t>
            </a:r>
            <a:r>
              <a:rPr sz="1400" spc="-2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0.92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73315" y="2375788"/>
            <a:ext cx="82486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latin typeface="Cambria Math"/>
                <a:cs typeface="Cambria Math"/>
              </a:rPr>
              <a:t>H(p</a:t>
            </a:r>
            <a:r>
              <a:rPr sz="1350" baseline="-18518" dirty="0">
                <a:latin typeface="Cambria Math"/>
                <a:cs typeface="Cambria Math"/>
              </a:rPr>
              <a:t>1</a:t>
            </a:r>
            <a:r>
              <a:rPr sz="1400" dirty="0">
                <a:latin typeface="Cambria Math"/>
                <a:cs typeface="Cambria Math"/>
              </a:rPr>
              <a:t>)</a:t>
            </a:r>
            <a:r>
              <a:rPr sz="1400" spc="-3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3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799335" y="1730248"/>
            <a:ext cx="1271905" cy="1660525"/>
            <a:chOff x="1799335" y="1730248"/>
            <a:chExt cx="1271905" cy="1660525"/>
          </a:xfrm>
        </p:grpSpPr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25875" y="3339338"/>
              <a:ext cx="44072" cy="5118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99335" y="1730248"/>
              <a:ext cx="76834" cy="6959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20160" y="3273171"/>
              <a:ext cx="50953" cy="53720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50481" y="1889505"/>
            <a:ext cx="2195512" cy="149161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562847" y="1821688"/>
            <a:ext cx="402081" cy="22986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62847" y="2986277"/>
            <a:ext cx="402147" cy="229869"/>
          </a:xfrm>
          <a:prstGeom prst="rect">
            <a:avLst/>
          </a:prstGeom>
        </p:spPr>
      </p:pic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1619250"/>
            <a:ext cx="2886075" cy="19240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5"/>
              </a:spcBef>
            </a:pPr>
            <a:r>
              <a:rPr dirty="0"/>
              <a:t>Entropy</a:t>
            </a:r>
            <a:r>
              <a:rPr spc="15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dirty="0"/>
              <a:t>measure</a:t>
            </a:r>
            <a:r>
              <a:rPr spc="-1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impurity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48154" y="3495103"/>
            <a:ext cx="22097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p</a:t>
            </a:r>
            <a:r>
              <a:rPr sz="1200" spc="-37" baseline="-17361" dirty="0">
                <a:latin typeface="Cambria Math"/>
                <a:cs typeface="Cambria Math"/>
              </a:rPr>
              <a:t>1</a:t>
            </a:r>
            <a:endParaRPr sz="1200" baseline="-17361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79397" y="1467485"/>
            <a:ext cx="821690" cy="841375"/>
            <a:chOff x="1779397" y="1467485"/>
            <a:chExt cx="821690" cy="8413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9213" y="1467485"/>
              <a:ext cx="261619" cy="3594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3908" y="1737487"/>
              <a:ext cx="48717" cy="557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9397" y="1886458"/>
              <a:ext cx="137540" cy="42214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3552" y="1099756"/>
            <a:ext cx="8152130" cy="24644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63500" marR="5812155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Cambria Math"/>
                <a:cs typeface="Cambria Math"/>
              </a:rPr>
              <a:t>p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-44" baseline="-17361" dirty="0">
                <a:latin typeface="Cambria Math"/>
                <a:cs typeface="Cambria Math"/>
              </a:rPr>
              <a:t> </a:t>
            </a:r>
            <a:r>
              <a:rPr sz="1200" dirty="0">
                <a:latin typeface="Verdana"/>
                <a:cs typeface="Verdana"/>
              </a:rPr>
              <a:t>=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fraction</a:t>
            </a:r>
            <a:r>
              <a:rPr sz="1200" spc="-1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of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examples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that </a:t>
            </a:r>
            <a:r>
              <a:rPr sz="1200" dirty="0">
                <a:latin typeface="Verdana"/>
                <a:cs typeface="Verdana"/>
              </a:rPr>
              <a:t>are </a:t>
            </a:r>
            <a:r>
              <a:rPr sz="1200" spc="-20" dirty="0">
                <a:latin typeface="Verdana"/>
                <a:cs typeface="Verdana"/>
              </a:rPr>
              <a:t>cats</a:t>
            </a:r>
            <a:endParaRPr sz="1200">
              <a:latin typeface="Verdana"/>
              <a:cs typeface="Verdana"/>
            </a:endParaRPr>
          </a:p>
          <a:p>
            <a:pPr marL="4184650">
              <a:lnSpc>
                <a:spcPts val="1355"/>
              </a:lnSpc>
            </a:pPr>
            <a:r>
              <a:rPr sz="1800" dirty="0">
                <a:latin typeface="Cambria Math"/>
                <a:cs typeface="Cambria Math"/>
              </a:rPr>
              <a:t>𝑝</a:t>
            </a:r>
            <a:r>
              <a:rPr sz="2025" baseline="-14403" dirty="0">
                <a:latin typeface="Cambria Math"/>
                <a:cs typeface="Cambria Math"/>
              </a:rPr>
              <a:t>0</a:t>
            </a:r>
            <a:r>
              <a:rPr sz="2025" spc="359" baseline="-14403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4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𝑝</a:t>
            </a:r>
            <a:r>
              <a:rPr sz="2025" spc="-37" baseline="-14403" dirty="0">
                <a:latin typeface="Cambria Math"/>
                <a:cs typeface="Cambria Math"/>
              </a:rPr>
              <a:t>1</a:t>
            </a:r>
            <a:endParaRPr sz="2025" baseline="-14403">
              <a:latin typeface="Cambria Math"/>
              <a:cs typeface="Cambria Math"/>
            </a:endParaRPr>
          </a:p>
          <a:p>
            <a:pPr marL="2184400">
              <a:lnSpc>
                <a:spcPts val="1430"/>
              </a:lnSpc>
              <a:spcBef>
                <a:spcPts val="1855"/>
              </a:spcBef>
            </a:pPr>
            <a:r>
              <a:rPr sz="1200" spc="-10" dirty="0">
                <a:latin typeface="Cambria Math"/>
                <a:cs typeface="Cambria Math"/>
              </a:rPr>
              <a:t>H(p</a:t>
            </a:r>
            <a:r>
              <a:rPr sz="1200" spc="-15" baseline="-17361" dirty="0">
                <a:latin typeface="Cambria Math"/>
                <a:cs typeface="Cambria Math"/>
              </a:rPr>
              <a:t>1</a:t>
            </a:r>
            <a:r>
              <a:rPr sz="1200" spc="-10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  <a:p>
            <a:pPr marL="3514725">
              <a:lnSpc>
                <a:spcPts val="2150"/>
              </a:lnSpc>
            </a:pPr>
            <a:r>
              <a:rPr sz="1800" spc="-45" dirty="0">
                <a:latin typeface="Cambria Math"/>
                <a:cs typeface="Cambria Math"/>
              </a:rPr>
              <a:t>𝐻(𝑝</a:t>
            </a:r>
            <a:r>
              <a:rPr sz="2025" spc="-67" baseline="-16460" dirty="0">
                <a:latin typeface="Cambria Math"/>
                <a:cs typeface="Cambria Math"/>
              </a:rPr>
              <a:t>1</a:t>
            </a:r>
            <a:r>
              <a:rPr sz="2025" spc="-157" baseline="-164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spc="-10" dirty="0">
                <a:latin typeface="Cambria Math"/>
                <a:cs typeface="Cambria Math"/>
              </a:rPr>
              <a:t>−𝑝</a:t>
            </a:r>
            <a:r>
              <a:rPr sz="2025" spc="-15" baseline="-16460" dirty="0">
                <a:latin typeface="Cambria Math"/>
                <a:cs typeface="Cambria Math"/>
              </a:rPr>
              <a:t>1</a:t>
            </a:r>
            <a:r>
              <a:rPr sz="1800" spc="-10" dirty="0">
                <a:latin typeface="Cambria Math"/>
                <a:cs typeface="Cambria Math"/>
              </a:rPr>
              <a:t>𝑙𝑜𝑔</a:t>
            </a:r>
            <a:r>
              <a:rPr sz="2025" spc="-15" baseline="-16460" dirty="0">
                <a:latin typeface="Cambria Math"/>
                <a:cs typeface="Cambria Math"/>
              </a:rPr>
              <a:t>2</a:t>
            </a:r>
            <a:r>
              <a:rPr sz="1800" spc="-10" dirty="0">
                <a:latin typeface="Cambria Math"/>
                <a:cs typeface="Cambria Math"/>
              </a:rPr>
              <a:t>(𝑝</a:t>
            </a:r>
            <a:r>
              <a:rPr sz="2025" spc="-15" baseline="-16460" dirty="0">
                <a:latin typeface="Cambria Math"/>
                <a:cs typeface="Cambria Math"/>
              </a:rPr>
              <a:t>1</a:t>
            </a:r>
            <a:r>
              <a:rPr sz="1800" spc="-10" dirty="0">
                <a:latin typeface="Cambria Math"/>
                <a:cs typeface="Cambria Math"/>
              </a:rPr>
              <a:t>)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4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𝑝</a:t>
            </a:r>
            <a:r>
              <a:rPr sz="2025" spc="-15" baseline="-16460" dirty="0">
                <a:latin typeface="Cambria Math"/>
                <a:cs typeface="Cambria Math"/>
              </a:rPr>
              <a:t>0</a:t>
            </a:r>
            <a:r>
              <a:rPr sz="1800" spc="-10" dirty="0">
                <a:latin typeface="Cambria Math"/>
                <a:cs typeface="Cambria Math"/>
              </a:rPr>
              <a:t>𝑙𝑜𝑔</a:t>
            </a:r>
            <a:r>
              <a:rPr sz="2025" spc="-15" baseline="-16460" dirty="0">
                <a:latin typeface="Cambria Math"/>
                <a:cs typeface="Cambria Math"/>
              </a:rPr>
              <a:t>2</a:t>
            </a:r>
            <a:r>
              <a:rPr sz="1800" spc="-10" dirty="0">
                <a:latin typeface="Cambria Math"/>
                <a:cs typeface="Cambria Math"/>
              </a:rPr>
              <a:t>(𝑝</a:t>
            </a:r>
            <a:r>
              <a:rPr sz="2025" spc="-15" baseline="-16460" dirty="0">
                <a:latin typeface="Cambria Math"/>
                <a:cs typeface="Cambria Math"/>
              </a:rPr>
              <a:t>0</a:t>
            </a:r>
            <a:r>
              <a:rPr sz="1800" spc="-1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L="4170045">
              <a:lnSpc>
                <a:spcPct val="100000"/>
              </a:lnSpc>
              <a:spcBef>
                <a:spcPts val="131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4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−𝑝</a:t>
            </a:r>
            <a:r>
              <a:rPr sz="2025" baseline="-16460" dirty="0">
                <a:latin typeface="Cambria Math"/>
                <a:cs typeface="Cambria Math"/>
              </a:rPr>
              <a:t>1</a:t>
            </a:r>
            <a:r>
              <a:rPr sz="2025" spc="427" baseline="-164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𝑙𝑜𝑔</a:t>
            </a:r>
            <a:r>
              <a:rPr sz="2025" baseline="-16460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(𝑝</a:t>
            </a:r>
            <a:r>
              <a:rPr sz="2025" baseline="-16460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(1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𝑝</a:t>
            </a:r>
            <a:r>
              <a:rPr sz="2025" baseline="-16460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)𝑙𝑜𝑔</a:t>
            </a:r>
            <a:r>
              <a:rPr sz="2025" baseline="-16460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(1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𝑝</a:t>
            </a:r>
            <a:r>
              <a:rPr sz="2025" spc="-37" baseline="-16460" dirty="0">
                <a:latin typeface="Cambria Math"/>
                <a:cs typeface="Cambria Math"/>
              </a:rPr>
              <a:t>1</a:t>
            </a:r>
            <a:r>
              <a:rPr sz="1800" spc="-25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1800">
              <a:latin typeface="Cambria Math"/>
              <a:cs typeface="Cambria Math"/>
            </a:endParaRPr>
          </a:p>
          <a:p>
            <a:pPr marL="40347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Note: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Cambria Math"/>
                <a:cs typeface="Cambria Math"/>
              </a:rPr>
              <a:t>“0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log(0)”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9459" y="2870073"/>
            <a:ext cx="368935" cy="23748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919854" y="1583435"/>
            <a:ext cx="3903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50" dirty="0">
                <a:latin typeface="Lucida Sans Unicode"/>
                <a:cs typeface="Lucida Sans Unicode"/>
              </a:rPr>
              <a:t>Decision</a:t>
            </a:r>
            <a:r>
              <a:rPr sz="2700" spc="-27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Tree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Learning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3084" y="3134360"/>
            <a:ext cx="4677410" cy="709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670"/>
              </a:lnSpc>
              <a:spcBef>
                <a:spcPts val="130"/>
              </a:spcBef>
            </a:pPr>
            <a:r>
              <a:rPr sz="2450" spc="-45" dirty="0">
                <a:solidFill>
                  <a:srgbClr val="585858"/>
                </a:solidFill>
                <a:latin typeface="Arial Black"/>
                <a:cs typeface="Arial Black"/>
              </a:rPr>
              <a:t>Choosing</a:t>
            </a:r>
            <a:r>
              <a:rPr sz="2450" spc="-9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dirty="0">
                <a:solidFill>
                  <a:srgbClr val="585858"/>
                </a:solidFill>
                <a:latin typeface="Arial Black"/>
                <a:cs typeface="Arial Black"/>
              </a:rPr>
              <a:t>a</a:t>
            </a:r>
            <a:r>
              <a:rPr sz="2450" spc="-17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spc="-130" dirty="0">
                <a:solidFill>
                  <a:srgbClr val="585858"/>
                </a:solidFill>
                <a:latin typeface="Arial Black"/>
                <a:cs typeface="Arial Black"/>
              </a:rPr>
              <a:t>split:</a:t>
            </a:r>
            <a:r>
              <a:rPr sz="2450" spc="-114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spc="-40" dirty="0">
                <a:solidFill>
                  <a:srgbClr val="585858"/>
                </a:solidFill>
                <a:latin typeface="Arial Black"/>
                <a:cs typeface="Arial Black"/>
              </a:rPr>
              <a:t>Information</a:t>
            </a:r>
            <a:endParaRPr sz="2450">
              <a:latin typeface="Arial Black"/>
              <a:cs typeface="Arial Black"/>
            </a:endParaRPr>
          </a:p>
          <a:p>
            <a:pPr marL="342265" algn="ctr">
              <a:lnSpc>
                <a:spcPts val="2670"/>
              </a:lnSpc>
            </a:pPr>
            <a:r>
              <a:rPr sz="2450" spc="-20" dirty="0">
                <a:solidFill>
                  <a:srgbClr val="585858"/>
                </a:solidFill>
                <a:latin typeface="Arial Black"/>
                <a:cs typeface="Arial Black"/>
              </a:rPr>
              <a:t>Gain</a:t>
            </a:r>
            <a:endParaRPr sz="2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05"/>
              </a:spcBef>
            </a:pPr>
            <a:r>
              <a:rPr dirty="0"/>
              <a:t>Choosing</a:t>
            </a:r>
            <a:r>
              <a:rPr spc="-5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split</a:t>
            </a:r>
          </a:p>
        </p:txBody>
      </p:sp>
      <p:sp>
        <p:nvSpPr>
          <p:cNvPr id="3" name="object 3"/>
          <p:cNvSpPr/>
          <p:nvPr/>
        </p:nvSpPr>
        <p:spPr>
          <a:xfrm>
            <a:off x="1424050" y="115735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9885" y="1270698"/>
            <a:ext cx="30543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9751" y="1611248"/>
            <a:ext cx="866140" cy="369570"/>
          </a:xfrm>
          <a:custGeom>
            <a:avLst/>
            <a:gdLst/>
            <a:ahLst/>
            <a:cxnLst/>
            <a:rect l="l" t="t" r="r" b="b"/>
            <a:pathLst>
              <a:path w="866139" h="369569">
                <a:moveTo>
                  <a:pt x="339979" y="6477"/>
                </a:moveTo>
                <a:lnTo>
                  <a:pt x="332994" y="0"/>
                </a:lnTo>
                <a:lnTo>
                  <a:pt x="47967" y="309816"/>
                </a:lnTo>
                <a:lnTo>
                  <a:pt x="23495" y="287274"/>
                </a:lnTo>
                <a:lnTo>
                  <a:pt x="0" y="369189"/>
                </a:lnTo>
                <a:lnTo>
                  <a:pt x="79502" y="338836"/>
                </a:lnTo>
                <a:lnTo>
                  <a:pt x="65151" y="325628"/>
                </a:lnTo>
                <a:lnTo>
                  <a:pt x="55041" y="316318"/>
                </a:lnTo>
                <a:lnTo>
                  <a:pt x="339979" y="6477"/>
                </a:lnTo>
                <a:close/>
              </a:path>
              <a:path w="866139" h="369569">
                <a:moveTo>
                  <a:pt x="865886" y="328930"/>
                </a:moveTo>
                <a:lnTo>
                  <a:pt x="856907" y="281178"/>
                </a:lnTo>
                <a:lnTo>
                  <a:pt x="850138" y="245122"/>
                </a:lnTo>
                <a:lnTo>
                  <a:pt x="823595" y="265264"/>
                </a:lnTo>
                <a:lnTo>
                  <a:pt x="622808" y="381"/>
                </a:lnTo>
                <a:lnTo>
                  <a:pt x="615315" y="6096"/>
                </a:lnTo>
                <a:lnTo>
                  <a:pt x="816013" y="271018"/>
                </a:lnTo>
                <a:lnTo>
                  <a:pt x="789432" y="291211"/>
                </a:lnTo>
                <a:lnTo>
                  <a:pt x="865886" y="328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1394" y="1675384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5979" y="1675384"/>
            <a:ext cx="3333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2926" y="1144650"/>
            <a:ext cx="940435" cy="819785"/>
            <a:chOff x="3852926" y="1144650"/>
            <a:chExt cx="940435" cy="819785"/>
          </a:xfrm>
        </p:grpSpPr>
        <p:sp>
          <p:nvSpPr>
            <p:cNvPr id="9" name="object 9"/>
            <p:cNvSpPr/>
            <p:nvPr/>
          </p:nvSpPr>
          <p:spPr>
            <a:xfrm>
              <a:off x="3957701" y="1157350"/>
              <a:ext cx="714375" cy="466725"/>
            </a:xfrm>
            <a:custGeom>
              <a:avLst/>
              <a:gdLst/>
              <a:ahLst/>
              <a:cxnLst/>
              <a:rect l="l" t="t" r="r" b="b"/>
              <a:pathLst>
                <a:path w="714375" h="466725">
                  <a:moveTo>
                    <a:pt x="0" y="233299"/>
                  </a:moveTo>
                  <a:lnTo>
                    <a:pt x="4674" y="195442"/>
                  </a:lnTo>
                  <a:lnTo>
                    <a:pt x="18206" y="159536"/>
                  </a:lnTo>
                  <a:lnTo>
                    <a:pt x="39862" y="126059"/>
                  </a:lnTo>
                  <a:lnTo>
                    <a:pt x="68905" y="95490"/>
                  </a:lnTo>
                  <a:lnTo>
                    <a:pt x="104600" y="68310"/>
                  </a:lnTo>
                  <a:lnTo>
                    <a:pt x="146212" y="44996"/>
                  </a:lnTo>
                  <a:lnTo>
                    <a:pt x="193006" y="26029"/>
                  </a:lnTo>
                  <a:lnTo>
                    <a:pt x="244246" y="11888"/>
                  </a:lnTo>
                  <a:lnTo>
                    <a:pt x="299197" y="3051"/>
                  </a:lnTo>
                  <a:lnTo>
                    <a:pt x="357124" y="0"/>
                  </a:lnTo>
                  <a:lnTo>
                    <a:pt x="415054" y="3051"/>
                  </a:lnTo>
                  <a:lnTo>
                    <a:pt x="470014" y="11888"/>
                  </a:lnTo>
                  <a:lnTo>
                    <a:pt x="521269" y="26029"/>
                  </a:lnTo>
                  <a:lnTo>
                    <a:pt x="568080" y="44996"/>
                  </a:lnTo>
                  <a:lnTo>
                    <a:pt x="609711" y="68310"/>
                  </a:lnTo>
                  <a:lnTo>
                    <a:pt x="645425" y="95490"/>
                  </a:lnTo>
                  <a:lnTo>
                    <a:pt x="674485" y="126059"/>
                  </a:lnTo>
                  <a:lnTo>
                    <a:pt x="696155" y="159536"/>
                  </a:lnTo>
                  <a:lnTo>
                    <a:pt x="709697" y="195442"/>
                  </a:lnTo>
                  <a:lnTo>
                    <a:pt x="714375" y="233299"/>
                  </a:lnTo>
                  <a:lnTo>
                    <a:pt x="709697" y="271158"/>
                  </a:lnTo>
                  <a:lnTo>
                    <a:pt x="696155" y="307074"/>
                  </a:lnTo>
                  <a:lnTo>
                    <a:pt x="674485" y="340566"/>
                  </a:lnTo>
                  <a:lnTo>
                    <a:pt x="645425" y="371151"/>
                  </a:lnTo>
                  <a:lnTo>
                    <a:pt x="609711" y="398351"/>
                  </a:lnTo>
                  <a:lnTo>
                    <a:pt x="568080" y="421683"/>
                  </a:lnTo>
                  <a:lnTo>
                    <a:pt x="521269" y="440668"/>
                  </a:lnTo>
                  <a:lnTo>
                    <a:pt x="470014" y="454823"/>
                  </a:lnTo>
                  <a:lnTo>
                    <a:pt x="415054" y="463669"/>
                  </a:lnTo>
                  <a:lnTo>
                    <a:pt x="357124" y="466725"/>
                  </a:lnTo>
                  <a:lnTo>
                    <a:pt x="299197" y="463669"/>
                  </a:lnTo>
                  <a:lnTo>
                    <a:pt x="244246" y="454823"/>
                  </a:lnTo>
                  <a:lnTo>
                    <a:pt x="193006" y="440668"/>
                  </a:lnTo>
                  <a:lnTo>
                    <a:pt x="146212" y="421683"/>
                  </a:lnTo>
                  <a:lnTo>
                    <a:pt x="104600" y="398351"/>
                  </a:lnTo>
                  <a:lnTo>
                    <a:pt x="68905" y="371151"/>
                  </a:lnTo>
                  <a:lnTo>
                    <a:pt x="39862" y="340566"/>
                  </a:lnTo>
                  <a:lnTo>
                    <a:pt x="18206" y="307074"/>
                  </a:lnTo>
                  <a:lnTo>
                    <a:pt x="4674" y="271158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2926" y="1592198"/>
              <a:ext cx="940435" cy="372745"/>
            </a:xfrm>
            <a:custGeom>
              <a:avLst/>
              <a:gdLst/>
              <a:ahLst/>
              <a:cxnLst/>
              <a:rect l="l" t="t" r="r" b="b"/>
              <a:pathLst>
                <a:path w="940435" h="372744">
                  <a:moveTo>
                    <a:pt x="325247" y="6477"/>
                  </a:moveTo>
                  <a:lnTo>
                    <a:pt x="318135" y="0"/>
                  </a:lnTo>
                  <a:lnTo>
                    <a:pt x="47345" y="301205"/>
                  </a:lnTo>
                  <a:lnTo>
                    <a:pt x="22606" y="278892"/>
                  </a:lnTo>
                  <a:lnTo>
                    <a:pt x="0" y="361061"/>
                  </a:lnTo>
                  <a:lnTo>
                    <a:pt x="79248" y="329946"/>
                  </a:lnTo>
                  <a:lnTo>
                    <a:pt x="64871" y="316992"/>
                  </a:lnTo>
                  <a:lnTo>
                    <a:pt x="54432" y="307594"/>
                  </a:lnTo>
                  <a:lnTo>
                    <a:pt x="325247" y="6477"/>
                  </a:lnTo>
                  <a:close/>
                </a:path>
                <a:path w="940435" h="372744">
                  <a:moveTo>
                    <a:pt x="939927" y="372237"/>
                  </a:moveTo>
                  <a:lnTo>
                    <a:pt x="926947" y="329311"/>
                  </a:lnTo>
                  <a:lnTo>
                    <a:pt x="915289" y="290703"/>
                  </a:lnTo>
                  <a:lnTo>
                    <a:pt x="891057" y="313601"/>
                  </a:lnTo>
                  <a:lnTo>
                    <a:pt x="613029" y="19050"/>
                  </a:lnTo>
                  <a:lnTo>
                    <a:pt x="606044" y="25527"/>
                  </a:lnTo>
                  <a:lnTo>
                    <a:pt x="884199" y="320078"/>
                  </a:lnTo>
                  <a:lnTo>
                    <a:pt x="859917" y="343027"/>
                  </a:lnTo>
                  <a:lnTo>
                    <a:pt x="939927" y="3722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16629" y="1673225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209" y="1673225"/>
            <a:ext cx="47879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15176" y="1128775"/>
            <a:ext cx="866775" cy="466725"/>
          </a:xfrm>
          <a:custGeom>
            <a:avLst/>
            <a:gdLst/>
            <a:ahLst/>
            <a:cxnLst/>
            <a:rect l="l" t="t" r="r" b="b"/>
            <a:pathLst>
              <a:path w="866775" h="466725">
                <a:moveTo>
                  <a:pt x="0" y="233299"/>
                </a:moveTo>
                <a:lnTo>
                  <a:pt x="15473" y="171258"/>
                </a:lnTo>
                <a:lnTo>
                  <a:pt x="59144" y="115522"/>
                </a:lnTo>
                <a:lnTo>
                  <a:pt x="90265" y="90712"/>
                </a:lnTo>
                <a:lnTo>
                  <a:pt x="126888" y="68310"/>
                </a:lnTo>
                <a:lnTo>
                  <a:pt x="168499" y="48593"/>
                </a:lnTo>
                <a:lnTo>
                  <a:pt x="214582" y="31839"/>
                </a:lnTo>
                <a:lnTo>
                  <a:pt x="264622" y="18325"/>
                </a:lnTo>
                <a:lnTo>
                  <a:pt x="318102" y="8329"/>
                </a:lnTo>
                <a:lnTo>
                  <a:pt x="374508" y="2128"/>
                </a:lnTo>
                <a:lnTo>
                  <a:pt x="433324" y="0"/>
                </a:lnTo>
                <a:lnTo>
                  <a:pt x="492142" y="2128"/>
                </a:lnTo>
                <a:lnTo>
                  <a:pt x="548554" y="8329"/>
                </a:lnTo>
                <a:lnTo>
                  <a:pt x="602045" y="18325"/>
                </a:lnTo>
                <a:lnTo>
                  <a:pt x="652097" y="31839"/>
                </a:lnTo>
                <a:lnTo>
                  <a:pt x="698195" y="48593"/>
                </a:lnTo>
                <a:lnTo>
                  <a:pt x="739822" y="68310"/>
                </a:lnTo>
                <a:lnTo>
                  <a:pt x="776462" y="90712"/>
                </a:lnTo>
                <a:lnTo>
                  <a:pt x="807597" y="115522"/>
                </a:lnTo>
                <a:lnTo>
                  <a:pt x="851292" y="171258"/>
                </a:lnTo>
                <a:lnTo>
                  <a:pt x="866775" y="233299"/>
                </a:lnTo>
                <a:lnTo>
                  <a:pt x="862818" y="264970"/>
                </a:lnTo>
                <a:lnTo>
                  <a:pt x="832713" y="324153"/>
                </a:lnTo>
                <a:lnTo>
                  <a:pt x="776462" y="375933"/>
                </a:lnTo>
                <a:lnTo>
                  <a:pt x="739822" y="398351"/>
                </a:lnTo>
                <a:lnTo>
                  <a:pt x="698195" y="418083"/>
                </a:lnTo>
                <a:lnTo>
                  <a:pt x="652097" y="434852"/>
                </a:lnTo>
                <a:lnTo>
                  <a:pt x="602045" y="448379"/>
                </a:lnTo>
                <a:lnTo>
                  <a:pt x="548554" y="458385"/>
                </a:lnTo>
                <a:lnTo>
                  <a:pt x="492142" y="464593"/>
                </a:lnTo>
                <a:lnTo>
                  <a:pt x="433324" y="466725"/>
                </a:lnTo>
                <a:lnTo>
                  <a:pt x="374508" y="464593"/>
                </a:lnTo>
                <a:lnTo>
                  <a:pt x="318102" y="458385"/>
                </a:lnTo>
                <a:lnTo>
                  <a:pt x="264622" y="448379"/>
                </a:lnTo>
                <a:lnTo>
                  <a:pt x="214582" y="434852"/>
                </a:lnTo>
                <a:lnTo>
                  <a:pt x="168499" y="418083"/>
                </a:lnTo>
                <a:lnTo>
                  <a:pt x="126888" y="398351"/>
                </a:lnTo>
                <a:lnTo>
                  <a:pt x="90265" y="375933"/>
                </a:lnTo>
                <a:lnTo>
                  <a:pt x="59144" y="351107"/>
                </a:lnTo>
                <a:lnTo>
                  <a:pt x="15473" y="29534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26884" y="1295400"/>
            <a:ext cx="450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58026" y="1582800"/>
            <a:ext cx="902335" cy="461645"/>
          </a:xfrm>
          <a:custGeom>
            <a:avLst/>
            <a:gdLst/>
            <a:ahLst/>
            <a:cxnLst/>
            <a:rect l="l" t="t" r="r" b="b"/>
            <a:pathLst>
              <a:path w="902334" h="461644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73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02334" h="461644">
                <a:moveTo>
                  <a:pt x="902081" y="461645"/>
                </a:moveTo>
                <a:lnTo>
                  <a:pt x="896099" y="411226"/>
                </a:lnTo>
                <a:lnTo>
                  <a:pt x="892048" y="377063"/>
                </a:lnTo>
                <a:lnTo>
                  <a:pt x="864133" y="395452"/>
                </a:lnTo>
                <a:lnTo>
                  <a:pt x="623062" y="29083"/>
                </a:lnTo>
                <a:lnTo>
                  <a:pt x="615061" y="34290"/>
                </a:lnTo>
                <a:lnTo>
                  <a:pt x="856246" y="400646"/>
                </a:lnTo>
                <a:lnTo>
                  <a:pt x="828421" y="418973"/>
                </a:lnTo>
                <a:lnTo>
                  <a:pt x="902081" y="461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84976" y="1732216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67905" y="1737677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4410" y="3337052"/>
            <a:ext cx="272415" cy="132715"/>
          </a:xfrm>
          <a:custGeom>
            <a:avLst/>
            <a:gdLst/>
            <a:ahLst/>
            <a:cxnLst/>
            <a:rect l="l" t="t" r="r" b="b"/>
            <a:pathLst>
              <a:path w="272415" h="132714">
                <a:moveTo>
                  <a:pt x="230111" y="0"/>
                </a:moveTo>
                <a:lnTo>
                  <a:pt x="228219" y="5334"/>
                </a:lnTo>
                <a:lnTo>
                  <a:pt x="235882" y="8717"/>
                </a:lnTo>
                <a:lnTo>
                  <a:pt x="242469" y="13350"/>
                </a:lnTo>
                <a:lnTo>
                  <a:pt x="259735" y="54048"/>
                </a:lnTo>
                <a:lnTo>
                  <a:pt x="259760" y="54223"/>
                </a:lnTo>
                <a:lnTo>
                  <a:pt x="255833" y="97339"/>
                </a:lnTo>
                <a:lnTo>
                  <a:pt x="228434" y="127000"/>
                </a:lnTo>
                <a:lnTo>
                  <a:pt x="230111" y="132334"/>
                </a:lnTo>
                <a:lnTo>
                  <a:pt x="261429" y="109220"/>
                </a:lnTo>
                <a:lnTo>
                  <a:pt x="272313" y="66167"/>
                </a:lnTo>
                <a:lnTo>
                  <a:pt x="271640" y="54223"/>
                </a:lnTo>
                <a:lnTo>
                  <a:pt x="255343" y="15073"/>
                </a:lnTo>
                <a:lnTo>
                  <a:pt x="239702" y="3452"/>
                </a:lnTo>
                <a:lnTo>
                  <a:pt x="230111" y="0"/>
                </a:lnTo>
                <a:close/>
              </a:path>
              <a:path w="272415" h="132714">
                <a:moveTo>
                  <a:pt x="42214" y="0"/>
                </a:moveTo>
                <a:lnTo>
                  <a:pt x="10921" y="23241"/>
                </a:lnTo>
                <a:lnTo>
                  <a:pt x="35" y="65531"/>
                </a:lnTo>
                <a:lnTo>
                  <a:pt x="0" y="66167"/>
                </a:lnTo>
                <a:lnTo>
                  <a:pt x="616" y="77198"/>
                </a:lnTo>
                <a:lnTo>
                  <a:pt x="680" y="78359"/>
                </a:lnTo>
                <a:lnTo>
                  <a:pt x="2722" y="89598"/>
                </a:lnTo>
                <a:lnTo>
                  <a:pt x="24163" y="123872"/>
                </a:lnTo>
                <a:lnTo>
                  <a:pt x="42214" y="132334"/>
                </a:lnTo>
                <a:lnTo>
                  <a:pt x="43891" y="127000"/>
                </a:lnTo>
                <a:lnTo>
                  <a:pt x="36349" y="123668"/>
                </a:lnTo>
                <a:lnTo>
                  <a:pt x="29841" y="119014"/>
                </a:lnTo>
                <a:lnTo>
                  <a:pt x="12568" y="77198"/>
                </a:lnTo>
                <a:lnTo>
                  <a:pt x="12104" y="66167"/>
                </a:lnTo>
                <a:lnTo>
                  <a:pt x="12077" y="65531"/>
                </a:lnTo>
                <a:lnTo>
                  <a:pt x="19926" y="26416"/>
                </a:lnTo>
                <a:lnTo>
                  <a:pt x="44094" y="5334"/>
                </a:lnTo>
                <a:lnTo>
                  <a:pt x="422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4057" y="2995866"/>
            <a:ext cx="1003935" cy="499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𝑝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345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254" dirty="0">
                <a:latin typeface="Cambria Math"/>
                <a:cs typeface="Cambria Math"/>
              </a:rPr>
              <a:t> </a:t>
            </a:r>
            <a:r>
              <a:rPr sz="1650" spc="-179" baseline="17676" dirty="0">
                <a:latin typeface="Cambria Math"/>
                <a:cs typeface="Cambria Math"/>
              </a:rPr>
              <a:t>4</a:t>
            </a:r>
            <a:r>
              <a:rPr sz="1100" spc="-120" dirty="0">
                <a:latin typeface="Cambria Math"/>
                <a:cs typeface="Cambria Math"/>
              </a:rPr>
              <a:t>ൗ</a:t>
            </a:r>
            <a:r>
              <a:rPr sz="1650" spc="-179" baseline="-22727" dirty="0">
                <a:latin typeface="Cambria Math"/>
                <a:cs typeface="Cambria Math"/>
              </a:rPr>
              <a:t>5</a:t>
            </a:r>
            <a:r>
              <a:rPr sz="1650" spc="52" baseline="-22727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5" dirty="0">
                <a:latin typeface="Cambria Math"/>
                <a:cs typeface="Cambria Math"/>
              </a:rPr>
              <a:t>0.8</a:t>
            </a:r>
            <a:endParaRPr sz="11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060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0.8</a:t>
            </a:r>
            <a:r>
              <a:rPr sz="1100" spc="48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0.72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54657" y="3353561"/>
            <a:ext cx="272415" cy="132715"/>
          </a:xfrm>
          <a:custGeom>
            <a:avLst/>
            <a:gdLst/>
            <a:ahLst/>
            <a:cxnLst/>
            <a:rect l="l" t="t" r="r" b="b"/>
            <a:pathLst>
              <a:path w="272414" h="132714">
                <a:moveTo>
                  <a:pt x="230124" y="0"/>
                </a:moveTo>
                <a:lnTo>
                  <a:pt x="228219" y="5333"/>
                </a:lnTo>
                <a:lnTo>
                  <a:pt x="235884" y="8715"/>
                </a:lnTo>
                <a:lnTo>
                  <a:pt x="242490" y="13334"/>
                </a:lnTo>
                <a:lnTo>
                  <a:pt x="259720" y="54048"/>
                </a:lnTo>
                <a:lnTo>
                  <a:pt x="259744" y="54221"/>
                </a:lnTo>
                <a:lnTo>
                  <a:pt x="255829" y="97339"/>
                </a:lnTo>
                <a:lnTo>
                  <a:pt x="228473" y="127000"/>
                </a:lnTo>
                <a:lnTo>
                  <a:pt x="230124" y="132333"/>
                </a:lnTo>
                <a:lnTo>
                  <a:pt x="261493" y="109219"/>
                </a:lnTo>
                <a:lnTo>
                  <a:pt x="272288" y="66167"/>
                </a:lnTo>
                <a:lnTo>
                  <a:pt x="271626" y="54221"/>
                </a:lnTo>
                <a:lnTo>
                  <a:pt x="271617" y="54048"/>
                </a:lnTo>
                <a:lnTo>
                  <a:pt x="255341" y="15073"/>
                </a:lnTo>
                <a:lnTo>
                  <a:pt x="239720" y="3452"/>
                </a:lnTo>
                <a:lnTo>
                  <a:pt x="230124" y="0"/>
                </a:lnTo>
                <a:close/>
              </a:path>
              <a:path w="272414" h="132714">
                <a:moveTo>
                  <a:pt x="42163" y="0"/>
                </a:moveTo>
                <a:lnTo>
                  <a:pt x="10922" y="23240"/>
                </a:lnTo>
                <a:lnTo>
                  <a:pt x="36" y="65531"/>
                </a:lnTo>
                <a:lnTo>
                  <a:pt x="0" y="66167"/>
                </a:lnTo>
                <a:lnTo>
                  <a:pt x="623" y="77198"/>
                </a:lnTo>
                <a:lnTo>
                  <a:pt x="688" y="78358"/>
                </a:lnTo>
                <a:lnTo>
                  <a:pt x="2746" y="89598"/>
                </a:lnTo>
                <a:lnTo>
                  <a:pt x="24161" y="123872"/>
                </a:lnTo>
                <a:lnTo>
                  <a:pt x="42163" y="132333"/>
                </a:lnTo>
                <a:lnTo>
                  <a:pt x="43942" y="127000"/>
                </a:lnTo>
                <a:lnTo>
                  <a:pt x="36369" y="123668"/>
                </a:lnTo>
                <a:lnTo>
                  <a:pt x="29844" y="119014"/>
                </a:lnTo>
                <a:lnTo>
                  <a:pt x="12563" y="77198"/>
                </a:lnTo>
                <a:lnTo>
                  <a:pt x="12065" y="65531"/>
                </a:lnTo>
                <a:lnTo>
                  <a:pt x="12563" y="54221"/>
                </a:lnTo>
                <a:lnTo>
                  <a:pt x="29908" y="13335"/>
                </a:lnTo>
                <a:lnTo>
                  <a:pt x="44068" y="5333"/>
                </a:lnTo>
                <a:lnTo>
                  <a:pt x="42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83460" y="2998787"/>
            <a:ext cx="1003935" cy="513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𝑝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345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254" dirty="0">
                <a:latin typeface="Cambria Math"/>
                <a:cs typeface="Cambria Math"/>
              </a:rPr>
              <a:t> </a:t>
            </a:r>
            <a:r>
              <a:rPr sz="1650" spc="-179" baseline="17676" dirty="0">
                <a:latin typeface="Cambria Math"/>
                <a:cs typeface="Cambria Math"/>
              </a:rPr>
              <a:t>1</a:t>
            </a:r>
            <a:r>
              <a:rPr sz="1100" spc="-120" dirty="0">
                <a:latin typeface="Cambria Math"/>
                <a:cs typeface="Cambria Math"/>
              </a:rPr>
              <a:t>ൗ</a:t>
            </a:r>
            <a:r>
              <a:rPr sz="1650" spc="-179" baseline="-22727" dirty="0">
                <a:latin typeface="Cambria Math"/>
                <a:cs typeface="Cambria Math"/>
              </a:rPr>
              <a:t>5</a:t>
            </a:r>
            <a:r>
              <a:rPr sz="1650" spc="52" baseline="-22727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5" dirty="0">
                <a:latin typeface="Cambria Math"/>
                <a:cs typeface="Cambria Math"/>
              </a:rPr>
              <a:t>0.2</a:t>
            </a:r>
            <a:endParaRPr sz="1100">
              <a:latin typeface="Cambria Math"/>
              <a:cs typeface="Cambria Math"/>
            </a:endParaRPr>
          </a:p>
          <a:p>
            <a:pPr marL="55880">
              <a:lnSpc>
                <a:spcPct val="100000"/>
              </a:lnSpc>
              <a:spcBef>
                <a:spcPts val="1165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0.2</a:t>
            </a:r>
            <a:r>
              <a:rPr sz="1100" spc="48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0.72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51225" y="3321811"/>
            <a:ext cx="348615" cy="132715"/>
          </a:xfrm>
          <a:custGeom>
            <a:avLst/>
            <a:gdLst/>
            <a:ahLst/>
            <a:cxnLst/>
            <a:rect l="l" t="t" r="r" b="b"/>
            <a:pathLst>
              <a:path w="348614" h="132714">
                <a:moveTo>
                  <a:pt x="306324" y="0"/>
                </a:moveTo>
                <a:lnTo>
                  <a:pt x="304419" y="5333"/>
                </a:lnTo>
                <a:lnTo>
                  <a:pt x="312084" y="8643"/>
                </a:lnTo>
                <a:lnTo>
                  <a:pt x="318690" y="13239"/>
                </a:lnTo>
                <a:lnTo>
                  <a:pt x="335920" y="54046"/>
                </a:lnTo>
                <a:lnTo>
                  <a:pt x="336423" y="65531"/>
                </a:lnTo>
                <a:lnTo>
                  <a:pt x="335944" y="77180"/>
                </a:lnTo>
                <a:lnTo>
                  <a:pt x="318674" y="118967"/>
                </a:lnTo>
                <a:lnTo>
                  <a:pt x="304673" y="127000"/>
                </a:lnTo>
                <a:lnTo>
                  <a:pt x="306324" y="132333"/>
                </a:lnTo>
                <a:lnTo>
                  <a:pt x="337692" y="109219"/>
                </a:lnTo>
                <a:lnTo>
                  <a:pt x="348488" y="66167"/>
                </a:lnTo>
                <a:lnTo>
                  <a:pt x="347826" y="54221"/>
                </a:lnTo>
                <a:lnTo>
                  <a:pt x="331541" y="15019"/>
                </a:lnTo>
                <a:lnTo>
                  <a:pt x="315920" y="3450"/>
                </a:lnTo>
                <a:lnTo>
                  <a:pt x="306324" y="0"/>
                </a:lnTo>
                <a:close/>
              </a:path>
              <a:path w="348614" h="132714">
                <a:moveTo>
                  <a:pt x="42290" y="0"/>
                </a:moveTo>
                <a:lnTo>
                  <a:pt x="10922" y="23113"/>
                </a:lnTo>
                <a:lnTo>
                  <a:pt x="36" y="65531"/>
                </a:lnTo>
                <a:lnTo>
                  <a:pt x="0" y="66167"/>
                </a:lnTo>
                <a:lnTo>
                  <a:pt x="10922" y="109219"/>
                </a:lnTo>
                <a:lnTo>
                  <a:pt x="42290" y="132333"/>
                </a:lnTo>
                <a:lnTo>
                  <a:pt x="43941" y="127000"/>
                </a:lnTo>
                <a:lnTo>
                  <a:pt x="36369" y="123614"/>
                </a:lnTo>
                <a:lnTo>
                  <a:pt x="29844" y="118967"/>
                </a:lnTo>
                <a:lnTo>
                  <a:pt x="12563" y="77180"/>
                </a:lnTo>
                <a:lnTo>
                  <a:pt x="12064" y="65531"/>
                </a:lnTo>
                <a:lnTo>
                  <a:pt x="12563" y="54221"/>
                </a:lnTo>
                <a:lnTo>
                  <a:pt x="29908" y="13239"/>
                </a:lnTo>
                <a:lnTo>
                  <a:pt x="44069" y="5333"/>
                </a:lnTo>
                <a:lnTo>
                  <a:pt x="42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99078" y="2984182"/>
            <a:ext cx="1069975" cy="4959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𝑝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247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260" dirty="0">
                <a:latin typeface="Cambria Math"/>
                <a:cs typeface="Cambria Math"/>
              </a:rPr>
              <a:t> </a:t>
            </a:r>
            <a:r>
              <a:rPr sz="1650" spc="-187" baseline="17676" dirty="0">
                <a:latin typeface="Cambria Math"/>
                <a:cs typeface="Cambria Math"/>
              </a:rPr>
              <a:t>4</a:t>
            </a:r>
            <a:r>
              <a:rPr sz="1100" spc="-125" dirty="0">
                <a:latin typeface="Cambria Math"/>
                <a:cs typeface="Cambria Math"/>
              </a:rPr>
              <a:t>ൗ</a:t>
            </a:r>
            <a:r>
              <a:rPr sz="1650" spc="-187" baseline="-22727" dirty="0">
                <a:latin typeface="Cambria Math"/>
                <a:cs typeface="Cambria Math"/>
              </a:rPr>
              <a:t>7</a:t>
            </a:r>
            <a:r>
              <a:rPr sz="1650" spc="44" baseline="-22727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0.57</a:t>
            </a:r>
            <a:endParaRPr sz="11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0.57</a:t>
            </a:r>
            <a:r>
              <a:rPr sz="1100" spc="47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0.99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27117" y="3329051"/>
            <a:ext cx="348615" cy="132715"/>
          </a:xfrm>
          <a:custGeom>
            <a:avLst/>
            <a:gdLst/>
            <a:ahLst/>
            <a:cxnLst/>
            <a:rect l="l" t="t" r="r" b="b"/>
            <a:pathLst>
              <a:path w="348614" h="132714">
                <a:moveTo>
                  <a:pt x="306324" y="0"/>
                </a:moveTo>
                <a:lnTo>
                  <a:pt x="304419" y="5334"/>
                </a:lnTo>
                <a:lnTo>
                  <a:pt x="312138" y="8643"/>
                </a:lnTo>
                <a:lnTo>
                  <a:pt x="318738" y="13239"/>
                </a:lnTo>
                <a:lnTo>
                  <a:pt x="336051" y="54167"/>
                </a:lnTo>
                <a:lnTo>
                  <a:pt x="336550" y="65405"/>
                </a:lnTo>
                <a:lnTo>
                  <a:pt x="336051" y="77124"/>
                </a:lnTo>
                <a:lnTo>
                  <a:pt x="318770" y="118935"/>
                </a:lnTo>
                <a:lnTo>
                  <a:pt x="304673" y="126873"/>
                </a:lnTo>
                <a:lnTo>
                  <a:pt x="306324" y="132334"/>
                </a:lnTo>
                <a:lnTo>
                  <a:pt x="337693" y="109219"/>
                </a:lnTo>
                <a:lnTo>
                  <a:pt x="348615" y="66167"/>
                </a:lnTo>
                <a:lnTo>
                  <a:pt x="347933" y="54167"/>
                </a:lnTo>
                <a:lnTo>
                  <a:pt x="331595" y="15019"/>
                </a:lnTo>
                <a:lnTo>
                  <a:pt x="315922" y="3450"/>
                </a:lnTo>
                <a:lnTo>
                  <a:pt x="306324" y="0"/>
                </a:lnTo>
                <a:close/>
              </a:path>
              <a:path w="348614" h="132714">
                <a:moveTo>
                  <a:pt x="42291" y="0"/>
                </a:moveTo>
                <a:lnTo>
                  <a:pt x="10922" y="23113"/>
                </a:lnTo>
                <a:lnTo>
                  <a:pt x="43" y="65405"/>
                </a:lnTo>
                <a:lnTo>
                  <a:pt x="0" y="66167"/>
                </a:lnTo>
                <a:lnTo>
                  <a:pt x="10922" y="109219"/>
                </a:lnTo>
                <a:lnTo>
                  <a:pt x="42291" y="132334"/>
                </a:lnTo>
                <a:lnTo>
                  <a:pt x="43942" y="126873"/>
                </a:lnTo>
                <a:lnTo>
                  <a:pt x="36387" y="123559"/>
                </a:lnTo>
                <a:lnTo>
                  <a:pt x="29892" y="118935"/>
                </a:lnTo>
                <a:lnTo>
                  <a:pt x="12670" y="77124"/>
                </a:lnTo>
                <a:lnTo>
                  <a:pt x="12192" y="65405"/>
                </a:lnTo>
                <a:lnTo>
                  <a:pt x="12670" y="54167"/>
                </a:lnTo>
                <a:lnTo>
                  <a:pt x="29972" y="13239"/>
                </a:lnTo>
                <a:lnTo>
                  <a:pt x="44196" y="5334"/>
                </a:lnTo>
                <a:lnTo>
                  <a:pt x="42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47159" y="2989516"/>
            <a:ext cx="1077595" cy="497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𝑝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254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330" dirty="0">
                <a:latin typeface="Cambria Math"/>
                <a:cs typeface="Cambria Math"/>
              </a:rPr>
              <a:t> </a:t>
            </a:r>
            <a:r>
              <a:rPr sz="1650" spc="-187" baseline="17676" dirty="0">
                <a:latin typeface="Cambria Math"/>
                <a:cs typeface="Cambria Math"/>
              </a:rPr>
              <a:t>1</a:t>
            </a:r>
            <a:r>
              <a:rPr sz="1100" spc="-125" dirty="0">
                <a:latin typeface="Cambria Math"/>
                <a:cs typeface="Cambria Math"/>
              </a:rPr>
              <a:t>ൗ</a:t>
            </a:r>
            <a:r>
              <a:rPr sz="1650" spc="-187" baseline="-22727" dirty="0">
                <a:latin typeface="Cambria Math"/>
                <a:cs typeface="Cambria Math"/>
              </a:rPr>
              <a:t>3</a:t>
            </a:r>
            <a:r>
              <a:rPr sz="1650" spc="44" baseline="-22727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0.33</a:t>
            </a:r>
            <a:endParaRPr sz="1100">
              <a:latin typeface="Cambria Math"/>
              <a:cs typeface="Cambria Math"/>
            </a:endParaRPr>
          </a:p>
          <a:p>
            <a:pPr marL="67310">
              <a:lnSpc>
                <a:spcPct val="100000"/>
              </a:lnSpc>
              <a:spcBef>
                <a:spcPts val="1045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19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0.33</a:t>
            </a:r>
            <a:r>
              <a:rPr sz="1100" spc="47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0.92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06235" y="3315461"/>
            <a:ext cx="358140" cy="132715"/>
          </a:xfrm>
          <a:custGeom>
            <a:avLst/>
            <a:gdLst/>
            <a:ahLst/>
            <a:cxnLst/>
            <a:rect l="l" t="t" r="r" b="b"/>
            <a:pathLst>
              <a:path w="358140" h="132714">
                <a:moveTo>
                  <a:pt x="315848" y="0"/>
                </a:moveTo>
                <a:lnTo>
                  <a:pt x="313943" y="5461"/>
                </a:lnTo>
                <a:lnTo>
                  <a:pt x="321589" y="8770"/>
                </a:lnTo>
                <a:lnTo>
                  <a:pt x="328152" y="13366"/>
                </a:lnTo>
                <a:lnTo>
                  <a:pt x="345449" y="54223"/>
                </a:lnTo>
                <a:lnTo>
                  <a:pt x="345947" y="65531"/>
                </a:lnTo>
                <a:lnTo>
                  <a:pt x="345449" y="77198"/>
                </a:lnTo>
                <a:lnTo>
                  <a:pt x="328167" y="119014"/>
                </a:lnTo>
                <a:lnTo>
                  <a:pt x="314070" y="127000"/>
                </a:lnTo>
                <a:lnTo>
                  <a:pt x="315848" y="132333"/>
                </a:lnTo>
                <a:lnTo>
                  <a:pt x="347090" y="109219"/>
                </a:lnTo>
                <a:lnTo>
                  <a:pt x="358013" y="66293"/>
                </a:lnTo>
                <a:lnTo>
                  <a:pt x="357331" y="54223"/>
                </a:lnTo>
                <a:lnTo>
                  <a:pt x="341066" y="15073"/>
                </a:lnTo>
                <a:lnTo>
                  <a:pt x="325445" y="3452"/>
                </a:lnTo>
                <a:lnTo>
                  <a:pt x="315848" y="0"/>
                </a:lnTo>
                <a:close/>
              </a:path>
              <a:path w="358140" h="132714">
                <a:moveTo>
                  <a:pt x="42163" y="0"/>
                </a:moveTo>
                <a:lnTo>
                  <a:pt x="10922" y="23240"/>
                </a:lnTo>
                <a:lnTo>
                  <a:pt x="41" y="65531"/>
                </a:lnTo>
                <a:lnTo>
                  <a:pt x="0" y="66293"/>
                </a:lnTo>
                <a:lnTo>
                  <a:pt x="10794" y="109219"/>
                </a:lnTo>
                <a:lnTo>
                  <a:pt x="42163" y="132333"/>
                </a:lnTo>
                <a:lnTo>
                  <a:pt x="43814" y="127000"/>
                </a:lnTo>
                <a:lnTo>
                  <a:pt x="36316" y="123668"/>
                </a:lnTo>
                <a:lnTo>
                  <a:pt x="29829" y="119014"/>
                </a:lnTo>
                <a:lnTo>
                  <a:pt x="12545" y="77198"/>
                </a:lnTo>
                <a:lnTo>
                  <a:pt x="12064" y="65531"/>
                </a:lnTo>
                <a:lnTo>
                  <a:pt x="12545" y="54223"/>
                </a:lnTo>
                <a:lnTo>
                  <a:pt x="29860" y="13366"/>
                </a:lnTo>
                <a:lnTo>
                  <a:pt x="44068" y="5461"/>
                </a:lnTo>
                <a:lnTo>
                  <a:pt x="42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50915" y="2974022"/>
            <a:ext cx="1068705" cy="499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𝑝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232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254" dirty="0">
                <a:latin typeface="Cambria Math"/>
                <a:cs typeface="Cambria Math"/>
              </a:rPr>
              <a:t> </a:t>
            </a:r>
            <a:r>
              <a:rPr sz="1650" spc="-179" baseline="20202" dirty="0">
                <a:latin typeface="Cambria Math"/>
                <a:cs typeface="Cambria Math"/>
              </a:rPr>
              <a:t>3</a:t>
            </a:r>
            <a:r>
              <a:rPr sz="1100" spc="-120" dirty="0">
                <a:latin typeface="Cambria Math"/>
                <a:cs typeface="Cambria Math"/>
              </a:rPr>
              <a:t>ൗ</a:t>
            </a:r>
            <a:r>
              <a:rPr sz="1650" spc="-179" baseline="-22727" dirty="0">
                <a:latin typeface="Cambria Math"/>
                <a:cs typeface="Cambria Math"/>
              </a:rPr>
              <a:t>4</a:t>
            </a:r>
            <a:r>
              <a:rPr sz="1650" spc="52" baseline="-22727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0.75</a:t>
            </a:r>
            <a:endParaRPr sz="1100">
              <a:latin typeface="Cambria Math"/>
              <a:cs typeface="Cambria Math"/>
            </a:endParaRPr>
          </a:p>
          <a:p>
            <a:pPr marL="43815">
              <a:lnSpc>
                <a:spcPct val="100000"/>
              </a:lnSpc>
              <a:spcBef>
                <a:spcPts val="1060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2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0.75</a:t>
            </a:r>
            <a:r>
              <a:rPr sz="1100" spc="130" dirty="0">
                <a:latin typeface="Cambria Math"/>
                <a:cs typeface="Cambria Math"/>
              </a:rPr>
              <a:t> 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6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0.81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57744" y="3321684"/>
            <a:ext cx="348615" cy="132715"/>
          </a:xfrm>
          <a:custGeom>
            <a:avLst/>
            <a:gdLst/>
            <a:ahLst/>
            <a:cxnLst/>
            <a:rect l="l" t="t" r="r" b="b"/>
            <a:pathLst>
              <a:path w="348615" h="132714">
                <a:moveTo>
                  <a:pt x="306324" y="0"/>
                </a:moveTo>
                <a:lnTo>
                  <a:pt x="304419" y="5333"/>
                </a:lnTo>
                <a:lnTo>
                  <a:pt x="312064" y="8717"/>
                </a:lnTo>
                <a:lnTo>
                  <a:pt x="318627" y="13350"/>
                </a:lnTo>
                <a:lnTo>
                  <a:pt x="335899" y="54048"/>
                </a:lnTo>
                <a:lnTo>
                  <a:pt x="335924" y="54223"/>
                </a:lnTo>
                <a:lnTo>
                  <a:pt x="336423" y="65531"/>
                </a:lnTo>
                <a:lnTo>
                  <a:pt x="335924" y="77198"/>
                </a:lnTo>
                <a:lnTo>
                  <a:pt x="334438" y="87804"/>
                </a:lnTo>
                <a:lnTo>
                  <a:pt x="312118" y="123668"/>
                </a:lnTo>
                <a:lnTo>
                  <a:pt x="304546" y="127000"/>
                </a:lnTo>
                <a:lnTo>
                  <a:pt x="306324" y="132333"/>
                </a:lnTo>
                <a:lnTo>
                  <a:pt x="337565" y="109219"/>
                </a:lnTo>
                <a:lnTo>
                  <a:pt x="348487" y="66166"/>
                </a:lnTo>
                <a:lnTo>
                  <a:pt x="347809" y="54223"/>
                </a:lnTo>
                <a:lnTo>
                  <a:pt x="347799" y="54048"/>
                </a:lnTo>
                <a:lnTo>
                  <a:pt x="331541" y="15073"/>
                </a:lnTo>
                <a:lnTo>
                  <a:pt x="315920" y="3452"/>
                </a:lnTo>
                <a:lnTo>
                  <a:pt x="306324" y="0"/>
                </a:lnTo>
                <a:close/>
              </a:path>
              <a:path w="348615" h="132714">
                <a:moveTo>
                  <a:pt x="42163" y="0"/>
                </a:moveTo>
                <a:lnTo>
                  <a:pt x="10922" y="23240"/>
                </a:lnTo>
                <a:lnTo>
                  <a:pt x="35" y="65531"/>
                </a:lnTo>
                <a:lnTo>
                  <a:pt x="0" y="66166"/>
                </a:lnTo>
                <a:lnTo>
                  <a:pt x="606" y="77198"/>
                </a:lnTo>
                <a:lnTo>
                  <a:pt x="670" y="78358"/>
                </a:lnTo>
                <a:lnTo>
                  <a:pt x="2698" y="89598"/>
                </a:lnTo>
                <a:lnTo>
                  <a:pt x="24161" y="123872"/>
                </a:lnTo>
                <a:lnTo>
                  <a:pt x="42163" y="132333"/>
                </a:lnTo>
                <a:lnTo>
                  <a:pt x="43814" y="127000"/>
                </a:lnTo>
                <a:lnTo>
                  <a:pt x="36316" y="123668"/>
                </a:lnTo>
                <a:lnTo>
                  <a:pt x="29829" y="119014"/>
                </a:lnTo>
                <a:lnTo>
                  <a:pt x="12545" y="77198"/>
                </a:lnTo>
                <a:lnTo>
                  <a:pt x="12091" y="66166"/>
                </a:lnTo>
                <a:lnTo>
                  <a:pt x="12064" y="65531"/>
                </a:lnTo>
                <a:lnTo>
                  <a:pt x="19938" y="26415"/>
                </a:lnTo>
                <a:lnTo>
                  <a:pt x="44069" y="5333"/>
                </a:lnTo>
                <a:lnTo>
                  <a:pt x="42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153656" y="2966656"/>
            <a:ext cx="1078230" cy="513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𝑝</a:t>
            </a:r>
            <a:r>
              <a:rPr sz="1200" baseline="-17361" dirty="0">
                <a:latin typeface="Cambria Math"/>
                <a:cs typeface="Cambria Math"/>
              </a:rPr>
              <a:t>1</a:t>
            </a:r>
            <a:r>
              <a:rPr sz="1200" spc="345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254" dirty="0">
                <a:latin typeface="Cambria Math"/>
                <a:cs typeface="Cambria Math"/>
              </a:rPr>
              <a:t> </a:t>
            </a:r>
            <a:r>
              <a:rPr sz="1650" spc="-179" baseline="17676" dirty="0">
                <a:latin typeface="Cambria Math"/>
                <a:cs typeface="Cambria Math"/>
              </a:rPr>
              <a:t>2</a:t>
            </a:r>
            <a:r>
              <a:rPr sz="1100" spc="-120" dirty="0">
                <a:latin typeface="Cambria Math"/>
                <a:cs typeface="Cambria Math"/>
              </a:rPr>
              <a:t>ൗ</a:t>
            </a:r>
            <a:r>
              <a:rPr sz="1650" spc="-179" baseline="-22727" dirty="0">
                <a:latin typeface="Cambria Math"/>
                <a:cs typeface="Cambria Math"/>
              </a:rPr>
              <a:t>6</a:t>
            </a:r>
            <a:r>
              <a:rPr sz="1650" spc="52" baseline="-22727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0.33</a:t>
            </a:r>
            <a:endParaRPr sz="1100">
              <a:latin typeface="Cambria Math"/>
              <a:cs typeface="Cambria Math"/>
            </a:endParaRPr>
          </a:p>
          <a:p>
            <a:pPr marL="93980">
              <a:lnSpc>
                <a:spcPct val="100000"/>
              </a:lnSpc>
              <a:spcBef>
                <a:spcPts val="1170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0.33</a:t>
            </a:r>
            <a:r>
              <a:rPr sz="1100" spc="150" dirty="0">
                <a:latin typeface="Cambria Math"/>
                <a:cs typeface="Cambria Math"/>
              </a:rPr>
              <a:t> 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0.92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3199" y="1271524"/>
            <a:ext cx="272415" cy="132715"/>
          </a:xfrm>
          <a:custGeom>
            <a:avLst/>
            <a:gdLst/>
            <a:ahLst/>
            <a:cxnLst/>
            <a:rect l="l" t="t" r="r" b="b"/>
            <a:pathLst>
              <a:path w="272415" h="132715">
                <a:moveTo>
                  <a:pt x="230098" y="0"/>
                </a:moveTo>
                <a:lnTo>
                  <a:pt x="228219" y="5334"/>
                </a:lnTo>
                <a:lnTo>
                  <a:pt x="235876" y="8715"/>
                </a:lnTo>
                <a:lnTo>
                  <a:pt x="242465" y="13335"/>
                </a:lnTo>
                <a:lnTo>
                  <a:pt x="259723" y="54048"/>
                </a:lnTo>
                <a:lnTo>
                  <a:pt x="259747" y="54221"/>
                </a:lnTo>
                <a:lnTo>
                  <a:pt x="255820" y="97339"/>
                </a:lnTo>
                <a:lnTo>
                  <a:pt x="228422" y="127000"/>
                </a:lnTo>
                <a:lnTo>
                  <a:pt x="230098" y="132334"/>
                </a:lnTo>
                <a:lnTo>
                  <a:pt x="261429" y="109220"/>
                </a:lnTo>
                <a:lnTo>
                  <a:pt x="272313" y="66166"/>
                </a:lnTo>
                <a:lnTo>
                  <a:pt x="271639" y="54221"/>
                </a:lnTo>
                <a:lnTo>
                  <a:pt x="271630" y="54048"/>
                </a:lnTo>
                <a:lnTo>
                  <a:pt x="255342" y="15073"/>
                </a:lnTo>
                <a:lnTo>
                  <a:pt x="239697" y="3452"/>
                </a:lnTo>
                <a:lnTo>
                  <a:pt x="230098" y="0"/>
                </a:lnTo>
                <a:close/>
              </a:path>
              <a:path w="272415" h="132715">
                <a:moveTo>
                  <a:pt x="42202" y="0"/>
                </a:moveTo>
                <a:lnTo>
                  <a:pt x="10921" y="23240"/>
                </a:lnTo>
                <a:lnTo>
                  <a:pt x="35" y="65531"/>
                </a:lnTo>
                <a:lnTo>
                  <a:pt x="0" y="66166"/>
                </a:lnTo>
                <a:lnTo>
                  <a:pt x="616" y="77198"/>
                </a:lnTo>
                <a:lnTo>
                  <a:pt x="680" y="78359"/>
                </a:lnTo>
                <a:lnTo>
                  <a:pt x="16920" y="117314"/>
                </a:lnTo>
                <a:lnTo>
                  <a:pt x="42202" y="132334"/>
                </a:lnTo>
                <a:lnTo>
                  <a:pt x="43878" y="127000"/>
                </a:lnTo>
                <a:lnTo>
                  <a:pt x="36337" y="123668"/>
                </a:lnTo>
                <a:lnTo>
                  <a:pt x="29829" y="119014"/>
                </a:lnTo>
                <a:lnTo>
                  <a:pt x="12555" y="77198"/>
                </a:lnTo>
                <a:lnTo>
                  <a:pt x="12091" y="66166"/>
                </a:lnTo>
                <a:lnTo>
                  <a:pt x="12065" y="65531"/>
                </a:lnTo>
                <a:lnTo>
                  <a:pt x="19913" y="26288"/>
                </a:lnTo>
                <a:lnTo>
                  <a:pt x="44094" y="5334"/>
                </a:lnTo>
                <a:lnTo>
                  <a:pt x="42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3850" y="903979"/>
            <a:ext cx="981075" cy="5219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950" dirty="0">
                <a:latin typeface="Cambria Math"/>
                <a:cs typeface="Cambria Math"/>
              </a:rPr>
              <a:t>𝑝</a:t>
            </a:r>
            <a:r>
              <a:rPr sz="975" baseline="-21367" dirty="0">
                <a:latin typeface="Cambria Math"/>
                <a:cs typeface="Cambria Math"/>
              </a:rPr>
              <a:t>1</a:t>
            </a:r>
            <a:r>
              <a:rPr sz="975" spc="97" baseline="-21367" dirty="0">
                <a:latin typeface="Cambria Math"/>
                <a:cs typeface="Cambria Math"/>
              </a:rPr>
              <a:t> </a:t>
            </a:r>
            <a:r>
              <a:rPr sz="950" dirty="0">
                <a:latin typeface="Cambria Math"/>
                <a:cs typeface="Cambria Math"/>
              </a:rPr>
              <a:t>=</a:t>
            </a:r>
            <a:r>
              <a:rPr sz="950" spc="120" dirty="0">
                <a:latin typeface="Cambria Math"/>
                <a:cs typeface="Cambria Math"/>
              </a:rPr>
              <a:t> </a:t>
            </a:r>
            <a:r>
              <a:rPr sz="1425" spc="-75" baseline="17543" dirty="0">
                <a:latin typeface="Cambria Math"/>
                <a:cs typeface="Cambria Math"/>
              </a:rPr>
              <a:t>5</a:t>
            </a:r>
            <a:r>
              <a:rPr sz="950" spc="-50" dirty="0">
                <a:latin typeface="Cambria Math"/>
                <a:cs typeface="Cambria Math"/>
              </a:rPr>
              <a:t>ൗ</a:t>
            </a:r>
            <a:r>
              <a:rPr sz="1425" spc="-75" baseline="-26315" dirty="0">
                <a:latin typeface="Cambria Math"/>
                <a:cs typeface="Cambria Math"/>
              </a:rPr>
              <a:t>10</a:t>
            </a:r>
            <a:r>
              <a:rPr sz="1425" spc="232" baseline="-26315" dirty="0">
                <a:latin typeface="Cambria Math"/>
                <a:cs typeface="Cambria Math"/>
              </a:rPr>
              <a:t> </a:t>
            </a:r>
            <a:r>
              <a:rPr sz="950" dirty="0">
                <a:latin typeface="Cambria Math"/>
                <a:cs typeface="Cambria Math"/>
              </a:rPr>
              <a:t>=</a:t>
            </a:r>
            <a:r>
              <a:rPr sz="950" spc="114" dirty="0">
                <a:latin typeface="Cambria Math"/>
                <a:cs typeface="Cambria Math"/>
              </a:rPr>
              <a:t> </a:t>
            </a:r>
            <a:r>
              <a:rPr sz="950" spc="-25" dirty="0">
                <a:latin typeface="Cambria Math"/>
                <a:cs typeface="Cambria Math"/>
              </a:rPr>
              <a:t>0.5</a:t>
            </a:r>
            <a:endParaRPr sz="950">
              <a:latin typeface="Cambria Math"/>
              <a:cs typeface="Cambria Math"/>
            </a:endParaRPr>
          </a:p>
          <a:p>
            <a:pPr marL="62230">
              <a:lnSpc>
                <a:spcPct val="100000"/>
              </a:lnSpc>
              <a:spcBef>
                <a:spcPts val="770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</a:t>
            </a:r>
            <a:r>
              <a:rPr sz="1100" spc="48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68031" y="3555619"/>
            <a:ext cx="1483995" cy="422275"/>
          </a:xfrm>
          <a:custGeom>
            <a:avLst/>
            <a:gdLst/>
            <a:ahLst/>
            <a:cxnLst/>
            <a:rect l="l" t="t" r="r" b="b"/>
            <a:pathLst>
              <a:path w="1483995" h="422275">
                <a:moveTo>
                  <a:pt x="71310" y="4953"/>
                </a:moveTo>
                <a:lnTo>
                  <a:pt x="38862" y="36639"/>
                </a:lnTo>
                <a:lnTo>
                  <a:pt x="17716" y="84709"/>
                </a:lnTo>
                <a:lnTo>
                  <a:pt x="4419" y="143192"/>
                </a:lnTo>
                <a:lnTo>
                  <a:pt x="0" y="210820"/>
                </a:lnTo>
                <a:lnTo>
                  <a:pt x="1041" y="244055"/>
                </a:lnTo>
                <a:lnTo>
                  <a:pt x="9956" y="309321"/>
                </a:lnTo>
                <a:lnTo>
                  <a:pt x="27432" y="362927"/>
                </a:lnTo>
                <a:lnTo>
                  <a:pt x="52006" y="405307"/>
                </a:lnTo>
                <a:lnTo>
                  <a:pt x="66865" y="422186"/>
                </a:lnTo>
                <a:lnTo>
                  <a:pt x="71310" y="417233"/>
                </a:lnTo>
                <a:lnTo>
                  <a:pt x="58064" y="400088"/>
                </a:lnTo>
                <a:lnTo>
                  <a:pt x="46545" y="380212"/>
                </a:lnTo>
                <a:lnTo>
                  <a:pt x="28638" y="332333"/>
                </a:lnTo>
                <a:lnTo>
                  <a:pt x="17881" y="275323"/>
                </a:lnTo>
                <a:lnTo>
                  <a:pt x="14287" y="210947"/>
                </a:lnTo>
                <a:lnTo>
                  <a:pt x="15189" y="177965"/>
                </a:lnTo>
                <a:lnTo>
                  <a:pt x="22377" y="117475"/>
                </a:lnTo>
                <a:lnTo>
                  <a:pt x="36728" y="64604"/>
                </a:lnTo>
                <a:lnTo>
                  <a:pt x="58064" y="22123"/>
                </a:lnTo>
                <a:lnTo>
                  <a:pt x="71310" y="4953"/>
                </a:lnTo>
                <a:close/>
              </a:path>
              <a:path w="1483995" h="422275">
                <a:moveTo>
                  <a:pt x="227012" y="213741"/>
                </a:moveTo>
                <a:lnTo>
                  <a:pt x="74612" y="213741"/>
                </a:lnTo>
                <a:lnTo>
                  <a:pt x="74612" y="223266"/>
                </a:lnTo>
                <a:lnTo>
                  <a:pt x="227012" y="223266"/>
                </a:lnTo>
                <a:lnTo>
                  <a:pt x="227012" y="213741"/>
                </a:lnTo>
                <a:close/>
              </a:path>
              <a:path w="1483995" h="422275">
                <a:moveTo>
                  <a:pt x="417004" y="156464"/>
                </a:moveTo>
                <a:lnTo>
                  <a:pt x="415099" y="151130"/>
                </a:lnTo>
                <a:lnTo>
                  <a:pt x="405498" y="154584"/>
                </a:lnTo>
                <a:lnTo>
                  <a:pt x="397078" y="159600"/>
                </a:lnTo>
                <a:lnTo>
                  <a:pt x="375615" y="193967"/>
                </a:lnTo>
                <a:lnTo>
                  <a:pt x="372935" y="217297"/>
                </a:lnTo>
                <a:lnTo>
                  <a:pt x="373532" y="228257"/>
                </a:lnTo>
                <a:lnTo>
                  <a:pt x="373595" y="229476"/>
                </a:lnTo>
                <a:lnTo>
                  <a:pt x="389763" y="268452"/>
                </a:lnTo>
                <a:lnTo>
                  <a:pt x="415099" y="283464"/>
                </a:lnTo>
                <a:lnTo>
                  <a:pt x="416750" y="278003"/>
                </a:lnTo>
                <a:lnTo>
                  <a:pt x="409194" y="274701"/>
                </a:lnTo>
                <a:lnTo>
                  <a:pt x="402691" y="270065"/>
                </a:lnTo>
                <a:lnTo>
                  <a:pt x="385470" y="228257"/>
                </a:lnTo>
                <a:lnTo>
                  <a:pt x="385000" y="216535"/>
                </a:lnTo>
                <a:lnTo>
                  <a:pt x="385470" y="205308"/>
                </a:lnTo>
                <a:lnTo>
                  <a:pt x="402780" y="164376"/>
                </a:lnTo>
                <a:lnTo>
                  <a:pt x="409346" y="159778"/>
                </a:lnTo>
                <a:lnTo>
                  <a:pt x="417004" y="156464"/>
                </a:lnTo>
                <a:close/>
              </a:path>
              <a:path w="1483995" h="422275">
                <a:moveTo>
                  <a:pt x="645223" y="217297"/>
                </a:moveTo>
                <a:lnTo>
                  <a:pt x="634301" y="174244"/>
                </a:lnTo>
                <a:lnTo>
                  <a:pt x="602932" y="151130"/>
                </a:lnTo>
                <a:lnTo>
                  <a:pt x="601154" y="156464"/>
                </a:lnTo>
                <a:lnTo>
                  <a:pt x="608799" y="159778"/>
                </a:lnTo>
                <a:lnTo>
                  <a:pt x="615353" y="164376"/>
                </a:lnTo>
                <a:lnTo>
                  <a:pt x="632650" y="205308"/>
                </a:lnTo>
                <a:lnTo>
                  <a:pt x="633158" y="216535"/>
                </a:lnTo>
                <a:lnTo>
                  <a:pt x="632650" y="228257"/>
                </a:lnTo>
                <a:lnTo>
                  <a:pt x="615365" y="270065"/>
                </a:lnTo>
                <a:lnTo>
                  <a:pt x="601281" y="278003"/>
                </a:lnTo>
                <a:lnTo>
                  <a:pt x="602932" y="283464"/>
                </a:lnTo>
                <a:lnTo>
                  <a:pt x="634301" y="260350"/>
                </a:lnTo>
                <a:lnTo>
                  <a:pt x="644525" y="229476"/>
                </a:lnTo>
                <a:lnTo>
                  <a:pt x="645223" y="217297"/>
                </a:lnTo>
                <a:close/>
              </a:path>
              <a:path w="1483995" h="422275">
                <a:moveTo>
                  <a:pt x="979487" y="213741"/>
                </a:moveTo>
                <a:lnTo>
                  <a:pt x="827087" y="213741"/>
                </a:lnTo>
                <a:lnTo>
                  <a:pt x="827087" y="223266"/>
                </a:lnTo>
                <a:lnTo>
                  <a:pt x="979487" y="223266"/>
                </a:lnTo>
                <a:lnTo>
                  <a:pt x="979487" y="213741"/>
                </a:lnTo>
                <a:close/>
              </a:path>
              <a:path w="1483995" h="422275">
                <a:moveTo>
                  <a:pt x="1169479" y="156464"/>
                </a:moveTo>
                <a:lnTo>
                  <a:pt x="1167574" y="151130"/>
                </a:lnTo>
                <a:lnTo>
                  <a:pt x="1157973" y="154584"/>
                </a:lnTo>
                <a:lnTo>
                  <a:pt x="1149553" y="159600"/>
                </a:lnTo>
                <a:lnTo>
                  <a:pt x="1128090" y="193967"/>
                </a:lnTo>
                <a:lnTo>
                  <a:pt x="1125410" y="217297"/>
                </a:lnTo>
                <a:lnTo>
                  <a:pt x="1126007" y="228257"/>
                </a:lnTo>
                <a:lnTo>
                  <a:pt x="1126070" y="229476"/>
                </a:lnTo>
                <a:lnTo>
                  <a:pt x="1142238" y="268452"/>
                </a:lnTo>
                <a:lnTo>
                  <a:pt x="1167574" y="283464"/>
                </a:lnTo>
                <a:lnTo>
                  <a:pt x="1169225" y="278003"/>
                </a:lnTo>
                <a:lnTo>
                  <a:pt x="1161669" y="274701"/>
                </a:lnTo>
                <a:lnTo>
                  <a:pt x="1155166" y="270065"/>
                </a:lnTo>
                <a:lnTo>
                  <a:pt x="1137945" y="228257"/>
                </a:lnTo>
                <a:lnTo>
                  <a:pt x="1137475" y="216535"/>
                </a:lnTo>
                <a:lnTo>
                  <a:pt x="1137945" y="205308"/>
                </a:lnTo>
                <a:lnTo>
                  <a:pt x="1155255" y="164376"/>
                </a:lnTo>
                <a:lnTo>
                  <a:pt x="1161821" y="159778"/>
                </a:lnTo>
                <a:lnTo>
                  <a:pt x="1169479" y="156464"/>
                </a:lnTo>
                <a:close/>
              </a:path>
              <a:path w="1483995" h="422275">
                <a:moveTo>
                  <a:pt x="1397698" y="217297"/>
                </a:moveTo>
                <a:lnTo>
                  <a:pt x="1386776" y="174244"/>
                </a:lnTo>
                <a:lnTo>
                  <a:pt x="1355407" y="151130"/>
                </a:lnTo>
                <a:lnTo>
                  <a:pt x="1353629" y="156464"/>
                </a:lnTo>
                <a:lnTo>
                  <a:pt x="1361274" y="159778"/>
                </a:lnTo>
                <a:lnTo>
                  <a:pt x="1367828" y="164376"/>
                </a:lnTo>
                <a:lnTo>
                  <a:pt x="1385125" y="205308"/>
                </a:lnTo>
                <a:lnTo>
                  <a:pt x="1385633" y="216535"/>
                </a:lnTo>
                <a:lnTo>
                  <a:pt x="1385125" y="228257"/>
                </a:lnTo>
                <a:lnTo>
                  <a:pt x="1367840" y="270065"/>
                </a:lnTo>
                <a:lnTo>
                  <a:pt x="1353756" y="278003"/>
                </a:lnTo>
                <a:lnTo>
                  <a:pt x="1355407" y="283464"/>
                </a:lnTo>
                <a:lnTo>
                  <a:pt x="1386776" y="260350"/>
                </a:lnTo>
                <a:lnTo>
                  <a:pt x="1397000" y="229476"/>
                </a:lnTo>
                <a:lnTo>
                  <a:pt x="1397698" y="217297"/>
                </a:lnTo>
                <a:close/>
              </a:path>
              <a:path w="1483995" h="422275">
                <a:moveTo>
                  <a:pt x="1483918" y="210947"/>
                </a:moveTo>
                <a:lnTo>
                  <a:pt x="1482890" y="177965"/>
                </a:lnTo>
                <a:lnTo>
                  <a:pt x="1482826" y="175869"/>
                </a:lnTo>
                <a:lnTo>
                  <a:pt x="1479524" y="143192"/>
                </a:lnTo>
                <a:lnTo>
                  <a:pt x="1466278" y="84709"/>
                </a:lnTo>
                <a:lnTo>
                  <a:pt x="1445133" y="36639"/>
                </a:lnTo>
                <a:lnTo>
                  <a:pt x="1417129" y="0"/>
                </a:lnTo>
                <a:lnTo>
                  <a:pt x="1412557" y="4953"/>
                </a:lnTo>
                <a:lnTo>
                  <a:pt x="1425867" y="22123"/>
                </a:lnTo>
                <a:lnTo>
                  <a:pt x="1437424" y="42011"/>
                </a:lnTo>
                <a:lnTo>
                  <a:pt x="1455356" y="89916"/>
                </a:lnTo>
                <a:lnTo>
                  <a:pt x="1466100" y="146812"/>
                </a:lnTo>
                <a:lnTo>
                  <a:pt x="1469694" y="210820"/>
                </a:lnTo>
                <a:lnTo>
                  <a:pt x="1468793" y="244055"/>
                </a:lnTo>
                <a:lnTo>
                  <a:pt x="1461604" y="304761"/>
                </a:lnTo>
                <a:lnTo>
                  <a:pt x="1447253" y="357632"/>
                </a:lnTo>
                <a:lnTo>
                  <a:pt x="1425867" y="400088"/>
                </a:lnTo>
                <a:lnTo>
                  <a:pt x="1412557" y="417233"/>
                </a:lnTo>
                <a:lnTo>
                  <a:pt x="1417129" y="422186"/>
                </a:lnTo>
                <a:lnTo>
                  <a:pt x="1445133" y="385546"/>
                </a:lnTo>
                <a:lnTo>
                  <a:pt x="1466278" y="337426"/>
                </a:lnTo>
                <a:lnTo>
                  <a:pt x="1479524" y="278853"/>
                </a:lnTo>
                <a:lnTo>
                  <a:pt x="1482826" y="246024"/>
                </a:lnTo>
                <a:lnTo>
                  <a:pt x="1483918" y="2109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17874" y="3606672"/>
            <a:ext cx="1630680" cy="364490"/>
          </a:xfrm>
          <a:custGeom>
            <a:avLst/>
            <a:gdLst/>
            <a:ahLst/>
            <a:cxnLst/>
            <a:rect l="l" t="t" r="r" b="b"/>
            <a:pathLst>
              <a:path w="1630679" h="364489">
                <a:moveTo>
                  <a:pt x="65659" y="5334"/>
                </a:moveTo>
                <a:lnTo>
                  <a:pt x="36664" y="30645"/>
                </a:lnTo>
                <a:lnTo>
                  <a:pt x="16891" y="73279"/>
                </a:lnTo>
                <a:lnTo>
                  <a:pt x="4203" y="124828"/>
                </a:lnTo>
                <a:lnTo>
                  <a:pt x="0" y="181991"/>
                </a:lnTo>
                <a:lnTo>
                  <a:pt x="1003" y="209791"/>
                </a:lnTo>
                <a:lnTo>
                  <a:pt x="1041" y="210934"/>
                </a:lnTo>
                <a:lnTo>
                  <a:pt x="9474" y="265201"/>
                </a:lnTo>
                <a:lnTo>
                  <a:pt x="26022" y="313664"/>
                </a:lnTo>
                <a:lnTo>
                  <a:pt x="48780" y="350583"/>
                </a:lnTo>
                <a:lnTo>
                  <a:pt x="62357" y="364350"/>
                </a:lnTo>
                <a:lnTo>
                  <a:pt x="65659" y="359194"/>
                </a:lnTo>
                <a:lnTo>
                  <a:pt x="53987" y="345198"/>
                </a:lnTo>
                <a:lnTo>
                  <a:pt x="43726" y="328383"/>
                </a:lnTo>
                <a:lnTo>
                  <a:pt x="27432" y="286283"/>
                </a:lnTo>
                <a:lnTo>
                  <a:pt x="17424" y="236385"/>
                </a:lnTo>
                <a:lnTo>
                  <a:pt x="15036" y="210934"/>
                </a:lnTo>
                <a:lnTo>
                  <a:pt x="14922" y="209791"/>
                </a:lnTo>
                <a:lnTo>
                  <a:pt x="14097" y="182118"/>
                </a:lnTo>
                <a:lnTo>
                  <a:pt x="14922" y="153860"/>
                </a:lnTo>
                <a:lnTo>
                  <a:pt x="17437" y="126974"/>
                </a:lnTo>
                <a:lnTo>
                  <a:pt x="27559" y="77343"/>
                </a:lnTo>
                <a:lnTo>
                  <a:pt x="43751" y="35915"/>
                </a:lnTo>
                <a:lnTo>
                  <a:pt x="53987" y="19265"/>
                </a:lnTo>
                <a:lnTo>
                  <a:pt x="65659" y="5334"/>
                </a:lnTo>
                <a:close/>
              </a:path>
              <a:path w="1630679" h="364489">
                <a:moveTo>
                  <a:pt x="226441" y="185039"/>
                </a:moveTo>
                <a:lnTo>
                  <a:pt x="74041" y="185039"/>
                </a:lnTo>
                <a:lnTo>
                  <a:pt x="74041" y="194564"/>
                </a:lnTo>
                <a:lnTo>
                  <a:pt x="226441" y="194564"/>
                </a:lnTo>
                <a:lnTo>
                  <a:pt x="226441" y="185039"/>
                </a:lnTo>
                <a:close/>
              </a:path>
              <a:path w="1630679" h="364489">
                <a:moveTo>
                  <a:pt x="416433" y="127635"/>
                </a:moveTo>
                <a:lnTo>
                  <a:pt x="414528" y="122301"/>
                </a:lnTo>
                <a:lnTo>
                  <a:pt x="404926" y="125755"/>
                </a:lnTo>
                <a:lnTo>
                  <a:pt x="396519" y="130771"/>
                </a:lnTo>
                <a:lnTo>
                  <a:pt x="375056" y="165138"/>
                </a:lnTo>
                <a:lnTo>
                  <a:pt x="372364" y="188468"/>
                </a:lnTo>
                <a:lnTo>
                  <a:pt x="372960" y="199491"/>
                </a:lnTo>
                <a:lnTo>
                  <a:pt x="389191" y="239623"/>
                </a:lnTo>
                <a:lnTo>
                  <a:pt x="414528" y="254635"/>
                </a:lnTo>
                <a:lnTo>
                  <a:pt x="416179" y="249301"/>
                </a:lnTo>
                <a:lnTo>
                  <a:pt x="408622" y="245922"/>
                </a:lnTo>
                <a:lnTo>
                  <a:pt x="402120" y="241274"/>
                </a:lnTo>
                <a:lnTo>
                  <a:pt x="384898" y="199491"/>
                </a:lnTo>
                <a:lnTo>
                  <a:pt x="384429" y="187833"/>
                </a:lnTo>
                <a:lnTo>
                  <a:pt x="384898" y="176530"/>
                </a:lnTo>
                <a:lnTo>
                  <a:pt x="402209" y="135547"/>
                </a:lnTo>
                <a:lnTo>
                  <a:pt x="408774" y="130949"/>
                </a:lnTo>
                <a:lnTo>
                  <a:pt x="416433" y="127635"/>
                </a:lnTo>
                <a:close/>
              </a:path>
              <a:path w="1630679" h="364489">
                <a:moveTo>
                  <a:pt x="720852" y="188468"/>
                </a:moveTo>
                <a:lnTo>
                  <a:pt x="709930" y="145415"/>
                </a:lnTo>
                <a:lnTo>
                  <a:pt x="678561" y="122301"/>
                </a:lnTo>
                <a:lnTo>
                  <a:pt x="676783" y="127635"/>
                </a:lnTo>
                <a:lnTo>
                  <a:pt x="684428" y="130949"/>
                </a:lnTo>
                <a:lnTo>
                  <a:pt x="690981" y="135547"/>
                </a:lnTo>
                <a:lnTo>
                  <a:pt x="708253" y="176352"/>
                </a:lnTo>
                <a:lnTo>
                  <a:pt x="708787" y="187833"/>
                </a:lnTo>
                <a:lnTo>
                  <a:pt x="708279" y="199491"/>
                </a:lnTo>
                <a:lnTo>
                  <a:pt x="691007" y="241274"/>
                </a:lnTo>
                <a:lnTo>
                  <a:pt x="676910" y="249301"/>
                </a:lnTo>
                <a:lnTo>
                  <a:pt x="678561" y="254635"/>
                </a:lnTo>
                <a:lnTo>
                  <a:pt x="709930" y="231521"/>
                </a:lnTo>
                <a:lnTo>
                  <a:pt x="720153" y="200660"/>
                </a:lnTo>
                <a:lnTo>
                  <a:pt x="720852" y="188468"/>
                </a:lnTo>
                <a:close/>
              </a:path>
              <a:path w="1630679" h="364489">
                <a:moveTo>
                  <a:pt x="1055116" y="185039"/>
                </a:moveTo>
                <a:lnTo>
                  <a:pt x="902716" y="185039"/>
                </a:lnTo>
                <a:lnTo>
                  <a:pt x="902716" y="194564"/>
                </a:lnTo>
                <a:lnTo>
                  <a:pt x="1055116" y="194564"/>
                </a:lnTo>
                <a:lnTo>
                  <a:pt x="1055116" y="185039"/>
                </a:lnTo>
                <a:close/>
              </a:path>
              <a:path w="1630679" h="364489">
                <a:moveTo>
                  <a:pt x="1245108" y="127635"/>
                </a:moveTo>
                <a:lnTo>
                  <a:pt x="1243203" y="122301"/>
                </a:lnTo>
                <a:lnTo>
                  <a:pt x="1233601" y="125755"/>
                </a:lnTo>
                <a:lnTo>
                  <a:pt x="1225194" y="130771"/>
                </a:lnTo>
                <a:lnTo>
                  <a:pt x="1203731" y="165138"/>
                </a:lnTo>
                <a:lnTo>
                  <a:pt x="1201039" y="188468"/>
                </a:lnTo>
                <a:lnTo>
                  <a:pt x="1201635" y="199491"/>
                </a:lnTo>
                <a:lnTo>
                  <a:pt x="1217866" y="239623"/>
                </a:lnTo>
                <a:lnTo>
                  <a:pt x="1243203" y="254635"/>
                </a:lnTo>
                <a:lnTo>
                  <a:pt x="1244854" y="249301"/>
                </a:lnTo>
                <a:lnTo>
                  <a:pt x="1237297" y="245922"/>
                </a:lnTo>
                <a:lnTo>
                  <a:pt x="1230795" y="241274"/>
                </a:lnTo>
                <a:lnTo>
                  <a:pt x="1213573" y="199491"/>
                </a:lnTo>
                <a:lnTo>
                  <a:pt x="1213104" y="187833"/>
                </a:lnTo>
                <a:lnTo>
                  <a:pt x="1213573" y="176530"/>
                </a:lnTo>
                <a:lnTo>
                  <a:pt x="1230884" y="135547"/>
                </a:lnTo>
                <a:lnTo>
                  <a:pt x="1237449" y="130949"/>
                </a:lnTo>
                <a:lnTo>
                  <a:pt x="1245108" y="127635"/>
                </a:lnTo>
                <a:close/>
              </a:path>
              <a:path w="1630679" h="364489">
                <a:moveTo>
                  <a:pt x="1549527" y="188468"/>
                </a:moveTo>
                <a:lnTo>
                  <a:pt x="1538605" y="145415"/>
                </a:lnTo>
                <a:lnTo>
                  <a:pt x="1507236" y="122301"/>
                </a:lnTo>
                <a:lnTo>
                  <a:pt x="1505458" y="127635"/>
                </a:lnTo>
                <a:lnTo>
                  <a:pt x="1513103" y="130949"/>
                </a:lnTo>
                <a:lnTo>
                  <a:pt x="1519656" y="135547"/>
                </a:lnTo>
                <a:lnTo>
                  <a:pt x="1536928" y="176352"/>
                </a:lnTo>
                <a:lnTo>
                  <a:pt x="1537462" y="187833"/>
                </a:lnTo>
                <a:lnTo>
                  <a:pt x="1536954" y="199491"/>
                </a:lnTo>
                <a:lnTo>
                  <a:pt x="1519682" y="241274"/>
                </a:lnTo>
                <a:lnTo>
                  <a:pt x="1505585" y="249301"/>
                </a:lnTo>
                <a:lnTo>
                  <a:pt x="1507236" y="254635"/>
                </a:lnTo>
                <a:lnTo>
                  <a:pt x="1538605" y="231521"/>
                </a:lnTo>
                <a:lnTo>
                  <a:pt x="1548828" y="200660"/>
                </a:lnTo>
                <a:lnTo>
                  <a:pt x="1549527" y="188468"/>
                </a:lnTo>
                <a:close/>
              </a:path>
              <a:path w="1630679" h="364489">
                <a:moveTo>
                  <a:pt x="1630159" y="182118"/>
                </a:moveTo>
                <a:lnTo>
                  <a:pt x="1629156" y="153860"/>
                </a:lnTo>
                <a:lnTo>
                  <a:pt x="1629117" y="152704"/>
                </a:lnTo>
                <a:lnTo>
                  <a:pt x="1625955" y="124828"/>
                </a:lnTo>
                <a:lnTo>
                  <a:pt x="1613281" y="73279"/>
                </a:lnTo>
                <a:lnTo>
                  <a:pt x="1593494" y="30645"/>
                </a:lnTo>
                <a:lnTo>
                  <a:pt x="1567815" y="0"/>
                </a:lnTo>
                <a:lnTo>
                  <a:pt x="1564513" y="5334"/>
                </a:lnTo>
                <a:lnTo>
                  <a:pt x="1576108" y="19265"/>
                </a:lnTo>
                <a:lnTo>
                  <a:pt x="1586318" y="35915"/>
                </a:lnTo>
                <a:lnTo>
                  <a:pt x="1602613" y="77343"/>
                </a:lnTo>
                <a:lnTo>
                  <a:pt x="1612722" y="126974"/>
                </a:lnTo>
                <a:lnTo>
                  <a:pt x="1615122" y="152704"/>
                </a:lnTo>
                <a:lnTo>
                  <a:pt x="1615236" y="153860"/>
                </a:lnTo>
                <a:lnTo>
                  <a:pt x="1616062" y="181991"/>
                </a:lnTo>
                <a:lnTo>
                  <a:pt x="1615236" y="209791"/>
                </a:lnTo>
                <a:lnTo>
                  <a:pt x="1612722" y="236385"/>
                </a:lnTo>
                <a:lnTo>
                  <a:pt x="1602613" y="286283"/>
                </a:lnTo>
                <a:lnTo>
                  <a:pt x="1586407" y="328383"/>
                </a:lnTo>
                <a:lnTo>
                  <a:pt x="1564513" y="359194"/>
                </a:lnTo>
                <a:lnTo>
                  <a:pt x="1567815" y="364350"/>
                </a:lnTo>
                <a:lnTo>
                  <a:pt x="1593494" y="333692"/>
                </a:lnTo>
                <a:lnTo>
                  <a:pt x="1613281" y="290512"/>
                </a:lnTo>
                <a:lnTo>
                  <a:pt x="1625955" y="238658"/>
                </a:lnTo>
                <a:lnTo>
                  <a:pt x="1629117" y="210934"/>
                </a:lnTo>
                <a:lnTo>
                  <a:pt x="1630159" y="182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58005" y="3585527"/>
            <a:ext cx="1506855" cy="302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5565">
              <a:lnSpc>
                <a:spcPts val="1075"/>
              </a:lnSpc>
              <a:spcBef>
                <a:spcPts val="125"/>
              </a:spcBef>
              <a:tabLst>
                <a:tab pos="904875" algn="l"/>
              </a:tabLst>
            </a:pPr>
            <a:r>
              <a:rPr sz="1100" spc="-50" dirty="0">
                <a:latin typeface="Cambria Math"/>
                <a:cs typeface="Cambria Math"/>
              </a:rPr>
              <a:t>7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  <a:p>
            <a:pPr marL="38100">
              <a:lnSpc>
                <a:spcPts val="1075"/>
              </a:lnSpc>
            </a:pPr>
            <a:r>
              <a:rPr sz="1650" baseline="-37878" dirty="0">
                <a:latin typeface="Cambria Math"/>
                <a:cs typeface="Cambria Math"/>
              </a:rPr>
              <a:t>10</a:t>
            </a:r>
            <a:r>
              <a:rPr sz="1650" spc="-75" baseline="-37878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0.57</a:t>
            </a:r>
            <a:r>
              <a:rPr sz="1100" spc="47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+</a:t>
            </a:r>
            <a:r>
              <a:rPr sz="1100" spc="-35" dirty="0">
                <a:latin typeface="Cambria Math"/>
                <a:cs typeface="Cambria Math"/>
              </a:rPr>
              <a:t> </a:t>
            </a:r>
            <a:r>
              <a:rPr sz="1650" baseline="-37878" dirty="0">
                <a:latin typeface="Cambria Math"/>
                <a:cs typeface="Cambria Math"/>
              </a:rPr>
              <a:t>10</a:t>
            </a:r>
            <a:r>
              <a:rPr sz="1650" spc="-75" baseline="-37878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0.33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683375" y="3572383"/>
            <a:ext cx="1630045" cy="364490"/>
          </a:xfrm>
          <a:custGeom>
            <a:avLst/>
            <a:gdLst/>
            <a:ahLst/>
            <a:cxnLst/>
            <a:rect l="l" t="t" r="r" b="b"/>
            <a:pathLst>
              <a:path w="1630045" h="364489">
                <a:moveTo>
                  <a:pt x="65532" y="5207"/>
                </a:moveTo>
                <a:lnTo>
                  <a:pt x="36601" y="30594"/>
                </a:lnTo>
                <a:lnTo>
                  <a:pt x="16764" y="73279"/>
                </a:lnTo>
                <a:lnTo>
                  <a:pt x="4191" y="124714"/>
                </a:lnTo>
                <a:lnTo>
                  <a:pt x="0" y="181864"/>
                </a:lnTo>
                <a:lnTo>
                  <a:pt x="1003" y="209715"/>
                </a:lnTo>
                <a:lnTo>
                  <a:pt x="1041" y="210858"/>
                </a:lnTo>
                <a:lnTo>
                  <a:pt x="9423" y="265112"/>
                </a:lnTo>
                <a:lnTo>
                  <a:pt x="25958" y="313588"/>
                </a:lnTo>
                <a:lnTo>
                  <a:pt x="48729" y="350507"/>
                </a:lnTo>
                <a:lnTo>
                  <a:pt x="62357" y="364274"/>
                </a:lnTo>
                <a:lnTo>
                  <a:pt x="65532" y="359105"/>
                </a:lnTo>
                <a:lnTo>
                  <a:pt x="53860" y="345109"/>
                </a:lnTo>
                <a:lnTo>
                  <a:pt x="43624" y="328307"/>
                </a:lnTo>
                <a:lnTo>
                  <a:pt x="27432" y="286258"/>
                </a:lnTo>
                <a:lnTo>
                  <a:pt x="17424" y="236321"/>
                </a:lnTo>
                <a:lnTo>
                  <a:pt x="15036" y="210858"/>
                </a:lnTo>
                <a:lnTo>
                  <a:pt x="14922" y="209715"/>
                </a:lnTo>
                <a:lnTo>
                  <a:pt x="14097" y="181991"/>
                </a:lnTo>
                <a:lnTo>
                  <a:pt x="14922" y="153733"/>
                </a:lnTo>
                <a:lnTo>
                  <a:pt x="17424" y="126847"/>
                </a:lnTo>
                <a:lnTo>
                  <a:pt x="27432" y="77216"/>
                </a:lnTo>
                <a:lnTo>
                  <a:pt x="43713" y="35788"/>
                </a:lnTo>
                <a:lnTo>
                  <a:pt x="53924" y="19138"/>
                </a:lnTo>
                <a:lnTo>
                  <a:pt x="65532" y="5207"/>
                </a:lnTo>
                <a:close/>
              </a:path>
              <a:path w="1630045" h="364489">
                <a:moveTo>
                  <a:pt x="226314" y="184912"/>
                </a:moveTo>
                <a:lnTo>
                  <a:pt x="73914" y="184912"/>
                </a:lnTo>
                <a:lnTo>
                  <a:pt x="73914" y="194437"/>
                </a:lnTo>
                <a:lnTo>
                  <a:pt x="226314" y="194437"/>
                </a:lnTo>
                <a:lnTo>
                  <a:pt x="226314" y="184912"/>
                </a:lnTo>
                <a:close/>
              </a:path>
              <a:path w="1630045" h="364489">
                <a:moveTo>
                  <a:pt x="416306" y="127508"/>
                </a:moveTo>
                <a:lnTo>
                  <a:pt x="414401" y="122174"/>
                </a:lnTo>
                <a:lnTo>
                  <a:pt x="404850" y="125628"/>
                </a:lnTo>
                <a:lnTo>
                  <a:pt x="396443" y="130657"/>
                </a:lnTo>
                <a:lnTo>
                  <a:pt x="374980" y="165023"/>
                </a:lnTo>
                <a:lnTo>
                  <a:pt x="372237" y="188341"/>
                </a:lnTo>
                <a:lnTo>
                  <a:pt x="372859" y="199377"/>
                </a:lnTo>
                <a:lnTo>
                  <a:pt x="372922" y="200533"/>
                </a:lnTo>
                <a:lnTo>
                  <a:pt x="389178" y="239496"/>
                </a:lnTo>
                <a:lnTo>
                  <a:pt x="414401" y="254508"/>
                </a:lnTo>
                <a:lnTo>
                  <a:pt x="416179" y="249174"/>
                </a:lnTo>
                <a:lnTo>
                  <a:pt x="408597" y="245846"/>
                </a:lnTo>
                <a:lnTo>
                  <a:pt x="402082" y="241198"/>
                </a:lnTo>
                <a:lnTo>
                  <a:pt x="384797" y="199377"/>
                </a:lnTo>
                <a:lnTo>
                  <a:pt x="384302" y="187706"/>
                </a:lnTo>
                <a:lnTo>
                  <a:pt x="384797" y="176403"/>
                </a:lnTo>
                <a:lnTo>
                  <a:pt x="402145" y="135534"/>
                </a:lnTo>
                <a:lnTo>
                  <a:pt x="408711" y="130898"/>
                </a:lnTo>
                <a:lnTo>
                  <a:pt x="416306" y="127508"/>
                </a:lnTo>
                <a:close/>
              </a:path>
              <a:path w="1630045" h="364489">
                <a:moveTo>
                  <a:pt x="720725" y="188341"/>
                </a:moveTo>
                <a:lnTo>
                  <a:pt x="720051" y="176403"/>
                </a:lnTo>
                <a:lnTo>
                  <a:pt x="720051" y="176225"/>
                </a:lnTo>
                <a:lnTo>
                  <a:pt x="718019" y="165023"/>
                </a:lnTo>
                <a:lnTo>
                  <a:pt x="696556" y="130657"/>
                </a:lnTo>
                <a:lnTo>
                  <a:pt x="678561" y="122174"/>
                </a:lnTo>
                <a:lnTo>
                  <a:pt x="676656" y="127508"/>
                </a:lnTo>
                <a:lnTo>
                  <a:pt x="684314" y="130898"/>
                </a:lnTo>
                <a:lnTo>
                  <a:pt x="690918" y="135534"/>
                </a:lnTo>
                <a:lnTo>
                  <a:pt x="708152" y="176225"/>
                </a:lnTo>
                <a:lnTo>
                  <a:pt x="708177" y="176403"/>
                </a:lnTo>
                <a:lnTo>
                  <a:pt x="708660" y="187706"/>
                </a:lnTo>
                <a:lnTo>
                  <a:pt x="708177" y="199377"/>
                </a:lnTo>
                <a:lnTo>
                  <a:pt x="706716" y="209981"/>
                </a:lnTo>
                <a:lnTo>
                  <a:pt x="684403" y="245846"/>
                </a:lnTo>
                <a:lnTo>
                  <a:pt x="676910" y="249174"/>
                </a:lnTo>
                <a:lnTo>
                  <a:pt x="678561" y="254508"/>
                </a:lnTo>
                <a:lnTo>
                  <a:pt x="709930" y="231394"/>
                </a:lnTo>
                <a:lnTo>
                  <a:pt x="720051" y="200533"/>
                </a:lnTo>
                <a:lnTo>
                  <a:pt x="720725" y="188341"/>
                </a:lnTo>
                <a:close/>
              </a:path>
              <a:path w="1630045" h="364489">
                <a:moveTo>
                  <a:pt x="1054989" y="184912"/>
                </a:moveTo>
                <a:lnTo>
                  <a:pt x="902589" y="184912"/>
                </a:lnTo>
                <a:lnTo>
                  <a:pt x="902589" y="194437"/>
                </a:lnTo>
                <a:lnTo>
                  <a:pt x="1054989" y="194437"/>
                </a:lnTo>
                <a:lnTo>
                  <a:pt x="1054989" y="184912"/>
                </a:lnTo>
                <a:close/>
              </a:path>
              <a:path w="1630045" h="364489">
                <a:moveTo>
                  <a:pt x="1244981" y="127508"/>
                </a:moveTo>
                <a:lnTo>
                  <a:pt x="1243076" y="122174"/>
                </a:lnTo>
                <a:lnTo>
                  <a:pt x="1233525" y="125628"/>
                </a:lnTo>
                <a:lnTo>
                  <a:pt x="1225118" y="130657"/>
                </a:lnTo>
                <a:lnTo>
                  <a:pt x="1203655" y="165023"/>
                </a:lnTo>
                <a:lnTo>
                  <a:pt x="1200912" y="188341"/>
                </a:lnTo>
                <a:lnTo>
                  <a:pt x="1201534" y="199377"/>
                </a:lnTo>
                <a:lnTo>
                  <a:pt x="1201597" y="200533"/>
                </a:lnTo>
                <a:lnTo>
                  <a:pt x="1217853" y="239496"/>
                </a:lnTo>
                <a:lnTo>
                  <a:pt x="1243076" y="254508"/>
                </a:lnTo>
                <a:lnTo>
                  <a:pt x="1244854" y="249174"/>
                </a:lnTo>
                <a:lnTo>
                  <a:pt x="1237272" y="245846"/>
                </a:lnTo>
                <a:lnTo>
                  <a:pt x="1230757" y="241198"/>
                </a:lnTo>
                <a:lnTo>
                  <a:pt x="1213472" y="199377"/>
                </a:lnTo>
                <a:lnTo>
                  <a:pt x="1212977" y="187706"/>
                </a:lnTo>
                <a:lnTo>
                  <a:pt x="1213472" y="176403"/>
                </a:lnTo>
                <a:lnTo>
                  <a:pt x="1230820" y="135534"/>
                </a:lnTo>
                <a:lnTo>
                  <a:pt x="1237386" y="130898"/>
                </a:lnTo>
                <a:lnTo>
                  <a:pt x="1244981" y="127508"/>
                </a:lnTo>
                <a:close/>
              </a:path>
              <a:path w="1630045" h="364489">
                <a:moveTo>
                  <a:pt x="1549400" y="188341"/>
                </a:moveTo>
                <a:lnTo>
                  <a:pt x="1548726" y="176403"/>
                </a:lnTo>
                <a:lnTo>
                  <a:pt x="1548726" y="176225"/>
                </a:lnTo>
                <a:lnTo>
                  <a:pt x="1546694" y="165023"/>
                </a:lnTo>
                <a:lnTo>
                  <a:pt x="1525231" y="130657"/>
                </a:lnTo>
                <a:lnTo>
                  <a:pt x="1507236" y="122174"/>
                </a:lnTo>
                <a:lnTo>
                  <a:pt x="1505331" y="127508"/>
                </a:lnTo>
                <a:lnTo>
                  <a:pt x="1512989" y="130898"/>
                </a:lnTo>
                <a:lnTo>
                  <a:pt x="1519593" y="135534"/>
                </a:lnTo>
                <a:lnTo>
                  <a:pt x="1536827" y="176225"/>
                </a:lnTo>
                <a:lnTo>
                  <a:pt x="1536852" y="176403"/>
                </a:lnTo>
                <a:lnTo>
                  <a:pt x="1537335" y="187706"/>
                </a:lnTo>
                <a:lnTo>
                  <a:pt x="1536852" y="199377"/>
                </a:lnTo>
                <a:lnTo>
                  <a:pt x="1535391" y="209981"/>
                </a:lnTo>
                <a:lnTo>
                  <a:pt x="1513078" y="245846"/>
                </a:lnTo>
                <a:lnTo>
                  <a:pt x="1505585" y="249174"/>
                </a:lnTo>
                <a:lnTo>
                  <a:pt x="1507236" y="254508"/>
                </a:lnTo>
                <a:lnTo>
                  <a:pt x="1538605" y="231394"/>
                </a:lnTo>
                <a:lnTo>
                  <a:pt x="1548726" y="200533"/>
                </a:lnTo>
                <a:lnTo>
                  <a:pt x="1549400" y="188341"/>
                </a:lnTo>
                <a:close/>
              </a:path>
              <a:path w="1630045" h="364489">
                <a:moveTo>
                  <a:pt x="1630032" y="181991"/>
                </a:moveTo>
                <a:lnTo>
                  <a:pt x="1629029" y="153733"/>
                </a:lnTo>
                <a:lnTo>
                  <a:pt x="1628990" y="152577"/>
                </a:lnTo>
                <a:lnTo>
                  <a:pt x="1625854" y="124714"/>
                </a:lnTo>
                <a:lnTo>
                  <a:pt x="1613281" y="73279"/>
                </a:lnTo>
                <a:lnTo>
                  <a:pt x="1593430" y="30594"/>
                </a:lnTo>
                <a:lnTo>
                  <a:pt x="1567688" y="0"/>
                </a:lnTo>
                <a:lnTo>
                  <a:pt x="1564513" y="5207"/>
                </a:lnTo>
                <a:lnTo>
                  <a:pt x="1576095" y="19138"/>
                </a:lnTo>
                <a:lnTo>
                  <a:pt x="1586306" y="35788"/>
                </a:lnTo>
                <a:lnTo>
                  <a:pt x="1602486" y="77216"/>
                </a:lnTo>
                <a:lnTo>
                  <a:pt x="1612595" y="126847"/>
                </a:lnTo>
                <a:lnTo>
                  <a:pt x="1614995" y="152577"/>
                </a:lnTo>
                <a:lnTo>
                  <a:pt x="1615109" y="153733"/>
                </a:lnTo>
                <a:lnTo>
                  <a:pt x="1615935" y="181864"/>
                </a:lnTo>
                <a:lnTo>
                  <a:pt x="1615109" y="209715"/>
                </a:lnTo>
                <a:lnTo>
                  <a:pt x="1612607" y="236321"/>
                </a:lnTo>
                <a:lnTo>
                  <a:pt x="1602613" y="286258"/>
                </a:lnTo>
                <a:lnTo>
                  <a:pt x="1586420" y="328307"/>
                </a:lnTo>
                <a:lnTo>
                  <a:pt x="1564513" y="359105"/>
                </a:lnTo>
                <a:lnTo>
                  <a:pt x="1567688" y="364274"/>
                </a:lnTo>
                <a:lnTo>
                  <a:pt x="1593430" y="333616"/>
                </a:lnTo>
                <a:lnTo>
                  <a:pt x="1613281" y="290449"/>
                </a:lnTo>
                <a:lnTo>
                  <a:pt x="1625854" y="238594"/>
                </a:lnTo>
                <a:lnTo>
                  <a:pt x="1628990" y="210858"/>
                </a:lnTo>
                <a:lnTo>
                  <a:pt x="1630032" y="181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885825" y="1914525"/>
            <a:ext cx="1828800" cy="1009650"/>
            <a:chOff x="885825" y="1914525"/>
            <a:chExt cx="1828800" cy="100965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5" y="2305050"/>
              <a:ext cx="314325" cy="3333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225" y="2590800"/>
              <a:ext cx="361950" cy="3333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825" y="2276475"/>
              <a:ext cx="371475" cy="3429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5875" y="1962150"/>
              <a:ext cx="285750" cy="3429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925" y="1952625"/>
              <a:ext cx="342900" cy="3429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2175" y="2581275"/>
              <a:ext cx="361950" cy="3333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675" y="2276475"/>
              <a:ext cx="361950" cy="3429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0250" y="2276475"/>
              <a:ext cx="352425" cy="33337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71675" y="1933575"/>
              <a:ext cx="390525" cy="3429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2200" y="1914525"/>
              <a:ext cx="352425" cy="361950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3257550" y="1067308"/>
            <a:ext cx="2028825" cy="1857375"/>
            <a:chOff x="3257550" y="1067308"/>
            <a:chExt cx="2028825" cy="1857375"/>
          </a:xfrm>
        </p:grpSpPr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9525" y="2562225"/>
              <a:ext cx="390525" cy="3619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00500" y="2257425"/>
              <a:ext cx="390525" cy="3619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8550" y="2228850"/>
              <a:ext cx="333375" cy="3714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6625" y="2543175"/>
              <a:ext cx="390525" cy="3619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7550" y="2228850"/>
              <a:ext cx="400050" cy="3619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0" y="1933575"/>
              <a:ext cx="419100" cy="3619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48050" y="1914525"/>
              <a:ext cx="371475" cy="36195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91075" y="2371725"/>
              <a:ext cx="371475" cy="35242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2050" y="2000250"/>
              <a:ext cx="314325" cy="3619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0575" y="2028825"/>
              <a:ext cx="352425" cy="36195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788027" y="1067308"/>
              <a:ext cx="272415" cy="132715"/>
            </a:xfrm>
            <a:custGeom>
              <a:avLst/>
              <a:gdLst/>
              <a:ahLst/>
              <a:cxnLst/>
              <a:rect l="l" t="t" r="r" b="b"/>
              <a:pathLst>
                <a:path w="272414" h="132715">
                  <a:moveTo>
                    <a:pt x="230124" y="0"/>
                  </a:moveTo>
                  <a:lnTo>
                    <a:pt x="228219" y="5333"/>
                  </a:lnTo>
                  <a:lnTo>
                    <a:pt x="235864" y="8717"/>
                  </a:lnTo>
                  <a:lnTo>
                    <a:pt x="242427" y="13350"/>
                  </a:lnTo>
                  <a:lnTo>
                    <a:pt x="259699" y="54048"/>
                  </a:lnTo>
                  <a:lnTo>
                    <a:pt x="259724" y="54223"/>
                  </a:lnTo>
                  <a:lnTo>
                    <a:pt x="255776" y="97339"/>
                  </a:lnTo>
                  <a:lnTo>
                    <a:pt x="228346" y="127000"/>
                  </a:lnTo>
                  <a:lnTo>
                    <a:pt x="230124" y="132333"/>
                  </a:lnTo>
                  <a:lnTo>
                    <a:pt x="261365" y="109219"/>
                  </a:lnTo>
                  <a:lnTo>
                    <a:pt x="272288" y="66166"/>
                  </a:lnTo>
                  <a:lnTo>
                    <a:pt x="271609" y="54223"/>
                  </a:lnTo>
                  <a:lnTo>
                    <a:pt x="271599" y="54048"/>
                  </a:lnTo>
                  <a:lnTo>
                    <a:pt x="255341" y="15073"/>
                  </a:lnTo>
                  <a:lnTo>
                    <a:pt x="239720" y="3452"/>
                  </a:lnTo>
                  <a:lnTo>
                    <a:pt x="230124" y="0"/>
                  </a:lnTo>
                  <a:close/>
                </a:path>
                <a:path w="272414" h="132715">
                  <a:moveTo>
                    <a:pt x="42163" y="0"/>
                  </a:moveTo>
                  <a:lnTo>
                    <a:pt x="10922" y="23240"/>
                  </a:lnTo>
                  <a:lnTo>
                    <a:pt x="35" y="65531"/>
                  </a:lnTo>
                  <a:lnTo>
                    <a:pt x="0" y="66166"/>
                  </a:lnTo>
                  <a:lnTo>
                    <a:pt x="605" y="77198"/>
                  </a:lnTo>
                  <a:lnTo>
                    <a:pt x="668" y="78358"/>
                  </a:lnTo>
                  <a:lnTo>
                    <a:pt x="2682" y="89598"/>
                  </a:lnTo>
                  <a:lnTo>
                    <a:pt x="24145" y="123872"/>
                  </a:lnTo>
                  <a:lnTo>
                    <a:pt x="42163" y="132333"/>
                  </a:lnTo>
                  <a:lnTo>
                    <a:pt x="43814" y="127000"/>
                  </a:lnTo>
                  <a:lnTo>
                    <a:pt x="36316" y="123668"/>
                  </a:lnTo>
                  <a:lnTo>
                    <a:pt x="29829" y="119014"/>
                  </a:lnTo>
                  <a:lnTo>
                    <a:pt x="12545" y="77198"/>
                  </a:lnTo>
                  <a:lnTo>
                    <a:pt x="12091" y="66166"/>
                  </a:lnTo>
                  <a:lnTo>
                    <a:pt x="12064" y="65531"/>
                  </a:lnTo>
                  <a:lnTo>
                    <a:pt x="19938" y="26415"/>
                  </a:lnTo>
                  <a:lnTo>
                    <a:pt x="44069" y="5333"/>
                  </a:lnTo>
                  <a:lnTo>
                    <a:pt x="421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150359" y="1023937"/>
            <a:ext cx="1198880" cy="480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2451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</a:t>
            </a:r>
            <a:r>
              <a:rPr sz="1100" spc="47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6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076950" y="1096010"/>
            <a:ext cx="2247900" cy="1666239"/>
            <a:chOff x="6076950" y="1096010"/>
            <a:chExt cx="2247900" cy="1666239"/>
          </a:xfrm>
        </p:grpSpPr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6950" y="2333625"/>
              <a:ext cx="409575" cy="3619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5575" y="2352675"/>
              <a:ext cx="314325" cy="3619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96050" y="2009775"/>
              <a:ext cx="361950" cy="3619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15050" y="2019300"/>
              <a:ext cx="371475" cy="3619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34325" y="2381250"/>
              <a:ext cx="390525" cy="36195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15275" y="2019300"/>
              <a:ext cx="390525" cy="3714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3325" y="2009775"/>
              <a:ext cx="333375" cy="3714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00900" y="2400300"/>
              <a:ext cx="371475" cy="35242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4275" y="2390775"/>
              <a:ext cx="390525" cy="37147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3750" y="2038350"/>
              <a:ext cx="409575" cy="37147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625207" y="1096010"/>
              <a:ext cx="272415" cy="132715"/>
            </a:xfrm>
            <a:custGeom>
              <a:avLst/>
              <a:gdLst/>
              <a:ahLst/>
              <a:cxnLst/>
              <a:rect l="l" t="t" r="r" b="b"/>
              <a:pathLst>
                <a:path w="272415" h="132715">
                  <a:moveTo>
                    <a:pt x="230124" y="0"/>
                  </a:moveTo>
                  <a:lnTo>
                    <a:pt x="228219" y="5334"/>
                  </a:lnTo>
                  <a:lnTo>
                    <a:pt x="235864" y="8643"/>
                  </a:lnTo>
                  <a:lnTo>
                    <a:pt x="242427" y="13239"/>
                  </a:lnTo>
                  <a:lnTo>
                    <a:pt x="259699" y="54046"/>
                  </a:lnTo>
                  <a:lnTo>
                    <a:pt x="259724" y="54221"/>
                  </a:lnTo>
                  <a:lnTo>
                    <a:pt x="260223" y="65531"/>
                  </a:lnTo>
                  <a:lnTo>
                    <a:pt x="259724" y="77178"/>
                  </a:lnTo>
                  <a:lnTo>
                    <a:pt x="258238" y="87741"/>
                  </a:lnTo>
                  <a:lnTo>
                    <a:pt x="235918" y="123559"/>
                  </a:lnTo>
                  <a:lnTo>
                    <a:pt x="228346" y="126873"/>
                  </a:lnTo>
                  <a:lnTo>
                    <a:pt x="230124" y="132334"/>
                  </a:lnTo>
                  <a:lnTo>
                    <a:pt x="261366" y="109219"/>
                  </a:lnTo>
                  <a:lnTo>
                    <a:pt x="272288" y="66166"/>
                  </a:lnTo>
                  <a:lnTo>
                    <a:pt x="271609" y="54221"/>
                  </a:lnTo>
                  <a:lnTo>
                    <a:pt x="255323" y="15019"/>
                  </a:lnTo>
                  <a:lnTo>
                    <a:pt x="239666" y="3450"/>
                  </a:lnTo>
                  <a:lnTo>
                    <a:pt x="230124" y="0"/>
                  </a:lnTo>
                  <a:close/>
                </a:path>
                <a:path w="272415" h="132715">
                  <a:moveTo>
                    <a:pt x="42164" y="0"/>
                  </a:moveTo>
                  <a:lnTo>
                    <a:pt x="10922" y="23113"/>
                  </a:lnTo>
                  <a:lnTo>
                    <a:pt x="35" y="65531"/>
                  </a:lnTo>
                  <a:lnTo>
                    <a:pt x="0" y="66166"/>
                  </a:lnTo>
                  <a:lnTo>
                    <a:pt x="604" y="77178"/>
                  </a:lnTo>
                  <a:lnTo>
                    <a:pt x="16892" y="117314"/>
                  </a:lnTo>
                  <a:lnTo>
                    <a:pt x="42164" y="132334"/>
                  </a:lnTo>
                  <a:lnTo>
                    <a:pt x="43815" y="126873"/>
                  </a:lnTo>
                  <a:lnTo>
                    <a:pt x="36316" y="123559"/>
                  </a:lnTo>
                  <a:lnTo>
                    <a:pt x="29829" y="118935"/>
                  </a:lnTo>
                  <a:lnTo>
                    <a:pt x="12545" y="77178"/>
                  </a:lnTo>
                  <a:lnTo>
                    <a:pt x="12091" y="66166"/>
                  </a:lnTo>
                  <a:lnTo>
                    <a:pt x="12065" y="65531"/>
                  </a:lnTo>
                  <a:lnTo>
                    <a:pt x="19939" y="26288"/>
                  </a:lnTo>
                  <a:lnTo>
                    <a:pt x="44069" y="5334"/>
                  </a:lnTo>
                  <a:lnTo>
                    <a:pt x="421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816787" y="3705986"/>
            <a:ext cx="272415" cy="132715"/>
          </a:xfrm>
          <a:custGeom>
            <a:avLst/>
            <a:gdLst/>
            <a:ahLst/>
            <a:cxnLst/>
            <a:rect l="l" t="t" r="r" b="b"/>
            <a:pathLst>
              <a:path w="272415" h="132714">
                <a:moveTo>
                  <a:pt x="230098" y="0"/>
                </a:moveTo>
                <a:lnTo>
                  <a:pt x="228219" y="5334"/>
                </a:lnTo>
                <a:lnTo>
                  <a:pt x="235882" y="8715"/>
                </a:lnTo>
                <a:lnTo>
                  <a:pt x="242469" y="13334"/>
                </a:lnTo>
                <a:lnTo>
                  <a:pt x="259723" y="54048"/>
                </a:lnTo>
                <a:lnTo>
                  <a:pt x="260235" y="65531"/>
                </a:lnTo>
                <a:lnTo>
                  <a:pt x="259745" y="77198"/>
                </a:lnTo>
                <a:lnTo>
                  <a:pt x="242471" y="119014"/>
                </a:lnTo>
                <a:lnTo>
                  <a:pt x="228422" y="127000"/>
                </a:lnTo>
                <a:lnTo>
                  <a:pt x="230098" y="132334"/>
                </a:lnTo>
                <a:lnTo>
                  <a:pt x="261429" y="109219"/>
                </a:lnTo>
                <a:lnTo>
                  <a:pt x="272313" y="66166"/>
                </a:lnTo>
                <a:lnTo>
                  <a:pt x="271639" y="54221"/>
                </a:lnTo>
                <a:lnTo>
                  <a:pt x="255342" y="15073"/>
                </a:lnTo>
                <a:lnTo>
                  <a:pt x="239697" y="3452"/>
                </a:lnTo>
                <a:lnTo>
                  <a:pt x="230098" y="0"/>
                </a:lnTo>
                <a:close/>
              </a:path>
              <a:path w="272415" h="132714">
                <a:moveTo>
                  <a:pt x="42202" y="0"/>
                </a:moveTo>
                <a:lnTo>
                  <a:pt x="10922" y="23240"/>
                </a:lnTo>
                <a:lnTo>
                  <a:pt x="35" y="65531"/>
                </a:lnTo>
                <a:lnTo>
                  <a:pt x="0" y="66166"/>
                </a:lnTo>
                <a:lnTo>
                  <a:pt x="616" y="77198"/>
                </a:lnTo>
                <a:lnTo>
                  <a:pt x="680" y="78358"/>
                </a:lnTo>
                <a:lnTo>
                  <a:pt x="2722" y="89598"/>
                </a:lnTo>
                <a:lnTo>
                  <a:pt x="24152" y="123872"/>
                </a:lnTo>
                <a:lnTo>
                  <a:pt x="42202" y="132334"/>
                </a:lnTo>
                <a:lnTo>
                  <a:pt x="43878" y="127000"/>
                </a:lnTo>
                <a:lnTo>
                  <a:pt x="36337" y="123668"/>
                </a:lnTo>
                <a:lnTo>
                  <a:pt x="29829" y="119014"/>
                </a:lnTo>
                <a:lnTo>
                  <a:pt x="12555" y="77198"/>
                </a:lnTo>
                <a:lnTo>
                  <a:pt x="12091" y="66166"/>
                </a:lnTo>
                <a:lnTo>
                  <a:pt x="12065" y="65531"/>
                </a:lnTo>
                <a:lnTo>
                  <a:pt x="19913" y="26288"/>
                </a:lnTo>
                <a:lnTo>
                  <a:pt x="44094" y="5334"/>
                </a:lnTo>
                <a:lnTo>
                  <a:pt x="42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87387" y="3563302"/>
            <a:ext cx="1950085" cy="39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4055">
              <a:lnSpc>
                <a:spcPts val="1075"/>
              </a:lnSpc>
              <a:spcBef>
                <a:spcPts val="125"/>
              </a:spcBef>
              <a:tabLst>
                <a:tab pos="1447800" algn="l"/>
              </a:tabLst>
            </a:pPr>
            <a:r>
              <a:rPr sz="1100" spc="-50" dirty="0">
                <a:latin typeface="Cambria Math"/>
                <a:cs typeface="Cambria Math"/>
              </a:rPr>
              <a:t>5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ts val="790"/>
              </a:lnSpc>
              <a:tabLst>
                <a:tab pos="837565" algn="l"/>
                <a:tab pos="1581150" algn="l"/>
              </a:tabLst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</a:t>
            </a:r>
            <a:r>
              <a:rPr sz="1100" spc="475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−</a:t>
            </a:r>
            <a:r>
              <a:rPr sz="1100" dirty="0">
                <a:latin typeface="Cambria Math"/>
                <a:cs typeface="Cambria Math"/>
              </a:rPr>
              <a:t>	𝐻</a:t>
            </a:r>
            <a:r>
              <a:rPr sz="1100" spc="20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0.8</a:t>
            </a:r>
            <a:r>
              <a:rPr sz="1100" spc="400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+</a:t>
            </a:r>
            <a:r>
              <a:rPr sz="1100" dirty="0">
                <a:latin typeface="Cambria Math"/>
                <a:cs typeface="Cambria Math"/>
              </a:rPr>
              <a:t>	𝐻</a:t>
            </a:r>
            <a:r>
              <a:rPr sz="1100" spc="295" dirty="0">
                <a:latin typeface="Cambria Math"/>
                <a:cs typeface="Cambria Math"/>
              </a:rPr>
              <a:t> </a:t>
            </a:r>
            <a:r>
              <a:rPr sz="1100" spc="-25" dirty="0">
                <a:latin typeface="Cambria Math"/>
                <a:cs typeface="Cambria Math"/>
              </a:rPr>
              <a:t>0.2</a:t>
            </a:r>
            <a:endParaRPr sz="1100">
              <a:latin typeface="Cambria Math"/>
              <a:cs typeface="Cambria Math"/>
            </a:endParaRPr>
          </a:p>
          <a:p>
            <a:pPr marL="655955">
              <a:lnSpc>
                <a:spcPts val="1035"/>
              </a:lnSpc>
              <a:tabLst>
                <a:tab pos="1409700" algn="l"/>
              </a:tabLst>
            </a:pPr>
            <a:r>
              <a:rPr sz="1100" spc="-25" dirty="0">
                <a:latin typeface="Cambria Math"/>
                <a:cs typeface="Cambria Math"/>
              </a:rPr>
              <a:t>10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25" dirty="0">
                <a:latin typeface="Cambria Math"/>
                <a:cs typeface="Cambria Math"/>
              </a:rPr>
              <a:t>10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64844" y="4044632"/>
            <a:ext cx="43624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0.28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228720" y="4044632"/>
            <a:ext cx="4267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0.03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104254" y="3990657"/>
            <a:ext cx="42608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0.12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362705" y="3714750"/>
            <a:ext cx="272415" cy="132715"/>
          </a:xfrm>
          <a:custGeom>
            <a:avLst/>
            <a:gdLst/>
            <a:ahLst/>
            <a:cxnLst/>
            <a:rect l="l" t="t" r="r" b="b"/>
            <a:pathLst>
              <a:path w="272414" h="132714">
                <a:moveTo>
                  <a:pt x="230124" y="0"/>
                </a:moveTo>
                <a:lnTo>
                  <a:pt x="228219" y="5461"/>
                </a:lnTo>
                <a:lnTo>
                  <a:pt x="235864" y="8770"/>
                </a:lnTo>
                <a:lnTo>
                  <a:pt x="242427" y="13366"/>
                </a:lnTo>
                <a:lnTo>
                  <a:pt x="259724" y="54223"/>
                </a:lnTo>
                <a:lnTo>
                  <a:pt x="260223" y="65531"/>
                </a:lnTo>
                <a:lnTo>
                  <a:pt x="259724" y="77198"/>
                </a:lnTo>
                <a:lnTo>
                  <a:pt x="242443" y="119014"/>
                </a:lnTo>
                <a:lnTo>
                  <a:pt x="228346" y="127000"/>
                </a:lnTo>
                <a:lnTo>
                  <a:pt x="230124" y="132334"/>
                </a:lnTo>
                <a:lnTo>
                  <a:pt x="261366" y="109219"/>
                </a:lnTo>
                <a:lnTo>
                  <a:pt x="272288" y="66293"/>
                </a:lnTo>
                <a:lnTo>
                  <a:pt x="271606" y="54223"/>
                </a:lnTo>
                <a:lnTo>
                  <a:pt x="255341" y="15073"/>
                </a:lnTo>
                <a:lnTo>
                  <a:pt x="239720" y="3452"/>
                </a:lnTo>
                <a:lnTo>
                  <a:pt x="230124" y="0"/>
                </a:lnTo>
                <a:close/>
              </a:path>
              <a:path w="272414" h="132714">
                <a:moveTo>
                  <a:pt x="42164" y="0"/>
                </a:moveTo>
                <a:lnTo>
                  <a:pt x="10922" y="23240"/>
                </a:lnTo>
                <a:lnTo>
                  <a:pt x="41" y="65531"/>
                </a:lnTo>
                <a:lnTo>
                  <a:pt x="0" y="66293"/>
                </a:lnTo>
                <a:lnTo>
                  <a:pt x="10795" y="109219"/>
                </a:lnTo>
                <a:lnTo>
                  <a:pt x="42164" y="132334"/>
                </a:lnTo>
                <a:lnTo>
                  <a:pt x="43815" y="127000"/>
                </a:lnTo>
                <a:lnTo>
                  <a:pt x="36316" y="123668"/>
                </a:lnTo>
                <a:lnTo>
                  <a:pt x="29829" y="119014"/>
                </a:lnTo>
                <a:lnTo>
                  <a:pt x="12545" y="77198"/>
                </a:lnTo>
                <a:lnTo>
                  <a:pt x="12065" y="65531"/>
                </a:lnTo>
                <a:lnTo>
                  <a:pt x="12545" y="54223"/>
                </a:lnTo>
                <a:lnTo>
                  <a:pt x="29860" y="13366"/>
                </a:lnTo>
                <a:lnTo>
                  <a:pt x="44069" y="5461"/>
                </a:lnTo>
                <a:lnTo>
                  <a:pt x="42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3235960" y="3676332"/>
            <a:ext cx="5715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</a:t>
            </a:r>
            <a:r>
              <a:rPr sz="1100" spc="475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205092" y="3694938"/>
            <a:ext cx="272415" cy="132715"/>
          </a:xfrm>
          <a:custGeom>
            <a:avLst/>
            <a:gdLst/>
            <a:ahLst/>
            <a:cxnLst/>
            <a:rect l="l" t="t" r="r" b="b"/>
            <a:pathLst>
              <a:path w="272414" h="132714">
                <a:moveTo>
                  <a:pt x="229997" y="0"/>
                </a:moveTo>
                <a:lnTo>
                  <a:pt x="228219" y="5334"/>
                </a:lnTo>
                <a:lnTo>
                  <a:pt x="235864" y="8643"/>
                </a:lnTo>
                <a:lnTo>
                  <a:pt x="242427" y="13239"/>
                </a:lnTo>
                <a:lnTo>
                  <a:pt x="259724" y="54167"/>
                </a:lnTo>
                <a:lnTo>
                  <a:pt x="260223" y="65405"/>
                </a:lnTo>
                <a:lnTo>
                  <a:pt x="259724" y="77124"/>
                </a:lnTo>
                <a:lnTo>
                  <a:pt x="242443" y="118935"/>
                </a:lnTo>
                <a:lnTo>
                  <a:pt x="228346" y="126873"/>
                </a:lnTo>
                <a:lnTo>
                  <a:pt x="229997" y="132334"/>
                </a:lnTo>
                <a:lnTo>
                  <a:pt x="261366" y="109220"/>
                </a:lnTo>
                <a:lnTo>
                  <a:pt x="272288" y="66167"/>
                </a:lnTo>
                <a:lnTo>
                  <a:pt x="271606" y="54167"/>
                </a:lnTo>
                <a:lnTo>
                  <a:pt x="255268" y="15019"/>
                </a:lnTo>
                <a:lnTo>
                  <a:pt x="239595" y="3450"/>
                </a:lnTo>
                <a:lnTo>
                  <a:pt x="229997" y="0"/>
                </a:lnTo>
                <a:close/>
              </a:path>
              <a:path w="272414" h="132714">
                <a:moveTo>
                  <a:pt x="42164" y="0"/>
                </a:moveTo>
                <a:lnTo>
                  <a:pt x="10922" y="23114"/>
                </a:lnTo>
                <a:lnTo>
                  <a:pt x="42" y="65405"/>
                </a:lnTo>
                <a:lnTo>
                  <a:pt x="0" y="66167"/>
                </a:lnTo>
                <a:lnTo>
                  <a:pt x="601" y="77124"/>
                </a:lnTo>
                <a:lnTo>
                  <a:pt x="668" y="78341"/>
                </a:lnTo>
                <a:lnTo>
                  <a:pt x="2682" y="89550"/>
                </a:lnTo>
                <a:lnTo>
                  <a:pt x="24098" y="123872"/>
                </a:lnTo>
                <a:lnTo>
                  <a:pt x="42164" y="132334"/>
                </a:lnTo>
                <a:lnTo>
                  <a:pt x="43815" y="126873"/>
                </a:lnTo>
                <a:lnTo>
                  <a:pt x="36314" y="123559"/>
                </a:lnTo>
                <a:lnTo>
                  <a:pt x="29813" y="118935"/>
                </a:lnTo>
                <a:lnTo>
                  <a:pt x="12543" y="77124"/>
                </a:lnTo>
                <a:lnTo>
                  <a:pt x="12065" y="65405"/>
                </a:lnTo>
                <a:lnTo>
                  <a:pt x="12543" y="54167"/>
                </a:lnTo>
                <a:lnTo>
                  <a:pt x="29845" y="13239"/>
                </a:lnTo>
                <a:lnTo>
                  <a:pt x="44069" y="5334"/>
                </a:lnTo>
                <a:lnTo>
                  <a:pt x="42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6055995" y="3551554"/>
            <a:ext cx="2176780" cy="302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46125">
              <a:lnSpc>
                <a:spcPts val="1075"/>
              </a:lnSpc>
              <a:spcBef>
                <a:spcPts val="125"/>
              </a:spcBef>
              <a:tabLst>
                <a:tab pos="1575435" algn="l"/>
              </a:tabLst>
            </a:pPr>
            <a:r>
              <a:rPr sz="1100" spc="-50" dirty="0">
                <a:latin typeface="Cambria Math"/>
                <a:cs typeface="Cambria Math"/>
              </a:rPr>
              <a:t>4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  <a:p>
            <a:pPr marL="38100">
              <a:lnSpc>
                <a:spcPts val="1075"/>
              </a:lnSpc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</a:t>
            </a:r>
            <a:r>
              <a:rPr sz="1100" spc="47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−</a:t>
            </a:r>
            <a:r>
              <a:rPr sz="1100" spc="240" dirty="0">
                <a:latin typeface="Cambria Math"/>
                <a:cs typeface="Cambria Math"/>
              </a:rPr>
              <a:t>  </a:t>
            </a:r>
            <a:r>
              <a:rPr sz="1650" baseline="-37878" dirty="0">
                <a:latin typeface="Cambria Math"/>
                <a:cs typeface="Cambria Math"/>
              </a:rPr>
              <a:t>10</a:t>
            </a:r>
            <a:r>
              <a:rPr sz="1650" spc="-60" baseline="-37878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0.75</a:t>
            </a:r>
            <a:r>
              <a:rPr sz="1100" spc="47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+</a:t>
            </a:r>
            <a:r>
              <a:rPr sz="1100" spc="-35" dirty="0">
                <a:latin typeface="Cambria Math"/>
                <a:cs typeface="Cambria Math"/>
              </a:rPr>
              <a:t> </a:t>
            </a:r>
            <a:r>
              <a:rPr sz="1650" baseline="-37878" dirty="0">
                <a:latin typeface="Cambria Math"/>
                <a:cs typeface="Cambria Math"/>
              </a:rPr>
              <a:t>10</a:t>
            </a:r>
            <a:r>
              <a:rPr sz="1650" spc="-67" baseline="-37878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4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0.33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7502906" y="1052512"/>
            <a:ext cx="6864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𝐻</a:t>
            </a:r>
            <a:r>
              <a:rPr sz="1100" spc="20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0.5</a:t>
            </a:r>
            <a:r>
              <a:rPr sz="1100" spc="484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40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3905">
              <a:lnSpc>
                <a:spcPct val="100000"/>
              </a:lnSpc>
              <a:spcBef>
                <a:spcPts val="105"/>
              </a:spcBef>
            </a:pPr>
            <a:r>
              <a:rPr dirty="0"/>
              <a:t>Information</a:t>
            </a:r>
            <a:r>
              <a:rPr spc="-80" dirty="0"/>
              <a:t> </a:t>
            </a:r>
            <a:r>
              <a:rPr spc="-20" dirty="0"/>
              <a:t>Gain</a:t>
            </a:r>
          </a:p>
        </p:txBody>
      </p:sp>
      <p:sp>
        <p:nvSpPr>
          <p:cNvPr id="3" name="object 3"/>
          <p:cNvSpPr/>
          <p:nvPr/>
        </p:nvSpPr>
        <p:spPr>
          <a:xfrm>
            <a:off x="1443100" y="1528825"/>
            <a:ext cx="714375" cy="457200"/>
          </a:xfrm>
          <a:custGeom>
            <a:avLst/>
            <a:gdLst/>
            <a:ahLst/>
            <a:cxnLst/>
            <a:rect l="l" t="t" r="r" b="b"/>
            <a:pathLst>
              <a:path w="714375" h="457200">
                <a:moveTo>
                  <a:pt x="0" y="228600"/>
                </a:moveTo>
                <a:lnTo>
                  <a:pt x="18206" y="156301"/>
                </a:lnTo>
                <a:lnTo>
                  <a:pt x="39862" y="123495"/>
                </a:lnTo>
                <a:lnTo>
                  <a:pt x="68905" y="93543"/>
                </a:lnTo>
                <a:lnTo>
                  <a:pt x="104600" y="66913"/>
                </a:lnTo>
                <a:lnTo>
                  <a:pt x="146212" y="44074"/>
                </a:lnTo>
                <a:lnTo>
                  <a:pt x="193006" y="25494"/>
                </a:lnTo>
                <a:lnTo>
                  <a:pt x="244246" y="11643"/>
                </a:lnTo>
                <a:lnTo>
                  <a:pt x="299197" y="2988"/>
                </a:lnTo>
                <a:lnTo>
                  <a:pt x="357124" y="0"/>
                </a:lnTo>
                <a:lnTo>
                  <a:pt x="415054" y="2988"/>
                </a:lnTo>
                <a:lnTo>
                  <a:pt x="470014" y="11643"/>
                </a:lnTo>
                <a:lnTo>
                  <a:pt x="521269" y="25494"/>
                </a:lnTo>
                <a:lnTo>
                  <a:pt x="568080" y="44074"/>
                </a:lnTo>
                <a:lnTo>
                  <a:pt x="609711" y="66913"/>
                </a:lnTo>
                <a:lnTo>
                  <a:pt x="645425" y="93543"/>
                </a:lnTo>
                <a:lnTo>
                  <a:pt x="674485" y="123495"/>
                </a:lnTo>
                <a:lnTo>
                  <a:pt x="696155" y="156301"/>
                </a:lnTo>
                <a:lnTo>
                  <a:pt x="714375" y="228600"/>
                </a:lnTo>
                <a:lnTo>
                  <a:pt x="709697" y="265676"/>
                </a:lnTo>
                <a:lnTo>
                  <a:pt x="674485" y="333648"/>
                </a:lnTo>
                <a:lnTo>
                  <a:pt x="645425" y="363602"/>
                </a:lnTo>
                <a:lnTo>
                  <a:pt x="609711" y="390239"/>
                </a:lnTo>
                <a:lnTo>
                  <a:pt x="568080" y="413089"/>
                </a:lnTo>
                <a:lnTo>
                  <a:pt x="521269" y="431681"/>
                </a:lnTo>
                <a:lnTo>
                  <a:pt x="470014" y="445544"/>
                </a:lnTo>
                <a:lnTo>
                  <a:pt x="415054" y="454207"/>
                </a:lnTo>
                <a:lnTo>
                  <a:pt x="357124" y="457200"/>
                </a:lnTo>
                <a:lnTo>
                  <a:pt x="299197" y="454207"/>
                </a:lnTo>
                <a:lnTo>
                  <a:pt x="244246" y="445544"/>
                </a:lnTo>
                <a:lnTo>
                  <a:pt x="193006" y="431681"/>
                </a:lnTo>
                <a:lnTo>
                  <a:pt x="146212" y="413089"/>
                </a:lnTo>
                <a:lnTo>
                  <a:pt x="104600" y="390239"/>
                </a:lnTo>
                <a:lnTo>
                  <a:pt x="68905" y="363602"/>
                </a:lnTo>
                <a:lnTo>
                  <a:pt x="39862" y="333648"/>
                </a:lnTo>
                <a:lnTo>
                  <a:pt x="18206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42745" y="1636966"/>
            <a:ext cx="305435" cy="2343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7150">
              <a:lnSpc>
                <a:spcPct val="106200"/>
              </a:lnSpc>
              <a:spcBef>
                <a:spcPts val="80"/>
              </a:spcBef>
            </a:pPr>
            <a:r>
              <a:rPr sz="650" spc="35" dirty="0">
                <a:latin typeface="Verdana"/>
                <a:cs typeface="Verdana"/>
              </a:rPr>
              <a:t>Ear </a:t>
            </a: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0226" y="19733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1061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8222" y="2101214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6041" y="2094483"/>
            <a:ext cx="3333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3851" y="1498663"/>
            <a:ext cx="920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ambria Math"/>
                <a:cs typeface="Cambria Math"/>
              </a:rPr>
              <a:t>1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4785" y="2655887"/>
            <a:ext cx="1389380" cy="302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ts val="1345"/>
              </a:lnSpc>
              <a:spcBef>
                <a:spcPts val="125"/>
              </a:spcBef>
              <a:tabLst>
                <a:tab pos="1188085" algn="l"/>
              </a:tabLst>
            </a:pPr>
            <a:r>
              <a:rPr sz="1550" dirty="0">
                <a:latin typeface="Cambria Math"/>
                <a:cs typeface="Cambria Math"/>
              </a:rPr>
              <a:t>=</a:t>
            </a:r>
            <a:r>
              <a:rPr sz="1550" spc="60" dirty="0">
                <a:latin typeface="Cambria Math"/>
                <a:cs typeface="Cambria Math"/>
              </a:rPr>
              <a:t> </a:t>
            </a:r>
            <a:r>
              <a:rPr sz="1550" spc="-10" dirty="0">
                <a:latin typeface="Cambria Math"/>
                <a:cs typeface="Cambria Math"/>
              </a:rPr>
              <a:t>H(p</a:t>
            </a:r>
            <a:r>
              <a:rPr sz="2325" spc="-15" baseline="23297" dirty="0">
                <a:latin typeface="Cambria Math"/>
                <a:cs typeface="Cambria Math"/>
              </a:rPr>
              <a:t>root</a:t>
            </a:r>
            <a:r>
              <a:rPr sz="1550" spc="-10" dirty="0">
                <a:latin typeface="Cambria Math"/>
                <a:cs typeface="Cambria Math"/>
              </a:rPr>
              <a:t>)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−</a:t>
            </a:r>
            <a:endParaRPr sz="1550">
              <a:latin typeface="Cambria Math"/>
              <a:cs typeface="Cambria Math"/>
            </a:endParaRPr>
          </a:p>
          <a:p>
            <a:pPr marR="122555" algn="ctr">
              <a:lnSpc>
                <a:spcPts val="800"/>
              </a:lnSpc>
            </a:pPr>
            <a:r>
              <a:rPr sz="1100" spc="-50" dirty="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94834" y="2551302"/>
            <a:ext cx="3310890" cy="510540"/>
          </a:xfrm>
          <a:custGeom>
            <a:avLst/>
            <a:gdLst/>
            <a:ahLst/>
            <a:cxnLst/>
            <a:rect l="l" t="t" r="r" b="b"/>
            <a:pathLst>
              <a:path w="3310890" h="510539">
                <a:moveTo>
                  <a:pt x="3223514" y="0"/>
                </a:moveTo>
                <a:lnTo>
                  <a:pt x="3218941" y="7366"/>
                </a:lnTo>
                <a:lnTo>
                  <a:pt x="3235205" y="26892"/>
                </a:lnTo>
                <a:lnTo>
                  <a:pt x="3249517" y="50228"/>
                </a:lnTo>
                <a:lnTo>
                  <a:pt x="3272282" y="108331"/>
                </a:lnTo>
                <a:lnTo>
                  <a:pt x="3286394" y="177752"/>
                </a:lnTo>
                <a:lnTo>
                  <a:pt x="3291074" y="254762"/>
                </a:lnTo>
                <a:lnTo>
                  <a:pt x="3289911" y="293655"/>
                </a:lnTo>
                <a:lnTo>
                  <a:pt x="3280576" y="366617"/>
                </a:lnTo>
                <a:lnTo>
                  <a:pt x="3262000" y="432250"/>
                </a:lnTo>
                <a:lnTo>
                  <a:pt x="3235279" y="483268"/>
                </a:lnTo>
                <a:lnTo>
                  <a:pt x="3218941" y="502920"/>
                </a:lnTo>
                <a:lnTo>
                  <a:pt x="3223514" y="510032"/>
                </a:lnTo>
                <a:lnTo>
                  <a:pt x="3259534" y="467153"/>
                </a:lnTo>
                <a:lnTo>
                  <a:pt x="3287267" y="406654"/>
                </a:lnTo>
                <a:lnTo>
                  <a:pt x="3304984" y="334089"/>
                </a:lnTo>
                <a:lnTo>
                  <a:pt x="3309413" y="295265"/>
                </a:lnTo>
                <a:lnTo>
                  <a:pt x="3310885" y="254889"/>
                </a:lnTo>
                <a:lnTo>
                  <a:pt x="3309471" y="215362"/>
                </a:lnTo>
                <a:lnTo>
                  <a:pt x="3304984" y="174736"/>
                </a:lnTo>
                <a:lnTo>
                  <a:pt x="3287267" y="102616"/>
                </a:lnTo>
                <a:lnTo>
                  <a:pt x="3259534" y="42878"/>
                </a:lnTo>
                <a:lnTo>
                  <a:pt x="3242565" y="19337"/>
                </a:lnTo>
                <a:lnTo>
                  <a:pt x="3223514" y="0"/>
                </a:lnTo>
                <a:close/>
              </a:path>
              <a:path w="3310890" h="510539">
                <a:moveTo>
                  <a:pt x="87249" y="0"/>
                </a:moveTo>
                <a:lnTo>
                  <a:pt x="51228" y="42878"/>
                </a:lnTo>
                <a:lnTo>
                  <a:pt x="23494" y="102616"/>
                </a:lnTo>
                <a:lnTo>
                  <a:pt x="5841" y="174736"/>
                </a:lnTo>
                <a:lnTo>
                  <a:pt x="1456" y="213754"/>
                </a:lnTo>
                <a:lnTo>
                  <a:pt x="0" y="254762"/>
                </a:lnTo>
                <a:lnTo>
                  <a:pt x="1398" y="293655"/>
                </a:lnTo>
                <a:lnTo>
                  <a:pt x="5841" y="334089"/>
                </a:lnTo>
                <a:lnTo>
                  <a:pt x="23494" y="406654"/>
                </a:lnTo>
                <a:lnTo>
                  <a:pt x="51228" y="467153"/>
                </a:lnTo>
                <a:lnTo>
                  <a:pt x="87249" y="510032"/>
                </a:lnTo>
                <a:lnTo>
                  <a:pt x="91820" y="502920"/>
                </a:lnTo>
                <a:lnTo>
                  <a:pt x="75485" y="483268"/>
                </a:lnTo>
                <a:lnTo>
                  <a:pt x="61150" y="459724"/>
                </a:lnTo>
                <a:lnTo>
                  <a:pt x="38480" y="400812"/>
                </a:lnTo>
                <a:lnTo>
                  <a:pt x="24368" y="330898"/>
                </a:lnTo>
                <a:lnTo>
                  <a:pt x="19685" y="254889"/>
                </a:lnTo>
                <a:lnTo>
                  <a:pt x="20853" y="215362"/>
                </a:lnTo>
                <a:lnTo>
                  <a:pt x="30239" y="142071"/>
                </a:lnTo>
                <a:lnTo>
                  <a:pt x="48887" y="77374"/>
                </a:lnTo>
                <a:lnTo>
                  <a:pt x="75557" y="26892"/>
                </a:lnTo>
                <a:lnTo>
                  <a:pt x="91820" y="7366"/>
                </a:lnTo>
                <a:lnTo>
                  <a:pt x="87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59603" y="2579687"/>
            <a:ext cx="7277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325" baseline="-21505" dirty="0">
                <a:latin typeface="Cambria Math"/>
                <a:cs typeface="Cambria Math"/>
              </a:rPr>
              <a:t>𝑤</a:t>
            </a:r>
            <a:r>
              <a:rPr sz="1550" dirty="0">
                <a:latin typeface="Cambria Math"/>
                <a:cs typeface="Cambria Math"/>
              </a:rPr>
              <a:t>left</a:t>
            </a:r>
            <a:r>
              <a:rPr sz="1550" spc="275" dirty="0">
                <a:latin typeface="Cambria Math"/>
                <a:cs typeface="Cambria Math"/>
              </a:rPr>
              <a:t> </a:t>
            </a:r>
            <a:r>
              <a:rPr sz="2325" spc="-75" baseline="-21505" dirty="0">
                <a:latin typeface="Cambria Math"/>
                <a:cs typeface="Cambria Math"/>
              </a:rPr>
              <a:t>𝐻</a:t>
            </a:r>
            <a:endParaRPr sz="2325" baseline="-21505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05226" y="2641473"/>
            <a:ext cx="568960" cy="330200"/>
          </a:xfrm>
          <a:custGeom>
            <a:avLst/>
            <a:gdLst/>
            <a:ahLst/>
            <a:cxnLst/>
            <a:rect l="l" t="t" r="r" b="b"/>
            <a:pathLst>
              <a:path w="568960" h="330200">
                <a:moveTo>
                  <a:pt x="497199" y="0"/>
                </a:moveTo>
                <a:lnTo>
                  <a:pt x="494024" y="7746"/>
                </a:lnTo>
                <a:lnTo>
                  <a:pt x="506307" y="17724"/>
                </a:lnTo>
                <a:lnTo>
                  <a:pt x="517233" y="30702"/>
                </a:lnTo>
                <a:lnTo>
                  <a:pt x="534918" y="65658"/>
                </a:lnTo>
                <a:lnTo>
                  <a:pt x="546062" y="111029"/>
                </a:lnTo>
                <a:lnTo>
                  <a:pt x="548748" y="135985"/>
                </a:lnTo>
                <a:lnTo>
                  <a:pt x="548849" y="136917"/>
                </a:lnTo>
                <a:lnTo>
                  <a:pt x="549777" y="164972"/>
                </a:lnTo>
                <a:lnTo>
                  <a:pt x="548851" y="192643"/>
                </a:lnTo>
                <a:lnTo>
                  <a:pt x="546078" y="218312"/>
                </a:lnTo>
                <a:lnTo>
                  <a:pt x="535045" y="263651"/>
                </a:lnTo>
                <a:lnTo>
                  <a:pt x="517345" y="298957"/>
                </a:lnTo>
                <a:lnTo>
                  <a:pt x="494024" y="322071"/>
                </a:lnTo>
                <a:lnTo>
                  <a:pt x="497199" y="329819"/>
                </a:lnTo>
                <a:lnTo>
                  <a:pt x="538669" y="289331"/>
                </a:lnTo>
                <a:lnTo>
                  <a:pt x="557570" y="245445"/>
                </a:lnTo>
                <a:lnTo>
                  <a:pt x="567234" y="193490"/>
                </a:lnTo>
                <a:lnTo>
                  <a:pt x="568441" y="164972"/>
                </a:lnTo>
                <a:lnTo>
                  <a:pt x="567273" y="136917"/>
                </a:lnTo>
                <a:lnTo>
                  <a:pt x="557570" y="83978"/>
                </a:lnTo>
                <a:lnTo>
                  <a:pt x="538669" y="40451"/>
                </a:lnTo>
                <a:lnTo>
                  <a:pt x="512673" y="10023"/>
                </a:lnTo>
                <a:lnTo>
                  <a:pt x="497199" y="0"/>
                </a:lnTo>
                <a:close/>
              </a:path>
              <a:path w="568960" h="330200">
                <a:moveTo>
                  <a:pt x="71114" y="0"/>
                </a:moveTo>
                <a:lnTo>
                  <a:pt x="29752" y="40451"/>
                </a:lnTo>
                <a:lnTo>
                  <a:pt x="10817" y="83978"/>
                </a:lnTo>
                <a:lnTo>
                  <a:pt x="1189" y="135985"/>
                </a:lnTo>
                <a:lnTo>
                  <a:pt x="0" y="164972"/>
                </a:lnTo>
                <a:lnTo>
                  <a:pt x="1153" y="192643"/>
                </a:lnTo>
                <a:lnTo>
                  <a:pt x="1189" y="193490"/>
                </a:lnTo>
                <a:lnTo>
                  <a:pt x="10817" y="245445"/>
                </a:lnTo>
                <a:lnTo>
                  <a:pt x="29752" y="289331"/>
                </a:lnTo>
                <a:lnTo>
                  <a:pt x="55660" y="319863"/>
                </a:lnTo>
                <a:lnTo>
                  <a:pt x="71114" y="329819"/>
                </a:lnTo>
                <a:lnTo>
                  <a:pt x="74416" y="322071"/>
                </a:lnTo>
                <a:lnTo>
                  <a:pt x="61988" y="312050"/>
                </a:lnTo>
                <a:lnTo>
                  <a:pt x="51001" y="298957"/>
                </a:lnTo>
                <a:lnTo>
                  <a:pt x="33395" y="263651"/>
                </a:lnTo>
                <a:lnTo>
                  <a:pt x="22314" y="218312"/>
                </a:lnTo>
                <a:lnTo>
                  <a:pt x="19663" y="193490"/>
                </a:lnTo>
                <a:lnTo>
                  <a:pt x="19572" y="192643"/>
                </a:lnTo>
                <a:lnTo>
                  <a:pt x="19592" y="136917"/>
                </a:lnTo>
                <a:lnTo>
                  <a:pt x="27021" y="87284"/>
                </a:lnTo>
                <a:lnTo>
                  <a:pt x="41644" y="46680"/>
                </a:lnTo>
                <a:lnTo>
                  <a:pt x="74416" y="7746"/>
                </a:lnTo>
                <a:lnTo>
                  <a:pt x="71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871845" y="2760662"/>
            <a:ext cx="1085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51195" y="2570162"/>
            <a:ext cx="4679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325" spc="-15" baseline="-25089" dirty="0">
                <a:latin typeface="Cambria Math"/>
                <a:cs typeface="Cambria Math"/>
              </a:rPr>
              <a:t>𝑝</a:t>
            </a:r>
            <a:r>
              <a:rPr sz="1550" spc="-10" dirty="0">
                <a:latin typeface="Cambria Math"/>
                <a:cs typeface="Cambria Math"/>
              </a:rPr>
              <a:t>left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04279" y="2579687"/>
            <a:ext cx="1070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325" baseline="-21505" dirty="0">
                <a:latin typeface="Cambria Math"/>
                <a:cs typeface="Cambria Math"/>
              </a:rPr>
              <a:t>+</a:t>
            </a:r>
            <a:r>
              <a:rPr sz="2325" spc="284" baseline="-21505" dirty="0">
                <a:latin typeface="Cambria Math"/>
                <a:cs typeface="Cambria Math"/>
              </a:rPr>
              <a:t> </a:t>
            </a:r>
            <a:r>
              <a:rPr sz="2325" baseline="-21505" dirty="0">
                <a:latin typeface="Cambria Math"/>
                <a:cs typeface="Cambria Math"/>
              </a:rPr>
              <a:t>𝑤</a:t>
            </a:r>
            <a:r>
              <a:rPr sz="1550" dirty="0">
                <a:latin typeface="Cambria Math"/>
                <a:cs typeface="Cambria Math"/>
              </a:rPr>
              <a:t>right</a:t>
            </a:r>
            <a:r>
              <a:rPr sz="1550" spc="250" dirty="0">
                <a:latin typeface="Cambria Math"/>
                <a:cs typeface="Cambria Math"/>
              </a:rPr>
              <a:t> </a:t>
            </a:r>
            <a:r>
              <a:rPr sz="2325" spc="-75" baseline="-21505" dirty="0">
                <a:latin typeface="Cambria Math"/>
                <a:cs typeface="Cambria Math"/>
              </a:rPr>
              <a:t>𝐻</a:t>
            </a:r>
            <a:endParaRPr sz="2325" baseline="-21505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80990" y="2608833"/>
            <a:ext cx="713740" cy="395605"/>
          </a:xfrm>
          <a:custGeom>
            <a:avLst/>
            <a:gdLst/>
            <a:ahLst/>
            <a:cxnLst/>
            <a:rect l="l" t="t" r="r" b="b"/>
            <a:pathLst>
              <a:path w="713740" h="395605">
                <a:moveTo>
                  <a:pt x="643123" y="0"/>
                </a:moveTo>
                <a:lnTo>
                  <a:pt x="637408" y="6604"/>
                </a:lnTo>
                <a:lnTo>
                  <a:pt x="649245" y="19627"/>
                </a:lnTo>
                <a:lnTo>
                  <a:pt x="659998" y="35829"/>
                </a:lnTo>
                <a:lnTo>
                  <a:pt x="678302" y="77724"/>
                </a:lnTo>
                <a:lnTo>
                  <a:pt x="690367" y="131810"/>
                </a:lnTo>
                <a:lnTo>
                  <a:pt x="694431" y="197612"/>
                </a:lnTo>
                <a:lnTo>
                  <a:pt x="693411" y="232027"/>
                </a:lnTo>
                <a:lnTo>
                  <a:pt x="685323" y="291998"/>
                </a:lnTo>
                <a:lnTo>
                  <a:pt x="669680" y="340131"/>
                </a:lnTo>
                <a:lnTo>
                  <a:pt x="649245" y="375616"/>
                </a:lnTo>
                <a:lnTo>
                  <a:pt x="637408" y="388620"/>
                </a:lnTo>
                <a:lnTo>
                  <a:pt x="643123" y="395224"/>
                </a:lnTo>
                <a:lnTo>
                  <a:pt x="669507" y="366141"/>
                </a:lnTo>
                <a:lnTo>
                  <a:pt x="692272" y="322961"/>
                </a:lnTo>
                <a:lnTo>
                  <a:pt x="708099" y="266557"/>
                </a:lnTo>
                <a:lnTo>
                  <a:pt x="713349" y="197612"/>
                </a:lnTo>
                <a:lnTo>
                  <a:pt x="712106" y="163252"/>
                </a:lnTo>
                <a:lnTo>
                  <a:pt x="701513" y="98883"/>
                </a:lnTo>
                <a:lnTo>
                  <a:pt x="681342" y="48952"/>
                </a:lnTo>
                <a:lnTo>
                  <a:pt x="656767" y="12809"/>
                </a:lnTo>
                <a:lnTo>
                  <a:pt x="643123" y="0"/>
                </a:lnTo>
                <a:close/>
              </a:path>
              <a:path w="713740" h="395605">
                <a:moveTo>
                  <a:pt x="70226" y="0"/>
                </a:moveTo>
                <a:lnTo>
                  <a:pt x="43826" y="29130"/>
                </a:lnTo>
                <a:lnTo>
                  <a:pt x="20950" y="72263"/>
                </a:lnTo>
                <a:lnTo>
                  <a:pt x="5234" y="128635"/>
                </a:lnTo>
                <a:lnTo>
                  <a:pt x="0" y="197612"/>
                </a:lnTo>
                <a:lnTo>
                  <a:pt x="1247" y="232027"/>
                </a:lnTo>
                <a:lnTo>
                  <a:pt x="1305" y="233610"/>
                </a:lnTo>
                <a:lnTo>
                  <a:pt x="11782" y="296336"/>
                </a:lnTo>
                <a:lnTo>
                  <a:pt x="31953" y="346325"/>
                </a:lnTo>
                <a:lnTo>
                  <a:pt x="56579" y="382432"/>
                </a:lnTo>
                <a:lnTo>
                  <a:pt x="70226" y="395224"/>
                </a:lnTo>
                <a:lnTo>
                  <a:pt x="75941" y="388620"/>
                </a:lnTo>
                <a:lnTo>
                  <a:pt x="64104" y="375616"/>
                </a:lnTo>
                <a:lnTo>
                  <a:pt x="53351" y="359457"/>
                </a:lnTo>
                <a:lnTo>
                  <a:pt x="35047" y="317627"/>
                </a:lnTo>
                <a:lnTo>
                  <a:pt x="22982" y="263477"/>
                </a:lnTo>
                <a:lnTo>
                  <a:pt x="18918" y="197612"/>
                </a:lnTo>
                <a:lnTo>
                  <a:pt x="19938" y="163252"/>
                </a:lnTo>
                <a:lnTo>
                  <a:pt x="28026" y="103296"/>
                </a:lnTo>
                <a:lnTo>
                  <a:pt x="43669" y="55199"/>
                </a:lnTo>
                <a:lnTo>
                  <a:pt x="64104" y="19627"/>
                </a:lnTo>
                <a:lnTo>
                  <a:pt x="75941" y="6604"/>
                </a:lnTo>
                <a:lnTo>
                  <a:pt x="702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50150" y="2789237"/>
            <a:ext cx="1085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29245" y="2531681"/>
            <a:ext cx="6108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325" spc="-15" baseline="-35842" dirty="0">
                <a:latin typeface="Cambria Math"/>
                <a:cs typeface="Cambria Math"/>
              </a:rPr>
              <a:t>𝑝</a:t>
            </a:r>
            <a:r>
              <a:rPr sz="1550" spc="-10" dirty="0">
                <a:latin typeface="Cambria Math"/>
                <a:cs typeface="Cambria Math"/>
              </a:rPr>
              <a:t>right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70909" y="2069845"/>
            <a:ext cx="1937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gain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33450" y="2343150"/>
            <a:ext cx="1857375" cy="1009650"/>
            <a:chOff x="933450" y="2343150"/>
            <a:chExt cx="1857375" cy="100965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925" y="2733675"/>
              <a:ext cx="304800" cy="3333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850" y="3019425"/>
              <a:ext cx="361950" cy="3333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450" y="2705100"/>
              <a:ext cx="371475" cy="3429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3500" y="2400300"/>
              <a:ext cx="295275" cy="333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1550" y="2390775"/>
              <a:ext cx="342900" cy="3333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9800" y="3009900"/>
              <a:ext cx="361950" cy="3333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9825" y="2705100"/>
              <a:ext cx="361950" cy="3429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7875" y="2705100"/>
              <a:ext cx="352425" cy="3333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28825" y="2362200"/>
              <a:ext cx="381000" cy="3429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38400" y="2343150"/>
              <a:ext cx="352425" cy="361950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09750" y="1009650"/>
            <a:ext cx="3619500" cy="3619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2262251" y="1365186"/>
            <a:ext cx="7715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aseline="-20833" dirty="0">
                <a:latin typeface="Cambria Math"/>
                <a:cs typeface="Cambria Math"/>
              </a:rPr>
              <a:t>𝑝</a:t>
            </a:r>
            <a:r>
              <a:rPr sz="1200" dirty="0">
                <a:latin typeface="Cambria Math"/>
                <a:cs typeface="Cambria Math"/>
              </a:rPr>
              <a:t>root</a:t>
            </a:r>
            <a:r>
              <a:rPr sz="1200" spc="20" dirty="0">
                <a:latin typeface="Cambria Math"/>
                <a:cs typeface="Cambria Math"/>
              </a:rPr>
              <a:t> </a:t>
            </a:r>
            <a:r>
              <a:rPr sz="1650" baseline="-27777" dirty="0">
                <a:latin typeface="Cambria Math"/>
                <a:cs typeface="Cambria Math"/>
              </a:rPr>
              <a:t>=</a:t>
            </a:r>
            <a:r>
              <a:rPr sz="1650" spc="142" baseline="-27777" dirty="0">
                <a:latin typeface="Cambria Math"/>
                <a:cs typeface="Cambria Math"/>
              </a:rPr>
              <a:t> </a:t>
            </a:r>
            <a:r>
              <a:rPr sz="1650" spc="-217" baseline="-10101" dirty="0">
                <a:latin typeface="Cambria Math"/>
                <a:cs typeface="Cambria Math"/>
              </a:rPr>
              <a:t>5</a:t>
            </a:r>
            <a:r>
              <a:rPr sz="1650" spc="-217" baseline="-27777" dirty="0">
                <a:latin typeface="Cambria Math"/>
                <a:cs typeface="Cambria Math"/>
              </a:rPr>
              <a:t>ൗ</a:t>
            </a:r>
            <a:endParaRPr sz="1650" baseline="-27777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970529" y="1503679"/>
            <a:ext cx="1778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Cambria Math"/>
                <a:cs typeface="Cambria Math"/>
              </a:rPr>
              <a:t>10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61283" y="1445831"/>
            <a:ext cx="352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5" dirty="0">
                <a:latin typeface="Cambria Math"/>
                <a:cs typeface="Cambria Math"/>
              </a:rPr>
              <a:t>0.5</a:t>
            </a:r>
            <a:endParaRPr sz="11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BF52D15-51E1-BEDB-6E65-E4BAFE416AA4}"/>
                  </a:ext>
                </a:extLst>
              </p:cNvPr>
              <p:cNvSpPr txBox="1"/>
              <p:nvPr/>
            </p:nvSpPr>
            <p:spPr>
              <a:xfrm>
                <a:off x="562768" y="3560306"/>
                <a:ext cx="1208536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BF52D15-51E1-BEDB-6E65-E4BAFE416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8" y="3560306"/>
                <a:ext cx="1208536" cy="335413"/>
              </a:xfrm>
              <a:prstGeom prst="rect">
                <a:avLst/>
              </a:prstGeom>
              <a:blipFill>
                <a:blip r:embed="rId13"/>
                <a:stretch>
                  <a:fillRect l="-4020" r="-402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76B13D-9FF7-A0C8-480A-9F7DAAEE1427}"/>
                  </a:ext>
                </a:extLst>
              </p:cNvPr>
              <p:cNvSpPr txBox="1"/>
              <p:nvPr/>
            </p:nvSpPr>
            <p:spPr>
              <a:xfrm>
                <a:off x="2265244" y="3527280"/>
                <a:ext cx="1320746" cy="3372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76B13D-9FF7-A0C8-480A-9F7DAAEE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244" y="3527280"/>
                <a:ext cx="1320746" cy="337208"/>
              </a:xfrm>
              <a:prstGeom prst="rect">
                <a:avLst/>
              </a:prstGeom>
              <a:blipFill>
                <a:blip r:embed="rId14"/>
                <a:stretch>
                  <a:fillRect l="-3704" r="-4167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E16969-A625-6E1F-9A7F-BD0902397395}"/>
                  </a:ext>
                </a:extLst>
              </p:cNvPr>
              <p:cNvSpPr txBox="1"/>
              <p:nvPr/>
            </p:nvSpPr>
            <p:spPr>
              <a:xfrm>
                <a:off x="561907" y="3939539"/>
                <a:ext cx="1309269" cy="347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FE16969-A625-6E1F-9A7F-BD0902397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07" y="3939539"/>
                <a:ext cx="1309269" cy="347980"/>
              </a:xfrm>
              <a:prstGeom prst="rect">
                <a:avLst/>
              </a:prstGeom>
              <a:blipFill>
                <a:blip r:embed="rId15"/>
                <a:stretch>
                  <a:fillRect l="-3256" r="-3721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D02E733-5985-625B-9736-B5DFA3ABF2CF}"/>
                  </a:ext>
                </a:extLst>
              </p:cNvPr>
              <p:cNvSpPr txBox="1"/>
              <p:nvPr/>
            </p:nvSpPr>
            <p:spPr>
              <a:xfrm>
                <a:off x="2272728" y="3991465"/>
                <a:ext cx="1421478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D02E733-5985-625B-9736-B5DFA3ABF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728" y="3991465"/>
                <a:ext cx="1421478" cy="349711"/>
              </a:xfrm>
              <a:prstGeom prst="rect">
                <a:avLst/>
              </a:prstGeom>
              <a:blipFill>
                <a:blip r:embed="rId16"/>
                <a:stretch>
                  <a:fillRect l="-3433" r="-3863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3919854" y="1583435"/>
            <a:ext cx="3903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50" dirty="0">
                <a:solidFill>
                  <a:srgbClr val="8C1515"/>
                </a:solidFill>
                <a:latin typeface="Lucida Sans Unicode"/>
                <a:cs typeface="Lucida Sans Unicode"/>
              </a:rPr>
              <a:t>Decision</a:t>
            </a:r>
            <a:r>
              <a:rPr sz="2700" spc="-270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10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-10" dirty="0">
                <a:solidFill>
                  <a:srgbClr val="8C1515"/>
                </a:solidFill>
                <a:latin typeface="Lucida Sans Unicode"/>
                <a:cs typeface="Lucida Sans Unicode"/>
              </a:rPr>
              <a:t>Learning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3559" y="3182048"/>
            <a:ext cx="46977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50" dirty="0">
                <a:solidFill>
                  <a:srgbClr val="585858"/>
                </a:solidFill>
                <a:latin typeface="Arial Black"/>
                <a:cs typeface="Arial Black"/>
              </a:rPr>
              <a:t>Putting</a:t>
            </a:r>
            <a:r>
              <a:rPr sz="3950" spc="-32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950" spc="-210" dirty="0">
                <a:solidFill>
                  <a:srgbClr val="585858"/>
                </a:solidFill>
                <a:latin typeface="Arial Black"/>
                <a:cs typeface="Arial Black"/>
              </a:rPr>
              <a:t>it</a:t>
            </a:r>
            <a:r>
              <a:rPr sz="3950" spc="-36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950" spc="-95" dirty="0">
                <a:solidFill>
                  <a:srgbClr val="585858"/>
                </a:solidFill>
                <a:latin typeface="Arial Black"/>
                <a:cs typeface="Arial Black"/>
              </a:rPr>
              <a:t>together</a:t>
            </a:r>
            <a:endParaRPr sz="3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88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0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272" y="1209103"/>
            <a:ext cx="7792084" cy="282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Start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with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all</a:t>
            </a:r>
            <a:r>
              <a:rPr sz="1550" spc="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examples</a:t>
            </a:r>
            <a:r>
              <a:rPr sz="1550" spc="1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at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root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node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Calculate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information</a:t>
            </a:r>
            <a:r>
              <a:rPr sz="1550" spc="25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gain</a:t>
            </a:r>
            <a:r>
              <a:rPr sz="1550" spc="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for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all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possible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features,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and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pick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one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with</a:t>
            </a:r>
            <a:endParaRPr sz="15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Verdana"/>
                <a:cs typeface="Verdana"/>
              </a:rPr>
              <a:t>the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highest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information</a:t>
            </a:r>
            <a:r>
              <a:rPr sz="1550" spc="229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gain</a:t>
            </a:r>
            <a:endParaRPr sz="1550">
              <a:latin typeface="Verdana"/>
              <a:cs typeface="Verdana"/>
            </a:endParaRPr>
          </a:p>
          <a:p>
            <a:pPr marL="298450" marR="546735" indent="-286385">
              <a:lnSpc>
                <a:spcPct val="105000"/>
              </a:lnSpc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Split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dataset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according</a:t>
            </a:r>
            <a:r>
              <a:rPr sz="1550" spc="2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selected</a:t>
            </a:r>
            <a:r>
              <a:rPr sz="1550" spc="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feature,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and</a:t>
            </a:r>
            <a:r>
              <a:rPr sz="1550" spc="2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create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left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and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right </a:t>
            </a:r>
            <a:r>
              <a:rPr sz="1550" dirty="0">
                <a:latin typeface="Verdana"/>
                <a:cs typeface="Verdana"/>
              </a:rPr>
              <a:t>branches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tree</a:t>
            </a:r>
            <a:endParaRPr sz="155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latin typeface="Verdana"/>
                <a:cs typeface="Verdana"/>
              </a:rPr>
              <a:t>Keep</a:t>
            </a:r>
            <a:r>
              <a:rPr sz="1550" spc="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repeating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splitting</a:t>
            </a:r>
            <a:r>
              <a:rPr sz="1550" spc="20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process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until</a:t>
            </a:r>
            <a:r>
              <a:rPr sz="1550" spc="2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stopping</a:t>
            </a:r>
            <a:r>
              <a:rPr sz="1550" spc="20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criteria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met:</a:t>
            </a:r>
            <a:endParaRPr sz="1550">
              <a:latin typeface="Verdana"/>
              <a:cs typeface="Verdana"/>
            </a:endParaRPr>
          </a:p>
          <a:p>
            <a:pPr marL="767715" lvl="1" indent="-285750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767715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100%</a:t>
            </a:r>
            <a:r>
              <a:rPr sz="1550" spc="1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one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class</a:t>
            </a:r>
            <a:endParaRPr sz="1550">
              <a:latin typeface="Verdana"/>
              <a:cs typeface="Verdana"/>
            </a:endParaRPr>
          </a:p>
          <a:p>
            <a:pPr marL="767715" lvl="1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767715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splitting</a:t>
            </a:r>
            <a:r>
              <a:rPr sz="1550" spc="1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will</a:t>
            </a:r>
            <a:r>
              <a:rPr sz="1550" spc="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result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tree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exceeding</a:t>
            </a:r>
            <a:r>
              <a:rPr sz="1550" spc="1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5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maximum</a:t>
            </a:r>
            <a:endParaRPr sz="1550">
              <a:latin typeface="Verdana"/>
              <a:cs typeface="Verdana"/>
            </a:endParaRPr>
          </a:p>
          <a:p>
            <a:pPr marL="767715">
              <a:lnSpc>
                <a:spcPct val="100000"/>
              </a:lnSpc>
              <a:spcBef>
                <a:spcPts val="15"/>
              </a:spcBef>
            </a:pPr>
            <a:r>
              <a:rPr sz="1550" spc="-10" dirty="0">
                <a:latin typeface="Verdana"/>
                <a:cs typeface="Verdana"/>
              </a:rPr>
              <a:t>depth</a:t>
            </a:r>
            <a:endParaRPr sz="1550">
              <a:latin typeface="Verdana"/>
              <a:cs typeface="Verdana"/>
            </a:endParaRPr>
          </a:p>
          <a:p>
            <a:pPr marL="767715" lvl="1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767715" algn="l"/>
              </a:tabLst>
            </a:pPr>
            <a:r>
              <a:rPr sz="1550" dirty="0">
                <a:latin typeface="Verdana"/>
                <a:cs typeface="Verdana"/>
              </a:rPr>
              <a:t>Information</a:t>
            </a:r>
            <a:r>
              <a:rPr sz="1550" spc="32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gain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from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additional</a:t>
            </a:r>
            <a:r>
              <a:rPr sz="1550" spc="12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splits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less</a:t>
            </a:r>
            <a:r>
              <a:rPr sz="1550" spc="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than</a:t>
            </a:r>
            <a:r>
              <a:rPr sz="1550" spc="16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  <a:p>
            <a:pPr marL="767715" lvl="1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767715" algn="l"/>
              </a:tabLst>
            </a:pPr>
            <a:r>
              <a:rPr sz="1550" dirty="0">
                <a:latin typeface="Verdana"/>
                <a:cs typeface="Verdana"/>
              </a:rPr>
              <a:t>When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number</a:t>
            </a:r>
            <a:r>
              <a:rPr sz="1550" spc="2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examples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node</a:t>
            </a:r>
            <a:r>
              <a:rPr sz="1550" spc="14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below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88434" y="1189037"/>
            <a:ext cx="7239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latin typeface="Verdana"/>
                <a:cs typeface="Verdana"/>
              </a:rPr>
              <a:t>?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57700" y="952500"/>
            <a:ext cx="3619500" cy="371475"/>
            <a:chOff x="4457700" y="952500"/>
            <a:chExt cx="3619500" cy="3714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1350" y="952500"/>
              <a:ext cx="1085850" cy="371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962025"/>
              <a:ext cx="381000" cy="3524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7700" y="952500"/>
              <a:ext cx="2190750" cy="37147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57700" y="952500"/>
            <a:ext cx="3619500" cy="371475"/>
            <a:chOff x="4457700" y="952500"/>
            <a:chExt cx="3619500" cy="3714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1350" y="952500"/>
              <a:ext cx="1085850" cy="371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962025"/>
              <a:ext cx="381000" cy="3524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7700" y="952500"/>
              <a:ext cx="2190750" cy="37147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57700" y="952500"/>
            <a:ext cx="3619500" cy="371475"/>
            <a:chOff x="4457700" y="952500"/>
            <a:chExt cx="3619500" cy="3714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1350" y="952500"/>
              <a:ext cx="1085850" cy="3714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962025"/>
              <a:ext cx="381000" cy="3524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7700" y="952500"/>
              <a:ext cx="2190750" cy="37147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62300" y="1895475"/>
            <a:ext cx="1838325" cy="1019175"/>
            <a:chOff x="3162300" y="1895475"/>
            <a:chExt cx="1838325" cy="10191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3775" y="2295525"/>
              <a:ext cx="304800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4700" y="2581275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2300" y="2266950"/>
              <a:ext cx="381000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2350" y="1952625"/>
              <a:ext cx="295275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0400" y="1943100"/>
              <a:ext cx="342900" cy="342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62300" y="754380"/>
            <a:ext cx="2444115" cy="2535555"/>
            <a:chOff x="3162300" y="754380"/>
            <a:chExt cx="2444115" cy="25355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3775" y="2295525"/>
              <a:ext cx="304800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4700" y="2581275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2300" y="2266950"/>
              <a:ext cx="381000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2350" y="1952625"/>
              <a:ext cx="295275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0400" y="1943100"/>
              <a:ext cx="342900" cy="342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45179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76350" y="1924050"/>
            <a:ext cx="1743075" cy="333375"/>
            <a:chOff x="1276350" y="1924050"/>
            <a:chExt cx="1743075" cy="3333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1924050"/>
              <a:ext cx="304800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7475" y="19240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3100" y="1924050"/>
              <a:ext cx="371475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8300" y="1924050"/>
              <a:ext cx="285750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6350" y="1924050"/>
              <a:ext cx="342900" cy="33337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097276" y="754380"/>
            <a:ext cx="2509520" cy="2535555"/>
            <a:chOff x="3097276" y="754380"/>
            <a:chExt cx="2509520" cy="253555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09826"/>
              <a:ext cx="723900" cy="466725"/>
            </a:xfrm>
            <a:custGeom>
              <a:avLst/>
              <a:gdLst/>
              <a:ahLst/>
              <a:cxnLst/>
              <a:rect l="l" t="t" r="r" b="b"/>
              <a:pathLst>
                <a:path w="723900" h="466725">
                  <a:moveTo>
                    <a:pt x="361950" y="0"/>
                  </a:moveTo>
                  <a:lnTo>
                    <a:pt x="303209" y="3051"/>
                  </a:lnTo>
                  <a:lnTo>
                    <a:pt x="247497" y="11888"/>
                  </a:lnTo>
                  <a:lnTo>
                    <a:pt x="195557" y="26029"/>
                  </a:lnTo>
                  <a:lnTo>
                    <a:pt x="148132" y="44996"/>
                  </a:lnTo>
                  <a:lnTo>
                    <a:pt x="105965" y="68310"/>
                  </a:lnTo>
                  <a:lnTo>
                    <a:pt x="69799" y="95490"/>
                  </a:lnTo>
                  <a:lnTo>
                    <a:pt x="40376" y="126059"/>
                  </a:lnTo>
                  <a:lnTo>
                    <a:pt x="18440" y="159536"/>
                  </a:lnTo>
                  <a:lnTo>
                    <a:pt x="4733" y="195442"/>
                  </a:lnTo>
                  <a:lnTo>
                    <a:pt x="0" y="233299"/>
                  </a:lnTo>
                  <a:lnTo>
                    <a:pt x="4733" y="271158"/>
                  </a:lnTo>
                  <a:lnTo>
                    <a:pt x="18440" y="307074"/>
                  </a:lnTo>
                  <a:lnTo>
                    <a:pt x="40376" y="340566"/>
                  </a:lnTo>
                  <a:lnTo>
                    <a:pt x="69799" y="371151"/>
                  </a:lnTo>
                  <a:lnTo>
                    <a:pt x="105965" y="398351"/>
                  </a:lnTo>
                  <a:lnTo>
                    <a:pt x="148132" y="421683"/>
                  </a:lnTo>
                  <a:lnTo>
                    <a:pt x="195557" y="440668"/>
                  </a:lnTo>
                  <a:lnTo>
                    <a:pt x="247497" y="454823"/>
                  </a:lnTo>
                  <a:lnTo>
                    <a:pt x="303209" y="463669"/>
                  </a:lnTo>
                  <a:lnTo>
                    <a:pt x="361950" y="466725"/>
                  </a:lnTo>
                  <a:lnTo>
                    <a:pt x="420659" y="463669"/>
                  </a:lnTo>
                  <a:lnTo>
                    <a:pt x="476353" y="454823"/>
                  </a:lnTo>
                  <a:lnTo>
                    <a:pt x="528286" y="440668"/>
                  </a:lnTo>
                  <a:lnTo>
                    <a:pt x="575712" y="421683"/>
                  </a:lnTo>
                  <a:lnTo>
                    <a:pt x="617886" y="398351"/>
                  </a:lnTo>
                  <a:lnTo>
                    <a:pt x="654064" y="371151"/>
                  </a:lnTo>
                  <a:lnTo>
                    <a:pt x="683499" y="340566"/>
                  </a:lnTo>
                  <a:lnTo>
                    <a:pt x="705447" y="307074"/>
                  </a:lnTo>
                  <a:lnTo>
                    <a:pt x="719162" y="271158"/>
                  </a:lnTo>
                  <a:lnTo>
                    <a:pt x="723900" y="233299"/>
                  </a:lnTo>
                  <a:lnTo>
                    <a:pt x="719162" y="195442"/>
                  </a:lnTo>
                  <a:lnTo>
                    <a:pt x="705447" y="159536"/>
                  </a:lnTo>
                  <a:lnTo>
                    <a:pt x="683499" y="126059"/>
                  </a:lnTo>
                  <a:lnTo>
                    <a:pt x="654064" y="95490"/>
                  </a:lnTo>
                  <a:lnTo>
                    <a:pt x="617886" y="68310"/>
                  </a:lnTo>
                  <a:lnTo>
                    <a:pt x="575712" y="44996"/>
                  </a:lnTo>
                  <a:lnTo>
                    <a:pt x="528286" y="26029"/>
                  </a:lnTo>
                  <a:lnTo>
                    <a:pt x="476353" y="11888"/>
                  </a:lnTo>
                  <a:lnTo>
                    <a:pt x="420659" y="3051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09976" y="1909826"/>
              <a:ext cx="723900" cy="466725"/>
            </a:xfrm>
            <a:custGeom>
              <a:avLst/>
              <a:gdLst/>
              <a:ahLst/>
              <a:cxnLst/>
              <a:rect l="l" t="t" r="r" b="b"/>
              <a:pathLst>
                <a:path w="723900" h="466725">
                  <a:moveTo>
                    <a:pt x="0" y="233299"/>
                  </a:moveTo>
                  <a:lnTo>
                    <a:pt x="4733" y="195442"/>
                  </a:lnTo>
                  <a:lnTo>
                    <a:pt x="18440" y="159536"/>
                  </a:lnTo>
                  <a:lnTo>
                    <a:pt x="40376" y="126059"/>
                  </a:lnTo>
                  <a:lnTo>
                    <a:pt x="69799" y="95490"/>
                  </a:lnTo>
                  <a:lnTo>
                    <a:pt x="105965" y="68310"/>
                  </a:lnTo>
                  <a:lnTo>
                    <a:pt x="148132" y="44996"/>
                  </a:lnTo>
                  <a:lnTo>
                    <a:pt x="195557" y="26029"/>
                  </a:lnTo>
                  <a:lnTo>
                    <a:pt x="247497" y="11888"/>
                  </a:lnTo>
                  <a:lnTo>
                    <a:pt x="303209" y="3051"/>
                  </a:lnTo>
                  <a:lnTo>
                    <a:pt x="361950" y="0"/>
                  </a:lnTo>
                  <a:lnTo>
                    <a:pt x="420659" y="3051"/>
                  </a:lnTo>
                  <a:lnTo>
                    <a:pt x="476353" y="11888"/>
                  </a:lnTo>
                  <a:lnTo>
                    <a:pt x="528286" y="26029"/>
                  </a:lnTo>
                  <a:lnTo>
                    <a:pt x="575712" y="44996"/>
                  </a:lnTo>
                  <a:lnTo>
                    <a:pt x="617886" y="68310"/>
                  </a:lnTo>
                  <a:lnTo>
                    <a:pt x="654064" y="95490"/>
                  </a:lnTo>
                  <a:lnTo>
                    <a:pt x="683499" y="126059"/>
                  </a:lnTo>
                  <a:lnTo>
                    <a:pt x="705447" y="159536"/>
                  </a:lnTo>
                  <a:lnTo>
                    <a:pt x="719162" y="195442"/>
                  </a:lnTo>
                  <a:lnTo>
                    <a:pt x="723900" y="233299"/>
                  </a:lnTo>
                  <a:lnTo>
                    <a:pt x="719162" y="271158"/>
                  </a:lnTo>
                  <a:lnTo>
                    <a:pt x="705447" y="307074"/>
                  </a:lnTo>
                  <a:lnTo>
                    <a:pt x="683499" y="340566"/>
                  </a:lnTo>
                  <a:lnTo>
                    <a:pt x="654064" y="371151"/>
                  </a:lnTo>
                  <a:lnTo>
                    <a:pt x="617886" y="398351"/>
                  </a:lnTo>
                  <a:lnTo>
                    <a:pt x="575712" y="421683"/>
                  </a:lnTo>
                  <a:lnTo>
                    <a:pt x="528286" y="440668"/>
                  </a:lnTo>
                  <a:lnTo>
                    <a:pt x="476353" y="454823"/>
                  </a:lnTo>
                  <a:lnTo>
                    <a:pt x="420659" y="463669"/>
                  </a:lnTo>
                  <a:lnTo>
                    <a:pt x="361950" y="466725"/>
                  </a:lnTo>
                  <a:lnTo>
                    <a:pt x="303209" y="463669"/>
                  </a:lnTo>
                  <a:lnTo>
                    <a:pt x="247497" y="454823"/>
                  </a:lnTo>
                  <a:lnTo>
                    <a:pt x="195557" y="440668"/>
                  </a:lnTo>
                  <a:lnTo>
                    <a:pt x="148132" y="421683"/>
                  </a:lnTo>
                  <a:lnTo>
                    <a:pt x="105965" y="398351"/>
                  </a:lnTo>
                  <a:lnTo>
                    <a:pt x="69799" y="371151"/>
                  </a:lnTo>
                  <a:lnTo>
                    <a:pt x="40376" y="340566"/>
                  </a:lnTo>
                  <a:lnTo>
                    <a:pt x="18440" y="307074"/>
                  </a:lnTo>
                  <a:lnTo>
                    <a:pt x="4733" y="271158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30270" y="2074798"/>
            <a:ext cx="7239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latin typeface="Verdana"/>
                <a:cs typeface="Verdana"/>
              </a:rPr>
              <a:t>?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76350" y="1924050"/>
            <a:ext cx="1743075" cy="333375"/>
            <a:chOff x="1276350" y="1924050"/>
            <a:chExt cx="1743075" cy="3333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1924050"/>
              <a:ext cx="304800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7475" y="19240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3100" y="1924050"/>
              <a:ext cx="371475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8300" y="1924050"/>
              <a:ext cx="285750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6350" y="1924050"/>
              <a:ext cx="342900" cy="33337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097276" y="754380"/>
            <a:ext cx="2509520" cy="2535555"/>
            <a:chOff x="3097276" y="754380"/>
            <a:chExt cx="2509520" cy="253555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1250" y="754380"/>
            <a:ext cx="3225165" cy="2912745"/>
            <a:chOff x="2381250" y="754380"/>
            <a:chExt cx="3225165" cy="29127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1250" y="3295650"/>
              <a:ext cx="304800" cy="342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4625" y="3324225"/>
              <a:ext cx="361950" cy="342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3675" y="2971800"/>
              <a:ext cx="371475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0450" y="2971800"/>
              <a:ext cx="285750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0300" y="2943225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1250" y="754380"/>
            <a:ext cx="3225165" cy="2912745"/>
            <a:chOff x="2381250" y="754380"/>
            <a:chExt cx="3225165" cy="29127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1250" y="3295650"/>
              <a:ext cx="304800" cy="342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4625" y="3324225"/>
              <a:ext cx="361950" cy="342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3675" y="2971800"/>
              <a:ext cx="371475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0450" y="2971800"/>
              <a:ext cx="285750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0300" y="2943225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68067" y="1359916"/>
            <a:ext cx="2261235" cy="2535555"/>
          </a:xfrm>
          <a:custGeom>
            <a:avLst/>
            <a:gdLst/>
            <a:ahLst/>
            <a:cxnLst/>
            <a:rect l="l" t="t" r="r" b="b"/>
            <a:pathLst>
              <a:path w="2261235" h="2535554">
                <a:moveTo>
                  <a:pt x="794638" y="0"/>
                </a:moveTo>
                <a:lnTo>
                  <a:pt x="0" y="603250"/>
                </a:lnTo>
                <a:lnTo>
                  <a:pt x="1466342" y="2534983"/>
                </a:lnTo>
                <a:lnTo>
                  <a:pt x="2261108" y="1931670"/>
                </a:lnTo>
                <a:lnTo>
                  <a:pt x="794638" y="0"/>
                </a:lnTo>
                <a:close/>
              </a:path>
            </a:pathLst>
          </a:custGeom>
          <a:solidFill>
            <a:srgbClr val="BCBCBC">
              <a:alpha val="631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754380"/>
            <a:ext cx="3272790" cy="3331845"/>
            <a:chOff x="2333625" y="754380"/>
            <a:chExt cx="3272790" cy="33318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0450" y="2971800"/>
              <a:ext cx="285750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24151" y="1359916"/>
            <a:ext cx="2605405" cy="2535555"/>
            <a:chOff x="2224151" y="1359916"/>
            <a:chExt cx="2605405" cy="2535555"/>
          </a:xfrm>
        </p:grpSpPr>
        <p:sp>
          <p:nvSpPr>
            <p:cNvPr id="27" name="object 27"/>
            <p:cNvSpPr/>
            <p:nvPr/>
          </p:nvSpPr>
          <p:spPr>
            <a:xfrm>
              <a:off x="2568067" y="1359916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8" y="0"/>
                  </a:moveTo>
                  <a:lnTo>
                    <a:pt x="0" y="603250"/>
                  </a:lnTo>
                  <a:lnTo>
                    <a:pt x="1466342" y="2534983"/>
                  </a:lnTo>
                  <a:lnTo>
                    <a:pt x="2261108" y="1931670"/>
                  </a:lnTo>
                  <a:lnTo>
                    <a:pt x="794638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24151" y="2957576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224151" y="2957576"/>
            <a:ext cx="914400" cy="3714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77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754380"/>
            <a:ext cx="3272790" cy="3331845"/>
            <a:chOff x="2333625" y="754380"/>
            <a:chExt cx="3272790" cy="33318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0450" y="2971800"/>
              <a:ext cx="285750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94129" y="1369441"/>
            <a:ext cx="2261235" cy="2914015"/>
          </a:xfrm>
          <a:custGeom>
            <a:avLst/>
            <a:gdLst/>
            <a:ahLst/>
            <a:cxnLst/>
            <a:rect l="l" t="t" r="r" b="b"/>
            <a:pathLst>
              <a:path w="2261235" h="2914015">
                <a:moveTo>
                  <a:pt x="1254125" y="0"/>
                </a:moveTo>
                <a:lnTo>
                  <a:pt x="0" y="2383536"/>
                </a:lnTo>
                <a:lnTo>
                  <a:pt x="1007109" y="2913392"/>
                </a:lnTo>
                <a:lnTo>
                  <a:pt x="2261108" y="529844"/>
                </a:lnTo>
                <a:lnTo>
                  <a:pt x="1254125" y="0"/>
                </a:lnTo>
                <a:close/>
              </a:path>
            </a:pathLst>
          </a:custGeom>
          <a:solidFill>
            <a:srgbClr val="BCBCBC">
              <a:alpha val="631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754380"/>
            <a:ext cx="3272790" cy="3331845"/>
            <a:chOff x="2333625" y="754380"/>
            <a:chExt cx="3272790" cy="33318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94129" y="1369441"/>
            <a:ext cx="2430780" cy="2914015"/>
            <a:chOff x="1794129" y="1369441"/>
            <a:chExt cx="2430780" cy="2914015"/>
          </a:xfrm>
        </p:grpSpPr>
        <p:sp>
          <p:nvSpPr>
            <p:cNvPr id="29" name="object 29"/>
            <p:cNvSpPr/>
            <p:nvPr/>
          </p:nvSpPr>
          <p:spPr>
            <a:xfrm>
              <a:off x="1794129" y="1369441"/>
              <a:ext cx="2261235" cy="2914015"/>
            </a:xfrm>
            <a:custGeom>
              <a:avLst/>
              <a:gdLst/>
              <a:ahLst/>
              <a:cxnLst/>
              <a:rect l="l" t="t" r="r" b="b"/>
              <a:pathLst>
                <a:path w="2261235" h="2914015">
                  <a:moveTo>
                    <a:pt x="1254125" y="0"/>
                  </a:moveTo>
                  <a:lnTo>
                    <a:pt x="0" y="2383536"/>
                  </a:lnTo>
                  <a:lnTo>
                    <a:pt x="1007109" y="2913392"/>
                  </a:lnTo>
                  <a:lnTo>
                    <a:pt x="2261108" y="529844"/>
                  </a:lnTo>
                  <a:lnTo>
                    <a:pt x="1254125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10001" y="2948051"/>
            <a:ext cx="914400" cy="3714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83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3371850"/>
            <a:ext cx="733425" cy="714375"/>
            <a:chOff x="2333625" y="3371850"/>
            <a:chExt cx="733425" cy="7143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09975" y="3381375"/>
            <a:ext cx="295275" cy="3333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97276" y="754380"/>
            <a:ext cx="2509520" cy="2535555"/>
            <a:chOff x="3097276" y="754380"/>
            <a:chExt cx="2509520" cy="253555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45180" y="754380"/>
              <a:ext cx="2261235" cy="2535555"/>
            </a:xfrm>
            <a:custGeom>
              <a:avLst/>
              <a:gdLst/>
              <a:ahLst/>
              <a:cxnLst/>
              <a:rect l="l" t="t" r="r" b="b"/>
              <a:pathLst>
                <a:path w="2261235" h="2535554">
                  <a:moveTo>
                    <a:pt x="794639" y="0"/>
                  </a:moveTo>
                  <a:lnTo>
                    <a:pt x="0" y="603250"/>
                  </a:lnTo>
                  <a:lnTo>
                    <a:pt x="1466469" y="2535047"/>
                  </a:lnTo>
                  <a:lnTo>
                    <a:pt x="2261108" y="1931797"/>
                  </a:lnTo>
                  <a:lnTo>
                    <a:pt x="794639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361950" y="0"/>
                  </a:moveTo>
                  <a:lnTo>
                    <a:pt x="303209" y="2988"/>
                  </a:lnTo>
                  <a:lnTo>
                    <a:pt x="247497" y="11643"/>
                  </a:lnTo>
                  <a:lnTo>
                    <a:pt x="195557" y="25494"/>
                  </a:lnTo>
                  <a:lnTo>
                    <a:pt x="148132" y="44074"/>
                  </a:lnTo>
                  <a:lnTo>
                    <a:pt x="105965" y="66913"/>
                  </a:lnTo>
                  <a:lnTo>
                    <a:pt x="69799" y="93543"/>
                  </a:lnTo>
                  <a:lnTo>
                    <a:pt x="40376" y="123495"/>
                  </a:lnTo>
                  <a:lnTo>
                    <a:pt x="18440" y="156301"/>
                  </a:lnTo>
                  <a:lnTo>
                    <a:pt x="0" y="228600"/>
                  </a:lnTo>
                  <a:lnTo>
                    <a:pt x="4733" y="265676"/>
                  </a:lnTo>
                  <a:lnTo>
                    <a:pt x="40376" y="333648"/>
                  </a:lnTo>
                  <a:lnTo>
                    <a:pt x="69799" y="363602"/>
                  </a:lnTo>
                  <a:lnTo>
                    <a:pt x="105965" y="390239"/>
                  </a:lnTo>
                  <a:lnTo>
                    <a:pt x="148132" y="413089"/>
                  </a:lnTo>
                  <a:lnTo>
                    <a:pt x="195557" y="431681"/>
                  </a:lnTo>
                  <a:lnTo>
                    <a:pt x="247497" y="445544"/>
                  </a:lnTo>
                  <a:lnTo>
                    <a:pt x="303209" y="454207"/>
                  </a:lnTo>
                  <a:lnTo>
                    <a:pt x="361950" y="457200"/>
                  </a:lnTo>
                  <a:lnTo>
                    <a:pt x="420659" y="454207"/>
                  </a:lnTo>
                  <a:lnTo>
                    <a:pt x="476353" y="445544"/>
                  </a:lnTo>
                  <a:lnTo>
                    <a:pt x="528286" y="431681"/>
                  </a:lnTo>
                  <a:lnTo>
                    <a:pt x="575712" y="413089"/>
                  </a:lnTo>
                  <a:lnTo>
                    <a:pt x="617886" y="390239"/>
                  </a:lnTo>
                  <a:lnTo>
                    <a:pt x="654064" y="363602"/>
                  </a:lnTo>
                  <a:lnTo>
                    <a:pt x="683499" y="333648"/>
                  </a:lnTo>
                  <a:lnTo>
                    <a:pt x="705447" y="300849"/>
                  </a:lnTo>
                  <a:lnTo>
                    <a:pt x="723900" y="228600"/>
                  </a:lnTo>
                  <a:lnTo>
                    <a:pt x="719162" y="191492"/>
                  </a:lnTo>
                  <a:lnTo>
                    <a:pt x="683499" y="123495"/>
                  </a:lnTo>
                  <a:lnTo>
                    <a:pt x="654064" y="93543"/>
                  </a:lnTo>
                  <a:lnTo>
                    <a:pt x="617886" y="66913"/>
                  </a:lnTo>
                  <a:lnTo>
                    <a:pt x="575712" y="44074"/>
                  </a:lnTo>
                  <a:lnTo>
                    <a:pt x="528286" y="25494"/>
                  </a:lnTo>
                  <a:lnTo>
                    <a:pt x="476353" y="11643"/>
                  </a:lnTo>
                  <a:lnTo>
                    <a:pt x="420659" y="2988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24151" y="2957576"/>
            <a:ext cx="914400" cy="3714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77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10001" y="2948051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914400" y="0"/>
                </a:moveTo>
                <a:lnTo>
                  <a:pt x="0" y="0"/>
                </a:lnTo>
                <a:lnTo>
                  <a:pt x="0" y="371475"/>
                </a:lnTo>
                <a:lnTo>
                  <a:pt x="914400" y="371475"/>
                </a:lnTo>
                <a:lnTo>
                  <a:pt x="914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10001" y="2948051"/>
            <a:ext cx="914400" cy="3714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83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9975" y="3381375"/>
            <a:ext cx="295275" cy="3333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333625" y="1895475"/>
            <a:ext cx="2667000" cy="2190750"/>
            <a:chOff x="2333625" y="1895475"/>
            <a:chExt cx="2667000" cy="21907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8650" y="2562225"/>
              <a:ext cx="361950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8675" y="2266950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0" y="2266950"/>
              <a:ext cx="3429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7675" y="1924050"/>
              <a:ext cx="381000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8675" y="1895475"/>
              <a:ext cx="352425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09976" y="191935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7" name="object 27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90064" y="808862"/>
            <a:ext cx="2143125" cy="3480435"/>
          </a:xfrm>
          <a:custGeom>
            <a:avLst/>
            <a:gdLst/>
            <a:ahLst/>
            <a:cxnLst/>
            <a:rect l="l" t="t" r="r" b="b"/>
            <a:pathLst>
              <a:path w="2143125" h="3480435">
                <a:moveTo>
                  <a:pt x="658241" y="0"/>
                </a:moveTo>
                <a:lnTo>
                  <a:pt x="0" y="3172091"/>
                </a:lnTo>
                <a:lnTo>
                  <a:pt x="1484376" y="3480130"/>
                </a:lnTo>
                <a:lnTo>
                  <a:pt x="2142616" y="308101"/>
                </a:lnTo>
                <a:lnTo>
                  <a:pt x="658241" y="0"/>
                </a:lnTo>
                <a:close/>
              </a:path>
            </a:pathLst>
          </a:custGeom>
          <a:solidFill>
            <a:srgbClr val="BCBCBC">
              <a:alpha val="631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838325"/>
            <a:ext cx="4800600" cy="2247900"/>
            <a:chOff x="2333625" y="1838325"/>
            <a:chExt cx="4800600" cy="22479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2275" y="1857375"/>
              <a:ext cx="361950" cy="3333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9325" y="1857375"/>
              <a:ext cx="361950" cy="3333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0325" y="1857375"/>
              <a:ext cx="352425" cy="3333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7800" y="1857375"/>
              <a:ext cx="390525" cy="3333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7850" y="1838325"/>
              <a:ext cx="361950" cy="371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7" name="object 27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31" name="object 31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61865" y="1991931"/>
            <a:ext cx="7239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latin typeface="Verdana"/>
                <a:cs typeface="Verdana"/>
              </a:rPr>
              <a:t>?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26" name="object 26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79569" y="2230754"/>
            <a:ext cx="862330" cy="629285"/>
          </a:xfrm>
          <a:custGeom>
            <a:avLst/>
            <a:gdLst/>
            <a:ahLst/>
            <a:cxnLst/>
            <a:rect l="l" t="t" r="r" b="b"/>
            <a:pathLst>
              <a:path w="862329" h="629285">
                <a:moveTo>
                  <a:pt x="149860" y="60960"/>
                </a:moveTo>
                <a:lnTo>
                  <a:pt x="140589" y="58928"/>
                </a:lnTo>
                <a:lnTo>
                  <a:pt x="32562" y="553339"/>
                </a:lnTo>
                <a:lnTo>
                  <a:pt x="0" y="546227"/>
                </a:lnTo>
                <a:lnTo>
                  <a:pt x="21082" y="628777"/>
                </a:lnTo>
                <a:lnTo>
                  <a:pt x="70243" y="567817"/>
                </a:lnTo>
                <a:lnTo>
                  <a:pt x="74549" y="562483"/>
                </a:lnTo>
                <a:lnTo>
                  <a:pt x="41948" y="555383"/>
                </a:lnTo>
                <a:lnTo>
                  <a:pt x="149860" y="60960"/>
                </a:lnTo>
                <a:close/>
              </a:path>
              <a:path w="862329" h="629285">
                <a:moveTo>
                  <a:pt x="861822" y="614426"/>
                </a:moveTo>
                <a:lnTo>
                  <a:pt x="853033" y="566547"/>
                </a:lnTo>
                <a:lnTo>
                  <a:pt x="846455" y="530606"/>
                </a:lnTo>
                <a:lnTo>
                  <a:pt x="819785" y="550710"/>
                </a:lnTo>
                <a:lnTo>
                  <a:pt x="405765" y="0"/>
                </a:lnTo>
                <a:lnTo>
                  <a:pt x="398272" y="5715"/>
                </a:lnTo>
                <a:lnTo>
                  <a:pt x="812177" y="556437"/>
                </a:lnTo>
                <a:lnTo>
                  <a:pt x="785622" y="576453"/>
                </a:lnTo>
                <a:lnTo>
                  <a:pt x="861822" y="614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57800" y="1838325"/>
            <a:ext cx="1876425" cy="371475"/>
            <a:chOff x="5257800" y="1838325"/>
            <a:chExt cx="1876425" cy="37147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2275" y="1857375"/>
              <a:ext cx="361950" cy="333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9325" y="1857375"/>
              <a:ext cx="361950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0325" y="1857375"/>
              <a:ext cx="352425" cy="3333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7800" y="1857375"/>
              <a:ext cx="390525" cy="3333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7850" y="1838325"/>
              <a:ext cx="361950" cy="371475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26" name="object 26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79569" y="2230754"/>
            <a:ext cx="862330" cy="629285"/>
          </a:xfrm>
          <a:custGeom>
            <a:avLst/>
            <a:gdLst/>
            <a:ahLst/>
            <a:cxnLst/>
            <a:rect l="l" t="t" r="r" b="b"/>
            <a:pathLst>
              <a:path w="862329" h="629285">
                <a:moveTo>
                  <a:pt x="149860" y="60960"/>
                </a:moveTo>
                <a:lnTo>
                  <a:pt x="140589" y="58928"/>
                </a:lnTo>
                <a:lnTo>
                  <a:pt x="32562" y="553339"/>
                </a:lnTo>
                <a:lnTo>
                  <a:pt x="0" y="546227"/>
                </a:lnTo>
                <a:lnTo>
                  <a:pt x="21082" y="628777"/>
                </a:lnTo>
                <a:lnTo>
                  <a:pt x="70243" y="567817"/>
                </a:lnTo>
                <a:lnTo>
                  <a:pt x="74549" y="562483"/>
                </a:lnTo>
                <a:lnTo>
                  <a:pt x="41948" y="555383"/>
                </a:lnTo>
                <a:lnTo>
                  <a:pt x="149860" y="60960"/>
                </a:lnTo>
                <a:close/>
              </a:path>
              <a:path w="862329" h="629285">
                <a:moveTo>
                  <a:pt x="861822" y="614426"/>
                </a:moveTo>
                <a:lnTo>
                  <a:pt x="853033" y="566547"/>
                </a:lnTo>
                <a:lnTo>
                  <a:pt x="846455" y="530606"/>
                </a:lnTo>
                <a:lnTo>
                  <a:pt x="819785" y="550710"/>
                </a:lnTo>
                <a:lnTo>
                  <a:pt x="405765" y="0"/>
                </a:lnTo>
                <a:lnTo>
                  <a:pt x="398272" y="5715"/>
                </a:lnTo>
                <a:lnTo>
                  <a:pt x="812177" y="556437"/>
                </a:lnTo>
                <a:lnTo>
                  <a:pt x="785622" y="576453"/>
                </a:lnTo>
                <a:lnTo>
                  <a:pt x="861822" y="614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33900" y="2886075"/>
            <a:ext cx="1466850" cy="695325"/>
            <a:chOff x="4533900" y="2886075"/>
            <a:chExt cx="1466850" cy="69532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8800" y="3228975"/>
              <a:ext cx="361950" cy="333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8800" y="2886075"/>
              <a:ext cx="361950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8275" y="3248025"/>
              <a:ext cx="342900" cy="3333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7800" y="2895600"/>
              <a:ext cx="381000" cy="342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900" y="2886075"/>
              <a:ext cx="352425" cy="361950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26" name="object 26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79569" y="2230754"/>
            <a:ext cx="862330" cy="629285"/>
          </a:xfrm>
          <a:custGeom>
            <a:avLst/>
            <a:gdLst/>
            <a:ahLst/>
            <a:cxnLst/>
            <a:rect l="l" t="t" r="r" b="b"/>
            <a:pathLst>
              <a:path w="862329" h="629285">
                <a:moveTo>
                  <a:pt x="149860" y="60960"/>
                </a:moveTo>
                <a:lnTo>
                  <a:pt x="140589" y="58928"/>
                </a:lnTo>
                <a:lnTo>
                  <a:pt x="32562" y="553339"/>
                </a:lnTo>
                <a:lnTo>
                  <a:pt x="0" y="546227"/>
                </a:lnTo>
                <a:lnTo>
                  <a:pt x="21082" y="628777"/>
                </a:lnTo>
                <a:lnTo>
                  <a:pt x="70243" y="567817"/>
                </a:lnTo>
                <a:lnTo>
                  <a:pt x="74549" y="562483"/>
                </a:lnTo>
                <a:lnTo>
                  <a:pt x="41948" y="555383"/>
                </a:lnTo>
                <a:lnTo>
                  <a:pt x="149860" y="60960"/>
                </a:lnTo>
                <a:close/>
              </a:path>
              <a:path w="862329" h="629285">
                <a:moveTo>
                  <a:pt x="861822" y="614426"/>
                </a:moveTo>
                <a:lnTo>
                  <a:pt x="853033" y="566547"/>
                </a:lnTo>
                <a:lnTo>
                  <a:pt x="846455" y="530606"/>
                </a:lnTo>
                <a:lnTo>
                  <a:pt x="819785" y="550710"/>
                </a:lnTo>
                <a:lnTo>
                  <a:pt x="405765" y="0"/>
                </a:lnTo>
                <a:lnTo>
                  <a:pt x="398272" y="5715"/>
                </a:lnTo>
                <a:lnTo>
                  <a:pt x="812177" y="556437"/>
                </a:lnTo>
                <a:lnTo>
                  <a:pt x="785622" y="576453"/>
                </a:lnTo>
                <a:lnTo>
                  <a:pt x="861822" y="614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18788" y="838327"/>
            <a:ext cx="2346325" cy="3277235"/>
            <a:chOff x="4018788" y="838327"/>
            <a:chExt cx="2346325" cy="327723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8800" y="3228975"/>
              <a:ext cx="361950" cy="333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8800" y="2886075"/>
              <a:ext cx="361950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8275" y="3248025"/>
              <a:ext cx="342900" cy="3333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7800" y="2895600"/>
              <a:ext cx="381000" cy="342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900" y="2886075"/>
              <a:ext cx="352425" cy="36195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18788" y="838327"/>
              <a:ext cx="2346325" cy="3277235"/>
            </a:xfrm>
            <a:custGeom>
              <a:avLst/>
              <a:gdLst/>
              <a:ahLst/>
              <a:cxnLst/>
              <a:rect l="l" t="t" r="r" b="b"/>
              <a:pathLst>
                <a:path w="2346325" h="3277235">
                  <a:moveTo>
                    <a:pt x="793623" y="0"/>
                  </a:moveTo>
                  <a:lnTo>
                    <a:pt x="0" y="433450"/>
                  </a:lnTo>
                  <a:lnTo>
                    <a:pt x="1552575" y="3276739"/>
                  </a:lnTo>
                  <a:lnTo>
                    <a:pt x="2346325" y="2843403"/>
                  </a:lnTo>
                  <a:lnTo>
                    <a:pt x="793623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26" name="object 26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92447" y="2230754"/>
            <a:ext cx="949325" cy="727075"/>
          </a:xfrm>
          <a:custGeom>
            <a:avLst/>
            <a:gdLst/>
            <a:ahLst/>
            <a:cxnLst/>
            <a:rect l="l" t="t" r="r" b="b"/>
            <a:pathLst>
              <a:path w="949325" h="727075">
                <a:moveTo>
                  <a:pt x="232283" y="61468"/>
                </a:moveTo>
                <a:lnTo>
                  <a:pt x="223139" y="58547"/>
                </a:lnTo>
                <a:lnTo>
                  <a:pt x="31673" y="652830"/>
                </a:lnTo>
                <a:lnTo>
                  <a:pt x="0" y="642620"/>
                </a:lnTo>
                <a:lnTo>
                  <a:pt x="12954" y="726821"/>
                </a:lnTo>
                <a:lnTo>
                  <a:pt x="70764" y="667766"/>
                </a:lnTo>
                <a:lnTo>
                  <a:pt x="72517" y="665988"/>
                </a:lnTo>
                <a:lnTo>
                  <a:pt x="40817" y="655777"/>
                </a:lnTo>
                <a:lnTo>
                  <a:pt x="232283" y="61468"/>
                </a:lnTo>
                <a:close/>
              </a:path>
              <a:path w="949325" h="727075">
                <a:moveTo>
                  <a:pt x="948944" y="614426"/>
                </a:moveTo>
                <a:lnTo>
                  <a:pt x="940155" y="566547"/>
                </a:lnTo>
                <a:lnTo>
                  <a:pt x="933577" y="530606"/>
                </a:lnTo>
                <a:lnTo>
                  <a:pt x="906907" y="550710"/>
                </a:lnTo>
                <a:lnTo>
                  <a:pt x="492887" y="0"/>
                </a:lnTo>
                <a:lnTo>
                  <a:pt x="485394" y="5715"/>
                </a:lnTo>
                <a:lnTo>
                  <a:pt x="899299" y="556437"/>
                </a:lnTo>
                <a:lnTo>
                  <a:pt x="872744" y="576453"/>
                </a:lnTo>
                <a:lnTo>
                  <a:pt x="948944" y="614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18788" y="838327"/>
            <a:ext cx="2346325" cy="3277235"/>
            <a:chOff x="4018788" y="838327"/>
            <a:chExt cx="2346325" cy="327723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8800" y="3228975"/>
              <a:ext cx="361950" cy="333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8800" y="2886075"/>
              <a:ext cx="361950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8275" y="3248025"/>
              <a:ext cx="342900" cy="3333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7800" y="2895600"/>
              <a:ext cx="381000" cy="342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0" y="3362325"/>
              <a:ext cx="352425" cy="3714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18788" y="838327"/>
              <a:ext cx="2346325" cy="3277235"/>
            </a:xfrm>
            <a:custGeom>
              <a:avLst/>
              <a:gdLst/>
              <a:ahLst/>
              <a:cxnLst/>
              <a:rect l="l" t="t" r="r" b="b"/>
              <a:pathLst>
                <a:path w="2346325" h="3277235">
                  <a:moveTo>
                    <a:pt x="793623" y="0"/>
                  </a:moveTo>
                  <a:lnTo>
                    <a:pt x="0" y="433450"/>
                  </a:lnTo>
                  <a:lnTo>
                    <a:pt x="1552575" y="3276739"/>
                  </a:lnTo>
                  <a:lnTo>
                    <a:pt x="2346325" y="2843403"/>
                  </a:lnTo>
                  <a:lnTo>
                    <a:pt x="793623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310126" y="2948051"/>
            <a:ext cx="771525" cy="3714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26" name="object 26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92447" y="2230754"/>
            <a:ext cx="949325" cy="727075"/>
          </a:xfrm>
          <a:custGeom>
            <a:avLst/>
            <a:gdLst/>
            <a:ahLst/>
            <a:cxnLst/>
            <a:rect l="l" t="t" r="r" b="b"/>
            <a:pathLst>
              <a:path w="949325" h="727075">
                <a:moveTo>
                  <a:pt x="232283" y="61468"/>
                </a:moveTo>
                <a:lnTo>
                  <a:pt x="223139" y="58547"/>
                </a:lnTo>
                <a:lnTo>
                  <a:pt x="31673" y="652830"/>
                </a:lnTo>
                <a:lnTo>
                  <a:pt x="0" y="642620"/>
                </a:lnTo>
                <a:lnTo>
                  <a:pt x="12954" y="726821"/>
                </a:lnTo>
                <a:lnTo>
                  <a:pt x="70764" y="667766"/>
                </a:lnTo>
                <a:lnTo>
                  <a:pt x="72517" y="665988"/>
                </a:lnTo>
                <a:lnTo>
                  <a:pt x="40817" y="655777"/>
                </a:lnTo>
                <a:lnTo>
                  <a:pt x="232283" y="61468"/>
                </a:lnTo>
                <a:close/>
              </a:path>
              <a:path w="949325" h="727075">
                <a:moveTo>
                  <a:pt x="948944" y="614426"/>
                </a:moveTo>
                <a:lnTo>
                  <a:pt x="940155" y="566547"/>
                </a:lnTo>
                <a:lnTo>
                  <a:pt x="933577" y="530606"/>
                </a:lnTo>
                <a:lnTo>
                  <a:pt x="906907" y="550710"/>
                </a:lnTo>
                <a:lnTo>
                  <a:pt x="492887" y="0"/>
                </a:lnTo>
                <a:lnTo>
                  <a:pt x="485394" y="5715"/>
                </a:lnTo>
                <a:lnTo>
                  <a:pt x="899299" y="556437"/>
                </a:lnTo>
                <a:lnTo>
                  <a:pt x="872744" y="576453"/>
                </a:lnTo>
                <a:lnTo>
                  <a:pt x="948944" y="614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297426" y="2886075"/>
            <a:ext cx="1703705" cy="847725"/>
            <a:chOff x="4297426" y="2886075"/>
            <a:chExt cx="1703705" cy="84772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8800" y="3228975"/>
              <a:ext cx="361950" cy="333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8800" y="2886075"/>
              <a:ext cx="361950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8275" y="3248025"/>
              <a:ext cx="342900" cy="3333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7800" y="2895600"/>
              <a:ext cx="381000" cy="342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0" y="3362325"/>
              <a:ext cx="352425" cy="3714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310126" y="2948051"/>
              <a:ext cx="771525" cy="371475"/>
            </a:xfrm>
            <a:custGeom>
              <a:avLst/>
              <a:gdLst/>
              <a:ahLst/>
              <a:cxnLst/>
              <a:rect l="l" t="t" r="r" b="b"/>
              <a:pathLst>
                <a:path w="771525" h="371475">
                  <a:moveTo>
                    <a:pt x="7715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71525" y="371475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10126" y="2948051"/>
              <a:ext cx="771525" cy="371475"/>
            </a:xfrm>
            <a:custGeom>
              <a:avLst/>
              <a:gdLst/>
              <a:ahLst/>
              <a:cxnLst/>
              <a:rect l="l" t="t" r="r" b="b"/>
              <a:pathLst>
                <a:path w="771525" h="371475">
                  <a:moveTo>
                    <a:pt x="0" y="371475"/>
                  </a:moveTo>
                  <a:lnTo>
                    <a:pt x="771525" y="371475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57395" y="3027616"/>
            <a:ext cx="2730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920871" y="946530"/>
            <a:ext cx="1494155" cy="3352165"/>
          </a:xfrm>
          <a:custGeom>
            <a:avLst/>
            <a:gdLst/>
            <a:ahLst/>
            <a:cxnLst/>
            <a:rect l="l" t="t" r="r" b="b"/>
            <a:pathLst>
              <a:path w="1494154" h="3352165">
                <a:moveTo>
                  <a:pt x="605663" y="0"/>
                </a:moveTo>
                <a:lnTo>
                  <a:pt x="0" y="3182467"/>
                </a:lnTo>
                <a:lnTo>
                  <a:pt x="888238" y="3351542"/>
                </a:lnTo>
                <a:lnTo>
                  <a:pt x="1494027" y="169037"/>
                </a:lnTo>
                <a:lnTo>
                  <a:pt x="605663" y="0"/>
                </a:lnTo>
                <a:close/>
              </a:path>
            </a:pathLst>
          </a:custGeom>
          <a:solidFill>
            <a:srgbClr val="BCBCBC">
              <a:alpha val="631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90064" y="808862"/>
            <a:ext cx="2938145" cy="3480435"/>
            <a:chOff x="2290064" y="808862"/>
            <a:chExt cx="2938145" cy="3480435"/>
          </a:xfrm>
        </p:grpSpPr>
        <p:sp>
          <p:nvSpPr>
            <p:cNvPr id="26" name="object 26"/>
            <p:cNvSpPr/>
            <p:nvPr/>
          </p:nvSpPr>
          <p:spPr>
            <a:xfrm>
              <a:off x="2290064" y="808862"/>
              <a:ext cx="2143125" cy="3480435"/>
            </a:xfrm>
            <a:custGeom>
              <a:avLst/>
              <a:gdLst/>
              <a:ahLst/>
              <a:cxnLst/>
              <a:rect l="l" t="t" r="r" b="b"/>
              <a:pathLst>
                <a:path w="2143125" h="3480435">
                  <a:moveTo>
                    <a:pt x="658241" y="0"/>
                  </a:moveTo>
                  <a:lnTo>
                    <a:pt x="0" y="3172091"/>
                  </a:lnTo>
                  <a:lnTo>
                    <a:pt x="1484376" y="3480130"/>
                  </a:lnTo>
                  <a:lnTo>
                    <a:pt x="2142616" y="308101"/>
                  </a:lnTo>
                  <a:lnTo>
                    <a:pt x="658241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92447" y="2240279"/>
            <a:ext cx="1028700" cy="717550"/>
          </a:xfrm>
          <a:custGeom>
            <a:avLst/>
            <a:gdLst/>
            <a:ahLst/>
            <a:cxnLst/>
            <a:rect l="l" t="t" r="r" b="b"/>
            <a:pathLst>
              <a:path w="1028700" h="717550">
                <a:moveTo>
                  <a:pt x="232283" y="51943"/>
                </a:moveTo>
                <a:lnTo>
                  <a:pt x="223139" y="49022"/>
                </a:lnTo>
                <a:lnTo>
                  <a:pt x="31673" y="643305"/>
                </a:lnTo>
                <a:lnTo>
                  <a:pt x="0" y="633095"/>
                </a:lnTo>
                <a:lnTo>
                  <a:pt x="12954" y="717296"/>
                </a:lnTo>
                <a:lnTo>
                  <a:pt x="70764" y="658241"/>
                </a:lnTo>
                <a:lnTo>
                  <a:pt x="72517" y="656463"/>
                </a:lnTo>
                <a:lnTo>
                  <a:pt x="40817" y="646252"/>
                </a:lnTo>
                <a:lnTo>
                  <a:pt x="232283" y="51943"/>
                </a:lnTo>
                <a:close/>
              </a:path>
              <a:path w="1028700" h="717550">
                <a:moveTo>
                  <a:pt x="1028573" y="711200"/>
                </a:moveTo>
                <a:lnTo>
                  <a:pt x="1019911" y="663194"/>
                </a:lnTo>
                <a:lnTo>
                  <a:pt x="1013460" y="627380"/>
                </a:lnTo>
                <a:lnTo>
                  <a:pt x="986701" y="647357"/>
                </a:lnTo>
                <a:lnTo>
                  <a:pt x="502539" y="0"/>
                </a:lnTo>
                <a:lnTo>
                  <a:pt x="494792" y="5715"/>
                </a:lnTo>
                <a:lnTo>
                  <a:pt x="979068" y="653046"/>
                </a:lnTo>
                <a:lnTo>
                  <a:pt x="952373" y="672973"/>
                </a:lnTo>
                <a:lnTo>
                  <a:pt x="1028573" y="711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297426" y="2935351"/>
            <a:ext cx="1675130" cy="1132205"/>
            <a:chOff x="4297426" y="2935351"/>
            <a:chExt cx="1675130" cy="113220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0700" y="3714750"/>
              <a:ext cx="361950" cy="3429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0700" y="3371850"/>
              <a:ext cx="371475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10175" y="3733800"/>
              <a:ext cx="342900" cy="3333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19700" y="3381375"/>
              <a:ext cx="381000" cy="342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0" y="3362325"/>
              <a:ext cx="352425" cy="3714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310126" y="2948051"/>
              <a:ext cx="771525" cy="371475"/>
            </a:xfrm>
            <a:custGeom>
              <a:avLst/>
              <a:gdLst/>
              <a:ahLst/>
              <a:cxnLst/>
              <a:rect l="l" t="t" r="r" b="b"/>
              <a:pathLst>
                <a:path w="771525" h="371475">
                  <a:moveTo>
                    <a:pt x="7715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71525" y="371475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10126" y="2948051"/>
              <a:ext cx="771525" cy="371475"/>
            </a:xfrm>
            <a:custGeom>
              <a:avLst/>
              <a:gdLst/>
              <a:ahLst/>
              <a:cxnLst/>
              <a:rect l="l" t="t" r="r" b="b"/>
              <a:pathLst>
                <a:path w="771525" h="371475">
                  <a:moveTo>
                    <a:pt x="0" y="371475"/>
                  </a:moveTo>
                  <a:lnTo>
                    <a:pt x="771525" y="371475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57395" y="3027616"/>
            <a:ext cx="2730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920871" y="946530"/>
            <a:ext cx="2160905" cy="3352165"/>
            <a:chOff x="3920871" y="946530"/>
            <a:chExt cx="2160905" cy="3352165"/>
          </a:xfrm>
        </p:grpSpPr>
        <p:sp>
          <p:nvSpPr>
            <p:cNvPr id="43" name="object 43"/>
            <p:cNvSpPr/>
            <p:nvPr/>
          </p:nvSpPr>
          <p:spPr>
            <a:xfrm>
              <a:off x="3920871" y="946530"/>
              <a:ext cx="1494155" cy="3352165"/>
            </a:xfrm>
            <a:custGeom>
              <a:avLst/>
              <a:gdLst/>
              <a:ahLst/>
              <a:cxnLst/>
              <a:rect l="l" t="t" r="r" b="b"/>
              <a:pathLst>
                <a:path w="1494154" h="3352165">
                  <a:moveTo>
                    <a:pt x="605663" y="0"/>
                  </a:moveTo>
                  <a:lnTo>
                    <a:pt x="0" y="3182467"/>
                  </a:lnTo>
                  <a:lnTo>
                    <a:pt x="888238" y="3351542"/>
                  </a:lnTo>
                  <a:lnTo>
                    <a:pt x="1494027" y="169037"/>
                  </a:lnTo>
                  <a:lnTo>
                    <a:pt x="605663" y="0"/>
                  </a:lnTo>
                  <a:close/>
                </a:path>
              </a:pathLst>
            </a:custGeom>
            <a:solidFill>
              <a:srgbClr val="BCBCBC">
                <a:alpha val="6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67376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167376" y="2948051"/>
            <a:ext cx="914400" cy="3714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825"/>
              </a:spcBef>
            </a:pPr>
            <a:r>
              <a:rPr sz="1100" dirty="0">
                <a:latin typeface="Verdana"/>
                <a:cs typeface="Verdana"/>
              </a:rPr>
              <a:t>Not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087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Recursive</a:t>
            </a:r>
            <a:r>
              <a:rPr spc="-75" dirty="0"/>
              <a:t> </a:t>
            </a:r>
            <a:r>
              <a:rPr spc="-10" dirty="0"/>
              <a:t>splitting</a:t>
            </a:r>
          </a:p>
        </p:txBody>
      </p:sp>
      <p:sp>
        <p:nvSpPr>
          <p:cNvPr id="3" name="object 3"/>
          <p:cNvSpPr/>
          <p:nvPr/>
        </p:nvSpPr>
        <p:spPr>
          <a:xfrm>
            <a:off x="3671951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3753" y="1135697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9076" y="1478025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5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5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808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9295" y="1599946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7050" y="1592516"/>
            <a:ext cx="33464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625" y="1906651"/>
            <a:ext cx="1571625" cy="2179955"/>
            <a:chOff x="2333625" y="1906651"/>
            <a:chExt cx="1571625" cy="21799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3724275"/>
              <a:ext cx="314325" cy="3333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3752850"/>
              <a:ext cx="361950" cy="33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050" y="3390900"/>
              <a:ext cx="381000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975" y="3381375"/>
              <a:ext cx="295275" cy="333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5" y="3371850"/>
              <a:ext cx="342900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09976" y="1919351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40" y="156301"/>
                  </a:lnTo>
                  <a:lnTo>
                    <a:pt x="40376" y="123495"/>
                  </a:lnTo>
                  <a:lnTo>
                    <a:pt x="69799" y="93543"/>
                  </a:lnTo>
                  <a:lnTo>
                    <a:pt x="105965" y="66913"/>
                  </a:lnTo>
                  <a:lnTo>
                    <a:pt x="148132" y="44074"/>
                  </a:lnTo>
                  <a:lnTo>
                    <a:pt x="195557" y="25494"/>
                  </a:lnTo>
                  <a:lnTo>
                    <a:pt x="247497" y="11643"/>
                  </a:lnTo>
                  <a:lnTo>
                    <a:pt x="303209" y="2988"/>
                  </a:lnTo>
                  <a:lnTo>
                    <a:pt x="361950" y="0"/>
                  </a:lnTo>
                  <a:lnTo>
                    <a:pt x="420659" y="2988"/>
                  </a:lnTo>
                  <a:lnTo>
                    <a:pt x="476353" y="11643"/>
                  </a:lnTo>
                  <a:lnTo>
                    <a:pt x="528286" y="25494"/>
                  </a:lnTo>
                  <a:lnTo>
                    <a:pt x="575712" y="44074"/>
                  </a:lnTo>
                  <a:lnTo>
                    <a:pt x="617886" y="66913"/>
                  </a:lnTo>
                  <a:lnTo>
                    <a:pt x="654064" y="93543"/>
                  </a:lnTo>
                  <a:lnTo>
                    <a:pt x="683499" y="123495"/>
                  </a:lnTo>
                  <a:lnTo>
                    <a:pt x="705447" y="156301"/>
                  </a:lnTo>
                  <a:lnTo>
                    <a:pt x="723900" y="228600"/>
                  </a:lnTo>
                  <a:lnTo>
                    <a:pt x="719162" y="265676"/>
                  </a:lnTo>
                  <a:lnTo>
                    <a:pt x="683499" y="333648"/>
                  </a:lnTo>
                  <a:lnTo>
                    <a:pt x="654064" y="363602"/>
                  </a:lnTo>
                  <a:lnTo>
                    <a:pt x="617886" y="390239"/>
                  </a:lnTo>
                  <a:lnTo>
                    <a:pt x="575712" y="413089"/>
                  </a:lnTo>
                  <a:lnTo>
                    <a:pt x="528286" y="431681"/>
                  </a:lnTo>
                  <a:lnTo>
                    <a:pt x="476353" y="445544"/>
                  </a:lnTo>
                  <a:lnTo>
                    <a:pt x="420659" y="454207"/>
                  </a:lnTo>
                  <a:lnTo>
                    <a:pt x="361950" y="457200"/>
                  </a:lnTo>
                  <a:lnTo>
                    <a:pt x="303209" y="454207"/>
                  </a:lnTo>
                  <a:lnTo>
                    <a:pt x="247497" y="445544"/>
                  </a:lnTo>
                  <a:lnTo>
                    <a:pt x="195557" y="431681"/>
                  </a:lnTo>
                  <a:lnTo>
                    <a:pt x="148132" y="413089"/>
                  </a:lnTo>
                  <a:lnTo>
                    <a:pt x="105965" y="390239"/>
                  </a:lnTo>
                  <a:lnTo>
                    <a:pt x="69799" y="363602"/>
                  </a:lnTo>
                  <a:lnTo>
                    <a:pt x="40376" y="333648"/>
                  </a:lnTo>
                  <a:lnTo>
                    <a:pt x="1844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12795" y="2026856"/>
            <a:ext cx="306070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601" y="2307081"/>
            <a:ext cx="988694" cy="664210"/>
          </a:xfrm>
          <a:custGeom>
            <a:avLst/>
            <a:gdLst/>
            <a:ahLst/>
            <a:cxnLst/>
            <a:rect l="l" t="t" r="r" b="b"/>
            <a:pathLst>
              <a:path w="988695" h="664210">
                <a:moveTo>
                  <a:pt x="445389" y="5461"/>
                </a:moveTo>
                <a:lnTo>
                  <a:pt x="437515" y="0"/>
                </a:lnTo>
                <a:lnTo>
                  <a:pt x="39179" y="579348"/>
                </a:lnTo>
                <a:lnTo>
                  <a:pt x="11684" y="560451"/>
                </a:lnTo>
                <a:lnTo>
                  <a:pt x="0" y="644906"/>
                </a:lnTo>
                <a:lnTo>
                  <a:pt x="74549" y="603631"/>
                </a:lnTo>
                <a:lnTo>
                  <a:pt x="62344" y="595249"/>
                </a:lnTo>
                <a:lnTo>
                  <a:pt x="47078" y="584771"/>
                </a:lnTo>
                <a:lnTo>
                  <a:pt x="445389" y="5461"/>
                </a:lnTo>
                <a:close/>
              </a:path>
              <a:path w="988695" h="664210">
                <a:moveTo>
                  <a:pt x="988568" y="580517"/>
                </a:moveTo>
                <a:lnTo>
                  <a:pt x="956322" y="588733"/>
                </a:lnTo>
                <a:lnTo>
                  <a:pt x="823722" y="68199"/>
                </a:lnTo>
                <a:lnTo>
                  <a:pt x="814451" y="70612"/>
                </a:lnTo>
                <a:lnTo>
                  <a:pt x="947077" y="591096"/>
                </a:lnTo>
                <a:lnTo>
                  <a:pt x="914781" y="599313"/>
                </a:lnTo>
                <a:lnTo>
                  <a:pt x="970534" y="663702"/>
                </a:lnTo>
                <a:lnTo>
                  <a:pt x="983602" y="603377"/>
                </a:lnTo>
                <a:lnTo>
                  <a:pt x="988568" y="580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24760" y="253555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5384" y="2529839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4151" y="2957576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4285" y="3039745"/>
            <a:ext cx="2724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7301" y="2935351"/>
            <a:ext cx="939800" cy="396875"/>
            <a:chOff x="3297301" y="2935351"/>
            <a:chExt cx="939800" cy="396875"/>
          </a:xfrm>
        </p:grpSpPr>
        <p:sp>
          <p:nvSpPr>
            <p:cNvPr id="22" name="object 22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9144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914400" y="371475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0001" y="2948051"/>
              <a:ext cx="914400" cy="371475"/>
            </a:xfrm>
            <a:custGeom>
              <a:avLst/>
              <a:gdLst/>
              <a:ahLst/>
              <a:cxnLst/>
              <a:rect l="l" t="t" r="r" b="b"/>
              <a:pathLst>
                <a:path w="914400" h="371475">
                  <a:moveTo>
                    <a:pt x="0" y="371475"/>
                  </a:moveTo>
                  <a:lnTo>
                    <a:pt x="914400" y="371475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90340" y="3037903"/>
            <a:ext cx="5391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73626" y="1811401"/>
            <a:ext cx="854075" cy="492125"/>
            <a:chOff x="4373626" y="1811401"/>
            <a:chExt cx="854075" cy="492125"/>
          </a:xfrm>
        </p:grpSpPr>
        <p:sp>
          <p:nvSpPr>
            <p:cNvPr id="26" name="object 26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414274" y="0"/>
                  </a:moveTo>
                  <a:lnTo>
                    <a:pt x="353042" y="2528"/>
                  </a:lnTo>
                  <a:lnTo>
                    <a:pt x="294605" y="9872"/>
                  </a:lnTo>
                  <a:lnTo>
                    <a:pt x="239601" y="21674"/>
                  </a:lnTo>
                  <a:lnTo>
                    <a:pt x="188672" y="37571"/>
                  </a:lnTo>
                  <a:lnTo>
                    <a:pt x="142456" y="57204"/>
                  </a:lnTo>
                  <a:lnTo>
                    <a:pt x="101595" y="80214"/>
                  </a:lnTo>
                  <a:lnTo>
                    <a:pt x="66727" y="106239"/>
                  </a:lnTo>
                  <a:lnTo>
                    <a:pt x="38494" y="134921"/>
                  </a:lnTo>
                  <a:lnTo>
                    <a:pt x="4490" y="198810"/>
                  </a:lnTo>
                  <a:lnTo>
                    <a:pt x="0" y="233299"/>
                  </a:lnTo>
                  <a:lnTo>
                    <a:pt x="4490" y="267790"/>
                  </a:lnTo>
                  <a:lnTo>
                    <a:pt x="38494" y="331700"/>
                  </a:lnTo>
                  <a:lnTo>
                    <a:pt x="66727" y="360396"/>
                  </a:lnTo>
                  <a:lnTo>
                    <a:pt x="101595" y="386438"/>
                  </a:lnTo>
                  <a:lnTo>
                    <a:pt x="142456" y="409465"/>
                  </a:lnTo>
                  <a:lnTo>
                    <a:pt x="188672" y="429115"/>
                  </a:lnTo>
                  <a:lnTo>
                    <a:pt x="239601" y="445027"/>
                  </a:lnTo>
                  <a:lnTo>
                    <a:pt x="294605" y="456840"/>
                  </a:lnTo>
                  <a:lnTo>
                    <a:pt x="353042" y="464193"/>
                  </a:lnTo>
                  <a:lnTo>
                    <a:pt x="414274" y="466725"/>
                  </a:lnTo>
                  <a:lnTo>
                    <a:pt x="475508" y="464193"/>
                  </a:lnTo>
                  <a:lnTo>
                    <a:pt x="533953" y="456840"/>
                  </a:lnTo>
                  <a:lnTo>
                    <a:pt x="588969" y="445027"/>
                  </a:lnTo>
                  <a:lnTo>
                    <a:pt x="639913" y="429115"/>
                  </a:lnTo>
                  <a:lnTo>
                    <a:pt x="686146" y="409465"/>
                  </a:lnTo>
                  <a:lnTo>
                    <a:pt x="727024" y="386438"/>
                  </a:lnTo>
                  <a:lnTo>
                    <a:pt x="761909" y="360396"/>
                  </a:lnTo>
                  <a:lnTo>
                    <a:pt x="790157" y="331700"/>
                  </a:lnTo>
                  <a:lnTo>
                    <a:pt x="824181" y="267790"/>
                  </a:lnTo>
                  <a:lnTo>
                    <a:pt x="828675" y="233299"/>
                  </a:lnTo>
                  <a:lnTo>
                    <a:pt x="824181" y="198810"/>
                  </a:lnTo>
                  <a:lnTo>
                    <a:pt x="790157" y="134921"/>
                  </a:lnTo>
                  <a:lnTo>
                    <a:pt x="761909" y="106239"/>
                  </a:lnTo>
                  <a:lnTo>
                    <a:pt x="727024" y="80214"/>
                  </a:lnTo>
                  <a:lnTo>
                    <a:pt x="686146" y="57204"/>
                  </a:lnTo>
                  <a:lnTo>
                    <a:pt x="639913" y="37571"/>
                  </a:lnTo>
                  <a:lnTo>
                    <a:pt x="588969" y="21674"/>
                  </a:lnTo>
                  <a:lnTo>
                    <a:pt x="533953" y="9872"/>
                  </a:lnTo>
                  <a:lnTo>
                    <a:pt x="475508" y="2528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6326" y="1824101"/>
              <a:ext cx="828675" cy="466725"/>
            </a:xfrm>
            <a:custGeom>
              <a:avLst/>
              <a:gdLst/>
              <a:ahLst/>
              <a:cxnLst/>
              <a:rect l="l" t="t" r="r" b="b"/>
              <a:pathLst>
                <a:path w="828675" h="466725">
                  <a:moveTo>
                    <a:pt x="0" y="233299"/>
                  </a:moveTo>
                  <a:lnTo>
                    <a:pt x="17535" y="165898"/>
                  </a:lnTo>
                  <a:lnTo>
                    <a:pt x="66727" y="106239"/>
                  </a:lnTo>
                  <a:lnTo>
                    <a:pt x="101595" y="80214"/>
                  </a:lnTo>
                  <a:lnTo>
                    <a:pt x="142456" y="57204"/>
                  </a:lnTo>
                  <a:lnTo>
                    <a:pt x="188672" y="37571"/>
                  </a:lnTo>
                  <a:lnTo>
                    <a:pt x="239601" y="21674"/>
                  </a:lnTo>
                  <a:lnTo>
                    <a:pt x="294605" y="9872"/>
                  </a:lnTo>
                  <a:lnTo>
                    <a:pt x="353042" y="2528"/>
                  </a:lnTo>
                  <a:lnTo>
                    <a:pt x="414274" y="0"/>
                  </a:lnTo>
                  <a:lnTo>
                    <a:pt x="475508" y="2528"/>
                  </a:lnTo>
                  <a:lnTo>
                    <a:pt x="533953" y="9872"/>
                  </a:lnTo>
                  <a:lnTo>
                    <a:pt x="588969" y="21674"/>
                  </a:lnTo>
                  <a:lnTo>
                    <a:pt x="639913" y="37571"/>
                  </a:lnTo>
                  <a:lnTo>
                    <a:pt x="686146" y="57204"/>
                  </a:lnTo>
                  <a:lnTo>
                    <a:pt x="727024" y="80214"/>
                  </a:lnTo>
                  <a:lnTo>
                    <a:pt x="761909" y="106239"/>
                  </a:lnTo>
                  <a:lnTo>
                    <a:pt x="790157" y="134921"/>
                  </a:lnTo>
                  <a:lnTo>
                    <a:pt x="824181" y="198810"/>
                  </a:lnTo>
                  <a:lnTo>
                    <a:pt x="828675" y="233299"/>
                  </a:lnTo>
                  <a:lnTo>
                    <a:pt x="824181" y="267790"/>
                  </a:lnTo>
                  <a:lnTo>
                    <a:pt x="790157" y="331700"/>
                  </a:lnTo>
                  <a:lnTo>
                    <a:pt x="761909" y="360396"/>
                  </a:lnTo>
                  <a:lnTo>
                    <a:pt x="727024" y="386438"/>
                  </a:lnTo>
                  <a:lnTo>
                    <a:pt x="686146" y="409465"/>
                  </a:lnTo>
                  <a:lnTo>
                    <a:pt x="639913" y="429115"/>
                  </a:lnTo>
                  <a:lnTo>
                    <a:pt x="588969" y="445027"/>
                  </a:lnTo>
                  <a:lnTo>
                    <a:pt x="533953" y="456840"/>
                  </a:lnTo>
                  <a:lnTo>
                    <a:pt x="475508" y="464193"/>
                  </a:lnTo>
                  <a:lnTo>
                    <a:pt x="414274" y="466725"/>
                  </a:lnTo>
                  <a:lnTo>
                    <a:pt x="353042" y="464193"/>
                  </a:lnTo>
                  <a:lnTo>
                    <a:pt x="294605" y="456840"/>
                  </a:lnTo>
                  <a:lnTo>
                    <a:pt x="239601" y="445027"/>
                  </a:lnTo>
                  <a:lnTo>
                    <a:pt x="188672" y="429115"/>
                  </a:lnTo>
                  <a:lnTo>
                    <a:pt x="142456" y="409465"/>
                  </a:lnTo>
                  <a:lnTo>
                    <a:pt x="101595" y="386438"/>
                  </a:lnTo>
                  <a:lnTo>
                    <a:pt x="66727" y="360396"/>
                  </a:lnTo>
                  <a:lnTo>
                    <a:pt x="38494" y="331700"/>
                  </a:lnTo>
                  <a:lnTo>
                    <a:pt x="449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590415" y="1991931"/>
            <a:ext cx="42290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92447" y="2240279"/>
            <a:ext cx="1028700" cy="717550"/>
          </a:xfrm>
          <a:custGeom>
            <a:avLst/>
            <a:gdLst/>
            <a:ahLst/>
            <a:cxnLst/>
            <a:rect l="l" t="t" r="r" b="b"/>
            <a:pathLst>
              <a:path w="1028700" h="717550">
                <a:moveTo>
                  <a:pt x="232283" y="51943"/>
                </a:moveTo>
                <a:lnTo>
                  <a:pt x="223139" y="49022"/>
                </a:lnTo>
                <a:lnTo>
                  <a:pt x="31673" y="643305"/>
                </a:lnTo>
                <a:lnTo>
                  <a:pt x="0" y="633095"/>
                </a:lnTo>
                <a:lnTo>
                  <a:pt x="12954" y="717296"/>
                </a:lnTo>
                <a:lnTo>
                  <a:pt x="70764" y="658241"/>
                </a:lnTo>
                <a:lnTo>
                  <a:pt x="72517" y="656463"/>
                </a:lnTo>
                <a:lnTo>
                  <a:pt x="40817" y="646252"/>
                </a:lnTo>
                <a:lnTo>
                  <a:pt x="232283" y="51943"/>
                </a:lnTo>
                <a:close/>
              </a:path>
              <a:path w="1028700" h="717550">
                <a:moveTo>
                  <a:pt x="1028573" y="711200"/>
                </a:moveTo>
                <a:lnTo>
                  <a:pt x="1019911" y="663194"/>
                </a:lnTo>
                <a:lnTo>
                  <a:pt x="1013460" y="627380"/>
                </a:lnTo>
                <a:lnTo>
                  <a:pt x="986701" y="647357"/>
                </a:lnTo>
                <a:lnTo>
                  <a:pt x="502539" y="0"/>
                </a:lnTo>
                <a:lnTo>
                  <a:pt x="494792" y="5715"/>
                </a:lnTo>
                <a:lnTo>
                  <a:pt x="979068" y="653046"/>
                </a:lnTo>
                <a:lnTo>
                  <a:pt x="952373" y="672973"/>
                </a:lnTo>
                <a:lnTo>
                  <a:pt x="1028573" y="711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26635" y="2523807"/>
            <a:ext cx="38481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85434" y="2464752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97426" y="2935351"/>
            <a:ext cx="1675130" cy="1132205"/>
            <a:chOff x="4297426" y="2935351"/>
            <a:chExt cx="1675130" cy="1132205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0700" y="3714750"/>
              <a:ext cx="361950" cy="3429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0700" y="3371850"/>
              <a:ext cx="371475" cy="3333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10175" y="3733800"/>
              <a:ext cx="342900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19700" y="3381375"/>
              <a:ext cx="381000" cy="342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0" y="3362325"/>
              <a:ext cx="352425" cy="3714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310126" y="2948051"/>
              <a:ext cx="771525" cy="371475"/>
            </a:xfrm>
            <a:custGeom>
              <a:avLst/>
              <a:gdLst/>
              <a:ahLst/>
              <a:cxnLst/>
              <a:rect l="l" t="t" r="r" b="b"/>
              <a:pathLst>
                <a:path w="771525" h="371475">
                  <a:moveTo>
                    <a:pt x="0" y="371475"/>
                  </a:moveTo>
                  <a:lnTo>
                    <a:pt x="771525" y="371475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557395" y="3027616"/>
            <a:ext cx="2730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167376" y="2948051"/>
            <a:ext cx="914400" cy="371475"/>
          </a:xfrm>
          <a:custGeom>
            <a:avLst/>
            <a:gdLst/>
            <a:ahLst/>
            <a:cxnLst/>
            <a:rect l="l" t="t" r="r" b="b"/>
            <a:pathLst>
              <a:path w="914400" h="371475">
                <a:moveTo>
                  <a:pt x="0" y="371475"/>
                </a:moveTo>
                <a:lnTo>
                  <a:pt x="914400" y="371475"/>
                </a:lnTo>
                <a:lnTo>
                  <a:pt x="91440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350509" y="3037141"/>
            <a:ext cx="5397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Verdana"/>
                <a:cs typeface="Verdana"/>
              </a:rPr>
              <a:t>Not </a:t>
            </a: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014601" y="927735"/>
            <a:ext cx="4544060" cy="3321050"/>
            <a:chOff x="2014601" y="927735"/>
            <a:chExt cx="4544060" cy="3321050"/>
          </a:xfrm>
        </p:grpSpPr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14090" y="927735"/>
              <a:ext cx="1049655" cy="62865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014601" y="1619338"/>
              <a:ext cx="4544060" cy="2629535"/>
            </a:xfrm>
            <a:custGeom>
              <a:avLst/>
              <a:gdLst/>
              <a:ahLst/>
              <a:cxnLst/>
              <a:rect l="l" t="t" r="r" b="b"/>
              <a:pathLst>
                <a:path w="4544059" h="2629535">
                  <a:moveTo>
                    <a:pt x="2258695" y="1638427"/>
                  </a:moveTo>
                  <a:lnTo>
                    <a:pt x="2257679" y="1524127"/>
                  </a:lnTo>
                  <a:lnTo>
                    <a:pt x="2255139" y="1397127"/>
                  </a:lnTo>
                  <a:lnTo>
                    <a:pt x="2252599" y="1295527"/>
                  </a:lnTo>
                  <a:lnTo>
                    <a:pt x="2251202" y="1193927"/>
                  </a:lnTo>
                  <a:lnTo>
                    <a:pt x="2249043" y="1092327"/>
                  </a:lnTo>
                  <a:lnTo>
                    <a:pt x="2247519" y="1003427"/>
                  </a:lnTo>
                  <a:lnTo>
                    <a:pt x="2245360" y="927227"/>
                  </a:lnTo>
                  <a:lnTo>
                    <a:pt x="2241423" y="774827"/>
                  </a:lnTo>
                  <a:lnTo>
                    <a:pt x="2238121" y="711327"/>
                  </a:lnTo>
                  <a:lnTo>
                    <a:pt x="2235708" y="635127"/>
                  </a:lnTo>
                  <a:lnTo>
                    <a:pt x="2233930" y="604215"/>
                  </a:lnTo>
                  <a:lnTo>
                    <a:pt x="2233930" y="1638427"/>
                  </a:lnTo>
                  <a:lnTo>
                    <a:pt x="2233892" y="1790827"/>
                  </a:lnTo>
                  <a:lnTo>
                    <a:pt x="2233549" y="1917814"/>
                  </a:lnTo>
                  <a:lnTo>
                    <a:pt x="2231390" y="2044814"/>
                  </a:lnTo>
                  <a:lnTo>
                    <a:pt x="2228977" y="2146414"/>
                  </a:lnTo>
                  <a:lnTo>
                    <a:pt x="2224659" y="2235314"/>
                  </a:lnTo>
                  <a:lnTo>
                    <a:pt x="2223820" y="2248014"/>
                  </a:lnTo>
                  <a:lnTo>
                    <a:pt x="2218931" y="2324227"/>
                  </a:lnTo>
                  <a:lnTo>
                    <a:pt x="2212721" y="2387714"/>
                  </a:lnTo>
                  <a:lnTo>
                    <a:pt x="2208530" y="2438514"/>
                  </a:lnTo>
                  <a:lnTo>
                    <a:pt x="2204580" y="2476639"/>
                  </a:lnTo>
                  <a:lnTo>
                    <a:pt x="2201672" y="2502014"/>
                  </a:lnTo>
                  <a:lnTo>
                    <a:pt x="2201862" y="2491867"/>
                  </a:lnTo>
                  <a:lnTo>
                    <a:pt x="2201926" y="2489314"/>
                  </a:lnTo>
                  <a:lnTo>
                    <a:pt x="2199386" y="2502014"/>
                  </a:lnTo>
                  <a:lnTo>
                    <a:pt x="2199640" y="2502014"/>
                  </a:lnTo>
                  <a:lnTo>
                    <a:pt x="2198065" y="2509837"/>
                  </a:lnTo>
                  <a:lnTo>
                    <a:pt x="2196465" y="2514714"/>
                  </a:lnTo>
                  <a:lnTo>
                    <a:pt x="2175510" y="2514714"/>
                  </a:lnTo>
                  <a:lnTo>
                    <a:pt x="2164969" y="2527414"/>
                  </a:lnTo>
                  <a:lnTo>
                    <a:pt x="2152904" y="2527414"/>
                  </a:lnTo>
                  <a:lnTo>
                    <a:pt x="2138807" y="2540114"/>
                  </a:lnTo>
                  <a:lnTo>
                    <a:pt x="2139823" y="2540114"/>
                  </a:lnTo>
                  <a:lnTo>
                    <a:pt x="2123948" y="2552814"/>
                  </a:lnTo>
                  <a:lnTo>
                    <a:pt x="2125091" y="2540114"/>
                  </a:lnTo>
                  <a:lnTo>
                    <a:pt x="2108200" y="2552814"/>
                  </a:lnTo>
                  <a:lnTo>
                    <a:pt x="2068449" y="2552814"/>
                  </a:lnTo>
                  <a:lnTo>
                    <a:pt x="2041779" y="2565514"/>
                  </a:lnTo>
                  <a:lnTo>
                    <a:pt x="1786128" y="2565514"/>
                  </a:lnTo>
                  <a:lnTo>
                    <a:pt x="1723517" y="2578214"/>
                  </a:lnTo>
                  <a:lnTo>
                    <a:pt x="1416558" y="2578214"/>
                  </a:lnTo>
                  <a:lnTo>
                    <a:pt x="1376426" y="2590914"/>
                  </a:lnTo>
                  <a:lnTo>
                    <a:pt x="1014984" y="2590914"/>
                  </a:lnTo>
                  <a:lnTo>
                    <a:pt x="939800" y="2603614"/>
                  </a:lnTo>
                  <a:lnTo>
                    <a:pt x="124333" y="2603614"/>
                  </a:lnTo>
                  <a:lnTo>
                    <a:pt x="111836" y="2613164"/>
                  </a:lnTo>
                  <a:lnTo>
                    <a:pt x="111899" y="2614599"/>
                  </a:lnTo>
                  <a:lnTo>
                    <a:pt x="111823" y="2613164"/>
                  </a:lnTo>
                  <a:lnTo>
                    <a:pt x="111252" y="2603614"/>
                  </a:lnTo>
                  <a:lnTo>
                    <a:pt x="111252" y="2095614"/>
                  </a:lnTo>
                  <a:lnTo>
                    <a:pt x="110236" y="2019414"/>
                  </a:lnTo>
                  <a:lnTo>
                    <a:pt x="110236" y="1955914"/>
                  </a:lnTo>
                  <a:lnTo>
                    <a:pt x="106934" y="1867027"/>
                  </a:lnTo>
                  <a:lnTo>
                    <a:pt x="104521" y="1790827"/>
                  </a:lnTo>
                  <a:lnTo>
                    <a:pt x="104394" y="1790827"/>
                  </a:lnTo>
                  <a:lnTo>
                    <a:pt x="100838" y="1701927"/>
                  </a:lnTo>
                  <a:lnTo>
                    <a:pt x="97663" y="1613027"/>
                  </a:lnTo>
                  <a:lnTo>
                    <a:pt x="94361" y="1524127"/>
                  </a:lnTo>
                  <a:lnTo>
                    <a:pt x="91821" y="1435227"/>
                  </a:lnTo>
                  <a:lnTo>
                    <a:pt x="87122" y="1346327"/>
                  </a:lnTo>
                  <a:lnTo>
                    <a:pt x="83566" y="1257427"/>
                  </a:lnTo>
                  <a:lnTo>
                    <a:pt x="77470" y="1155827"/>
                  </a:lnTo>
                  <a:lnTo>
                    <a:pt x="72390" y="1041527"/>
                  </a:lnTo>
                  <a:lnTo>
                    <a:pt x="66294" y="939927"/>
                  </a:lnTo>
                  <a:lnTo>
                    <a:pt x="63373" y="838327"/>
                  </a:lnTo>
                  <a:lnTo>
                    <a:pt x="61214" y="736727"/>
                  </a:lnTo>
                  <a:lnTo>
                    <a:pt x="62357" y="635127"/>
                  </a:lnTo>
                  <a:lnTo>
                    <a:pt x="62611" y="584327"/>
                  </a:lnTo>
                  <a:lnTo>
                    <a:pt x="62738" y="558927"/>
                  </a:lnTo>
                  <a:lnTo>
                    <a:pt x="64516" y="470027"/>
                  </a:lnTo>
                  <a:lnTo>
                    <a:pt x="64706" y="431927"/>
                  </a:lnTo>
                  <a:lnTo>
                    <a:pt x="64833" y="406527"/>
                  </a:lnTo>
                  <a:lnTo>
                    <a:pt x="64897" y="393827"/>
                  </a:lnTo>
                  <a:lnTo>
                    <a:pt x="66675" y="343027"/>
                  </a:lnTo>
                  <a:lnTo>
                    <a:pt x="67691" y="292227"/>
                  </a:lnTo>
                  <a:lnTo>
                    <a:pt x="69215" y="254127"/>
                  </a:lnTo>
                  <a:lnTo>
                    <a:pt x="70612" y="228727"/>
                  </a:lnTo>
                  <a:lnTo>
                    <a:pt x="70942" y="217551"/>
                  </a:lnTo>
                  <a:lnTo>
                    <a:pt x="78740" y="216027"/>
                  </a:lnTo>
                  <a:lnTo>
                    <a:pt x="108331" y="216027"/>
                  </a:lnTo>
                  <a:lnTo>
                    <a:pt x="176657" y="203327"/>
                  </a:lnTo>
                  <a:lnTo>
                    <a:pt x="605155" y="203327"/>
                  </a:lnTo>
                  <a:lnTo>
                    <a:pt x="638556" y="190614"/>
                  </a:lnTo>
                  <a:lnTo>
                    <a:pt x="1173861" y="190614"/>
                  </a:lnTo>
                  <a:lnTo>
                    <a:pt x="1231900" y="203327"/>
                  </a:lnTo>
                  <a:lnTo>
                    <a:pt x="1758696" y="203327"/>
                  </a:lnTo>
                  <a:lnTo>
                    <a:pt x="1824863" y="190614"/>
                  </a:lnTo>
                  <a:lnTo>
                    <a:pt x="1890268" y="190614"/>
                  </a:lnTo>
                  <a:lnTo>
                    <a:pt x="1957197" y="177914"/>
                  </a:lnTo>
                  <a:lnTo>
                    <a:pt x="2020328" y="152615"/>
                  </a:lnTo>
                  <a:lnTo>
                    <a:pt x="2020976" y="152615"/>
                  </a:lnTo>
                  <a:lnTo>
                    <a:pt x="2068195" y="139814"/>
                  </a:lnTo>
                  <a:lnTo>
                    <a:pt x="2068449" y="139814"/>
                  </a:lnTo>
                  <a:lnTo>
                    <a:pt x="2110994" y="127114"/>
                  </a:lnTo>
                  <a:lnTo>
                    <a:pt x="2166340" y="114566"/>
                  </a:lnTo>
                  <a:lnTo>
                    <a:pt x="2176856" y="108851"/>
                  </a:lnTo>
                  <a:lnTo>
                    <a:pt x="2177415" y="114566"/>
                  </a:lnTo>
                  <a:lnTo>
                    <a:pt x="2178177" y="127114"/>
                  </a:lnTo>
                  <a:lnTo>
                    <a:pt x="2179193" y="139814"/>
                  </a:lnTo>
                  <a:lnTo>
                    <a:pt x="2179574" y="152615"/>
                  </a:lnTo>
                  <a:lnTo>
                    <a:pt x="2180717" y="165214"/>
                  </a:lnTo>
                  <a:lnTo>
                    <a:pt x="2181352" y="177914"/>
                  </a:lnTo>
                  <a:lnTo>
                    <a:pt x="2181479" y="190614"/>
                  </a:lnTo>
                  <a:lnTo>
                    <a:pt x="2181860" y="190614"/>
                  </a:lnTo>
                  <a:lnTo>
                    <a:pt x="2182622" y="203327"/>
                  </a:lnTo>
                  <a:lnTo>
                    <a:pt x="2184781" y="216027"/>
                  </a:lnTo>
                  <a:lnTo>
                    <a:pt x="2188718" y="241427"/>
                  </a:lnTo>
                  <a:lnTo>
                    <a:pt x="2192401" y="266827"/>
                  </a:lnTo>
                  <a:lnTo>
                    <a:pt x="2196211" y="292227"/>
                  </a:lnTo>
                  <a:lnTo>
                    <a:pt x="2197989" y="304927"/>
                  </a:lnTo>
                  <a:lnTo>
                    <a:pt x="2198370" y="317627"/>
                  </a:lnTo>
                  <a:lnTo>
                    <a:pt x="2199005" y="330327"/>
                  </a:lnTo>
                  <a:lnTo>
                    <a:pt x="2199005" y="343027"/>
                  </a:lnTo>
                  <a:lnTo>
                    <a:pt x="2199132" y="343027"/>
                  </a:lnTo>
                  <a:lnTo>
                    <a:pt x="2200529" y="368427"/>
                  </a:lnTo>
                  <a:lnTo>
                    <a:pt x="2200529" y="381127"/>
                  </a:lnTo>
                  <a:lnTo>
                    <a:pt x="2201164" y="406527"/>
                  </a:lnTo>
                  <a:lnTo>
                    <a:pt x="2202688" y="431927"/>
                  </a:lnTo>
                  <a:lnTo>
                    <a:pt x="2202942" y="457327"/>
                  </a:lnTo>
                  <a:lnTo>
                    <a:pt x="2203069" y="457327"/>
                  </a:lnTo>
                  <a:lnTo>
                    <a:pt x="2205101" y="495427"/>
                  </a:lnTo>
                  <a:lnTo>
                    <a:pt x="2206244" y="533527"/>
                  </a:lnTo>
                  <a:lnTo>
                    <a:pt x="2208022" y="584327"/>
                  </a:lnTo>
                  <a:lnTo>
                    <a:pt x="2210943" y="635127"/>
                  </a:lnTo>
                  <a:lnTo>
                    <a:pt x="2213483" y="711327"/>
                  </a:lnTo>
                  <a:lnTo>
                    <a:pt x="2216658" y="774827"/>
                  </a:lnTo>
                  <a:lnTo>
                    <a:pt x="2220595" y="927227"/>
                  </a:lnTo>
                  <a:lnTo>
                    <a:pt x="2222754" y="1003427"/>
                  </a:lnTo>
                  <a:lnTo>
                    <a:pt x="2224278" y="1092327"/>
                  </a:lnTo>
                  <a:lnTo>
                    <a:pt x="2226437" y="1193927"/>
                  </a:lnTo>
                  <a:lnTo>
                    <a:pt x="2227834" y="1295527"/>
                  </a:lnTo>
                  <a:lnTo>
                    <a:pt x="2230374" y="1397127"/>
                  </a:lnTo>
                  <a:lnTo>
                    <a:pt x="2232914" y="1524127"/>
                  </a:lnTo>
                  <a:lnTo>
                    <a:pt x="2233930" y="1638427"/>
                  </a:lnTo>
                  <a:lnTo>
                    <a:pt x="2233930" y="604215"/>
                  </a:lnTo>
                  <a:lnTo>
                    <a:pt x="2232787" y="584327"/>
                  </a:lnTo>
                  <a:lnTo>
                    <a:pt x="2231009" y="533527"/>
                  </a:lnTo>
                  <a:lnTo>
                    <a:pt x="2229866" y="495427"/>
                  </a:lnTo>
                  <a:lnTo>
                    <a:pt x="2227707" y="457327"/>
                  </a:lnTo>
                  <a:lnTo>
                    <a:pt x="2227326" y="431927"/>
                  </a:lnTo>
                  <a:lnTo>
                    <a:pt x="2225929" y="406527"/>
                  </a:lnTo>
                  <a:lnTo>
                    <a:pt x="2225167" y="381127"/>
                  </a:lnTo>
                  <a:lnTo>
                    <a:pt x="2225167" y="355727"/>
                  </a:lnTo>
                  <a:lnTo>
                    <a:pt x="2223770" y="343027"/>
                  </a:lnTo>
                  <a:lnTo>
                    <a:pt x="2223770" y="330327"/>
                  </a:lnTo>
                  <a:lnTo>
                    <a:pt x="2223008" y="317627"/>
                  </a:lnTo>
                  <a:lnTo>
                    <a:pt x="2223008" y="304927"/>
                  </a:lnTo>
                  <a:lnTo>
                    <a:pt x="2222627" y="304927"/>
                  </a:lnTo>
                  <a:lnTo>
                    <a:pt x="2220849" y="292227"/>
                  </a:lnTo>
                  <a:lnTo>
                    <a:pt x="2220722" y="279527"/>
                  </a:lnTo>
                  <a:lnTo>
                    <a:pt x="2216658" y="266827"/>
                  </a:lnTo>
                  <a:lnTo>
                    <a:pt x="2216912" y="266827"/>
                  </a:lnTo>
                  <a:lnTo>
                    <a:pt x="2213229" y="228727"/>
                  </a:lnTo>
                  <a:lnTo>
                    <a:pt x="2209292" y="216027"/>
                  </a:lnTo>
                  <a:lnTo>
                    <a:pt x="2208212" y="203327"/>
                  </a:lnTo>
                  <a:lnTo>
                    <a:pt x="2207133" y="190614"/>
                  </a:lnTo>
                  <a:lnTo>
                    <a:pt x="2207133" y="203327"/>
                  </a:lnTo>
                  <a:lnTo>
                    <a:pt x="2206498" y="190614"/>
                  </a:lnTo>
                  <a:lnTo>
                    <a:pt x="2206117" y="190614"/>
                  </a:lnTo>
                  <a:lnTo>
                    <a:pt x="2206117" y="177914"/>
                  </a:lnTo>
                  <a:lnTo>
                    <a:pt x="2205507" y="167767"/>
                  </a:lnTo>
                  <a:lnTo>
                    <a:pt x="2205482" y="165214"/>
                  </a:lnTo>
                  <a:lnTo>
                    <a:pt x="2205355" y="152615"/>
                  </a:lnTo>
                  <a:lnTo>
                    <a:pt x="2204339" y="152615"/>
                  </a:lnTo>
                  <a:lnTo>
                    <a:pt x="2203958" y="139814"/>
                  </a:lnTo>
                  <a:lnTo>
                    <a:pt x="2202942" y="127114"/>
                  </a:lnTo>
                  <a:lnTo>
                    <a:pt x="2202053" y="114566"/>
                  </a:lnTo>
                  <a:lnTo>
                    <a:pt x="2200656" y="101752"/>
                  </a:lnTo>
                  <a:lnTo>
                    <a:pt x="2199284" y="90322"/>
                  </a:lnTo>
                  <a:lnTo>
                    <a:pt x="2199640" y="89014"/>
                  </a:lnTo>
                  <a:lnTo>
                    <a:pt x="2195576" y="76314"/>
                  </a:lnTo>
                  <a:lnTo>
                    <a:pt x="2194560" y="76314"/>
                  </a:lnTo>
                  <a:lnTo>
                    <a:pt x="2181987" y="76314"/>
                  </a:lnTo>
                  <a:lnTo>
                    <a:pt x="2175764" y="76314"/>
                  </a:lnTo>
                  <a:lnTo>
                    <a:pt x="2175129" y="78498"/>
                  </a:lnTo>
                  <a:lnTo>
                    <a:pt x="2175129" y="101752"/>
                  </a:lnTo>
                  <a:lnTo>
                    <a:pt x="2174671" y="90322"/>
                  </a:lnTo>
                  <a:lnTo>
                    <a:pt x="2174621" y="89014"/>
                  </a:lnTo>
                  <a:lnTo>
                    <a:pt x="2174773" y="90322"/>
                  </a:lnTo>
                  <a:lnTo>
                    <a:pt x="2175129" y="101752"/>
                  </a:lnTo>
                  <a:lnTo>
                    <a:pt x="2175129" y="78498"/>
                  </a:lnTo>
                  <a:lnTo>
                    <a:pt x="2174570" y="80416"/>
                  </a:lnTo>
                  <a:lnTo>
                    <a:pt x="2159000" y="89014"/>
                  </a:lnTo>
                  <a:lnTo>
                    <a:pt x="2102700" y="101752"/>
                  </a:lnTo>
                  <a:lnTo>
                    <a:pt x="2102866" y="101752"/>
                  </a:lnTo>
                  <a:lnTo>
                    <a:pt x="2060079" y="114566"/>
                  </a:lnTo>
                  <a:lnTo>
                    <a:pt x="2060409" y="114566"/>
                  </a:lnTo>
                  <a:lnTo>
                    <a:pt x="2014093" y="139814"/>
                  </a:lnTo>
                  <a:lnTo>
                    <a:pt x="2014982" y="139814"/>
                  </a:lnTo>
                  <a:lnTo>
                    <a:pt x="1940585" y="154724"/>
                  </a:lnTo>
                  <a:lnTo>
                    <a:pt x="1951621" y="152615"/>
                  </a:lnTo>
                  <a:lnTo>
                    <a:pt x="1885823" y="165214"/>
                  </a:lnTo>
                  <a:lnTo>
                    <a:pt x="1822450" y="165214"/>
                  </a:lnTo>
                  <a:lnTo>
                    <a:pt x="1756283" y="177914"/>
                  </a:lnTo>
                  <a:lnTo>
                    <a:pt x="1174623" y="177914"/>
                  </a:lnTo>
                  <a:lnTo>
                    <a:pt x="1121410" y="165214"/>
                  </a:lnTo>
                  <a:lnTo>
                    <a:pt x="637159" y="165214"/>
                  </a:lnTo>
                  <a:lnTo>
                    <a:pt x="603758" y="177914"/>
                  </a:lnTo>
                  <a:lnTo>
                    <a:pt x="174498" y="177914"/>
                  </a:lnTo>
                  <a:lnTo>
                    <a:pt x="106045" y="190614"/>
                  </a:lnTo>
                  <a:lnTo>
                    <a:pt x="76708" y="190614"/>
                  </a:lnTo>
                  <a:lnTo>
                    <a:pt x="11811" y="203327"/>
                  </a:lnTo>
                  <a:lnTo>
                    <a:pt x="0" y="203327"/>
                  </a:lnTo>
                  <a:lnTo>
                    <a:pt x="508" y="216027"/>
                  </a:lnTo>
                  <a:lnTo>
                    <a:pt x="1143" y="216027"/>
                  </a:lnTo>
                  <a:lnTo>
                    <a:pt x="7112" y="228727"/>
                  </a:lnTo>
                  <a:lnTo>
                    <a:pt x="13970" y="228727"/>
                  </a:lnTo>
                  <a:lnTo>
                    <a:pt x="46024" y="222427"/>
                  </a:lnTo>
                  <a:lnTo>
                    <a:pt x="45847" y="228727"/>
                  </a:lnTo>
                  <a:lnTo>
                    <a:pt x="43053" y="279527"/>
                  </a:lnTo>
                  <a:lnTo>
                    <a:pt x="41910" y="343027"/>
                  </a:lnTo>
                  <a:lnTo>
                    <a:pt x="40132" y="393827"/>
                  </a:lnTo>
                  <a:lnTo>
                    <a:pt x="39928" y="431927"/>
                  </a:lnTo>
                  <a:lnTo>
                    <a:pt x="39814" y="457327"/>
                  </a:lnTo>
                  <a:lnTo>
                    <a:pt x="39751" y="470027"/>
                  </a:lnTo>
                  <a:lnTo>
                    <a:pt x="37973" y="558927"/>
                  </a:lnTo>
                  <a:lnTo>
                    <a:pt x="37592" y="635127"/>
                  </a:lnTo>
                  <a:lnTo>
                    <a:pt x="36576" y="736727"/>
                  </a:lnTo>
                  <a:lnTo>
                    <a:pt x="38735" y="838327"/>
                  </a:lnTo>
                  <a:lnTo>
                    <a:pt x="41529" y="939927"/>
                  </a:lnTo>
                  <a:lnTo>
                    <a:pt x="47752" y="1041527"/>
                  </a:lnTo>
                  <a:lnTo>
                    <a:pt x="52705" y="1155827"/>
                  </a:lnTo>
                  <a:lnTo>
                    <a:pt x="58801" y="1257427"/>
                  </a:lnTo>
                  <a:lnTo>
                    <a:pt x="62484" y="1346327"/>
                  </a:lnTo>
                  <a:lnTo>
                    <a:pt x="67183" y="1435227"/>
                  </a:lnTo>
                  <a:lnTo>
                    <a:pt x="69596" y="1524127"/>
                  </a:lnTo>
                  <a:lnTo>
                    <a:pt x="72898" y="1613027"/>
                  </a:lnTo>
                  <a:lnTo>
                    <a:pt x="76073" y="1701927"/>
                  </a:lnTo>
                  <a:lnTo>
                    <a:pt x="79756" y="1790827"/>
                  </a:lnTo>
                  <a:lnTo>
                    <a:pt x="82296" y="1867027"/>
                  </a:lnTo>
                  <a:lnTo>
                    <a:pt x="85471" y="1955914"/>
                  </a:lnTo>
                  <a:lnTo>
                    <a:pt x="85471" y="2019414"/>
                  </a:lnTo>
                  <a:lnTo>
                    <a:pt x="86614" y="2095614"/>
                  </a:lnTo>
                  <a:lnTo>
                    <a:pt x="86614" y="2603614"/>
                  </a:lnTo>
                  <a:lnTo>
                    <a:pt x="87185" y="2613164"/>
                  </a:lnTo>
                  <a:lnTo>
                    <a:pt x="87261" y="2614599"/>
                  </a:lnTo>
                  <a:lnTo>
                    <a:pt x="87376" y="2616314"/>
                  </a:lnTo>
                  <a:lnTo>
                    <a:pt x="88519" y="2616314"/>
                  </a:lnTo>
                  <a:lnTo>
                    <a:pt x="89154" y="2629014"/>
                  </a:lnTo>
                  <a:lnTo>
                    <a:pt x="316484" y="2629014"/>
                  </a:lnTo>
                  <a:lnTo>
                    <a:pt x="386588" y="2616314"/>
                  </a:lnTo>
                  <a:lnTo>
                    <a:pt x="1377315" y="2616314"/>
                  </a:lnTo>
                  <a:lnTo>
                    <a:pt x="1417320" y="2603614"/>
                  </a:lnTo>
                  <a:lnTo>
                    <a:pt x="1658620" y="2603614"/>
                  </a:lnTo>
                  <a:lnTo>
                    <a:pt x="1724533" y="2590914"/>
                  </a:lnTo>
                  <a:lnTo>
                    <a:pt x="2045081" y="2590914"/>
                  </a:lnTo>
                  <a:lnTo>
                    <a:pt x="2072132" y="2578214"/>
                  </a:lnTo>
                  <a:lnTo>
                    <a:pt x="2115185" y="2578214"/>
                  </a:lnTo>
                  <a:lnTo>
                    <a:pt x="2132203" y="2565514"/>
                  </a:lnTo>
                  <a:lnTo>
                    <a:pt x="2150110" y="2565514"/>
                  </a:lnTo>
                  <a:lnTo>
                    <a:pt x="2164080" y="2552814"/>
                  </a:lnTo>
                  <a:lnTo>
                    <a:pt x="2178558" y="2552814"/>
                  </a:lnTo>
                  <a:lnTo>
                    <a:pt x="2188972" y="2540114"/>
                  </a:lnTo>
                  <a:lnTo>
                    <a:pt x="2200021" y="2540114"/>
                  </a:lnTo>
                  <a:lnTo>
                    <a:pt x="2205482" y="2527414"/>
                  </a:lnTo>
                  <a:lnTo>
                    <a:pt x="2202180" y="2540114"/>
                  </a:lnTo>
                  <a:lnTo>
                    <a:pt x="2206498" y="2527414"/>
                  </a:lnTo>
                  <a:lnTo>
                    <a:pt x="2219325" y="2527414"/>
                  </a:lnTo>
                  <a:lnTo>
                    <a:pt x="2220722" y="2514714"/>
                  </a:lnTo>
                  <a:lnTo>
                    <a:pt x="2223389" y="2514714"/>
                  </a:lnTo>
                  <a:lnTo>
                    <a:pt x="2225929" y="2502014"/>
                  </a:lnTo>
                  <a:lnTo>
                    <a:pt x="2226183" y="2502014"/>
                  </a:lnTo>
                  <a:lnTo>
                    <a:pt x="2229091" y="2476639"/>
                  </a:lnTo>
                  <a:lnTo>
                    <a:pt x="2233041" y="2438514"/>
                  </a:lnTo>
                  <a:lnTo>
                    <a:pt x="2237359" y="2387714"/>
                  </a:lnTo>
                  <a:lnTo>
                    <a:pt x="2243569" y="2324227"/>
                  </a:lnTo>
                  <a:lnTo>
                    <a:pt x="2249297" y="2248014"/>
                  </a:lnTo>
                  <a:lnTo>
                    <a:pt x="2253615" y="2159114"/>
                  </a:lnTo>
                  <a:lnTo>
                    <a:pt x="2256155" y="2044814"/>
                  </a:lnTo>
                  <a:lnTo>
                    <a:pt x="2258314" y="1917814"/>
                  </a:lnTo>
                  <a:lnTo>
                    <a:pt x="2258657" y="1790827"/>
                  </a:lnTo>
                  <a:lnTo>
                    <a:pt x="2258695" y="1638427"/>
                  </a:lnTo>
                  <a:close/>
                </a:path>
                <a:path w="4544059" h="2629535">
                  <a:moveTo>
                    <a:pt x="4345775" y="37998"/>
                  </a:moveTo>
                  <a:lnTo>
                    <a:pt x="4345102" y="38201"/>
                  </a:lnTo>
                  <a:lnTo>
                    <a:pt x="4345406" y="38201"/>
                  </a:lnTo>
                  <a:lnTo>
                    <a:pt x="4345775" y="37998"/>
                  </a:lnTo>
                  <a:close/>
                </a:path>
                <a:path w="4544059" h="2629535">
                  <a:moveTo>
                    <a:pt x="4543679" y="1562100"/>
                  </a:moveTo>
                  <a:lnTo>
                    <a:pt x="4542523" y="1447800"/>
                  </a:lnTo>
                  <a:lnTo>
                    <a:pt x="4539996" y="1320800"/>
                  </a:lnTo>
                  <a:lnTo>
                    <a:pt x="4537443" y="1219200"/>
                  </a:lnTo>
                  <a:lnTo>
                    <a:pt x="4536046" y="1117600"/>
                  </a:lnTo>
                  <a:lnTo>
                    <a:pt x="4533900" y="1016000"/>
                  </a:lnTo>
                  <a:lnTo>
                    <a:pt x="4532503" y="927100"/>
                  </a:lnTo>
                  <a:lnTo>
                    <a:pt x="4528172" y="774700"/>
                  </a:lnTo>
                  <a:lnTo>
                    <a:pt x="4526280" y="698500"/>
                  </a:lnTo>
                  <a:lnTo>
                    <a:pt x="4523105" y="635000"/>
                  </a:lnTo>
                  <a:lnTo>
                    <a:pt x="4520565" y="558800"/>
                  </a:lnTo>
                  <a:lnTo>
                    <a:pt x="4518914" y="530098"/>
                  </a:lnTo>
                  <a:lnTo>
                    <a:pt x="4518914" y="1562100"/>
                  </a:lnTo>
                  <a:lnTo>
                    <a:pt x="4518876" y="1714500"/>
                  </a:lnTo>
                  <a:lnTo>
                    <a:pt x="4518520" y="1841500"/>
                  </a:lnTo>
                  <a:lnTo>
                    <a:pt x="4516374" y="1968500"/>
                  </a:lnTo>
                  <a:lnTo>
                    <a:pt x="4513821" y="2070100"/>
                  </a:lnTo>
                  <a:lnTo>
                    <a:pt x="4509516" y="2159000"/>
                  </a:lnTo>
                  <a:lnTo>
                    <a:pt x="4503801" y="2247900"/>
                  </a:lnTo>
                  <a:lnTo>
                    <a:pt x="4497705" y="2311400"/>
                  </a:lnTo>
                  <a:lnTo>
                    <a:pt x="4493387" y="2362200"/>
                  </a:lnTo>
                  <a:lnTo>
                    <a:pt x="4489450" y="2400300"/>
                  </a:lnTo>
                  <a:lnTo>
                    <a:pt x="4486529" y="2425700"/>
                  </a:lnTo>
                  <a:lnTo>
                    <a:pt x="4486783" y="2413000"/>
                  </a:lnTo>
                  <a:lnTo>
                    <a:pt x="4484243" y="2425700"/>
                  </a:lnTo>
                  <a:lnTo>
                    <a:pt x="4483989" y="2425700"/>
                  </a:lnTo>
                  <a:lnTo>
                    <a:pt x="4478401" y="2438400"/>
                  </a:lnTo>
                  <a:lnTo>
                    <a:pt x="4460367" y="2438400"/>
                  </a:lnTo>
                  <a:lnTo>
                    <a:pt x="4449953" y="2451100"/>
                  </a:lnTo>
                  <a:lnTo>
                    <a:pt x="4437761" y="2451100"/>
                  </a:lnTo>
                  <a:lnTo>
                    <a:pt x="4423664" y="2463800"/>
                  </a:lnTo>
                  <a:lnTo>
                    <a:pt x="4424680" y="2463800"/>
                  </a:lnTo>
                  <a:lnTo>
                    <a:pt x="4408805" y="2476500"/>
                  </a:lnTo>
                  <a:lnTo>
                    <a:pt x="4409948" y="2463800"/>
                  </a:lnTo>
                  <a:lnTo>
                    <a:pt x="4393057" y="2476500"/>
                  </a:lnTo>
                  <a:lnTo>
                    <a:pt x="4353306" y="2476500"/>
                  </a:lnTo>
                  <a:lnTo>
                    <a:pt x="4326763" y="2489200"/>
                  </a:lnTo>
                  <a:lnTo>
                    <a:pt x="4071112" y="2489200"/>
                  </a:lnTo>
                  <a:lnTo>
                    <a:pt x="4008501" y="2501900"/>
                  </a:lnTo>
                  <a:lnTo>
                    <a:pt x="3701415" y="2501900"/>
                  </a:lnTo>
                  <a:lnTo>
                    <a:pt x="3661410" y="2514600"/>
                  </a:lnTo>
                  <a:lnTo>
                    <a:pt x="3299968" y="2514600"/>
                  </a:lnTo>
                  <a:lnTo>
                    <a:pt x="3224784" y="2527300"/>
                  </a:lnTo>
                  <a:lnTo>
                    <a:pt x="2409190" y="2527300"/>
                  </a:lnTo>
                  <a:lnTo>
                    <a:pt x="2396756" y="2536901"/>
                  </a:lnTo>
                  <a:lnTo>
                    <a:pt x="2396782" y="2538285"/>
                  </a:lnTo>
                  <a:lnTo>
                    <a:pt x="2396706" y="2536901"/>
                  </a:lnTo>
                  <a:lnTo>
                    <a:pt x="2389759" y="2527300"/>
                  </a:lnTo>
                  <a:lnTo>
                    <a:pt x="2396756" y="2536901"/>
                  </a:lnTo>
                  <a:lnTo>
                    <a:pt x="2396236" y="2527300"/>
                  </a:lnTo>
                  <a:lnTo>
                    <a:pt x="2396236" y="2019300"/>
                  </a:lnTo>
                  <a:lnTo>
                    <a:pt x="2395093" y="1943100"/>
                  </a:lnTo>
                  <a:lnTo>
                    <a:pt x="2395093" y="1879600"/>
                  </a:lnTo>
                  <a:lnTo>
                    <a:pt x="2391918" y="1790700"/>
                  </a:lnTo>
                  <a:lnTo>
                    <a:pt x="2389378" y="1714500"/>
                  </a:lnTo>
                  <a:lnTo>
                    <a:pt x="2385822" y="1625600"/>
                  </a:lnTo>
                  <a:lnTo>
                    <a:pt x="2382520" y="1536700"/>
                  </a:lnTo>
                  <a:lnTo>
                    <a:pt x="2379345" y="1447800"/>
                  </a:lnTo>
                  <a:lnTo>
                    <a:pt x="2376805" y="1358900"/>
                  </a:lnTo>
                  <a:lnTo>
                    <a:pt x="2372106" y="1270000"/>
                  </a:lnTo>
                  <a:lnTo>
                    <a:pt x="2368423" y="1181100"/>
                  </a:lnTo>
                  <a:lnTo>
                    <a:pt x="2362327" y="1079500"/>
                  </a:lnTo>
                  <a:lnTo>
                    <a:pt x="2357374" y="965200"/>
                  </a:lnTo>
                  <a:lnTo>
                    <a:pt x="2351278" y="863600"/>
                  </a:lnTo>
                  <a:lnTo>
                    <a:pt x="2348357" y="762000"/>
                  </a:lnTo>
                  <a:lnTo>
                    <a:pt x="2346198" y="660400"/>
                  </a:lnTo>
                  <a:lnTo>
                    <a:pt x="2347214" y="558800"/>
                  </a:lnTo>
                  <a:lnTo>
                    <a:pt x="2347468" y="508000"/>
                  </a:lnTo>
                  <a:lnTo>
                    <a:pt x="2347595" y="482600"/>
                  </a:lnTo>
                  <a:lnTo>
                    <a:pt x="2349373" y="393700"/>
                  </a:lnTo>
                  <a:lnTo>
                    <a:pt x="2349436" y="381000"/>
                  </a:lnTo>
                  <a:lnTo>
                    <a:pt x="2349563" y="355600"/>
                  </a:lnTo>
                  <a:lnTo>
                    <a:pt x="2349690" y="330200"/>
                  </a:lnTo>
                  <a:lnTo>
                    <a:pt x="2349754" y="317500"/>
                  </a:lnTo>
                  <a:lnTo>
                    <a:pt x="2351532" y="266700"/>
                  </a:lnTo>
                  <a:lnTo>
                    <a:pt x="2352675" y="215900"/>
                  </a:lnTo>
                  <a:lnTo>
                    <a:pt x="2354072" y="177800"/>
                  </a:lnTo>
                  <a:lnTo>
                    <a:pt x="2355469" y="152400"/>
                  </a:lnTo>
                  <a:lnTo>
                    <a:pt x="2355799" y="141236"/>
                  </a:lnTo>
                  <a:lnTo>
                    <a:pt x="2363597" y="139700"/>
                  </a:lnTo>
                  <a:lnTo>
                    <a:pt x="2393188" y="139700"/>
                  </a:lnTo>
                  <a:lnTo>
                    <a:pt x="2461641" y="127000"/>
                  </a:lnTo>
                  <a:lnTo>
                    <a:pt x="2890139" y="127000"/>
                  </a:lnTo>
                  <a:lnTo>
                    <a:pt x="2923413" y="114300"/>
                  </a:lnTo>
                  <a:lnTo>
                    <a:pt x="3458718" y="114300"/>
                  </a:lnTo>
                  <a:lnTo>
                    <a:pt x="3516757" y="127000"/>
                  </a:lnTo>
                  <a:lnTo>
                    <a:pt x="4043553" y="127000"/>
                  </a:lnTo>
                  <a:lnTo>
                    <a:pt x="4109847" y="114300"/>
                  </a:lnTo>
                  <a:lnTo>
                    <a:pt x="4175252" y="114300"/>
                  </a:lnTo>
                  <a:lnTo>
                    <a:pt x="4241546" y="101600"/>
                  </a:lnTo>
                  <a:lnTo>
                    <a:pt x="4305185" y="76301"/>
                  </a:lnTo>
                  <a:lnTo>
                    <a:pt x="4305960" y="76301"/>
                  </a:lnTo>
                  <a:lnTo>
                    <a:pt x="4353052" y="63500"/>
                  </a:lnTo>
                  <a:lnTo>
                    <a:pt x="4395851" y="50800"/>
                  </a:lnTo>
                  <a:lnTo>
                    <a:pt x="4396105" y="50800"/>
                  </a:lnTo>
                  <a:lnTo>
                    <a:pt x="4451413" y="38201"/>
                  </a:lnTo>
                  <a:lnTo>
                    <a:pt x="4461776" y="32512"/>
                  </a:lnTo>
                  <a:lnTo>
                    <a:pt x="4462361" y="37846"/>
                  </a:lnTo>
                  <a:lnTo>
                    <a:pt x="4463161" y="50800"/>
                  </a:lnTo>
                  <a:lnTo>
                    <a:pt x="4464177" y="63500"/>
                  </a:lnTo>
                  <a:lnTo>
                    <a:pt x="4464558" y="76301"/>
                  </a:lnTo>
                  <a:lnTo>
                    <a:pt x="4465701" y="88900"/>
                  </a:lnTo>
                  <a:lnTo>
                    <a:pt x="4466336" y="101600"/>
                  </a:lnTo>
                  <a:lnTo>
                    <a:pt x="4466336" y="114300"/>
                  </a:lnTo>
                  <a:lnTo>
                    <a:pt x="4466717" y="114300"/>
                  </a:lnTo>
                  <a:lnTo>
                    <a:pt x="4467479" y="127000"/>
                  </a:lnTo>
                  <a:lnTo>
                    <a:pt x="4469765" y="139700"/>
                  </a:lnTo>
                  <a:lnTo>
                    <a:pt x="4473575" y="165100"/>
                  </a:lnTo>
                  <a:lnTo>
                    <a:pt x="4477131" y="190500"/>
                  </a:lnTo>
                  <a:lnTo>
                    <a:pt x="4477385" y="190500"/>
                  </a:lnTo>
                  <a:lnTo>
                    <a:pt x="4481322" y="215900"/>
                  </a:lnTo>
                  <a:lnTo>
                    <a:pt x="4481068" y="215900"/>
                  </a:lnTo>
                  <a:lnTo>
                    <a:pt x="4482973" y="228600"/>
                  </a:lnTo>
                  <a:lnTo>
                    <a:pt x="4483227" y="241300"/>
                  </a:lnTo>
                  <a:lnTo>
                    <a:pt x="4483989" y="254000"/>
                  </a:lnTo>
                  <a:lnTo>
                    <a:pt x="4483989" y="266700"/>
                  </a:lnTo>
                  <a:lnTo>
                    <a:pt x="4485386" y="292100"/>
                  </a:lnTo>
                  <a:lnTo>
                    <a:pt x="4485386" y="304800"/>
                  </a:lnTo>
                  <a:lnTo>
                    <a:pt x="4486148" y="330200"/>
                  </a:lnTo>
                  <a:lnTo>
                    <a:pt x="4487545" y="355600"/>
                  </a:lnTo>
                  <a:lnTo>
                    <a:pt x="4487926" y="381000"/>
                  </a:lnTo>
                  <a:lnTo>
                    <a:pt x="4490072" y="419100"/>
                  </a:lnTo>
                  <a:lnTo>
                    <a:pt x="4491101" y="457200"/>
                  </a:lnTo>
                  <a:lnTo>
                    <a:pt x="4492993" y="508000"/>
                  </a:lnTo>
                  <a:lnTo>
                    <a:pt x="4495800" y="558800"/>
                  </a:lnTo>
                  <a:lnTo>
                    <a:pt x="4498340" y="635000"/>
                  </a:lnTo>
                  <a:lnTo>
                    <a:pt x="4501642" y="698500"/>
                  </a:lnTo>
                  <a:lnTo>
                    <a:pt x="4505579" y="850900"/>
                  </a:lnTo>
                  <a:lnTo>
                    <a:pt x="4507738" y="927100"/>
                  </a:lnTo>
                  <a:lnTo>
                    <a:pt x="4509122" y="1016000"/>
                  </a:lnTo>
                  <a:lnTo>
                    <a:pt x="4511294" y="1117600"/>
                  </a:lnTo>
                  <a:lnTo>
                    <a:pt x="4512818" y="1219200"/>
                  </a:lnTo>
                  <a:lnTo>
                    <a:pt x="4515218" y="1320800"/>
                  </a:lnTo>
                  <a:lnTo>
                    <a:pt x="4517771" y="1447800"/>
                  </a:lnTo>
                  <a:lnTo>
                    <a:pt x="4518914" y="1562100"/>
                  </a:lnTo>
                  <a:lnTo>
                    <a:pt x="4518914" y="530098"/>
                  </a:lnTo>
                  <a:lnTo>
                    <a:pt x="4517644" y="508000"/>
                  </a:lnTo>
                  <a:lnTo>
                    <a:pt x="4515866" y="457200"/>
                  </a:lnTo>
                  <a:lnTo>
                    <a:pt x="4514850" y="419100"/>
                  </a:lnTo>
                  <a:lnTo>
                    <a:pt x="4512691" y="381000"/>
                  </a:lnTo>
                  <a:lnTo>
                    <a:pt x="4512297" y="355600"/>
                  </a:lnTo>
                  <a:lnTo>
                    <a:pt x="4511040" y="334441"/>
                  </a:lnTo>
                  <a:lnTo>
                    <a:pt x="4510151" y="304800"/>
                  </a:lnTo>
                  <a:lnTo>
                    <a:pt x="4510151" y="279400"/>
                  </a:lnTo>
                  <a:lnTo>
                    <a:pt x="4508754" y="266700"/>
                  </a:lnTo>
                  <a:lnTo>
                    <a:pt x="4508627" y="254000"/>
                  </a:lnTo>
                  <a:lnTo>
                    <a:pt x="4507992" y="241300"/>
                  </a:lnTo>
                  <a:lnTo>
                    <a:pt x="4507992" y="228600"/>
                  </a:lnTo>
                  <a:lnTo>
                    <a:pt x="4507598" y="228600"/>
                  </a:lnTo>
                  <a:lnTo>
                    <a:pt x="4505820" y="215900"/>
                  </a:lnTo>
                  <a:lnTo>
                    <a:pt x="4501769" y="190500"/>
                  </a:lnTo>
                  <a:lnTo>
                    <a:pt x="4498213" y="152400"/>
                  </a:lnTo>
                  <a:lnTo>
                    <a:pt x="4494149" y="139700"/>
                  </a:lnTo>
                  <a:lnTo>
                    <a:pt x="4493057" y="127000"/>
                  </a:lnTo>
                  <a:lnTo>
                    <a:pt x="4491990" y="114300"/>
                  </a:lnTo>
                  <a:lnTo>
                    <a:pt x="4492117" y="127000"/>
                  </a:lnTo>
                  <a:lnTo>
                    <a:pt x="4491355" y="114300"/>
                  </a:lnTo>
                  <a:lnTo>
                    <a:pt x="4491101" y="114300"/>
                  </a:lnTo>
                  <a:lnTo>
                    <a:pt x="4490974" y="101600"/>
                  </a:lnTo>
                  <a:lnTo>
                    <a:pt x="4490339" y="88900"/>
                  </a:lnTo>
                  <a:lnTo>
                    <a:pt x="4490212" y="76301"/>
                  </a:lnTo>
                  <a:lnTo>
                    <a:pt x="4489196" y="76301"/>
                  </a:lnTo>
                  <a:lnTo>
                    <a:pt x="4488815" y="63500"/>
                  </a:lnTo>
                  <a:lnTo>
                    <a:pt x="4487799" y="50800"/>
                  </a:lnTo>
                  <a:lnTo>
                    <a:pt x="4487037" y="38201"/>
                  </a:lnTo>
                  <a:lnTo>
                    <a:pt x="4485513" y="25400"/>
                  </a:lnTo>
                  <a:lnTo>
                    <a:pt x="4484255" y="14008"/>
                  </a:lnTo>
                  <a:lnTo>
                    <a:pt x="4484624" y="12700"/>
                  </a:lnTo>
                  <a:lnTo>
                    <a:pt x="4484116" y="12700"/>
                  </a:lnTo>
                  <a:lnTo>
                    <a:pt x="4482592" y="12700"/>
                  </a:lnTo>
                  <a:lnTo>
                    <a:pt x="4480433" y="0"/>
                  </a:lnTo>
                  <a:lnTo>
                    <a:pt x="4479417" y="0"/>
                  </a:lnTo>
                  <a:lnTo>
                    <a:pt x="4466971" y="0"/>
                  </a:lnTo>
                  <a:lnTo>
                    <a:pt x="4460621" y="0"/>
                  </a:lnTo>
                  <a:lnTo>
                    <a:pt x="4459986" y="2197"/>
                  </a:lnTo>
                  <a:lnTo>
                    <a:pt x="4459986" y="25400"/>
                  </a:lnTo>
                  <a:lnTo>
                    <a:pt x="4459643" y="14008"/>
                  </a:lnTo>
                  <a:lnTo>
                    <a:pt x="4459605" y="12700"/>
                  </a:lnTo>
                  <a:lnTo>
                    <a:pt x="4459744" y="14008"/>
                  </a:lnTo>
                  <a:lnTo>
                    <a:pt x="4459986" y="25400"/>
                  </a:lnTo>
                  <a:lnTo>
                    <a:pt x="4459986" y="2197"/>
                  </a:lnTo>
                  <a:lnTo>
                    <a:pt x="4459414" y="4152"/>
                  </a:lnTo>
                  <a:lnTo>
                    <a:pt x="4443857" y="12700"/>
                  </a:lnTo>
                  <a:lnTo>
                    <a:pt x="4443603" y="12700"/>
                  </a:lnTo>
                  <a:lnTo>
                    <a:pt x="4387850" y="25400"/>
                  </a:lnTo>
                  <a:lnTo>
                    <a:pt x="4346283" y="37846"/>
                  </a:lnTo>
                  <a:lnTo>
                    <a:pt x="4298950" y="63500"/>
                  </a:lnTo>
                  <a:lnTo>
                    <a:pt x="4299839" y="63500"/>
                  </a:lnTo>
                  <a:lnTo>
                    <a:pt x="4224934" y="78511"/>
                  </a:lnTo>
                  <a:lnTo>
                    <a:pt x="4236478" y="76301"/>
                  </a:lnTo>
                  <a:lnTo>
                    <a:pt x="4170807" y="88900"/>
                  </a:lnTo>
                  <a:lnTo>
                    <a:pt x="4107434" y="88900"/>
                  </a:lnTo>
                  <a:lnTo>
                    <a:pt x="4041140" y="101600"/>
                  </a:lnTo>
                  <a:lnTo>
                    <a:pt x="3459607" y="101600"/>
                  </a:lnTo>
                  <a:lnTo>
                    <a:pt x="3406267" y="88900"/>
                  </a:lnTo>
                  <a:lnTo>
                    <a:pt x="2922143" y="88900"/>
                  </a:lnTo>
                  <a:lnTo>
                    <a:pt x="2888615" y="101600"/>
                  </a:lnTo>
                  <a:lnTo>
                    <a:pt x="2459482" y="101600"/>
                  </a:lnTo>
                  <a:lnTo>
                    <a:pt x="2391029" y="114300"/>
                  </a:lnTo>
                  <a:lnTo>
                    <a:pt x="2361565" y="114300"/>
                  </a:lnTo>
                  <a:lnTo>
                    <a:pt x="2296795" y="127000"/>
                  </a:lnTo>
                  <a:lnTo>
                    <a:pt x="2284857" y="127000"/>
                  </a:lnTo>
                  <a:lnTo>
                    <a:pt x="2285492" y="139700"/>
                  </a:lnTo>
                  <a:lnTo>
                    <a:pt x="2286000" y="139700"/>
                  </a:lnTo>
                  <a:lnTo>
                    <a:pt x="2291969" y="152400"/>
                  </a:lnTo>
                  <a:lnTo>
                    <a:pt x="2298827" y="152400"/>
                  </a:lnTo>
                  <a:lnTo>
                    <a:pt x="2331008" y="146088"/>
                  </a:lnTo>
                  <a:lnTo>
                    <a:pt x="2330831" y="152400"/>
                  </a:lnTo>
                  <a:lnTo>
                    <a:pt x="2329434" y="177800"/>
                  </a:lnTo>
                  <a:lnTo>
                    <a:pt x="2327910" y="203200"/>
                  </a:lnTo>
                  <a:lnTo>
                    <a:pt x="2326894" y="266700"/>
                  </a:lnTo>
                  <a:lnTo>
                    <a:pt x="2324989" y="317500"/>
                  </a:lnTo>
                  <a:lnTo>
                    <a:pt x="2324862" y="355600"/>
                  </a:lnTo>
                  <a:lnTo>
                    <a:pt x="2324735" y="393700"/>
                  </a:lnTo>
                  <a:lnTo>
                    <a:pt x="2322830" y="482600"/>
                  </a:lnTo>
                  <a:lnTo>
                    <a:pt x="2322576" y="558800"/>
                  </a:lnTo>
                  <a:lnTo>
                    <a:pt x="2321433" y="660400"/>
                  </a:lnTo>
                  <a:lnTo>
                    <a:pt x="2323592" y="762000"/>
                  </a:lnTo>
                  <a:lnTo>
                    <a:pt x="2326513" y="863600"/>
                  </a:lnTo>
                  <a:lnTo>
                    <a:pt x="2332609" y="965200"/>
                  </a:lnTo>
                  <a:lnTo>
                    <a:pt x="2337689" y="1079500"/>
                  </a:lnTo>
                  <a:lnTo>
                    <a:pt x="2343785" y="1181100"/>
                  </a:lnTo>
                  <a:lnTo>
                    <a:pt x="2347341" y="1270000"/>
                  </a:lnTo>
                  <a:lnTo>
                    <a:pt x="2352040" y="1358900"/>
                  </a:lnTo>
                  <a:lnTo>
                    <a:pt x="2354580" y="1447800"/>
                  </a:lnTo>
                  <a:lnTo>
                    <a:pt x="2357755" y="1536700"/>
                  </a:lnTo>
                  <a:lnTo>
                    <a:pt x="2361057" y="1625600"/>
                  </a:lnTo>
                  <a:lnTo>
                    <a:pt x="2364613" y="1714500"/>
                  </a:lnTo>
                  <a:lnTo>
                    <a:pt x="2367153" y="1790700"/>
                  </a:lnTo>
                  <a:lnTo>
                    <a:pt x="2370455" y="1879600"/>
                  </a:lnTo>
                  <a:lnTo>
                    <a:pt x="2370455" y="1943100"/>
                  </a:lnTo>
                  <a:lnTo>
                    <a:pt x="2371471" y="2019300"/>
                  </a:lnTo>
                  <a:lnTo>
                    <a:pt x="2371471" y="2527300"/>
                  </a:lnTo>
                  <a:lnTo>
                    <a:pt x="2372131" y="2536901"/>
                  </a:lnTo>
                  <a:lnTo>
                    <a:pt x="2372233" y="2538285"/>
                  </a:lnTo>
                  <a:lnTo>
                    <a:pt x="2372360" y="2540000"/>
                  </a:lnTo>
                  <a:lnTo>
                    <a:pt x="2374011" y="2552700"/>
                  </a:lnTo>
                  <a:lnTo>
                    <a:pt x="2601468" y="2552700"/>
                  </a:lnTo>
                  <a:lnTo>
                    <a:pt x="2671572" y="2540000"/>
                  </a:lnTo>
                  <a:lnTo>
                    <a:pt x="3662299" y="2540000"/>
                  </a:lnTo>
                  <a:lnTo>
                    <a:pt x="3702304" y="2527300"/>
                  </a:lnTo>
                  <a:lnTo>
                    <a:pt x="3943477" y="2527300"/>
                  </a:lnTo>
                  <a:lnTo>
                    <a:pt x="4009390" y="2514600"/>
                  </a:lnTo>
                  <a:lnTo>
                    <a:pt x="4330065" y="2514600"/>
                  </a:lnTo>
                  <a:lnTo>
                    <a:pt x="4356989" y="2501900"/>
                  </a:lnTo>
                  <a:lnTo>
                    <a:pt x="4400169" y="2501900"/>
                  </a:lnTo>
                  <a:lnTo>
                    <a:pt x="4417060" y="2489200"/>
                  </a:lnTo>
                  <a:lnTo>
                    <a:pt x="4434078" y="2489200"/>
                  </a:lnTo>
                  <a:lnTo>
                    <a:pt x="4449064" y="2476500"/>
                  </a:lnTo>
                  <a:lnTo>
                    <a:pt x="4463542" y="2476500"/>
                  </a:lnTo>
                  <a:lnTo>
                    <a:pt x="4473956" y="2463800"/>
                  </a:lnTo>
                  <a:lnTo>
                    <a:pt x="4485005" y="2463800"/>
                  </a:lnTo>
                  <a:lnTo>
                    <a:pt x="4490339" y="2451100"/>
                  </a:lnTo>
                  <a:lnTo>
                    <a:pt x="4487037" y="2463800"/>
                  </a:lnTo>
                  <a:lnTo>
                    <a:pt x="4491355" y="2451100"/>
                  </a:lnTo>
                  <a:lnTo>
                    <a:pt x="4504169" y="2451100"/>
                  </a:lnTo>
                  <a:lnTo>
                    <a:pt x="4508119" y="2438400"/>
                  </a:lnTo>
                  <a:lnTo>
                    <a:pt x="4508373" y="2438400"/>
                  </a:lnTo>
                  <a:lnTo>
                    <a:pt x="4510913" y="2425700"/>
                  </a:lnTo>
                  <a:lnTo>
                    <a:pt x="4511167" y="2425700"/>
                  </a:lnTo>
                  <a:lnTo>
                    <a:pt x="4513948" y="2400300"/>
                  </a:lnTo>
                  <a:lnTo>
                    <a:pt x="4514088" y="2400300"/>
                  </a:lnTo>
                  <a:lnTo>
                    <a:pt x="4518025" y="2362200"/>
                  </a:lnTo>
                  <a:lnTo>
                    <a:pt x="4522343" y="2311400"/>
                  </a:lnTo>
                  <a:lnTo>
                    <a:pt x="4528439" y="2247900"/>
                  </a:lnTo>
                  <a:lnTo>
                    <a:pt x="4534268" y="2171700"/>
                  </a:lnTo>
                  <a:lnTo>
                    <a:pt x="4538599" y="2082800"/>
                  </a:lnTo>
                  <a:lnTo>
                    <a:pt x="4541139" y="1968500"/>
                  </a:lnTo>
                  <a:lnTo>
                    <a:pt x="4543298" y="1841500"/>
                  </a:lnTo>
                  <a:lnTo>
                    <a:pt x="4543641" y="1714500"/>
                  </a:lnTo>
                  <a:lnTo>
                    <a:pt x="4543679" y="1562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824091" y="1948116"/>
            <a:ext cx="1830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Recursive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algorithm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919854" y="1583435"/>
            <a:ext cx="3903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50" dirty="0">
                <a:latin typeface="Lucida Sans Unicode"/>
                <a:cs typeface="Lucida Sans Unicode"/>
              </a:rPr>
              <a:t>Decision</a:t>
            </a:r>
            <a:r>
              <a:rPr sz="2700" spc="-27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Tree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Learning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4915" y="3134360"/>
            <a:ext cx="4328795" cy="7092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708660" marR="5080" indent="-695960">
              <a:lnSpc>
                <a:spcPts val="2400"/>
              </a:lnSpc>
              <a:spcBef>
                <a:spcPts val="660"/>
              </a:spcBef>
            </a:pPr>
            <a:r>
              <a:rPr sz="2450" spc="-120" dirty="0">
                <a:solidFill>
                  <a:srgbClr val="585858"/>
                </a:solidFill>
                <a:latin typeface="Arial Black"/>
                <a:cs typeface="Arial Black"/>
              </a:rPr>
              <a:t>Using</a:t>
            </a:r>
            <a:r>
              <a:rPr sz="2450" spc="-18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spc="95" dirty="0">
                <a:solidFill>
                  <a:srgbClr val="585858"/>
                </a:solidFill>
                <a:latin typeface="Arial Black"/>
                <a:cs typeface="Arial Black"/>
              </a:rPr>
              <a:t>one-</a:t>
            </a:r>
            <a:r>
              <a:rPr sz="2450" spc="-25" dirty="0">
                <a:solidFill>
                  <a:srgbClr val="585858"/>
                </a:solidFill>
                <a:latin typeface="Arial Black"/>
                <a:cs typeface="Arial Black"/>
              </a:rPr>
              <a:t>hot</a:t>
            </a:r>
            <a:r>
              <a:rPr sz="2450" spc="-10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spc="-60" dirty="0">
                <a:solidFill>
                  <a:srgbClr val="585858"/>
                </a:solidFill>
                <a:latin typeface="Arial Black"/>
                <a:cs typeface="Arial Black"/>
              </a:rPr>
              <a:t>encoding</a:t>
            </a:r>
            <a:r>
              <a:rPr sz="2450" spc="-12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spc="-25" dirty="0">
                <a:solidFill>
                  <a:srgbClr val="585858"/>
                </a:solidFill>
                <a:latin typeface="Arial Black"/>
                <a:cs typeface="Arial Black"/>
              </a:rPr>
              <a:t>of </a:t>
            </a:r>
            <a:r>
              <a:rPr sz="2450" spc="-85" dirty="0">
                <a:solidFill>
                  <a:srgbClr val="585858"/>
                </a:solidFill>
                <a:latin typeface="Arial Black"/>
                <a:cs typeface="Arial Black"/>
              </a:rPr>
              <a:t>categorical</a:t>
            </a:r>
            <a:r>
              <a:rPr sz="2450" spc="-2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450" spc="-10" dirty="0">
                <a:solidFill>
                  <a:srgbClr val="585858"/>
                </a:solidFill>
                <a:latin typeface="Arial Black"/>
                <a:cs typeface="Arial Black"/>
              </a:rPr>
              <a:t>features</a:t>
            </a:r>
            <a:endParaRPr sz="2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5934" y="314388"/>
            <a:ext cx="814387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spc="-13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three</a:t>
            </a:r>
            <a:r>
              <a:rPr spc="-30" dirty="0"/>
              <a:t> </a:t>
            </a:r>
            <a:r>
              <a:rPr dirty="0"/>
              <a:t>possible</a:t>
            </a:r>
            <a:r>
              <a:rPr spc="-110" dirty="0"/>
              <a:t> </a:t>
            </a:r>
            <a:r>
              <a:rPr spc="-10" dirty="0"/>
              <a:t>values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0112" y="1043050"/>
          <a:ext cx="6363970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331470">
                        <a:lnSpc>
                          <a:spcPts val="1425"/>
                        </a:lnSpc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shape</a:t>
                      </a:r>
                      <a:r>
                        <a:rPr sz="12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baseline="6944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1350" spc="-30" baseline="-9259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800" spc="-30" baseline="6944" dirty="0">
                          <a:latin typeface="Cambria Math"/>
                          <a:cs typeface="Cambria Math"/>
                        </a:rPr>
                        <a:t>)</a:t>
                      </a:r>
                      <a:endParaRPr sz="1800" baseline="6944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1320"/>
                        </a:lnSpc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shape</a:t>
                      </a:r>
                      <a:r>
                        <a:rPr sz="1200" spc="2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baseline="4629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1350" spc="-30" baseline="-1234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spc="-30" baseline="4629" dirty="0">
                          <a:latin typeface="Cambria Math"/>
                          <a:cs typeface="Cambria Math"/>
                        </a:rPr>
                        <a:t>)</a:t>
                      </a:r>
                      <a:endParaRPr sz="1800" baseline="4629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aseline="2314" dirty="0">
                          <a:latin typeface="Verdana"/>
                          <a:cs typeface="Verdana"/>
                        </a:rPr>
                        <a:t>Whiskers</a:t>
                      </a:r>
                      <a:r>
                        <a:rPr sz="1800" spc="-22" baseline="23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baseline="13888" dirty="0">
                          <a:latin typeface="Cambria Math"/>
                          <a:cs typeface="Cambria Math"/>
                        </a:rPr>
                        <a:t>(𝑥</a:t>
                      </a:r>
                      <a:r>
                        <a:rPr sz="90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800" spc="-30" baseline="13888" dirty="0">
                          <a:latin typeface="Cambria Math"/>
                          <a:cs typeface="Cambria Math"/>
                        </a:rPr>
                        <a:t>)</a:t>
                      </a:r>
                      <a:endParaRPr sz="1800" baseline="13888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ts val="1315"/>
                        </a:lnSpc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Cat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7" baseline="2314" dirty="0">
                          <a:latin typeface="Cambria Math"/>
                          <a:cs typeface="Cambria Math"/>
                        </a:rPr>
                        <a:t>(𝑦)</a:t>
                      </a:r>
                      <a:endParaRPr sz="1800" baseline="2314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25400" algn="ctr">
                        <a:lnSpc>
                          <a:spcPts val="1255"/>
                        </a:lnSpc>
                        <a:spcBef>
                          <a:spcPts val="8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ts val="1255"/>
                        </a:lnSpc>
                        <a:spcBef>
                          <a:spcPts val="82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ts val="1175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366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ts val="1255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90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ts val="1295"/>
                        </a:lnSpc>
                        <a:spcBef>
                          <a:spcPts val="8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ts val="1295"/>
                        </a:lnSpc>
                        <a:spcBef>
                          <a:spcPts val="8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marR="15875" algn="ctr">
                        <a:lnSpc>
                          <a:spcPts val="980"/>
                        </a:lnSpc>
                        <a:spcBef>
                          <a:spcPts val="1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ts val="980"/>
                        </a:lnSpc>
                        <a:spcBef>
                          <a:spcPts val="1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ts val="905"/>
                        </a:lnSpc>
                        <a:spcBef>
                          <a:spcPts val="22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ts val="905"/>
                        </a:lnSpc>
                        <a:spcBef>
                          <a:spcPts val="22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22044" y="4224654"/>
            <a:ext cx="15659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3</a:t>
            </a:r>
            <a:r>
              <a:rPr sz="1400" spc="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possible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values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96276" y="2090801"/>
            <a:ext cx="1171575" cy="438150"/>
          </a:xfrm>
          <a:custGeom>
            <a:avLst/>
            <a:gdLst/>
            <a:ahLst/>
            <a:cxnLst/>
            <a:rect l="l" t="t" r="r" b="b"/>
            <a:pathLst>
              <a:path w="1171575" h="438150">
                <a:moveTo>
                  <a:pt x="0" y="219075"/>
                </a:moveTo>
                <a:lnTo>
                  <a:pt x="15470" y="168830"/>
                </a:lnTo>
                <a:lnTo>
                  <a:pt x="59536" y="122714"/>
                </a:lnTo>
                <a:lnTo>
                  <a:pt x="128682" y="82038"/>
                </a:lnTo>
                <a:lnTo>
                  <a:pt x="171561" y="64150"/>
                </a:lnTo>
                <a:lnTo>
                  <a:pt x="219390" y="48115"/>
                </a:lnTo>
                <a:lnTo>
                  <a:pt x="271732" y="34097"/>
                </a:lnTo>
                <a:lnTo>
                  <a:pt x="328145" y="22260"/>
                </a:lnTo>
                <a:lnTo>
                  <a:pt x="388190" y="12767"/>
                </a:lnTo>
                <a:lnTo>
                  <a:pt x="451428" y="5783"/>
                </a:lnTo>
                <a:lnTo>
                  <a:pt x="517419" y="1473"/>
                </a:lnTo>
                <a:lnTo>
                  <a:pt x="585724" y="0"/>
                </a:lnTo>
                <a:lnTo>
                  <a:pt x="654030" y="1473"/>
                </a:lnTo>
                <a:lnTo>
                  <a:pt x="720026" y="5783"/>
                </a:lnTo>
                <a:lnTo>
                  <a:pt x="783272" y="12767"/>
                </a:lnTo>
                <a:lnTo>
                  <a:pt x="843328" y="22260"/>
                </a:lnTo>
                <a:lnTo>
                  <a:pt x="899753" y="34097"/>
                </a:lnTo>
                <a:lnTo>
                  <a:pt x="952107" y="48115"/>
                </a:lnTo>
                <a:lnTo>
                  <a:pt x="999950" y="64150"/>
                </a:lnTo>
                <a:lnTo>
                  <a:pt x="1042842" y="82038"/>
                </a:lnTo>
                <a:lnTo>
                  <a:pt x="1080343" y="101614"/>
                </a:lnTo>
                <a:lnTo>
                  <a:pt x="1137411" y="145174"/>
                </a:lnTo>
                <a:lnTo>
                  <a:pt x="1167632" y="193518"/>
                </a:lnTo>
                <a:lnTo>
                  <a:pt x="1171575" y="219075"/>
                </a:lnTo>
                <a:lnTo>
                  <a:pt x="1167632" y="244607"/>
                </a:lnTo>
                <a:lnTo>
                  <a:pt x="1137411" y="292925"/>
                </a:lnTo>
                <a:lnTo>
                  <a:pt x="1080343" y="336479"/>
                </a:lnTo>
                <a:lnTo>
                  <a:pt x="1042842" y="356058"/>
                </a:lnTo>
                <a:lnTo>
                  <a:pt x="999950" y="373951"/>
                </a:lnTo>
                <a:lnTo>
                  <a:pt x="952107" y="389994"/>
                </a:lnTo>
                <a:lnTo>
                  <a:pt x="899753" y="404021"/>
                </a:lnTo>
                <a:lnTo>
                  <a:pt x="843328" y="415867"/>
                </a:lnTo>
                <a:lnTo>
                  <a:pt x="783272" y="425368"/>
                </a:lnTo>
                <a:lnTo>
                  <a:pt x="720026" y="432359"/>
                </a:lnTo>
                <a:lnTo>
                  <a:pt x="654030" y="436674"/>
                </a:lnTo>
                <a:lnTo>
                  <a:pt x="585724" y="438150"/>
                </a:lnTo>
                <a:lnTo>
                  <a:pt x="517419" y="436674"/>
                </a:lnTo>
                <a:lnTo>
                  <a:pt x="451428" y="432359"/>
                </a:lnTo>
                <a:lnTo>
                  <a:pt x="388190" y="425368"/>
                </a:lnTo>
                <a:lnTo>
                  <a:pt x="328145" y="415867"/>
                </a:lnTo>
                <a:lnTo>
                  <a:pt x="271732" y="404021"/>
                </a:lnTo>
                <a:lnTo>
                  <a:pt x="219390" y="389994"/>
                </a:lnTo>
                <a:lnTo>
                  <a:pt x="171561" y="373951"/>
                </a:lnTo>
                <a:lnTo>
                  <a:pt x="128682" y="356058"/>
                </a:lnTo>
                <a:lnTo>
                  <a:pt x="91194" y="336479"/>
                </a:lnTo>
                <a:lnTo>
                  <a:pt x="34148" y="292925"/>
                </a:lnTo>
                <a:lnTo>
                  <a:pt x="3940" y="244607"/>
                </a:lnTo>
                <a:lnTo>
                  <a:pt x="0" y="21907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65845" y="2128837"/>
            <a:ext cx="443865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94615">
              <a:lnSpc>
                <a:spcPts val="1280"/>
              </a:lnSpc>
              <a:spcBef>
                <a:spcPts val="200"/>
              </a:spcBef>
            </a:pPr>
            <a:r>
              <a:rPr sz="1100" spc="-25" dirty="0">
                <a:latin typeface="Verdana"/>
                <a:cs typeface="Verdana"/>
              </a:rPr>
              <a:t>Ear </a:t>
            </a:r>
            <a:r>
              <a:rPr sz="1100" spc="-10" dirty="0">
                <a:latin typeface="Verdana"/>
                <a:cs typeface="Verdana"/>
              </a:rPr>
              <a:t>shape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0551" y="2515996"/>
            <a:ext cx="682625" cy="494030"/>
          </a:xfrm>
          <a:custGeom>
            <a:avLst/>
            <a:gdLst/>
            <a:ahLst/>
            <a:cxnLst/>
            <a:rect l="l" t="t" r="r" b="b"/>
            <a:pathLst>
              <a:path w="682625" h="494030">
                <a:moveTo>
                  <a:pt x="440436" y="6731"/>
                </a:moveTo>
                <a:lnTo>
                  <a:pt x="433705" y="0"/>
                </a:lnTo>
                <a:lnTo>
                  <a:pt x="50317" y="385495"/>
                </a:lnTo>
                <a:lnTo>
                  <a:pt x="26670" y="361950"/>
                </a:lnTo>
                <a:lnTo>
                  <a:pt x="0" y="442849"/>
                </a:lnTo>
                <a:lnTo>
                  <a:pt x="80645" y="415671"/>
                </a:lnTo>
                <a:lnTo>
                  <a:pt x="66090" y="401193"/>
                </a:lnTo>
                <a:lnTo>
                  <a:pt x="57061" y="392214"/>
                </a:lnTo>
                <a:lnTo>
                  <a:pt x="440436" y="6731"/>
                </a:lnTo>
                <a:close/>
              </a:path>
              <a:path w="682625" h="494030">
                <a:moveTo>
                  <a:pt x="682117" y="420624"/>
                </a:moveTo>
                <a:lnTo>
                  <a:pt x="648817" y="418020"/>
                </a:lnTo>
                <a:lnTo>
                  <a:pt x="680593" y="13208"/>
                </a:lnTo>
                <a:lnTo>
                  <a:pt x="671195" y="12573"/>
                </a:lnTo>
                <a:lnTo>
                  <a:pt x="639292" y="417271"/>
                </a:lnTo>
                <a:lnTo>
                  <a:pt x="606044" y="414655"/>
                </a:lnTo>
                <a:lnTo>
                  <a:pt x="638048" y="493522"/>
                </a:lnTo>
                <a:lnTo>
                  <a:pt x="676046" y="430657"/>
                </a:lnTo>
                <a:lnTo>
                  <a:pt x="682117" y="420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56118" y="2594292"/>
            <a:ext cx="701040" cy="363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latin typeface="Verdana"/>
                <a:cs typeface="Verdana"/>
              </a:rPr>
              <a:t>Pointy</a:t>
            </a:r>
            <a:endParaRPr sz="800">
              <a:latin typeface="Verdana"/>
              <a:cs typeface="Verdana"/>
            </a:endParaRPr>
          </a:p>
          <a:p>
            <a:pPr marL="339090">
              <a:lnSpc>
                <a:spcPct val="100000"/>
              </a:lnSpc>
              <a:spcBef>
                <a:spcPts val="710"/>
              </a:spcBef>
            </a:pPr>
            <a:r>
              <a:rPr sz="800" spc="-10" dirty="0">
                <a:latin typeface="Verdana"/>
                <a:cs typeface="Verdana"/>
              </a:rPr>
              <a:t>Floppy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4781" y="2777172"/>
            <a:ext cx="27305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0" dirty="0">
                <a:latin typeface="Verdana"/>
                <a:cs typeface="Verdana"/>
              </a:rPr>
              <a:t>Oval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68766" y="2497454"/>
            <a:ext cx="376555" cy="488315"/>
          </a:xfrm>
          <a:custGeom>
            <a:avLst/>
            <a:gdLst/>
            <a:ahLst/>
            <a:cxnLst/>
            <a:rect l="l" t="t" r="r" b="b"/>
            <a:pathLst>
              <a:path w="376554" h="488314">
                <a:moveTo>
                  <a:pt x="326110" y="430316"/>
                </a:moveTo>
                <a:lnTo>
                  <a:pt x="299719" y="450595"/>
                </a:lnTo>
                <a:lnTo>
                  <a:pt x="376300" y="487806"/>
                </a:lnTo>
                <a:lnTo>
                  <a:pt x="367085" y="440436"/>
                </a:lnTo>
                <a:lnTo>
                  <a:pt x="333882" y="440436"/>
                </a:lnTo>
                <a:lnTo>
                  <a:pt x="326110" y="430316"/>
                </a:lnTo>
                <a:close/>
              </a:path>
              <a:path w="376554" h="488314">
                <a:moveTo>
                  <a:pt x="333643" y="424528"/>
                </a:moveTo>
                <a:lnTo>
                  <a:pt x="326110" y="430316"/>
                </a:lnTo>
                <a:lnTo>
                  <a:pt x="333882" y="440436"/>
                </a:lnTo>
                <a:lnTo>
                  <a:pt x="341375" y="434594"/>
                </a:lnTo>
                <a:lnTo>
                  <a:pt x="333643" y="424528"/>
                </a:lnTo>
                <a:close/>
              </a:path>
              <a:path w="376554" h="488314">
                <a:moveTo>
                  <a:pt x="360044" y="404240"/>
                </a:moveTo>
                <a:lnTo>
                  <a:pt x="333643" y="424528"/>
                </a:lnTo>
                <a:lnTo>
                  <a:pt x="341375" y="434594"/>
                </a:lnTo>
                <a:lnTo>
                  <a:pt x="333882" y="440436"/>
                </a:lnTo>
                <a:lnTo>
                  <a:pt x="367085" y="440436"/>
                </a:lnTo>
                <a:lnTo>
                  <a:pt x="360044" y="404240"/>
                </a:lnTo>
                <a:close/>
              </a:path>
              <a:path w="376554" h="488314">
                <a:moveTo>
                  <a:pt x="7492" y="0"/>
                </a:moveTo>
                <a:lnTo>
                  <a:pt x="0" y="5714"/>
                </a:lnTo>
                <a:lnTo>
                  <a:pt x="326110" y="430316"/>
                </a:lnTo>
                <a:lnTo>
                  <a:pt x="333643" y="424528"/>
                </a:lnTo>
                <a:lnTo>
                  <a:pt x="7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1314450"/>
            <a:ext cx="295275" cy="27717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8975" y="1341247"/>
            <a:ext cx="187198" cy="13207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6214" y="1912873"/>
            <a:ext cx="187198" cy="13208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6214" y="3090798"/>
            <a:ext cx="187198" cy="13208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6595">
              <a:lnSpc>
                <a:spcPct val="100000"/>
              </a:lnSpc>
              <a:spcBef>
                <a:spcPts val="105"/>
              </a:spcBef>
            </a:pPr>
            <a:r>
              <a:rPr dirty="0"/>
              <a:t>One</a:t>
            </a:r>
            <a:r>
              <a:rPr spc="-15" dirty="0"/>
              <a:t> </a:t>
            </a:r>
            <a:r>
              <a:rPr dirty="0"/>
              <a:t>hot</a:t>
            </a:r>
            <a:r>
              <a:rPr spc="-35" dirty="0"/>
              <a:t> </a:t>
            </a:r>
            <a:r>
              <a:rPr spc="-10" dirty="0"/>
              <a:t>encoding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39812" y="909700"/>
          <a:ext cx="7395844" cy="323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32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400" strike="sngStrike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1400" strike="sngStrike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trike="sngStrike" spc="-1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Pointy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Floppy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Oval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shape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Whiskers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576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Cat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44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22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3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1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1314450"/>
            <a:ext cx="295275" cy="2771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2595" y="1357375"/>
            <a:ext cx="105410" cy="1320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2416" y="1650364"/>
            <a:ext cx="105410" cy="1320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5504" y="1355216"/>
            <a:ext cx="119761" cy="1206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42510" y="1361947"/>
            <a:ext cx="119887" cy="1205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4903" y="1674114"/>
            <a:ext cx="119761" cy="12026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86025" y="1656079"/>
            <a:ext cx="119887" cy="12065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105"/>
              </a:spcBef>
            </a:pPr>
            <a:r>
              <a:rPr dirty="0"/>
              <a:t>One</a:t>
            </a:r>
            <a:r>
              <a:rPr spc="-15" dirty="0"/>
              <a:t> </a:t>
            </a:r>
            <a:r>
              <a:rPr dirty="0"/>
              <a:t>hot</a:t>
            </a:r>
            <a:r>
              <a:rPr spc="-35" dirty="0"/>
              <a:t> </a:t>
            </a:r>
            <a:r>
              <a:rPr spc="-10" dirty="0"/>
              <a:t>encoding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9405" y="1808479"/>
            <a:ext cx="575627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categorical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feature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take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𝑘</a:t>
            </a:r>
            <a:r>
              <a:rPr sz="2000" spc="33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Verdana"/>
                <a:cs typeface="Verdana"/>
              </a:rPr>
              <a:t>values,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𝑘</a:t>
            </a:r>
            <a:r>
              <a:rPr sz="2000" spc="355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binary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features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(0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valued).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6595">
              <a:lnSpc>
                <a:spcPct val="100000"/>
              </a:lnSpc>
              <a:spcBef>
                <a:spcPts val="105"/>
              </a:spcBef>
            </a:pPr>
            <a:r>
              <a:rPr dirty="0"/>
              <a:t>One</a:t>
            </a:r>
            <a:r>
              <a:rPr spc="-15" dirty="0"/>
              <a:t> </a:t>
            </a:r>
            <a:r>
              <a:rPr dirty="0"/>
              <a:t>hot</a:t>
            </a:r>
            <a:r>
              <a:rPr spc="-35" dirty="0"/>
              <a:t> </a:t>
            </a:r>
            <a:r>
              <a:rPr spc="-10" dirty="0"/>
              <a:t>encoding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39812" y="909700"/>
          <a:ext cx="7395844" cy="323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32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400" strike="sngStrike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1400" strike="sngStrike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trike="sngStrike" spc="-1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Pointy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Floppy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Oval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shape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Whiskers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5760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Cat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44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22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3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trike="sngStrike" spc="-20" dirty="0">
                          <a:latin typeface="Verdana"/>
                          <a:cs typeface="Verdana"/>
                        </a:rPr>
                        <a:t>Oval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1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668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1314450"/>
            <a:ext cx="295275" cy="2771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5472" y="2479167"/>
            <a:ext cx="2609766" cy="2755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2523" y="3587496"/>
            <a:ext cx="2609826" cy="27559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One</a:t>
            </a:r>
            <a:r>
              <a:rPr sz="3200" spc="-70" dirty="0"/>
              <a:t> </a:t>
            </a:r>
            <a:r>
              <a:rPr sz="3200" dirty="0"/>
              <a:t>hot</a:t>
            </a:r>
            <a:r>
              <a:rPr sz="3200" spc="-20" dirty="0"/>
              <a:t> </a:t>
            </a:r>
            <a:r>
              <a:rPr sz="3200" dirty="0"/>
              <a:t>encoding</a:t>
            </a:r>
            <a:r>
              <a:rPr sz="3200" spc="-155" dirty="0"/>
              <a:t> </a:t>
            </a:r>
            <a:r>
              <a:rPr sz="3200" dirty="0"/>
              <a:t>and neural</a:t>
            </a:r>
            <a:r>
              <a:rPr sz="3200" spc="-80" dirty="0"/>
              <a:t> </a:t>
            </a:r>
            <a:r>
              <a:rPr sz="3200" spc="-10" dirty="0"/>
              <a:t>networks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7412" y="938275"/>
          <a:ext cx="7490459" cy="3208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4010">
                <a:tc gridSpan="2"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Pointy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Floppy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ears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shape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2759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Whiskers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2759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Cat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 gridSpan="2"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8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rgbClr val="BCBCBC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365125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8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5125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159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449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100" strike="sngStrike" dirty="0">
                          <a:latin typeface="Verdana"/>
                          <a:cs typeface="Verdana"/>
                        </a:rPr>
                        <a:t>Present</a:t>
                      </a:r>
                      <a:r>
                        <a:rPr sz="1100" strike="noStrike" spc="55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4490" algn="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81635" algn="r">
                        <a:lnSpc>
                          <a:spcPct val="100000"/>
                        </a:lnSpc>
                        <a:spcBef>
                          <a:spcPts val="405"/>
                        </a:spcBef>
                        <a:tabLst>
                          <a:tab pos="622300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00" strike="sngStrike" dirty="0">
                          <a:latin typeface="Verdana"/>
                          <a:cs typeface="Verdana"/>
                        </a:rPr>
                        <a:t>Present</a:t>
                      </a:r>
                      <a:r>
                        <a:rPr sz="1100" strike="noStrike" spc="55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512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81635" algn="r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622300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39115" algn="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616585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Absent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0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449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3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trike="sngStrike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trike="sngStrike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trike="sngStrike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trike="noStrike" spc="2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0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616585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Absent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0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4490" algn="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81635" algn="r">
                        <a:lnSpc>
                          <a:spcPct val="100000"/>
                        </a:lnSpc>
                        <a:spcBef>
                          <a:spcPts val="405"/>
                        </a:spcBef>
                        <a:tabLst>
                          <a:tab pos="622300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ct val="100000"/>
                        </a:lnSpc>
                        <a:spcBef>
                          <a:spcPts val="530"/>
                        </a:spcBef>
                        <a:tabLst>
                          <a:tab pos="616585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Absent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0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4490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1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81635" algn="r">
                        <a:lnSpc>
                          <a:spcPct val="100000"/>
                        </a:lnSpc>
                        <a:spcBef>
                          <a:spcPts val="420"/>
                        </a:spcBef>
                        <a:tabLst>
                          <a:tab pos="622300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616585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Absent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0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640">
                <a:tc gridSpan="2"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381635" algn="r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622300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Round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1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ct val="100000"/>
                        </a:lnSpc>
                        <a:spcBef>
                          <a:spcPts val="280"/>
                        </a:spcBef>
                        <a:tabLst>
                          <a:tab pos="616585" algn="l"/>
                        </a:tabLst>
                      </a:pPr>
                      <a:r>
                        <a:rPr sz="1100" strike="sngStrike" spc="-10" dirty="0">
                          <a:latin typeface="Verdana"/>
                          <a:cs typeface="Verdana"/>
                        </a:rPr>
                        <a:t>Absent</a:t>
                      </a:r>
                      <a:r>
                        <a:rPr sz="1100" strike="noStrike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650" strike="noStrike" spc="-75" baseline="2525" dirty="0">
                          <a:latin typeface="Verdana"/>
                          <a:cs typeface="Verdana"/>
                        </a:rPr>
                        <a:t>0</a:t>
                      </a:r>
                      <a:endParaRPr sz="1650" baseline="2525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46418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9829" y="1924430"/>
            <a:ext cx="105156" cy="1320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0017" y="1369313"/>
            <a:ext cx="105156" cy="13207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292091" y="1432305"/>
            <a:ext cx="574040" cy="31750"/>
          </a:xfrm>
          <a:custGeom>
            <a:avLst/>
            <a:gdLst/>
            <a:ahLst/>
            <a:cxnLst/>
            <a:rect l="l" t="t" r="r" b="b"/>
            <a:pathLst>
              <a:path w="574039" h="31750">
                <a:moveTo>
                  <a:pt x="569687" y="30099"/>
                </a:moveTo>
                <a:lnTo>
                  <a:pt x="425831" y="30099"/>
                </a:lnTo>
                <a:lnTo>
                  <a:pt x="429387" y="30480"/>
                </a:lnTo>
                <a:lnTo>
                  <a:pt x="455675" y="30480"/>
                </a:lnTo>
                <a:lnTo>
                  <a:pt x="460756" y="30861"/>
                </a:lnTo>
                <a:lnTo>
                  <a:pt x="467360" y="30861"/>
                </a:lnTo>
                <a:lnTo>
                  <a:pt x="473456" y="31242"/>
                </a:lnTo>
                <a:lnTo>
                  <a:pt x="480695" y="31242"/>
                </a:lnTo>
                <a:lnTo>
                  <a:pt x="486791" y="31623"/>
                </a:lnTo>
                <a:lnTo>
                  <a:pt x="568198" y="31623"/>
                </a:lnTo>
                <a:lnTo>
                  <a:pt x="569563" y="30226"/>
                </a:lnTo>
                <a:lnTo>
                  <a:pt x="569687" y="30099"/>
                </a:lnTo>
                <a:close/>
              </a:path>
              <a:path w="574039" h="31750">
                <a:moveTo>
                  <a:pt x="573513" y="26183"/>
                </a:moveTo>
                <a:lnTo>
                  <a:pt x="264412" y="26183"/>
                </a:lnTo>
                <a:lnTo>
                  <a:pt x="284225" y="27305"/>
                </a:lnTo>
                <a:lnTo>
                  <a:pt x="306666" y="27713"/>
                </a:lnTo>
                <a:lnTo>
                  <a:pt x="305179" y="27713"/>
                </a:lnTo>
                <a:lnTo>
                  <a:pt x="323723" y="28702"/>
                </a:lnTo>
                <a:lnTo>
                  <a:pt x="341122" y="28702"/>
                </a:lnTo>
                <a:lnTo>
                  <a:pt x="355092" y="29464"/>
                </a:lnTo>
                <a:lnTo>
                  <a:pt x="368300" y="29464"/>
                </a:lnTo>
                <a:lnTo>
                  <a:pt x="378713" y="29845"/>
                </a:lnTo>
                <a:lnTo>
                  <a:pt x="414909" y="29845"/>
                </a:lnTo>
                <a:lnTo>
                  <a:pt x="421386" y="30099"/>
                </a:lnTo>
                <a:lnTo>
                  <a:pt x="422021" y="30226"/>
                </a:lnTo>
                <a:lnTo>
                  <a:pt x="427016" y="30226"/>
                </a:lnTo>
                <a:lnTo>
                  <a:pt x="425831" y="30099"/>
                </a:lnTo>
                <a:lnTo>
                  <a:pt x="569687" y="30099"/>
                </a:lnTo>
                <a:lnTo>
                  <a:pt x="573513" y="26183"/>
                </a:lnTo>
                <a:close/>
              </a:path>
              <a:path w="574039" h="31750">
                <a:moveTo>
                  <a:pt x="265303" y="1524"/>
                </a:moveTo>
                <a:lnTo>
                  <a:pt x="39454" y="1524"/>
                </a:lnTo>
                <a:lnTo>
                  <a:pt x="27940" y="1778"/>
                </a:lnTo>
                <a:lnTo>
                  <a:pt x="5461" y="1778"/>
                </a:lnTo>
                <a:lnTo>
                  <a:pt x="0" y="7366"/>
                </a:lnTo>
                <a:lnTo>
                  <a:pt x="0" y="21082"/>
                </a:lnTo>
                <a:lnTo>
                  <a:pt x="5461" y="26543"/>
                </a:lnTo>
                <a:lnTo>
                  <a:pt x="28448" y="26543"/>
                </a:lnTo>
                <a:lnTo>
                  <a:pt x="44745" y="26183"/>
                </a:lnTo>
                <a:lnTo>
                  <a:pt x="44401" y="26183"/>
                </a:lnTo>
                <a:lnTo>
                  <a:pt x="95250" y="25152"/>
                </a:lnTo>
                <a:lnTo>
                  <a:pt x="94794" y="25152"/>
                </a:lnTo>
                <a:lnTo>
                  <a:pt x="123698" y="24765"/>
                </a:lnTo>
                <a:lnTo>
                  <a:pt x="573659" y="24765"/>
                </a:lnTo>
                <a:lnTo>
                  <a:pt x="573659" y="12446"/>
                </a:lnTo>
                <a:lnTo>
                  <a:pt x="568198" y="6858"/>
                </a:lnTo>
                <a:lnTo>
                  <a:pt x="488315" y="6858"/>
                </a:lnTo>
                <a:lnTo>
                  <a:pt x="482092" y="6477"/>
                </a:lnTo>
                <a:lnTo>
                  <a:pt x="474980" y="6477"/>
                </a:lnTo>
                <a:lnTo>
                  <a:pt x="469843" y="6155"/>
                </a:lnTo>
                <a:lnTo>
                  <a:pt x="461640" y="6155"/>
                </a:lnTo>
                <a:lnTo>
                  <a:pt x="457454" y="5842"/>
                </a:lnTo>
                <a:lnTo>
                  <a:pt x="431927" y="5842"/>
                </a:lnTo>
                <a:lnTo>
                  <a:pt x="428244" y="5461"/>
                </a:lnTo>
                <a:lnTo>
                  <a:pt x="422656" y="5461"/>
                </a:lnTo>
                <a:lnTo>
                  <a:pt x="416179" y="5080"/>
                </a:lnTo>
                <a:lnTo>
                  <a:pt x="379603" y="5080"/>
                </a:lnTo>
                <a:lnTo>
                  <a:pt x="369188" y="4699"/>
                </a:lnTo>
                <a:lnTo>
                  <a:pt x="356362" y="4699"/>
                </a:lnTo>
                <a:lnTo>
                  <a:pt x="342392" y="3937"/>
                </a:lnTo>
                <a:lnTo>
                  <a:pt x="325120" y="3937"/>
                </a:lnTo>
                <a:lnTo>
                  <a:pt x="306070" y="2921"/>
                </a:lnTo>
                <a:lnTo>
                  <a:pt x="285711" y="2550"/>
                </a:lnTo>
                <a:lnTo>
                  <a:pt x="265303" y="1524"/>
                </a:lnTo>
                <a:close/>
              </a:path>
              <a:path w="574039" h="31750">
                <a:moveTo>
                  <a:pt x="573659" y="24765"/>
                </a:moveTo>
                <a:lnTo>
                  <a:pt x="163830" y="24765"/>
                </a:lnTo>
                <a:lnTo>
                  <a:pt x="175184" y="25152"/>
                </a:lnTo>
                <a:lnTo>
                  <a:pt x="181478" y="25152"/>
                </a:lnTo>
                <a:lnTo>
                  <a:pt x="186436" y="25400"/>
                </a:lnTo>
                <a:lnTo>
                  <a:pt x="187325" y="25527"/>
                </a:lnTo>
                <a:lnTo>
                  <a:pt x="233045" y="25527"/>
                </a:lnTo>
                <a:lnTo>
                  <a:pt x="265475" y="26183"/>
                </a:lnTo>
                <a:lnTo>
                  <a:pt x="573659" y="26183"/>
                </a:lnTo>
                <a:lnTo>
                  <a:pt x="573659" y="24765"/>
                </a:lnTo>
                <a:close/>
              </a:path>
              <a:path w="574039" h="31750">
                <a:moveTo>
                  <a:pt x="164719" y="0"/>
                </a:moveTo>
                <a:lnTo>
                  <a:pt x="123571" y="0"/>
                </a:lnTo>
                <a:lnTo>
                  <a:pt x="94996" y="381"/>
                </a:lnTo>
                <a:lnTo>
                  <a:pt x="68580" y="1143"/>
                </a:lnTo>
                <a:lnTo>
                  <a:pt x="33527" y="1524"/>
                </a:lnTo>
                <a:lnTo>
                  <a:pt x="274065" y="1524"/>
                </a:lnTo>
                <a:lnTo>
                  <a:pt x="246634" y="1143"/>
                </a:lnTo>
                <a:lnTo>
                  <a:pt x="233680" y="762"/>
                </a:lnTo>
                <a:lnTo>
                  <a:pt x="188213" y="762"/>
                </a:lnTo>
                <a:lnTo>
                  <a:pt x="183134" y="381"/>
                </a:lnTo>
                <a:lnTo>
                  <a:pt x="175768" y="381"/>
                </a:lnTo>
                <a:lnTo>
                  <a:pt x="164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05604" y="1720214"/>
            <a:ext cx="679450" cy="43815"/>
          </a:xfrm>
          <a:custGeom>
            <a:avLst/>
            <a:gdLst/>
            <a:ahLst/>
            <a:cxnLst/>
            <a:rect l="l" t="t" r="r" b="b"/>
            <a:pathLst>
              <a:path w="679450" h="43814">
                <a:moveTo>
                  <a:pt x="679196" y="24637"/>
                </a:moveTo>
                <a:lnTo>
                  <a:pt x="86360" y="24637"/>
                </a:lnTo>
                <a:lnTo>
                  <a:pt x="194437" y="28321"/>
                </a:lnTo>
                <a:lnTo>
                  <a:pt x="218059" y="29353"/>
                </a:lnTo>
                <a:lnTo>
                  <a:pt x="217676" y="29353"/>
                </a:lnTo>
                <a:lnTo>
                  <a:pt x="238633" y="30734"/>
                </a:lnTo>
                <a:lnTo>
                  <a:pt x="238887" y="30734"/>
                </a:lnTo>
                <a:lnTo>
                  <a:pt x="259715" y="31876"/>
                </a:lnTo>
                <a:lnTo>
                  <a:pt x="344932" y="35179"/>
                </a:lnTo>
                <a:lnTo>
                  <a:pt x="362881" y="35179"/>
                </a:lnTo>
                <a:lnTo>
                  <a:pt x="374523" y="35813"/>
                </a:lnTo>
                <a:lnTo>
                  <a:pt x="392303" y="36575"/>
                </a:lnTo>
                <a:lnTo>
                  <a:pt x="399034" y="36575"/>
                </a:lnTo>
                <a:lnTo>
                  <a:pt x="405892" y="36957"/>
                </a:lnTo>
                <a:lnTo>
                  <a:pt x="455168" y="36957"/>
                </a:lnTo>
                <a:lnTo>
                  <a:pt x="471041" y="37347"/>
                </a:lnTo>
                <a:lnTo>
                  <a:pt x="470661" y="37347"/>
                </a:lnTo>
                <a:lnTo>
                  <a:pt x="539877" y="40132"/>
                </a:lnTo>
                <a:lnTo>
                  <a:pt x="559839" y="40531"/>
                </a:lnTo>
                <a:lnTo>
                  <a:pt x="558926" y="40531"/>
                </a:lnTo>
                <a:lnTo>
                  <a:pt x="574777" y="41291"/>
                </a:lnTo>
                <a:lnTo>
                  <a:pt x="574419" y="41291"/>
                </a:lnTo>
                <a:lnTo>
                  <a:pt x="601218" y="43052"/>
                </a:lnTo>
                <a:lnTo>
                  <a:pt x="610489" y="43434"/>
                </a:lnTo>
                <a:lnTo>
                  <a:pt x="610362" y="43434"/>
                </a:lnTo>
                <a:lnTo>
                  <a:pt x="620077" y="43814"/>
                </a:lnTo>
                <a:lnTo>
                  <a:pt x="673608" y="43814"/>
                </a:lnTo>
                <a:lnTo>
                  <a:pt x="679196" y="38226"/>
                </a:lnTo>
                <a:lnTo>
                  <a:pt x="679196" y="24637"/>
                </a:lnTo>
                <a:close/>
              </a:path>
              <a:path w="679450" h="43814">
                <a:moveTo>
                  <a:pt x="87249" y="0"/>
                </a:moveTo>
                <a:lnTo>
                  <a:pt x="35433" y="0"/>
                </a:lnTo>
                <a:lnTo>
                  <a:pt x="21717" y="254"/>
                </a:lnTo>
                <a:lnTo>
                  <a:pt x="5334" y="888"/>
                </a:lnTo>
                <a:lnTo>
                  <a:pt x="0" y="6731"/>
                </a:lnTo>
                <a:lnTo>
                  <a:pt x="14" y="7112"/>
                </a:lnTo>
                <a:lnTo>
                  <a:pt x="138" y="10413"/>
                </a:lnTo>
                <a:lnTo>
                  <a:pt x="206" y="12192"/>
                </a:lnTo>
                <a:lnTo>
                  <a:pt x="324" y="14732"/>
                </a:lnTo>
                <a:lnTo>
                  <a:pt x="423" y="16510"/>
                </a:lnTo>
                <a:lnTo>
                  <a:pt x="522" y="18287"/>
                </a:lnTo>
                <a:lnTo>
                  <a:pt x="635" y="20320"/>
                </a:lnTo>
                <a:lnTo>
                  <a:pt x="6350" y="25654"/>
                </a:lnTo>
                <a:lnTo>
                  <a:pt x="22479" y="25019"/>
                </a:lnTo>
                <a:lnTo>
                  <a:pt x="36068" y="24637"/>
                </a:lnTo>
                <a:lnTo>
                  <a:pt x="679325" y="24637"/>
                </a:lnTo>
                <a:lnTo>
                  <a:pt x="673608" y="19050"/>
                </a:lnTo>
                <a:lnTo>
                  <a:pt x="618109" y="19050"/>
                </a:lnTo>
                <a:lnTo>
                  <a:pt x="611632" y="18669"/>
                </a:lnTo>
                <a:lnTo>
                  <a:pt x="602488" y="18287"/>
                </a:lnTo>
                <a:lnTo>
                  <a:pt x="602742" y="18287"/>
                </a:lnTo>
                <a:lnTo>
                  <a:pt x="591312" y="17652"/>
                </a:lnTo>
                <a:lnTo>
                  <a:pt x="575818" y="16510"/>
                </a:lnTo>
                <a:lnTo>
                  <a:pt x="559689" y="15748"/>
                </a:lnTo>
                <a:lnTo>
                  <a:pt x="546105" y="15476"/>
                </a:lnTo>
                <a:lnTo>
                  <a:pt x="540633" y="15476"/>
                </a:lnTo>
                <a:lnTo>
                  <a:pt x="471424" y="12573"/>
                </a:lnTo>
                <a:lnTo>
                  <a:pt x="455803" y="12192"/>
                </a:lnTo>
                <a:lnTo>
                  <a:pt x="407162" y="12192"/>
                </a:lnTo>
                <a:lnTo>
                  <a:pt x="400304" y="11811"/>
                </a:lnTo>
                <a:lnTo>
                  <a:pt x="393319" y="11811"/>
                </a:lnTo>
                <a:lnTo>
                  <a:pt x="361823" y="10413"/>
                </a:lnTo>
                <a:lnTo>
                  <a:pt x="345694" y="10413"/>
                </a:lnTo>
                <a:lnTo>
                  <a:pt x="260858" y="7112"/>
                </a:lnTo>
                <a:lnTo>
                  <a:pt x="240157" y="6096"/>
                </a:lnTo>
                <a:lnTo>
                  <a:pt x="219075" y="4699"/>
                </a:lnTo>
                <a:lnTo>
                  <a:pt x="221741" y="4699"/>
                </a:lnTo>
                <a:lnTo>
                  <a:pt x="195453" y="3556"/>
                </a:lnTo>
                <a:lnTo>
                  <a:pt x="8724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38694" y="2002917"/>
            <a:ext cx="479425" cy="31750"/>
          </a:xfrm>
          <a:custGeom>
            <a:avLst/>
            <a:gdLst/>
            <a:ahLst/>
            <a:cxnLst/>
            <a:rect l="l" t="t" r="r" b="b"/>
            <a:pathLst>
              <a:path w="479425" h="31750">
                <a:moveTo>
                  <a:pt x="375545" y="30860"/>
                </a:moveTo>
                <a:lnTo>
                  <a:pt x="321824" y="30860"/>
                </a:lnTo>
                <a:lnTo>
                  <a:pt x="335413" y="31622"/>
                </a:lnTo>
                <a:lnTo>
                  <a:pt x="360495" y="31622"/>
                </a:lnTo>
                <a:lnTo>
                  <a:pt x="366401" y="31241"/>
                </a:lnTo>
                <a:lnTo>
                  <a:pt x="370846" y="31241"/>
                </a:lnTo>
                <a:lnTo>
                  <a:pt x="375545" y="30860"/>
                </a:lnTo>
                <a:close/>
              </a:path>
              <a:path w="479425" h="31750">
                <a:moveTo>
                  <a:pt x="479041" y="26170"/>
                </a:moveTo>
                <a:lnTo>
                  <a:pt x="81794" y="26170"/>
                </a:lnTo>
                <a:lnTo>
                  <a:pt x="114306" y="27305"/>
                </a:lnTo>
                <a:lnTo>
                  <a:pt x="157359" y="27939"/>
                </a:lnTo>
                <a:lnTo>
                  <a:pt x="157105" y="27939"/>
                </a:lnTo>
                <a:lnTo>
                  <a:pt x="177933" y="28701"/>
                </a:lnTo>
                <a:lnTo>
                  <a:pt x="199649" y="29092"/>
                </a:lnTo>
                <a:lnTo>
                  <a:pt x="199142" y="29092"/>
                </a:lnTo>
                <a:lnTo>
                  <a:pt x="220097" y="29844"/>
                </a:lnTo>
                <a:lnTo>
                  <a:pt x="241560" y="29844"/>
                </a:lnTo>
                <a:lnTo>
                  <a:pt x="303155" y="30860"/>
                </a:lnTo>
                <a:lnTo>
                  <a:pt x="438029" y="30860"/>
                </a:lnTo>
                <a:lnTo>
                  <a:pt x="444125" y="31241"/>
                </a:lnTo>
                <a:lnTo>
                  <a:pt x="448951" y="31241"/>
                </a:lnTo>
                <a:lnTo>
                  <a:pt x="454031" y="31622"/>
                </a:lnTo>
                <a:lnTo>
                  <a:pt x="473589" y="31622"/>
                </a:lnTo>
                <a:lnTo>
                  <a:pt x="479041" y="26170"/>
                </a:lnTo>
                <a:close/>
              </a:path>
              <a:path w="479425" h="31750">
                <a:moveTo>
                  <a:pt x="20326" y="0"/>
                </a:moveTo>
                <a:lnTo>
                  <a:pt x="5594" y="0"/>
                </a:lnTo>
                <a:lnTo>
                  <a:pt x="0" y="5724"/>
                </a:lnTo>
                <a:lnTo>
                  <a:pt x="133" y="5724"/>
                </a:lnTo>
                <a:lnTo>
                  <a:pt x="133" y="19176"/>
                </a:lnTo>
                <a:lnTo>
                  <a:pt x="5594" y="24764"/>
                </a:lnTo>
                <a:lnTo>
                  <a:pt x="19691" y="24764"/>
                </a:lnTo>
                <a:lnTo>
                  <a:pt x="51949" y="25781"/>
                </a:lnTo>
                <a:lnTo>
                  <a:pt x="82487" y="26170"/>
                </a:lnTo>
                <a:lnTo>
                  <a:pt x="479177" y="26170"/>
                </a:lnTo>
                <a:lnTo>
                  <a:pt x="479177" y="12445"/>
                </a:lnTo>
                <a:lnTo>
                  <a:pt x="473589" y="6857"/>
                </a:lnTo>
                <a:lnTo>
                  <a:pt x="336810" y="6857"/>
                </a:lnTo>
                <a:lnTo>
                  <a:pt x="323094" y="6095"/>
                </a:lnTo>
                <a:lnTo>
                  <a:pt x="303536" y="6095"/>
                </a:lnTo>
                <a:lnTo>
                  <a:pt x="242068" y="5080"/>
                </a:lnTo>
                <a:lnTo>
                  <a:pt x="220986" y="5080"/>
                </a:lnTo>
                <a:lnTo>
                  <a:pt x="199777" y="4318"/>
                </a:lnTo>
                <a:lnTo>
                  <a:pt x="178695" y="3937"/>
                </a:lnTo>
                <a:lnTo>
                  <a:pt x="157994" y="3301"/>
                </a:lnTo>
                <a:lnTo>
                  <a:pt x="114941" y="2539"/>
                </a:lnTo>
                <a:lnTo>
                  <a:pt x="82302" y="1396"/>
                </a:lnTo>
                <a:lnTo>
                  <a:pt x="52909" y="1145"/>
                </a:lnTo>
                <a:lnTo>
                  <a:pt x="33407" y="381"/>
                </a:lnTo>
                <a:lnTo>
                  <a:pt x="20326" y="0"/>
                </a:lnTo>
                <a:close/>
              </a:path>
              <a:path w="479425" h="31750">
                <a:moveTo>
                  <a:pt x="450729" y="6476"/>
                </a:moveTo>
                <a:lnTo>
                  <a:pt x="364115" y="6476"/>
                </a:lnTo>
                <a:lnTo>
                  <a:pt x="360178" y="6857"/>
                </a:lnTo>
                <a:lnTo>
                  <a:pt x="455809" y="6857"/>
                </a:lnTo>
                <a:lnTo>
                  <a:pt x="450729" y="6476"/>
                </a:lnTo>
                <a:close/>
              </a:path>
              <a:path w="479425" h="31750">
                <a:moveTo>
                  <a:pt x="439426" y="6095"/>
                </a:moveTo>
                <a:lnTo>
                  <a:pt x="373640" y="6095"/>
                </a:lnTo>
                <a:lnTo>
                  <a:pt x="368941" y="6476"/>
                </a:lnTo>
                <a:lnTo>
                  <a:pt x="445522" y="6476"/>
                </a:lnTo>
                <a:lnTo>
                  <a:pt x="439426" y="60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99001" y="2333625"/>
            <a:ext cx="685165" cy="31750"/>
          </a:xfrm>
          <a:custGeom>
            <a:avLst/>
            <a:gdLst/>
            <a:ahLst/>
            <a:cxnLst/>
            <a:rect l="l" t="t" r="r" b="b"/>
            <a:pathLst>
              <a:path w="685164" h="31750">
                <a:moveTo>
                  <a:pt x="627252" y="30352"/>
                </a:moveTo>
                <a:lnTo>
                  <a:pt x="629665" y="30733"/>
                </a:lnTo>
                <a:lnTo>
                  <a:pt x="631444" y="30861"/>
                </a:lnTo>
                <a:lnTo>
                  <a:pt x="650621" y="30861"/>
                </a:lnTo>
                <a:lnTo>
                  <a:pt x="660908" y="31242"/>
                </a:lnTo>
                <a:lnTo>
                  <a:pt x="663956" y="31242"/>
                </a:lnTo>
                <a:lnTo>
                  <a:pt x="667258" y="31495"/>
                </a:lnTo>
                <a:lnTo>
                  <a:pt x="679323" y="31495"/>
                </a:lnTo>
                <a:lnTo>
                  <a:pt x="680362" y="30480"/>
                </a:lnTo>
                <a:lnTo>
                  <a:pt x="628903" y="30480"/>
                </a:lnTo>
                <a:lnTo>
                  <a:pt x="627252" y="30352"/>
                </a:lnTo>
                <a:close/>
              </a:path>
              <a:path w="685164" h="31750">
                <a:moveTo>
                  <a:pt x="684781" y="26162"/>
                </a:moveTo>
                <a:lnTo>
                  <a:pt x="132841" y="26162"/>
                </a:lnTo>
                <a:lnTo>
                  <a:pt x="152400" y="26543"/>
                </a:lnTo>
                <a:lnTo>
                  <a:pt x="173354" y="26543"/>
                </a:lnTo>
                <a:lnTo>
                  <a:pt x="194183" y="26924"/>
                </a:lnTo>
                <a:lnTo>
                  <a:pt x="212598" y="26924"/>
                </a:lnTo>
                <a:lnTo>
                  <a:pt x="230124" y="27177"/>
                </a:lnTo>
                <a:lnTo>
                  <a:pt x="260731" y="27939"/>
                </a:lnTo>
                <a:lnTo>
                  <a:pt x="283337" y="27939"/>
                </a:lnTo>
                <a:lnTo>
                  <a:pt x="304419" y="28320"/>
                </a:lnTo>
                <a:lnTo>
                  <a:pt x="304291" y="28320"/>
                </a:lnTo>
                <a:lnTo>
                  <a:pt x="321945" y="28701"/>
                </a:lnTo>
                <a:lnTo>
                  <a:pt x="335407" y="28701"/>
                </a:lnTo>
                <a:lnTo>
                  <a:pt x="349514" y="29083"/>
                </a:lnTo>
                <a:lnTo>
                  <a:pt x="589960" y="29083"/>
                </a:lnTo>
                <a:lnTo>
                  <a:pt x="593089" y="29337"/>
                </a:lnTo>
                <a:lnTo>
                  <a:pt x="598170" y="29337"/>
                </a:lnTo>
                <a:lnTo>
                  <a:pt x="602869" y="29718"/>
                </a:lnTo>
                <a:lnTo>
                  <a:pt x="608329" y="29718"/>
                </a:lnTo>
                <a:lnTo>
                  <a:pt x="613790" y="30099"/>
                </a:lnTo>
                <a:lnTo>
                  <a:pt x="618871" y="30099"/>
                </a:lnTo>
                <a:lnTo>
                  <a:pt x="623188" y="30480"/>
                </a:lnTo>
                <a:lnTo>
                  <a:pt x="628057" y="30480"/>
                </a:lnTo>
                <a:lnTo>
                  <a:pt x="627252" y="30352"/>
                </a:lnTo>
                <a:lnTo>
                  <a:pt x="680492" y="30352"/>
                </a:lnTo>
                <a:lnTo>
                  <a:pt x="684781" y="26162"/>
                </a:lnTo>
                <a:close/>
              </a:path>
              <a:path w="685164" h="31750">
                <a:moveTo>
                  <a:pt x="680492" y="30352"/>
                </a:moveTo>
                <a:lnTo>
                  <a:pt x="627252" y="30352"/>
                </a:lnTo>
                <a:lnTo>
                  <a:pt x="628903" y="30480"/>
                </a:lnTo>
                <a:lnTo>
                  <a:pt x="680362" y="30480"/>
                </a:lnTo>
                <a:lnTo>
                  <a:pt x="680492" y="30352"/>
                </a:lnTo>
                <a:close/>
              </a:path>
              <a:path w="685164" h="31750">
                <a:moveTo>
                  <a:pt x="6350" y="0"/>
                </a:moveTo>
                <a:lnTo>
                  <a:pt x="508" y="5333"/>
                </a:lnTo>
                <a:lnTo>
                  <a:pt x="0" y="19050"/>
                </a:lnTo>
                <a:lnTo>
                  <a:pt x="5334" y="24764"/>
                </a:lnTo>
                <a:lnTo>
                  <a:pt x="21082" y="25400"/>
                </a:lnTo>
                <a:lnTo>
                  <a:pt x="33527" y="25781"/>
                </a:lnTo>
                <a:lnTo>
                  <a:pt x="55245" y="26162"/>
                </a:lnTo>
                <a:lnTo>
                  <a:pt x="684911" y="26162"/>
                </a:lnTo>
                <a:lnTo>
                  <a:pt x="684911" y="12318"/>
                </a:lnTo>
                <a:lnTo>
                  <a:pt x="679323" y="6857"/>
                </a:lnTo>
                <a:lnTo>
                  <a:pt x="669036" y="6857"/>
                </a:lnTo>
                <a:lnTo>
                  <a:pt x="664083" y="6476"/>
                </a:lnTo>
                <a:lnTo>
                  <a:pt x="658749" y="6476"/>
                </a:lnTo>
                <a:lnTo>
                  <a:pt x="654177" y="6223"/>
                </a:lnTo>
                <a:lnTo>
                  <a:pt x="633222" y="6223"/>
                </a:lnTo>
                <a:lnTo>
                  <a:pt x="631444" y="6095"/>
                </a:lnTo>
                <a:lnTo>
                  <a:pt x="632375" y="6095"/>
                </a:lnTo>
                <a:lnTo>
                  <a:pt x="630682" y="5842"/>
                </a:lnTo>
                <a:lnTo>
                  <a:pt x="628903" y="5714"/>
                </a:lnTo>
                <a:lnTo>
                  <a:pt x="625348" y="5714"/>
                </a:lnTo>
                <a:lnTo>
                  <a:pt x="621029" y="5461"/>
                </a:lnTo>
                <a:lnTo>
                  <a:pt x="620013" y="5333"/>
                </a:lnTo>
                <a:lnTo>
                  <a:pt x="615441" y="5333"/>
                </a:lnTo>
                <a:lnTo>
                  <a:pt x="609981" y="5080"/>
                </a:lnTo>
                <a:lnTo>
                  <a:pt x="604647" y="5080"/>
                </a:lnTo>
                <a:lnTo>
                  <a:pt x="600075" y="4699"/>
                </a:lnTo>
                <a:lnTo>
                  <a:pt x="594994" y="4699"/>
                </a:lnTo>
                <a:lnTo>
                  <a:pt x="590296" y="4318"/>
                </a:lnTo>
                <a:lnTo>
                  <a:pt x="345694" y="4318"/>
                </a:lnTo>
                <a:lnTo>
                  <a:pt x="336423" y="3937"/>
                </a:lnTo>
                <a:lnTo>
                  <a:pt x="322452" y="3937"/>
                </a:lnTo>
                <a:lnTo>
                  <a:pt x="283590" y="3175"/>
                </a:lnTo>
                <a:lnTo>
                  <a:pt x="261365" y="3175"/>
                </a:lnTo>
                <a:lnTo>
                  <a:pt x="213106" y="2158"/>
                </a:lnTo>
                <a:lnTo>
                  <a:pt x="194690" y="2158"/>
                </a:lnTo>
                <a:lnTo>
                  <a:pt x="173736" y="1777"/>
                </a:lnTo>
                <a:lnTo>
                  <a:pt x="152908" y="1777"/>
                </a:lnTo>
                <a:lnTo>
                  <a:pt x="133096" y="1397"/>
                </a:lnTo>
                <a:lnTo>
                  <a:pt x="55499" y="1397"/>
                </a:lnTo>
                <a:lnTo>
                  <a:pt x="34659" y="1027"/>
                </a:lnTo>
                <a:lnTo>
                  <a:pt x="13081" y="381"/>
                </a:lnTo>
                <a:lnTo>
                  <a:pt x="6350" y="0"/>
                </a:lnTo>
                <a:close/>
              </a:path>
              <a:path w="685164" h="31750">
                <a:moveTo>
                  <a:pt x="632375" y="6095"/>
                </a:moveTo>
                <a:lnTo>
                  <a:pt x="631444" y="6095"/>
                </a:lnTo>
                <a:lnTo>
                  <a:pt x="633222" y="6223"/>
                </a:lnTo>
                <a:lnTo>
                  <a:pt x="632375" y="6095"/>
                </a:lnTo>
                <a:close/>
              </a:path>
              <a:path w="685164" h="31750">
                <a:moveTo>
                  <a:pt x="651890" y="6095"/>
                </a:moveTo>
                <a:lnTo>
                  <a:pt x="632375" y="6095"/>
                </a:lnTo>
                <a:lnTo>
                  <a:pt x="633222" y="6223"/>
                </a:lnTo>
                <a:lnTo>
                  <a:pt x="654177" y="6223"/>
                </a:lnTo>
                <a:lnTo>
                  <a:pt x="651890" y="60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8653" y="1668017"/>
            <a:ext cx="119887" cy="1206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430" y="2249170"/>
            <a:ext cx="120015" cy="12052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927216" y="1737614"/>
            <a:ext cx="574040" cy="31750"/>
          </a:xfrm>
          <a:custGeom>
            <a:avLst/>
            <a:gdLst/>
            <a:ahLst/>
            <a:cxnLst/>
            <a:rect l="l" t="t" r="r" b="b"/>
            <a:pathLst>
              <a:path w="574039" h="31750">
                <a:moveTo>
                  <a:pt x="573516" y="26181"/>
                </a:moveTo>
                <a:lnTo>
                  <a:pt x="264413" y="26181"/>
                </a:lnTo>
                <a:lnTo>
                  <a:pt x="284225" y="27177"/>
                </a:lnTo>
                <a:lnTo>
                  <a:pt x="284607" y="27305"/>
                </a:lnTo>
                <a:lnTo>
                  <a:pt x="307641" y="27589"/>
                </a:lnTo>
                <a:lnTo>
                  <a:pt x="305179" y="27589"/>
                </a:lnTo>
                <a:lnTo>
                  <a:pt x="323723" y="28701"/>
                </a:lnTo>
                <a:lnTo>
                  <a:pt x="341122" y="28701"/>
                </a:lnTo>
                <a:lnTo>
                  <a:pt x="358090" y="29473"/>
                </a:lnTo>
                <a:lnTo>
                  <a:pt x="368680" y="29473"/>
                </a:lnTo>
                <a:lnTo>
                  <a:pt x="378713" y="29718"/>
                </a:lnTo>
                <a:lnTo>
                  <a:pt x="414909" y="29718"/>
                </a:lnTo>
                <a:lnTo>
                  <a:pt x="421386" y="30099"/>
                </a:lnTo>
                <a:lnTo>
                  <a:pt x="425831" y="30099"/>
                </a:lnTo>
                <a:lnTo>
                  <a:pt x="429387" y="30480"/>
                </a:lnTo>
                <a:lnTo>
                  <a:pt x="455675" y="30480"/>
                </a:lnTo>
                <a:lnTo>
                  <a:pt x="460756" y="30861"/>
                </a:lnTo>
                <a:lnTo>
                  <a:pt x="467360" y="30861"/>
                </a:lnTo>
                <a:lnTo>
                  <a:pt x="473456" y="31241"/>
                </a:lnTo>
                <a:lnTo>
                  <a:pt x="480695" y="31241"/>
                </a:lnTo>
                <a:lnTo>
                  <a:pt x="489838" y="31623"/>
                </a:lnTo>
                <a:lnTo>
                  <a:pt x="568198" y="31623"/>
                </a:lnTo>
                <a:lnTo>
                  <a:pt x="573516" y="26181"/>
                </a:lnTo>
                <a:close/>
              </a:path>
              <a:path w="574039" h="31750">
                <a:moveTo>
                  <a:pt x="164592" y="0"/>
                </a:moveTo>
                <a:lnTo>
                  <a:pt x="123571" y="0"/>
                </a:lnTo>
                <a:lnTo>
                  <a:pt x="27940" y="1777"/>
                </a:lnTo>
                <a:lnTo>
                  <a:pt x="5461" y="1777"/>
                </a:lnTo>
                <a:lnTo>
                  <a:pt x="0" y="7365"/>
                </a:lnTo>
                <a:lnTo>
                  <a:pt x="0" y="20955"/>
                </a:lnTo>
                <a:lnTo>
                  <a:pt x="5461" y="26543"/>
                </a:lnTo>
                <a:lnTo>
                  <a:pt x="28448" y="26543"/>
                </a:lnTo>
                <a:lnTo>
                  <a:pt x="44853" y="26181"/>
                </a:lnTo>
                <a:lnTo>
                  <a:pt x="44547" y="26181"/>
                </a:lnTo>
                <a:lnTo>
                  <a:pt x="95250" y="25152"/>
                </a:lnTo>
                <a:lnTo>
                  <a:pt x="94794" y="25152"/>
                </a:lnTo>
                <a:lnTo>
                  <a:pt x="123698" y="24764"/>
                </a:lnTo>
                <a:lnTo>
                  <a:pt x="573659" y="24764"/>
                </a:lnTo>
                <a:lnTo>
                  <a:pt x="573659" y="12319"/>
                </a:lnTo>
                <a:lnTo>
                  <a:pt x="568198" y="6858"/>
                </a:lnTo>
                <a:lnTo>
                  <a:pt x="488315" y="6858"/>
                </a:lnTo>
                <a:lnTo>
                  <a:pt x="482092" y="6476"/>
                </a:lnTo>
                <a:lnTo>
                  <a:pt x="474980" y="6476"/>
                </a:lnTo>
                <a:lnTo>
                  <a:pt x="468757" y="6096"/>
                </a:lnTo>
                <a:lnTo>
                  <a:pt x="462534" y="6096"/>
                </a:lnTo>
                <a:lnTo>
                  <a:pt x="459147" y="5841"/>
                </a:lnTo>
                <a:lnTo>
                  <a:pt x="431927" y="5841"/>
                </a:lnTo>
                <a:lnTo>
                  <a:pt x="428244" y="5461"/>
                </a:lnTo>
                <a:lnTo>
                  <a:pt x="422656" y="5461"/>
                </a:lnTo>
                <a:lnTo>
                  <a:pt x="416179" y="5080"/>
                </a:lnTo>
                <a:lnTo>
                  <a:pt x="379603" y="5080"/>
                </a:lnTo>
                <a:lnTo>
                  <a:pt x="369188" y="4699"/>
                </a:lnTo>
                <a:lnTo>
                  <a:pt x="356362" y="4699"/>
                </a:lnTo>
                <a:lnTo>
                  <a:pt x="342392" y="3937"/>
                </a:lnTo>
                <a:lnTo>
                  <a:pt x="325120" y="3937"/>
                </a:lnTo>
                <a:lnTo>
                  <a:pt x="306070" y="2921"/>
                </a:lnTo>
                <a:lnTo>
                  <a:pt x="285676" y="2550"/>
                </a:lnTo>
                <a:lnTo>
                  <a:pt x="265303" y="1397"/>
                </a:lnTo>
                <a:lnTo>
                  <a:pt x="233680" y="762"/>
                </a:lnTo>
                <a:lnTo>
                  <a:pt x="188213" y="762"/>
                </a:lnTo>
                <a:lnTo>
                  <a:pt x="183134" y="381"/>
                </a:lnTo>
                <a:lnTo>
                  <a:pt x="175768" y="381"/>
                </a:lnTo>
                <a:lnTo>
                  <a:pt x="164592" y="0"/>
                </a:lnTo>
                <a:close/>
              </a:path>
              <a:path w="574039" h="31750">
                <a:moveTo>
                  <a:pt x="573659" y="24764"/>
                </a:moveTo>
                <a:lnTo>
                  <a:pt x="163830" y="24764"/>
                </a:lnTo>
                <a:lnTo>
                  <a:pt x="175184" y="25152"/>
                </a:lnTo>
                <a:lnTo>
                  <a:pt x="183130" y="25152"/>
                </a:lnTo>
                <a:lnTo>
                  <a:pt x="186436" y="25400"/>
                </a:lnTo>
                <a:lnTo>
                  <a:pt x="233045" y="25400"/>
                </a:lnTo>
                <a:lnTo>
                  <a:pt x="265338" y="26181"/>
                </a:lnTo>
                <a:lnTo>
                  <a:pt x="573659" y="26181"/>
                </a:lnTo>
                <a:lnTo>
                  <a:pt x="573659" y="247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0965" y="1368805"/>
            <a:ext cx="742441" cy="13207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950965" y="2012695"/>
            <a:ext cx="574040" cy="31750"/>
          </a:xfrm>
          <a:custGeom>
            <a:avLst/>
            <a:gdLst/>
            <a:ahLst/>
            <a:cxnLst/>
            <a:rect l="l" t="t" r="r" b="b"/>
            <a:pathLst>
              <a:path w="574040" h="31750">
                <a:moveTo>
                  <a:pt x="573512" y="26181"/>
                </a:moveTo>
                <a:lnTo>
                  <a:pt x="264413" y="26181"/>
                </a:lnTo>
                <a:lnTo>
                  <a:pt x="284225" y="27178"/>
                </a:lnTo>
                <a:lnTo>
                  <a:pt x="306666" y="27586"/>
                </a:lnTo>
                <a:lnTo>
                  <a:pt x="305179" y="27586"/>
                </a:lnTo>
                <a:lnTo>
                  <a:pt x="326104" y="28702"/>
                </a:lnTo>
                <a:lnTo>
                  <a:pt x="343450" y="28702"/>
                </a:lnTo>
                <a:lnTo>
                  <a:pt x="355092" y="29337"/>
                </a:lnTo>
                <a:lnTo>
                  <a:pt x="368300" y="29337"/>
                </a:lnTo>
                <a:lnTo>
                  <a:pt x="378713" y="29718"/>
                </a:lnTo>
                <a:lnTo>
                  <a:pt x="414909" y="29718"/>
                </a:lnTo>
                <a:lnTo>
                  <a:pt x="421386" y="30099"/>
                </a:lnTo>
                <a:lnTo>
                  <a:pt x="427016" y="30099"/>
                </a:lnTo>
                <a:lnTo>
                  <a:pt x="430572" y="30480"/>
                </a:lnTo>
                <a:lnTo>
                  <a:pt x="455675" y="30480"/>
                </a:lnTo>
                <a:lnTo>
                  <a:pt x="463900" y="30891"/>
                </a:lnTo>
                <a:lnTo>
                  <a:pt x="469875" y="30891"/>
                </a:lnTo>
                <a:lnTo>
                  <a:pt x="473456" y="31115"/>
                </a:lnTo>
                <a:lnTo>
                  <a:pt x="480695" y="31115"/>
                </a:lnTo>
                <a:lnTo>
                  <a:pt x="486791" y="31496"/>
                </a:lnTo>
                <a:lnTo>
                  <a:pt x="568198" y="31496"/>
                </a:lnTo>
                <a:lnTo>
                  <a:pt x="573512" y="26181"/>
                </a:lnTo>
                <a:close/>
              </a:path>
              <a:path w="574040" h="31750">
                <a:moveTo>
                  <a:pt x="183134" y="381"/>
                </a:moveTo>
                <a:lnTo>
                  <a:pt x="90593" y="381"/>
                </a:lnTo>
                <a:lnTo>
                  <a:pt x="68580" y="1016"/>
                </a:lnTo>
                <a:lnTo>
                  <a:pt x="27939" y="1778"/>
                </a:lnTo>
                <a:lnTo>
                  <a:pt x="5461" y="1778"/>
                </a:lnTo>
                <a:lnTo>
                  <a:pt x="0" y="7239"/>
                </a:lnTo>
                <a:lnTo>
                  <a:pt x="0" y="20955"/>
                </a:lnTo>
                <a:lnTo>
                  <a:pt x="5461" y="26543"/>
                </a:lnTo>
                <a:lnTo>
                  <a:pt x="28448" y="26543"/>
                </a:lnTo>
                <a:lnTo>
                  <a:pt x="44853" y="26181"/>
                </a:lnTo>
                <a:lnTo>
                  <a:pt x="44547" y="26181"/>
                </a:lnTo>
                <a:lnTo>
                  <a:pt x="69087" y="25781"/>
                </a:lnTo>
                <a:lnTo>
                  <a:pt x="95250" y="25026"/>
                </a:lnTo>
                <a:lnTo>
                  <a:pt x="94703" y="25026"/>
                </a:lnTo>
                <a:lnTo>
                  <a:pt x="123698" y="24637"/>
                </a:lnTo>
                <a:lnTo>
                  <a:pt x="573659" y="24637"/>
                </a:lnTo>
                <a:lnTo>
                  <a:pt x="573659" y="12318"/>
                </a:lnTo>
                <a:lnTo>
                  <a:pt x="568322" y="6858"/>
                </a:lnTo>
                <a:lnTo>
                  <a:pt x="488314" y="6858"/>
                </a:lnTo>
                <a:lnTo>
                  <a:pt x="482092" y="6477"/>
                </a:lnTo>
                <a:lnTo>
                  <a:pt x="474980" y="6477"/>
                </a:lnTo>
                <a:lnTo>
                  <a:pt x="468884" y="6096"/>
                </a:lnTo>
                <a:lnTo>
                  <a:pt x="462534" y="6096"/>
                </a:lnTo>
                <a:lnTo>
                  <a:pt x="457454" y="5715"/>
                </a:lnTo>
                <a:lnTo>
                  <a:pt x="431926" y="5715"/>
                </a:lnTo>
                <a:lnTo>
                  <a:pt x="428244" y="5461"/>
                </a:lnTo>
                <a:lnTo>
                  <a:pt x="424814" y="5461"/>
                </a:lnTo>
                <a:lnTo>
                  <a:pt x="416179" y="4953"/>
                </a:lnTo>
                <a:lnTo>
                  <a:pt x="379603" y="4953"/>
                </a:lnTo>
                <a:lnTo>
                  <a:pt x="371706" y="4664"/>
                </a:lnTo>
                <a:lnTo>
                  <a:pt x="355721" y="4664"/>
                </a:lnTo>
                <a:lnTo>
                  <a:pt x="342392" y="3937"/>
                </a:lnTo>
                <a:lnTo>
                  <a:pt x="325120" y="3937"/>
                </a:lnTo>
                <a:lnTo>
                  <a:pt x="306070" y="2793"/>
                </a:lnTo>
                <a:lnTo>
                  <a:pt x="290895" y="2518"/>
                </a:lnTo>
                <a:lnTo>
                  <a:pt x="285109" y="2518"/>
                </a:lnTo>
                <a:lnTo>
                  <a:pt x="265303" y="1397"/>
                </a:lnTo>
                <a:lnTo>
                  <a:pt x="233680" y="635"/>
                </a:lnTo>
                <a:lnTo>
                  <a:pt x="188213" y="635"/>
                </a:lnTo>
                <a:lnTo>
                  <a:pt x="183134" y="381"/>
                </a:lnTo>
                <a:close/>
              </a:path>
              <a:path w="574040" h="31750">
                <a:moveTo>
                  <a:pt x="573659" y="24637"/>
                </a:moveTo>
                <a:lnTo>
                  <a:pt x="163830" y="24637"/>
                </a:lnTo>
                <a:lnTo>
                  <a:pt x="175220" y="25026"/>
                </a:lnTo>
                <a:lnTo>
                  <a:pt x="181453" y="25026"/>
                </a:lnTo>
                <a:lnTo>
                  <a:pt x="186436" y="25400"/>
                </a:lnTo>
                <a:lnTo>
                  <a:pt x="233045" y="25400"/>
                </a:lnTo>
                <a:lnTo>
                  <a:pt x="265338" y="26181"/>
                </a:lnTo>
                <a:lnTo>
                  <a:pt x="573659" y="26181"/>
                </a:lnTo>
                <a:lnTo>
                  <a:pt x="573659" y="24637"/>
                </a:lnTo>
                <a:close/>
              </a:path>
              <a:path w="574040" h="31750">
                <a:moveTo>
                  <a:pt x="568198" y="6731"/>
                </a:moveTo>
                <a:lnTo>
                  <a:pt x="486240" y="6731"/>
                </a:lnTo>
                <a:lnTo>
                  <a:pt x="488314" y="6858"/>
                </a:lnTo>
                <a:lnTo>
                  <a:pt x="568322" y="6858"/>
                </a:lnTo>
                <a:lnTo>
                  <a:pt x="568198" y="6731"/>
                </a:lnTo>
                <a:close/>
              </a:path>
              <a:path w="574040" h="31750">
                <a:moveTo>
                  <a:pt x="164719" y="0"/>
                </a:moveTo>
                <a:lnTo>
                  <a:pt x="123571" y="0"/>
                </a:lnTo>
                <a:lnTo>
                  <a:pt x="80708" y="381"/>
                </a:lnTo>
                <a:lnTo>
                  <a:pt x="181292" y="381"/>
                </a:lnTo>
                <a:lnTo>
                  <a:pt x="164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96126" y="1954148"/>
            <a:ext cx="119888" cy="1206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99935" y="1645666"/>
            <a:ext cx="105410" cy="1320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750" y="1314450"/>
            <a:ext cx="295275" cy="27717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6909" y="1291463"/>
            <a:ext cx="6051130" cy="27558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3919854" y="1583435"/>
            <a:ext cx="3903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50" dirty="0">
                <a:solidFill>
                  <a:srgbClr val="8C1515"/>
                </a:solidFill>
                <a:latin typeface="Lucida Sans Unicode"/>
                <a:cs typeface="Lucida Sans Unicode"/>
              </a:rPr>
              <a:t>Decision</a:t>
            </a:r>
            <a:r>
              <a:rPr sz="2700" spc="-270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10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-10" dirty="0">
                <a:solidFill>
                  <a:srgbClr val="8C1515"/>
                </a:solidFill>
                <a:latin typeface="Lucida Sans Unicode"/>
                <a:cs typeface="Lucida Sans Unicode"/>
              </a:rPr>
              <a:t>Learning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2109" y="3124835"/>
            <a:ext cx="50342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65" dirty="0">
                <a:solidFill>
                  <a:srgbClr val="585858"/>
                </a:solidFill>
                <a:latin typeface="Arial Black"/>
                <a:cs typeface="Arial Black"/>
              </a:rPr>
              <a:t>Continuous</a:t>
            </a:r>
            <a:r>
              <a:rPr sz="2750" spc="-14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40" dirty="0">
                <a:solidFill>
                  <a:srgbClr val="585858"/>
                </a:solidFill>
                <a:latin typeface="Arial Black"/>
                <a:cs typeface="Arial Black"/>
              </a:rPr>
              <a:t>valued</a:t>
            </a:r>
            <a:r>
              <a:rPr sz="2750" spc="-19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80" dirty="0">
                <a:solidFill>
                  <a:srgbClr val="585858"/>
                </a:solidFill>
                <a:latin typeface="Arial Black"/>
                <a:cs typeface="Arial Black"/>
              </a:rPr>
              <a:t>features</a:t>
            </a:r>
            <a:endParaRPr sz="2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084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spc="-80" dirty="0"/>
              <a:t> </a:t>
            </a:r>
            <a:r>
              <a:rPr spc="-10" dirty="0"/>
              <a:t>features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23937" y="1042924"/>
          <a:ext cx="7406640" cy="3046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R="184785" algn="ctr">
                        <a:lnSpc>
                          <a:spcPts val="1195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14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ts val="1195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ts val="1390"/>
                        </a:lnSpc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Whiskers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1265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Weight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(lbs.)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8290" algn="r">
                        <a:lnSpc>
                          <a:spcPts val="1195"/>
                        </a:lnSpc>
                      </a:pPr>
                      <a:r>
                        <a:rPr sz="1400" spc="-25" dirty="0">
                          <a:latin typeface="Verdana"/>
                          <a:cs typeface="Verdana"/>
                        </a:rPr>
                        <a:t>Cat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7.2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9588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8.8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9588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15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366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9.2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219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22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8.4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7.6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11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10.2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18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20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8174" y="673354"/>
            <a:ext cx="315112" cy="266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95325" y="1257300"/>
            <a:ext cx="295275" cy="2886075"/>
            <a:chOff x="695325" y="1257300"/>
            <a:chExt cx="295275" cy="28860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5" y="1552575"/>
              <a:ext cx="295275" cy="295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25" y="1857375"/>
              <a:ext cx="295275" cy="2571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325" y="2124075"/>
              <a:ext cx="295275" cy="3333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325" y="2466975"/>
              <a:ext cx="295275" cy="257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5325" y="2733675"/>
              <a:ext cx="295275" cy="266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5325" y="3009900"/>
              <a:ext cx="295275" cy="2857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4375" y="3305175"/>
              <a:ext cx="257175" cy="2762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325" y="3590925"/>
              <a:ext cx="295275" cy="552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5325" y="1257300"/>
              <a:ext cx="285750" cy="28575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050" y="1000125"/>
            <a:ext cx="3190875" cy="2247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5"/>
              </a:spcBef>
            </a:pPr>
            <a:r>
              <a:rPr dirty="0"/>
              <a:t>Splitting</a:t>
            </a:r>
            <a:r>
              <a:rPr spc="-65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continuous</a:t>
            </a:r>
            <a:r>
              <a:rPr spc="1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1577" y="1078547"/>
            <a:ext cx="27305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latin typeface="Verdana"/>
                <a:cs typeface="Verdana"/>
              </a:rPr>
              <a:t>Cat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810" y="2834957"/>
            <a:ext cx="610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Not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Cat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9795" y="2820352"/>
            <a:ext cx="10464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Weight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(lbs.)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57451" y="1052575"/>
            <a:ext cx="0" cy="1994535"/>
          </a:xfrm>
          <a:custGeom>
            <a:avLst/>
            <a:gdLst/>
            <a:ahLst/>
            <a:cxnLst/>
            <a:rect l="l" t="t" r="r" b="b"/>
            <a:pathLst>
              <a:path h="1994535">
                <a:moveTo>
                  <a:pt x="0" y="0"/>
                </a:moveTo>
                <a:lnTo>
                  <a:pt x="0" y="1994027"/>
                </a:lnTo>
              </a:path>
            </a:pathLst>
          </a:custGeom>
          <a:ln w="12700">
            <a:solidFill>
              <a:srgbClr val="007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61211" y="3338829"/>
            <a:ext cx="56134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070C0"/>
                </a:solidFill>
                <a:latin typeface="Cambria Math"/>
                <a:cs typeface="Cambria Math"/>
              </a:rPr>
              <a:t>H(0.5)</a:t>
            </a:r>
            <a:r>
              <a:rPr sz="1100" spc="-30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54936" y="3226307"/>
            <a:ext cx="1417320" cy="422275"/>
          </a:xfrm>
          <a:custGeom>
            <a:avLst/>
            <a:gdLst/>
            <a:ahLst/>
            <a:cxnLst/>
            <a:rect l="l" t="t" r="r" b="b"/>
            <a:pathLst>
              <a:path w="1417320" h="422275">
                <a:moveTo>
                  <a:pt x="71374" y="4953"/>
                </a:moveTo>
                <a:lnTo>
                  <a:pt x="38811" y="36664"/>
                </a:lnTo>
                <a:lnTo>
                  <a:pt x="17653" y="84836"/>
                </a:lnTo>
                <a:lnTo>
                  <a:pt x="4394" y="143217"/>
                </a:lnTo>
                <a:lnTo>
                  <a:pt x="0" y="210820"/>
                </a:lnTo>
                <a:lnTo>
                  <a:pt x="1028" y="244106"/>
                </a:lnTo>
                <a:lnTo>
                  <a:pt x="9906" y="309372"/>
                </a:lnTo>
                <a:lnTo>
                  <a:pt x="27368" y="362953"/>
                </a:lnTo>
                <a:lnTo>
                  <a:pt x="51993" y="405345"/>
                </a:lnTo>
                <a:lnTo>
                  <a:pt x="66929" y="422275"/>
                </a:lnTo>
                <a:lnTo>
                  <a:pt x="71374" y="417322"/>
                </a:lnTo>
                <a:lnTo>
                  <a:pt x="58051" y="400164"/>
                </a:lnTo>
                <a:lnTo>
                  <a:pt x="46507" y="380276"/>
                </a:lnTo>
                <a:lnTo>
                  <a:pt x="28702" y="332359"/>
                </a:lnTo>
                <a:lnTo>
                  <a:pt x="17843" y="275374"/>
                </a:lnTo>
                <a:lnTo>
                  <a:pt x="14224" y="210947"/>
                </a:lnTo>
                <a:lnTo>
                  <a:pt x="15125" y="178028"/>
                </a:lnTo>
                <a:lnTo>
                  <a:pt x="22364" y="117500"/>
                </a:lnTo>
                <a:lnTo>
                  <a:pt x="36715" y="64604"/>
                </a:lnTo>
                <a:lnTo>
                  <a:pt x="58051" y="22123"/>
                </a:lnTo>
                <a:lnTo>
                  <a:pt x="71374" y="4953"/>
                </a:lnTo>
                <a:close/>
              </a:path>
              <a:path w="1417320" h="422275">
                <a:moveTo>
                  <a:pt x="226949" y="213868"/>
                </a:moveTo>
                <a:lnTo>
                  <a:pt x="74549" y="213868"/>
                </a:lnTo>
                <a:lnTo>
                  <a:pt x="74549" y="223393"/>
                </a:lnTo>
                <a:lnTo>
                  <a:pt x="226949" y="223393"/>
                </a:lnTo>
                <a:lnTo>
                  <a:pt x="226949" y="213868"/>
                </a:lnTo>
                <a:close/>
              </a:path>
              <a:path w="1417320" h="422275">
                <a:moveTo>
                  <a:pt x="456692" y="34163"/>
                </a:moveTo>
                <a:lnTo>
                  <a:pt x="427697" y="59537"/>
                </a:lnTo>
                <a:lnTo>
                  <a:pt x="407924" y="102108"/>
                </a:lnTo>
                <a:lnTo>
                  <a:pt x="395236" y="153657"/>
                </a:lnTo>
                <a:lnTo>
                  <a:pt x="391033" y="210820"/>
                </a:lnTo>
                <a:lnTo>
                  <a:pt x="392036" y="238620"/>
                </a:lnTo>
                <a:lnTo>
                  <a:pt x="392074" y="239763"/>
                </a:lnTo>
                <a:lnTo>
                  <a:pt x="400507" y="294055"/>
                </a:lnTo>
                <a:lnTo>
                  <a:pt x="417055" y="342531"/>
                </a:lnTo>
                <a:lnTo>
                  <a:pt x="439813" y="379437"/>
                </a:lnTo>
                <a:lnTo>
                  <a:pt x="453390" y="393192"/>
                </a:lnTo>
                <a:lnTo>
                  <a:pt x="456692" y="388112"/>
                </a:lnTo>
                <a:lnTo>
                  <a:pt x="445020" y="374065"/>
                </a:lnTo>
                <a:lnTo>
                  <a:pt x="434784" y="357225"/>
                </a:lnTo>
                <a:lnTo>
                  <a:pt x="418592" y="315087"/>
                </a:lnTo>
                <a:lnTo>
                  <a:pt x="408470" y="265214"/>
                </a:lnTo>
                <a:lnTo>
                  <a:pt x="406069" y="239763"/>
                </a:lnTo>
                <a:lnTo>
                  <a:pt x="405955" y="238620"/>
                </a:lnTo>
                <a:lnTo>
                  <a:pt x="405130" y="210947"/>
                </a:lnTo>
                <a:lnTo>
                  <a:pt x="405955" y="182689"/>
                </a:lnTo>
                <a:lnTo>
                  <a:pt x="408470" y="155803"/>
                </a:lnTo>
                <a:lnTo>
                  <a:pt x="418592" y="106172"/>
                </a:lnTo>
                <a:lnTo>
                  <a:pt x="434784" y="64744"/>
                </a:lnTo>
                <a:lnTo>
                  <a:pt x="445020" y="48094"/>
                </a:lnTo>
                <a:lnTo>
                  <a:pt x="456692" y="34163"/>
                </a:lnTo>
                <a:close/>
              </a:path>
              <a:path w="1417320" h="422275">
                <a:moveTo>
                  <a:pt x="541274" y="213868"/>
                </a:moveTo>
                <a:lnTo>
                  <a:pt x="465074" y="213868"/>
                </a:lnTo>
                <a:lnTo>
                  <a:pt x="465074" y="223393"/>
                </a:lnTo>
                <a:lnTo>
                  <a:pt x="541274" y="223393"/>
                </a:lnTo>
                <a:lnTo>
                  <a:pt x="541274" y="213868"/>
                </a:lnTo>
                <a:close/>
              </a:path>
              <a:path w="1417320" h="422275">
                <a:moveTo>
                  <a:pt x="611492" y="210947"/>
                </a:moveTo>
                <a:lnTo>
                  <a:pt x="610489" y="182689"/>
                </a:lnTo>
                <a:lnTo>
                  <a:pt x="610450" y="181533"/>
                </a:lnTo>
                <a:lnTo>
                  <a:pt x="607288" y="153657"/>
                </a:lnTo>
                <a:lnTo>
                  <a:pt x="594614" y="102108"/>
                </a:lnTo>
                <a:lnTo>
                  <a:pt x="574827" y="59537"/>
                </a:lnTo>
                <a:lnTo>
                  <a:pt x="549148" y="28956"/>
                </a:lnTo>
                <a:lnTo>
                  <a:pt x="545846" y="34163"/>
                </a:lnTo>
                <a:lnTo>
                  <a:pt x="557441" y="48094"/>
                </a:lnTo>
                <a:lnTo>
                  <a:pt x="567651" y="64744"/>
                </a:lnTo>
                <a:lnTo>
                  <a:pt x="583946" y="106172"/>
                </a:lnTo>
                <a:lnTo>
                  <a:pt x="594055" y="155803"/>
                </a:lnTo>
                <a:lnTo>
                  <a:pt x="596455" y="181533"/>
                </a:lnTo>
                <a:lnTo>
                  <a:pt x="596569" y="182689"/>
                </a:lnTo>
                <a:lnTo>
                  <a:pt x="597395" y="210820"/>
                </a:lnTo>
                <a:lnTo>
                  <a:pt x="596569" y="238620"/>
                </a:lnTo>
                <a:lnTo>
                  <a:pt x="594067" y="265214"/>
                </a:lnTo>
                <a:lnTo>
                  <a:pt x="584073" y="315087"/>
                </a:lnTo>
                <a:lnTo>
                  <a:pt x="567766" y="357225"/>
                </a:lnTo>
                <a:lnTo>
                  <a:pt x="545846" y="388112"/>
                </a:lnTo>
                <a:lnTo>
                  <a:pt x="549148" y="393192"/>
                </a:lnTo>
                <a:lnTo>
                  <a:pt x="574827" y="362546"/>
                </a:lnTo>
                <a:lnTo>
                  <a:pt x="594614" y="319405"/>
                </a:lnTo>
                <a:lnTo>
                  <a:pt x="607288" y="267500"/>
                </a:lnTo>
                <a:lnTo>
                  <a:pt x="610450" y="239763"/>
                </a:lnTo>
                <a:lnTo>
                  <a:pt x="611492" y="210947"/>
                </a:lnTo>
                <a:close/>
              </a:path>
              <a:path w="1417320" h="422275">
                <a:moveTo>
                  <a:pt x="931799" y="213868"/>
                </a:moveTo>
                <a:lnTo>
                  <a:pt x="779399" y="213868"/>
                </a:lnTo>
                <a:lnTo>
                  <a:pt x="779399" y="223393"/>
                </a:lnTo>
                <a:lnTo>
                  <a:pt x="931799" y="223393"/>
                </a:lnTo>
                <a:lnTo>
                  <a:pt x="931799" y="213868"/>
                </a:lnTo>
                <a:close/>
              </a:path>
              <a:path w="1417320" h="422275">
                <a:moveTo>
                  <a:pt x="1171067" y="34163"/>
                </a:moveTo>
                <a:lnTo>
                  <a:pt x="1142072" y="59537"/>
                </a:lnTo>
                <a:lnTo>
                  <a:pt x="1122299" y="102108"/>
                </a:lnTo>
                <a:lnTo>
                  <a:pt x="1109611" y="153657"/>
                </a:lnTo>
                <a:lnTo>
                  <a:pt x="1105408" y="210820"/>
                </a:lnTo>
                <a:lnTo>
                  <a:pt x="1106411" y="238620"/>
                </a:lnTo>
                <a:lnTo>
                  <a:pt x="1106449" y="239763"/>
                </a:lnTo>
                <a:lnTo>
                  <a:pt x="1114882" y="294055"/>
                </a:lnTo>
                <a:lnTo>
                  <a:pt x="1131430" y="342531"/>
                </a:lnTo>
                <a:lnTo>
                  <a:pt x="1154188" y="379437"/>
                </a:lnTo>
                <a:lnTo>
                  <a:pt x="1167765" y="393192"/>
                </a:lnTo>
                <a:lnTo>
                  <a:pt x="1171067" y="388112"/>
                </a:lnTo>
                <a:lnTo>
                  <a:pt x="1159395" y="374065"/>
                </a:lnTo>
                <a:lnTo>
                  <a:pt x="1149159" y="357225"/>
                </a:lnTo>
                <a:lnTo>
                  <a:pt x="1132967" y="315087"/>
                </a:lnTo>
                <a:lnTo>
                  <a:pt x="1122845" y="265214"/>
                </a:lnTo>
                <a:lnTo>
                  <a:pt x="1120444" y="239763"/>
                </a:lnTo>
                <a:lnTo>
                  <a:pt x="1120330" y="238620"/>
                </a:lnTo>
                <a:lnTo>
                  <a:pt x="1119492" y="210947"/>
                </a:lnTo>
                <a:lnTo>
                  <a:pt x="1120330" y="182689"/>
                </a:lnTo>
                <a:lnTo>
                  <a:pt x="1122845" y="155803"/>
                </a:lnTo>
                <a:lnTo>
                  <a:pt x="1132967" y="106172"/>
                </a:lnTo>
                <a:lnTo>
                  <a:pt x="1149159" y="64744"/>
                </a:lnTo>
                <a:lnTo>
                  <a:pt x="1159395" y="48094"/>
                </a:lnTo>
                <a:lnTo>
                  <a:pt x="1171067" y="34163"/>
                </a:lnTo>
                <a:close/>
              </a:path>
              <a:path w="1417320" h="422275">
                <a:moveTo>
                  <a:pt x="1255649" y="213868"/>
                </a:moveTo>
                <a:lnTo>
                  <a:pt x="1179449" y="213868"/>
                </a:lnTo>
                <a:lnTo>
                  <a:pt x="1179449" y="223393"/>
                </a:lnTo>
                <a:lnTo>
                  <a:pt x="1255649" y="223393"/>
                </a:lnTo>
                <a:lnTo>
                  <a:pt x="1255649" y="213868"/>
                </a:lnTo>
                <a:close/>
              </a:path>
              <a:path w="1417320" h="422275">
                <a:moveTo>
                  <a:pt x="1325867" y="210947"/>
                </a:moveTo>
                <a:lnTo>
                  <a:pt x="1324864" y="182689"/>
                </a:lnTo>
                <a:lnTo>
                  <a:pt x="1324825" y="181533"/>
                </a:lnTo>
                <a:lnTo>
                  <a:pt x="1321663" y="153657"/>
                </a:lnTo>
                <a:lnTo>
                  <a:pt x="1308989" y="102108"/>
                </a:lnTo>
                <a:lnTo>
                  <a:pt x="1289202" y="59537"/>
                </a:lnTo>
                <a:lnTo>
                  <a:pt x="1263523" y="28956"/>
                </a:lnTo>
                <a:lnTo>
                  <a:pt x="1260221" y="34163"/>
                </a:lnTo>
                <a:lnTo>
                  <a:pt x="1271816" y="48094"/>
                </a:lnTo>
                <a:lnTo>
                  <a:pt x="1282026" y="64744"/>
                </a:lnTo>
                <a:lnTo>
                  <a:pt x="1298321" y="106172"/>
                </a:lnTo>
                <a:lnTo>
                  <a:pt x="1308430" y="155803"/>
                </a:lnTo>
                <a:lnTo>
                  <a:pt x="1310830" y="181533"/>
                </a:lnTo>
                <a:lnTo>
                  <a:pt x="1310944" y="182689"/>
                </a:lnTo>
                <a:lnTo>
                  <a:pt x="1311770" y="210820"/>
                </a:lnTo>
                <a:lnTo>
                  <a:pt x="1310944" y="238620"/>
                </a:lnTo>
                <a:lnTo>
                  <a:pt x="1308442" y="265214"/>
                </a:lnTo>
                <a:lnTo>
                  <a:pt x="1298448" y="315087"/>
                </a:lnTo>
                <a:lnTo>
                  <a:pt x="1282141" y="357225"/>
                </a:lnTo>
                <a:lnTo>
                  <a:pt x="1260221" y="388112"/>
                </a:lnTo>
                <a:lnTo>
                  <a:pt x="1263523" y="393192"/>
                </a:lnTo>
                <a:lnTo>
                  <a:pt x="1289202" y="362546"/>
                </a:lnTo>
                <a:lnTo>
                  <a:pt x="1308989" y="319405"/>
                </a:lnTo>
                <a:lnTo>
                  <a:pt x="1321663" y="267500"/>
                </a:lnTo>
                <a:lnTo>
                  <a:pt x="1324825" y="239763"/>
                </a:lnTo>
                <a:lnTo>
                  <a:pt x="1325867" y="210947"/>
                </a:lnTo>
                <a:close/>
              </a:path>
              <a:path w="1417320" h="422275">
                <a:moveTo>
                  <a:pt x="1417307" y="210947"/>
                </a:moveTo>
                <a:lnTo>
                  <a:pt x="1416265" y="178028"/>
                </a:lnTo>
                <a:lnTo>
                  <a:pt x="1416202" y="175869"/>
                </a:lnTo>
                <a:lnTo>
                  <a:pt x="1412849" y="143217"/>
                </a:lnTo>
                <a:lnTo>
                  <a:pt x="1399540" y="84836"/>
                </a:lnTo>
                <a:lnTo>
                  <a:pt x="1378394" y="36664"/>
                </a:lnTo>
                <a:lnTo>
                  <a:pt x="1350391" y="0"/>
                </a:lnTo>
                <a:lnTo>
                  <a:pt x="1345946" y="4953"/>
                </a:lnTo>
                <a:lnTo>
                  <a:pt x="1359179" y="22123"/>
                </a:lnTo>
                <a:lnTo>
                  <a:pt x="1370711" y="42011"/>
                </a:lnTo>
                <a:lnTo>
                  <a:pt x="1388618" y="89916"/>
                </a:lnTo>
                <a:lnTo>
                  <a:pt x="1399413" y="146862"/>
                </a:lnTo>
                <a:lnTo>
                  <a:pt x="1402956" y="210820"/>
                </a:lnTo>
                <a:lnTo>
                  <a:pt x="1402080" y="244106"/>
                </a:lnTo>
                <a:lnTo>
                  <a:pt x="1394929" y="304787"/>
                </a:lnTo>
                <a:lnTo>
                  <a:pt x="1380515" y="357682"/>
                </a:lnTo>
                <a:lnTo>
                  <a:pt x="1359179" y="400164"/>
                </a:lnTo>
                <a:lnTo>
                  <a:pt x="1345946" y="417322"/>
                </a:lnTo>
                <a:lnTo>
                  <a:pt x="1350391" y="422275"/>
                </a:lnTo>
                <a:lnTo>
                  <a:pt x="1378394" y="385572"/>
                </a:lnTo>
                <a:lnTo>
                  <a:pt x="1399540" y="337439"/>
                </a:lnTo>
                <a:lnTo>
                  <a:pt x="1412849" y="278892"/>
                </a:lnTo>
                <a:lnTo>
                  <a:pt x="1416202" y="246037"/>
                </a:lnTo>
                <a:lnTo>
                  <a:pt x="1417307" y="210947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01720" y="3338829"/>
            <a:ext cx="426084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070C0"/>
                </a:solidFill>
                <a:latin typeface="Cambria Math"/>
                <a:cs typeface="Cambria Math"/>
              </a:rPr>
              <a:t>=</a:t>
            </a:r>
            <a:r>
              <a:rPr sz="1100" spc="45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1100" spc="-20" dirty="0">
                <a:solidFill>
                  <a:srgbClr val="0070C0"/>
                </a:solidFill>
                <a:latin typeface="Cambria Math"/>
                <a:cs typeface="Cambria Math"/>
              </a:rPr>
              <a:t>0.24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86051" y="1052575"/>
            <a:ext cx="0" cy="1981835"/>
          </a:xfrm>
          <a:custGeom>
            <a:avLst/>
            <a:gdLst/>
            <a:ahLst/>
            <a:cxnLst/>
            <a:rect l="l" t="t" r="r" b="b"/>
            <a:pathLst>
              <a:path h="1981835">
                <a:moveTo>
                  <a:pt x="0" y="0"/>
                </a:moveTo>
                <a:lnTo>
                  <a:pt x="0" y="1981581"/>
                </a:lnTo>
              </a:path>
            </a:pathLst>
          </a:custGeom>
          <a:ln w="12700">
            <a:solidFill>
              <a:srgbClr val="259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70608" y="3732847"/>
            <a:ext cx="5619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259300"/>
                </a:solidFill>
                <a:latin typeface="Cambria Math"/>
                <a:cs typeface="Cambria Math"/>
              </a:rPr>
              <a:t>H(0.5)</a:t>
            </a:r>
            <a:r>
              <a:rPr sz="1100" spc="-30" dirty="0">
                <a:solidFill>
                  <a:srgbClr val="259300"/>
                </a:solidFill>
                <a:latin typeface="Cambria Math"/>
                <a:cs typeface="Cambria Math"/>
              </a:rPr>
              <a:t> </a:t>
            </a: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64461" y="3619626"/>
            <a:ext cx="1388745" cy="422275"/>
          </a:xfrm>
          <a:custGeom>
            <a:avLst/>
            <a:gdLst/>
            <a:ahLst/>
            <a:cxnLst/>
            <a:rect l="l" t="t" r="r" b="b"/>
            <a:pathLst>
              <a:path w="1388745" h="422275">
                <a:moveTo>
                  <a:pt x="71374" y="4953"/>
                </a:moveTo>
                <a:lnTo>
                  <a:pt x="38811" y="36639"/>
                </a:lnTo>
                <a:lnTo>
                  <a:pt x="17653" y="84709"/>
                </a:lnTo>
                <a:lnTo>
                  <a:pt x="4394" y="143205"/>
                </a:lnTo>
                <a:lnTo>
                  <a:pt x="0" y="210820"/>
                </a:lnTo>
                <a:lnTo>
                  <a:pt x="1028" y="244081"/>
                </a:lnTo>
                <a:lnTo>
                  <a:pt x="9906" y="309346"/>
                </a:lnTo>
                <a:lnTo>
                  <a:pt x="27368" y="362953"/>
                </a:lnTo>
                <a:lnTo>
                  <a:pt x="51993" y="405333"/>
                </a:lnTo>
                <a:lnTo>
                  <a:pt x="66929" y="422211"/>
                </a:lnTo>
                <a:lnTo>
                  <a:pt x="71374" y="417258"/>
                </a:lnTo>
                <a:lnTo>
                  <a:pt x="58051" y="400113"/>
                </a:lnTo>
                <a:lnTo>
                  <a:pt x="46507" y="380238"/>
                </a:lnTo>
                <a:lnTo>
                  <a:pt x="28702" y="332359"/>
                </a:lnTo>
                <a:lnTo>
                  <a:pt x="17843" y="275361"/>
                </a:lnTo>
                <a:lnTo>
                  <a:pt x="14224" y="210947"/>
                </a:lnTo>
                <a:lnTo>
                  <a:pt x="15125" y="178028"/>
                </a:lnTo>
                <a:lnTo>
                  <a:pt x="22364" y="117500"/>
                </a:lnTo>
                <a:lnTo>
                  <a:pt x="36715" y="64604"/>
                </a:lnTo>
                <a:lnTo>
                  <a:pt x="58051" y="22123"/>
                </a:lnTo>
                <a:lnTo>
                  <a:pt x="71374" y="4953"/>
                </a:lnTo>
                <a:close/>
              </a:path>
              <a:path w="1388745" h="422275">
                <a:moveTo>
                  <a:pt x="226949" y="213868"/>
                </a:moveTo>
                <a:lnTo>
                  <a:pt x="74549" y="213868"/>
                </a:lnTo>
                <a:lnTo>
                  <a:pt x="74549" y="223393"/>
                </a:lnTo>
                <a:lnTo>
                  <a:pt x="226949" y="223393"/>
                </a:lnTo>
                <a:lnTo>
                  <a:pt x="226949" y="213868"/>
                </a:lnTo>
                <a:close/>
              </a:path>
              <a:path w="1388745" h="422275">
                <a:moveTo>
                  <a:pt x="445389" y="74676"/>
                </a:moveTo>
                <a:lnTo>
                  <a:pt x="413981" y="104902"/>
                </a:lnTo>
                <a:lnTo>
                  <a:pt x="399618" y="140576"/>
                </a:lnTo>
                <a:lnTo>
                  <a:pt x="392099" y="185343"/>
                </a:lnTo>
                <a:lnTo>
                  <a:pt x="391160" y="211074"/>
                </a:lnTo>
                <a:lnTo>
                  <a:pt x="392061" y="235648"/>
                </a:lnTo>
                <a:lnTo>
                  <a:pt x="392099" y="236829"/>
                </a:lnTo>
                <a:lnTo>
                  <a:pt x="399618" y="281622"/>
                </a:lnTo>
                <a:lnTo>
                  <a:pt x="413981" y="317309"/>
                </a:lnTo>
                <a:lnTo>
                  <a:pt x="441325" y="352234"/>
                </a:lnTo>
                <a:lnTo>
                  <a:pt x="445389" y="347560"/>
                </a:lnTo>
                <a:lnTo>
                  <a:pt x="436930" y="338264"/>
                </a:lnTo>
                <a:lnTo>
                  <a:pt x="429260" y="326707"/>
                </a:lnTo>
                <a:lnTo>
                  <a:pt x="411175" y="278498"/>
                </a:lnTo>
                <a:lnTo>
                  <a:pt x="405574" y="236829"/>
                </a:lnTo>
                <a:lnTo>
                  <a:pt x="405460" y="235648"/>
                </a:lnTo>
                <a:lnTo>
                  <a:pt x="404749" y="211074"/>
                </a:lnTo>
                <a:lnTo>
                  <a:pt x="405460" y="186524"/>
                </a:lnTo>
                <a:lnTo>
                  <a:pt x="407606" y="164084"/>
                </a:lnTo>
                <a:lnTo>
                  <a:pt x="416179" y="125476"/>
                </a:lnTo>
                <a:lnTo>
                  <a:pt x="436930" y="83997"/>
                </a:lnTo>
                <a:lnTo>
                  <a:pt x="445389" y="74676"/>
                </a:lnTo>
                <a:close/>
              </a:path>
              <a:path w="1388745" h="422275">
                <a:moveTo>
                  <a:pt x="522224" y="213868"/>
                </a:moveTo>
                <a:lnTo>
                  <a:pt x="446024" y="213868"/>
                </a:lnTo>
                <a:lnTo>
                  <a:pt x="446024" y="223393"/>
                </a:lnTo>
                <a:lnTo>
                  <a:pt x="522224" y="223393"/>
                </a:lnTo>
                <a:lnTo>
                  <a:pt x="522224" y="213868"/>
                </a:lnTo>
                <a:close/>
              </a:path>
              <a:path w="1388745" h="422275">
                <a:moveTo>
                  <a:pt x="580898" y="211074"/>
                </a:moveTo>
                <a:lnTo>
                  <a:pt x="577164" y="161836"/>
                </a:lnTo>
                <a:lnTo>
                  <a:pt x="565912" y="121539"/>
                </a:lnTo>
                <a:lnTo>
                  <a:pt x="540512" y="79133"/>
                </a:lnTo>
                <a:lnTo>
                  <a:pt x="530733" y="69977"/>
                </a:lnTo>
                <a:lnTo>
                  <a:pt x="526796" y="74676"/>
                </a:lnTo>
                <a:lnTo>
                  <a:pt x="535190" y="83997"/>
                </a:lnTo>
                <a:lnTo>
                  <a:pt x="542861" y="95554"/>
                </a:lnTo>
                <a:lnTo>
                  <a:pt x="560946" y="143751"/>
                </a:lnTo>
                <a:lnTo>
                  <a:pt x="566597" y="185343"/>
                </a:lnTo>
                <a:lnTo>
                  <a:pt x="566712" y="186524"/>
                </a:lnTo>
                <a:lnTo>
                  <a:pt x="567436" y="211074"/>
                </a:lnTo>
                <a:lnTo>
                  <a:pt x="566712" y="235648"/>
                </a:lnTo>
                <a:lnTo>
                  <a:pt x="564553" y="258127"/>
                </a:lnTo>
                <a:lnTo>
                  <a:pt x="555879" y="296773"/>
                </a:lnTo>
                <a:lnTo>
                  <a:pt x="535190" y="338264"/>
                </a:lnTo>
                <a:lnTo>
                  <a:pt x="526796" y="347560"/>
                </a:lnTo>
                <a:lnTo>
                  <a:pt x="530733" y="352234"/>
                </a:lnTo>
                <a:lnTo>
                  <a:pt x="558126" y="317309"/>
                </a:lnTo>
                <a:lnTo>
                  <a:pt x="572477" y="281622"/>
                </a:lnTo>
                <a:lnTo>
                  <a:pt x="579958" y="236829"/>
                </a:lnTo>
                <a:lnTo>
                  <a:pt x="580898" y="211074"/>
                </a:lnTo>
                <a:close/>
              </a:path>
              <a:path w="1388745" h="422275">
                <a:moveTo>
                  <a:pt x="912749" y="213868"/>
                </a:moveTo>
                <a:lnTo>
                  <a:pt x="760349" y="213868"/>
                </a:lnTo>
                <a:lnTo>
                  <a:pt x="760349" y="223393"/>
                </a:lnTo>
                <a:lnTo>
                  <a:pt x="912749" y="223393"/>
                </a:lnTo>
                <a:lnTo>
                  <a:pt x="912749" y="213868"/>
                </a:lnTo>
                <a:close/>
              </a:path>
              <a:path w="1388745" h="422275">
                <a:moveTo>
                  <a:pt x="1142492" y="34163"/>
                </a:moveTo>
                <a:lnTo>
                  <a:pt x="1113497" y="59474"/>
                </a:lnTo>
                <a:lnTo>
                  <a:pt x="1093724" y="102108"/>
                </a:lnTo>
                <a:lnTo>
                  <a:pt x="1081036" y="153657"/>
                </a:lnTo>
                <a:lnTo>
                  <a:pt x="1076833" y="210820"/>
                </a:lnTo>
                <a:lnTo>
                  <a:pt x="1077836" y="238620"/>
                </a:lnTo>
                <a:lnTo>
                  <a:pt x="1077874" y="239763"/>
                </a:lnTo>
                <a:lnTo>
                  <a:pt x="1086307" y="294030"/>
                </a:lnTo>
                <a:lnTo>
                  <a:pt x="1102855" y="342506"/>
                </a:lnTo>
                <a:lnTo>
                  <a:pt x="1125613" y="379425"/>
                </a:lnTo>
                <a:lnTo>
                  <a:pt x="1139190" y="393192"/>
                </a:lnTo>
                <a:lnTo>
                  <a:pt x="1142492" y="388023"/>
                </a:lnTo>
                <a:lnTo>
                  <a:pt x="1130820" y="374027"/>
                </a:lnTo>
                <a:lnTo>
                  <a:pt x="1120584" y="357212"/>
                </a:lnTo>
                <a:lnTo>
                  <a:pt x="1104392" y="315125"/>
                </a:lnTo>
                <a:lnTo>
                  <a:pt x="1094270" y="265214"/>
                </a:lnTo>
                <a:lnTo>
                  <a:pt x="1091869" y="239763"/>
                </a:lnTo>
                <a:lnTo>
                  <a:pt x="1091755" y="238620"/>
                </a:lnTo>
                <a:lnTo>
                  <a:pt x="1090917" y="210947"/>
                </a:lnTo>
                <a:lnTo>
                  <a:pt x="1091755" y="182689"/>
                </a:lnTo>
                <a:lnTo>
                  <a:pt x="1094270" y="155803"/>
                </a:lnTo>
                <a:lnTo>
                  <a:pt x="1104392" y="106172"/>
                </a:lnTo>
                <a:lnTo>
                  <a:pt x="1120584" y="64744"/>
                </a:lnTo>
                <a:lnTo>
                  <a:pt x="1130820" y="48094"/>
                </a:lnTo>
                <a:lnTo>
                  <a:pt x="1142492" y="34163"/>
                </a:lnTo>
                <a:close/>
              </a:path>
              <a:path w="1388745" h="422275">
                <a:moveTo>
                  <a:pt x="1227074" y="213868"/>
                </a:moveTo>
                <a:lnTo>
                  <a:pt x="1150874" y="213868"/>
                </a:lnTo>
                <a:lnTo>
                  <a:pt x="1150874" y="223393"/>
                </a:lnTo>
                <a:lnTo>
                  <a:pt x="1227074" y="223393"/>
                </a:lnTo>
                <a:lnTo>
                  <a:pt x="1227074" y="213868"/>
                </a:lnTo>
                <a:close/>
              </a:path>
              <a:path w="1388745" h="422275">
                <a:moveTo>
                  <a:pt x="1297292" y="210947"/>
                </a:moveTo>
                <a:lnTo>
                  <a:pt x="1296289" y="182689"/>
                </a:lnTo>
                <a:lnTo>
                  <a:pt x="1296250" y="181533"/>
                </a:lnTo>
                <a:lnTo>
                  <a:pt x="1293088" y="153657"/>
                </a:lnTo>
                <a:lnTo>
                  <a:pt x="1280414" y="102108"/>
                </a:lnTo>
                <a:lnTo>
                  <a:pt x="1260627" y="59474"/>
                </a:lnTo>
                <a:lnTo>
                  <a:pt x="1234948" y="28829"/>
                </a:lnTo>
                <a:lnTo>
                  <a:pt x="1231646" y="34163"/>
                </a:lnTo>
                <a:lnTo>
                  <a:pt x="1243241" y="48094"/>
                </a:lnTo>
                <a:lnTo>
                  <a:pt x="1253451" y="64744"/>
                </a:lnTo>
                <a:lnTo>
                  <a:pt x="1269746" y="106172"/>
                </a:lnTo>
                <a:lnTo>
                  <a:pt x="1279855" y="155803"/>
                </a:lnTo>
                <a:lnTo>
                  <a:pt x="1282255" y="181533"/>
                </a:lnTo>
                <a:lnTo>
                  <a:pt x="1282369" y="182689"/>
                </a:lnTo>
                <a:lnTo>
                  <a:pt x="1283195" y="210820"/>
                </a:lnTo>
                <a:lnTo>
                  <a:pt x="1282369" y="238620"/>
                </a:lnTo>
                <a:lnTo>
                  <a:pt x="1279867" y="265214"/>
                </a:lnTo>
                <a:lnTo>
                  <a:pt x="1269873" y="315125"/>
                </a:lnTo>
                <a:lnTo>
                  <a:pt x="1253566" y="357212"/>
                </a:lnTo>
                <a:lnTo>
                  <a:pt x="1231646" y="388023"/>
                </a:lnTo>
                <a:lnTo>
                  <a:pt x="1234948" y="393192"/>
                </a:lnTo>
                <a:lnTo>
                  <a:pt x="1260627" y="362521"/>
                </a:lnTo>
                <a:lnTo>
                  <a:pt x="1280414" y="319341"/>
                </a:lnTo>
                <a:lnTo>
                  <a:pt x="1293088" y="267500"/>
                </a:lnTo>
                <a:lnTo>
                  <a:pt x="1296250" y="239763"/>
                </a:lnTo>
                <a:lnTo>
                  <a:pt x="1297292" y="210947"/>
                </a:lnTo>
                <a:close/>
              </a:path>
              <a:path w="1388745" h="422275">
                <a:moveTo>
                  <a:pt x="1388732" y="210947"/>
                </a:moveTo>
                <a:lnTo>
                  <a:pt x="1387690" y="178028"/>
                </a:lnTo>
                <a:lnTo>
                  <a:pt x="1387627" y="175869"/>
                </a:lnTo>
                <a:lnTo>
                  <a:pt x="1384274" y="143192"/>
                </a:lnTo>
                <a:lnTo>
                  <a:pt x="1370965" y="84709"/>
                </a:lnTo>
                <a:lnTo>
                  <a:pt x="1349819" y="36639"/>
                </a:lnTo>
                <a:lnTo>
                  <a:pt x="1321816" y="0"/>
                </a:lnTo>
                <a:lnTo>
                  <a:pt x="1317371" y="4953"/>
                </a:lnTo>
                <a:lnTo>
                  <a:pt x="1330604" y="22123"/>
                </a:lnTo>
                <a:lnTo>
                  <a:pt x="1342136" y="42011"/>
                </a:lnTo>
                <a:lnTo>
                  <a:pt x="1360043" y="89916"/>
                </a:lnTo>
                <a:lnTo>
                  <a:pt x="1370838" y="146862"/>
                </a:lnTo>
                <a:lnTo>
                  <a:pt x="1374381" y="210820"/>
                </a:lnTo>
                <a:lnTo>
                  <a:pt x="1373505" y="244081"/>
                </a:lnTo>
                <a:lnTo>
                  <a:pt x="1366354" y="304787"/>
                </a:lnTo>
                <a:lnTo>
                  <a:pt x="1351940" y="357657"/>
                </a:lnTo>
                <a:lnTo>
                  <a:pt x="1330604" y="400113"/>
                </a:lnTo>
                <a:lnTo>
                  <a:pt x="1317371" y="417258"/>
                </a:lnTo>
                <a:lnTo>
                  <a:pt x="1321816" y="422211"/>
                </a:lnTo>
                <a:lnTo>
                  <a:pt x="1349819" y="385572"/>
                </a:lnTo>
                <a:lnTo>
                  <a:pt x="1370965" y="337451"/>
                </a:lnTo>
                <a:lnTo>
                  <a:pt x="1384274" y="278866"/>
                </a:lnTo>
                <a:lnTo>
                  <a:pt x="1387627" y="246024"/>
                </a:lnTo>
                <a:lnTo>
                  <a:pt x="1388732" y="210947"/>
                </a:lnTo>
                <a:close/>
              </a:path>
            </a:pathLst>
          </a:custGeom>
          <a:solidFill>
            <a:srgbClr val="25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82670" y="3732847"/>
            <a:ext cx="435609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259300"/>
                </a:solidFill>
                <a:latin typeface="Cambria Math"/>
                <a:cs typeface="Cambria Math"/>
              </a:rPr>
              <a:t>=</a:t>
            </a:r>
            <a:r>
              <a:rPr sz="1100" spc="120" dirty="0">
                <a:solidFill>
                  <a:srgbClr val="259300"/>
                </a:solidFill>
                <a:latin typeface="Cambria Math"/>
                <a:cs typeface="Cambria Math"/>
              </a:rPr>
              <a:t> </a:t>
            </a:r>
            <a:r>
              <a:rPr sz="1100" spc="-20" dirty="0">
                <a:solidFill>
                  <a:srgbClr val="259300"/>
                </a:solidFill>
                <a:latin typeface="Cambria Math"/>
                <a:cs typeface="Cambria Math"/>
              </a:rPr>
              <a:t>0.61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14726" y="1052575"/>
            <a:ext cx="0" cy="1981835"/>
          </a:xfrm>
          <a:custGeom>
            <a:avLst/>
            <a:gdLst/>
            <a:ahLst/>
            <a:cxnLst/>
            <a:rect l="l" t="t" r="r" b="b"/>
            <a:pathLst>
              <a:path h="1981835">
                <a:moveTo>
                  <a:pt x="0" y="0"/>
                </a:moveTo>
                <a:lnTo>
                  <a:pt x="0" y="1981581"/>
                </a:lnTo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51686" y="4163377"/>
            <a:ext cx="5613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H(0.5)</a:t>
            </a:r>
            <a:r>
              <a:rPr sz="1100" spc="-25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35886" y="4049890"/>
            <a:ext cx="1445895" cy="422275"/>
          </a:xfrm>
          <a:custGeom>
            <a:avLst/>
            <a:gdLst/>
            <a:ahLst/>
            <a:cxnLst/>
            <a:rect l="l" t="t" r="r" b="b"/>
            <a:pathLst>
              <a:path w="1445895" h="422275">
                <a:moveTo>
                  <a:pt x="71374" y="4953"/>
                </a:moveTo>
                <a:lnTo>
                  <a:pt x="38811" y="36652"/>
                </a:lnTo>
                <a:lnTo>
                  <a:pt x="17653" y="84759"/>
                </a:lnTo>
                <a:lnTo>
                  <a:pt x="4394" y="143205"/>
                </a:lnTo>
                <a:lnTo>
                  <a:pt x="0" y="210820"/>
                </a:lnTo>
                <a:lnTo>
                  <a:pt x="1028" y="244094"/>
                </a:lnTo>
                <a:lnTo>
                  <a:pt x="9906" y="309333"/>
                </a:lnTo>
                <a:lnTo>
                  <a:pt x="27368" y="362940"/>
                </a:lnTo>
                <a:lnTo>
                  <a:pt x="51993" y="405333"/>
                </a:lnTo>
                <a:lnTo>
                  <a:pt x="66929" y="422211"/>
                </a:lnTo>
                <a:lnTo>
                  <a:pt x="71374" y="417258"/>
                </a:lnTo>
                <a:lnTo>
                  <a:pt x="58051" y="400100"/>
                </a:lnTo>
                <a:lnTo>
                  <a:pt x="46507" y="380238"/>
                </a:lnTo>
                <a:lnTo>
                  <a:pt x="28702" y="332346"/>
                </a:lnTo>
                <a:lnTo>
                  <a:pt x="17843" y="275361"/>
                </a:lnTo>
                <a:lnTo>
                  <a:pt x="14224" y="210959"/>
                </a:lnTo>
                <a:lnTo>
                  <a:pt x="15125" y="178003"/>
                </a:lnTo>
                <a:lnTo>
                  <a:pt x="22364" y="117462"/>
                </a:lnTo>
                <a:lnTo>
                  <a:pt x="36715" y="64592"/>
                </a:lnTo>
                <a:lnTo>
                  <a:pt x="58051" y="22123"/>
                </a:lnTo>
                <a:lnTo>
                  <a:pt x="71374" y="4953"/>
                </a:lnTo>
                <a:close/>
              </a:path>
              <a:path w="1445895" h="422275">
                <a:moveTo>
                  <a:pt x="226949" y="213817"/>
                </a:moveTo>
                <a:lnTo>
                  <a:pt x="74549" y="213817"/>
                </a:lnTo>
                <a:lnTo>
                  <a:pt x="74549" y="223342"/>
                </a:lnTo>
                <a:lnTo>
                  <a:pt x="226949" y="223342"/>
                </a:lnTo>
                <a:lnTo>
                  <a:pt x="226949" y="213817"/>
                </a:lnTo>
                <a:close/>
              </a:path>
              <a:path w="1445895" h="422275">
                <a:moveTo>
                  <a:pt x="1445882" y="210959"/>
                </a:moveTo>
                <a:lnTo>
                  <a:pt x="1444840" y="178003"/>
                </a:lnTo>
                <a:lnTo>
                  <a:pt x="1444777" y="175869"/>
                </a:lnTo>
                <a:lnTo>
                  <a:pt x="1441424" y="143205"/>
                </a:lnTo>
                <a:lnTo>
                  <a:pt x="1428115" y="84759"/>
                </a:lnTo>
                <a:lnTo>
                  <a:pt x="1406969" y="36652"/>
                </a:lnTo>
                <a:lnTo>
                  <a:pt x="1378966" y="0"/>
                </a:lnTo>
                <a:lnTo>
                  <a:pt x="1374521" y="4953"/>
                </a:lnTo>
                <a:lnTo>
                  <a:pt x="1387754" y="22123"/>
                </a:lnTo>
                <a:lnTo>
                  <a:pt x="1399286" y="41998"/>
                </a:lnTo>
                <a:lnTo>
                  <a:pt x="1417193" y="89890"/>
                </a:lnTo>
                <a:lnTo>
                  <a:pt x="1427988" y="146824"/>
                </a:lnTo>
                <a:lnTo>
                  <a:pt x="1431531" y="210820"/>
                </a:lnTo>
                <a:lnTo>
                  <a:pt x="1430655" y="244094"/>
                </a:lnTo>
                <a:lnTo>
                  <a:pt x="1423504" y="304787"/>
                </a:lnTo>
                <a:lnTo>
                  <a:pt x="1409090" y="357644"/>
                </a:lnTo>
                <a:lnTo>
                  <a:pt x="1387754" y="400100"/>
                </a:lnTo>
                <a:lnTo>
                  <a:pt x="1374521" y="417258"/>
                </a:lnTo>
                <a:lnTo>
                  <a:pt x="1378966" y="422211"/>
                </a:lnTo>
                <a:lnTo>
                  <a:pt x="1406969" y="385572"/>
                </a:lnTo>
                <a:lnTo>
                  <a:pt x="1428115" y="337439"/>
                </a:lnTo>
                <a:lnTo>
                  <a:pt x="1441424" y="278866"/>
                </a:lnTo>
                <a:lnTo>
                  <a:pt x="1444777" y="246024"/>
                </a:lnTo>
                <a:lnTo>
                  <a:pt x="1445882" y="210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81250" y="4163377"/>
            <a:ext cx="1301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50" dirty="0">
                <a:latin typeface="Cambria Math"/>
                <a:cs typeface="Cambria Math"/>
              </a:rPr>
              <a:t>𝐻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26919" y="4078770"/>
            <a:ext cx="220979" cy="364490"/>
          </a:xfrm>
          <a:custGeom>
            <a:avLst/>
            <a:gdLst/>
            <a:ahLst/>
            <a:cxnLst/>
            <a:rect l="l" t="t" r="r" b="b"/>
            <a:pathLst>
              <a:path w="220980" h="364489">
                <a:moveTo>
                  <a:pt x="65659" y="5232"/>
                </a:moveTo>
                <a:lnTo>
                  <a:pt x="36664" y="30594"/>
                </a:lnTo>
                <a:lnTo>
                  <a:pt x="16891" y="73253"/>
                </a:lnTo>
                <a:lnTo>
                  <a:pt x="4203" y="124777"/>
                </a:lnTo>
                <a:lnTo>
                  <a:pt x="0" y="182016"/>
                </a:lnTo>
                <a:lnTo>
                  <a:pt x="1003" y="209727"/>
                </a:lnTo>
                <a:lnTo>
                  <a:pt x="1041" y="210883"/>
                </a:lnTo>
                <a:lnTo>
                  <a:pt x="9474" y="265150"/>
                </a:lnTo>
                <a:lnTo>
                  <a:pt x="26022" y="313626"/>
                </a:lnTo>
                <a:lnTo>
                  <a:pt x="48780" y="350545"/>
                </a:lnTo>
                <a:lnTo>
                  <a:pt x="62357" y="364299"/>
                </a:lnTo>
                <a:lnTo>
                  <a:pt x="65659" y="359143"/>
                </a:lnTo>
                <a:lnTo>
                  <a:pt x="53987" y="345147"/>
                </a:lnTo>
                <a:lnTo>
                  <a:pt x="43751" y="328333"/>
                </a:lnTo>
                <a:lnTo>
                  <a:pt x="27559" y="286245"/>
                </a:lnTo>
                <a:lnTo>
                  <a:pt x="17437" y="236334"/>
                </a:lnTo>
                <a:lnTo>
                  <a:pt x="15036" y="210883"/>
                </a:lnTo>
                <a:lnTo>
                  <a:pt x="14922" y="209727"/>
                </a:lnTo>
                <a:lnTo>
                  <a:pt x="14097" y="182016"/>
                </a:lnTo>
                <a:lnTo>
                  <a:pt x="14922" y="153784"/>
                </a:lnTo>
                <a:lnTo>
                  <a:pt x="17437" y="126923"/>
                </a:lnTo>
                <a:lnTo>
                  <a:pt x="27559" y="77304"/>
                </a:lnTo>
                <a:lnTo>
                  <a:pt x="43751" y="35852"/>
                </a:lnTo>
                <a:lnTo>
                  <a:pt x="53987" y="19189"/>
                </a:lnTo>
                <a:lnTo>
                  <a:pt x="65659" y="5232"/>
                </a:lnTo>
                <a:close/>
              </a:path>
              <a:path w="220980" h="364489">
                <a:moveTo>
                  <a:pt x="150241" y="184937"/>
                </a:moveTo>
                <a:lnTo>
                  <a:pt x="74041" y="184937"/>
                </a:lnTo>
                <a:lnTo>
                  <a:pt x="74041" y="194462"/>
                </a:lnTo>
                <a:lnTo>
                  <a:pt x="150241" y="194462"/>
                </a:lnTo>
                <a:lnTo>
                  <a:pt x="150241" y="184937"/>
                </a:lnTo>
                <a:close/>
              </a:path>
              <a:path w="220980" h="364489">
                <a:moveTo>
                  <a:pt x="220459" y="182016"/>
                </a:moveTo>
                <a:lnTo>
                  <a:pt x="219456" y="153784"/>
                </a:lnTo>
                <a:lnTo>
                  <a:pt x="219417" y="152654"/>
                </a:lnTo>
                <a:lnTo>
                  <a:pt x="216255" y="124777"/>
                </a:lnTo>
                <a:lnTo>
                  <a:pt x="203581" y="73253"/>
                </a:lnTo>
                <a:lnTo>
                  <a:pt x="183794" y="30594"/>
                </a:lnTo>
                <a:lnTo>
                  <a:pt x="158115" y="0"/>
                </a:lnTo>
                <a:lnTo>
                  <a:pt x="154813" y="5232"/>
                </a:lnTo>
                <a:lnTo>
                  <a:pt x="166408" y="19189"/>
                </a:lnTo>
                <a:lnTo>
                  <a:pt x="176618" y="35852"/>
                </a:lnTo>
                <a:lnTo>
                  <a:pt x="192913" y="77304"/>
                </a:lnTo>
                <a:lnTo>
                  <a:pt x="203022" y="126923"/>
                </a:lnTo>
                <a:lnTo>
                  <a:pt x="205422" y="152654"/>
                </a:lnTo>
                <a:lnTo>
                  <a:pt x="205536" y="153784"/>
                </a:lnTo>
                <a:lnTo>
                  <a:pt x="206375" y="182016"/>
                </a:lnTo>
                <a:lnTo>
                  <a:pt x="205536" y="209727"/>
                </a:lnTo>
                <a:lnTo>
                  <a:pt x="203034" y="236334"/>
                </a:lnTo>
                <a:lnTo>
                  <a:pt x="193040" y="286245"/>
                </a:lnTo>
                <a:lnTo>
                  <a:pt x="176733" y="328333"/>
                </a:lnTo>
                <a:lnTo>
                  <a:pt x="154813" y="359143"/>
                </a:lnTo>
                <a:lnTo>
                  <a:pt x="158115" y="364299"/>
                </a:lnTo>
                <a:lnTo>
                  <a:pt x="183794" y="333641"/>
                </a:lnTo>
                <a:lnTo>
                  <a:pt x="203581" y="290461"/>
                </a:lnTo>
                <a:lnTo>
                  <a:pt x="216255" y="238620"/>
                </a:lnTo>
                <a:lnTo>
                  <a:pt x="219417" y="210883"/>
                </a:lnTo>
                <a:lnTo>
                  <a:pt x="220459" y="182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68144" y="3204781"/>
            <a:ext cx="584835" cy="12515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50"/>
              </a:spcBef>
              <a:tabLst>
                <a:tab pos="454025" algn="l"/>
              </a:tabLst>
            </a:pP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2</a:t>
            </a:r>
            <a:r>
              <a:rPr sz="1100" dirty="0">
                <a:solidFill>
                  <a:srgbClr val="0070C0"/>
                </a:solidFill>
                <a:latin typeface="Cambria Math"/>
                <a:cs typeface="Cambria Math"/>
              </a:rPr>
              <a:t>	</a:t>
            </a: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260"/>
              </a:spcBef>
            </a:pPr>
            <a:r>
              <a:rPr sz="1100" spc="-10" dirty="0">
                <a:solidFill>
                  <a:srgbClr val="0070C0"/>
                </a:solidFill>
                <a:latin typeface="Cambria Math"/>
                <a:cs typeface="Cambria Math"/>
              </a:rPr>
              <a:t>10</a:t>
            </a:r>
            <a:r>
              <a:rPr sz="1100" spc="-114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1650" baseline="37878" dirty="0">
                <a:solidFill>
                  <a:srgbClr val="0070C0"/>
                </a:solidFill>
                <a:latin typeface="Cambria Math"/>
                <a:cs typeface="Cambria Math"/>
              </a:rPr>
              <a:t>𝐻</a:t>
            </a:r>
            <a:r>
              <a:rPr sz="1650" spc="322" baseline="37878" dirty="0">
                <a:solidFill>
                  <a:srgbClr val="0070C0"/>
                </a:solidFill>
                <a:latin typeface="Cambria Math"/>
                <a:cs typeface="Cambria Math"/>
              </a:rPr>
              <a:t>  </a:t>
            </a: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  <a:p>
            <a:pPr marL="111125">
              <a:lnSpc>
                <a:spcPct val="100000"/>
              </a:lnSpc>
              <a:spcBef>
                <a:spcPts val="204"/>
              </a:spcBef>
              <a:tabLst>
                <a:tab pos="444500" algn="l"/>
              </a:tabLst>
            </a:pP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4</a:t>
            </a:r>
            <a:r>
              <a:rPr sz="1100" dirty="0">
                <a:solidFill>
                  <a:srgbClr val="259300"/>
                </a:solidFill>
                <a:latin typeface="Cambria Math"/>
                <a:cs typeface="Cambria Math"/>
              </a:rPr>
              <a:t>	</a:t>
            </a: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  <a:p>
            <a:pPr marL="73025">
              <a:lnSpc>
                <a:spcPct val="100000"/>
              </a:lnSpc>
              <a:spcBef>
                <a:spcPts val="254"/>
              </a:spcBef>
            </a:pPr>
            <a:r>
              <a:rPr sz="1100" spc="-10" dirty="0">
                <a:solidFill>
                  <a:srgbClr val="259300"/>
                </a:solidFill>
                <a:latin typeface="Cambria Math"/>
                <a:cs typeface="Cambria Math"/>
              </a:rPr>
              <a:t>10</a:t>
            </a:r>
            <a:r>
              <a:rPr sz="1100" spc="-120" dirty="0">
                <a:solidFill>
                  <a:srgbClr val="259300"/>
                </a:solidFill>
                <a:latin typeface="Cambria Math"/>
                <a:cs typeface="Cambria Math"/>
              </a:rPr>
              <a:t> </a:t>
            </a:r>
            <a:r>
              <a:rPr sz="1650" baseline="37878" dirty="0">
                <a:solidFill>
                  <a:srgbClr val="259300"/>
                </a:solidFill>
                <a:latin typeface="Cambria Math"/>
                <a:cs typeface="Cambria Math"/>
              </a:rPr>
              <a:t>𝐻</a:t>
            </a:r>
            <a:r>
              <a:rPr sz="1650" spc="209" baseline="37878" dirty="0">
                <a:solidFill>
                  <a:srgbClr val="259300"/>
                </a:solidFill>
                <a:latin typeface="Cambria Math"/>
                <a:cs typeface="Cambria Math"/>
              </a:rPr>
              <a:t>  </a:t>
            </a: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  <a:p>
            <a:pPr marL="82550">
              <a:lnSpc>
                <a:spcPct val="100000"/>
              </a:lnSpc>
              <a:spcBef>
                <a:spcPts val="500"/>
              </a:spcBef>
              <a:tabLst>
                <a:tab pos="434975" algn="l"/>
              </a:tabLst>
            </a:pPr>
            <a:r>
              <a:rPr sz="1100" spc="-50" dirty="0">
                <a:latin typeface="Cambria Math"/>
                <a:cs typeface="Cambria Math"/>
              </a:rPr>
              <a:t>7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254"/>
              </a:spcBef>
              <a:tabLst>
                <a:tab pos="434975" algn="l"/>
              </a:tabLst>
            </a:pPr>
            <a:r>
              <a:rPr sz="1100" spc="-25" dirty="0">
                <a:latin typeface="Cambria Math"/>
                <a:cs typeface="Cambria Math"/>
              </a:rPr>
              <a:t>10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7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53385" y="4263707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152400" y="0"/>
                </a:moveTo>
                <a:lnTo>
                  <a:pt x="0" y="0"/>
                </a:lnTo>
                <a:lnTo>
                  <a:pt x="0" y="9524"/>
                </a:lnTo>
                <a:lnTo>
                  <a:pt x="152400" y="9524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56154" y="3233356"/>
            <a:ext cx="504825" cy="1022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335" algn="ctr">
              <a:lnSpc>
                <a:spcPts val="1075"/>
              </a:lnSpc>
              <a:spcBef>
                <a:spcPts val="125"/>
              </a:spcBef>
            </a:pP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8</a:t>
            </a:r>
            <a:endParaRPr sz="1100">
              <a:latin typeface="Cambria Math"/>
              <a:cs typeface="Cambria Math"/>
            </a:endParaRPr>
          </a:p>
          <a:p>
            <a:pPr marL="9525" algn="ctr">
              <a:lnSpc>
                <a:spcPts val="1075"/>
              </a:lnSpc>
            </a:pPr>
            <a:r>
              <a:rPr sz="1100" dirty="0">
                <a:solidFill>
                  <a:srgbClr val="0070C0"/>
                </a:solidFill>
                <a:latin typeface="Cambria Math"/>
                <a:cs typeface="Cambria Math"/>
              </a:rPr>
              <a:t>+</a:t>
            </a:r>
            <a:r>
              <a:rPr sz="1100" spc="-35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1650" baseline="-37878" dirty="0">
                <a:solidFill>
                  <a:srgbClr val="0070C0"/>
                </a:solidFill>
                <a:latin typeface="Cambria Math"/>
                <a:cs typeface="Cambria Math"/>
              </a:rPr>
              <a:t>10</a:t>
            </a:r>
            <a:r>
              <a:rPr sz="1650" spc="-67" baseline="-37878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1100" spc="-60" dirty="0">
                <a:solidFill>
                  <a:srgbClr val="0070C0"/>
                </a:solidFill>
                <a:latin typeface="Cambria Math"/>
                <a:cs typeface="Cambria Math"/>
              </a:rPr>
              <a:t>𝐻</a:t>
            </a:r>
            <a:endParaRPr sz="1100">
              <a:latin typeface="Cambria Math"/>
              <a:cs typeface="Cambria Math"/>
            </a:endParaRPr>
          </a:p>
          <a:p>
            <a:pPr algn="ctr">
              <a:lnSpc>
                <a:spcPts val="1075"/>
              </a:lnSpc>
              <a:spcBef>
                <a:spcPts val="955"/>
              </a:spcBef>
            </a:pP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  <a:p>
            <a:pPr marR="1905" algn="ctr">
              <a:lnSpc>
                <a:spcPts val="1075"/>
              </a:lnSpc>
            </a:pPr>
            <a:r>
              <a:rPr sz="1100" dirty="0">
                <a:solidFill>
                  <a:srgbClr val="259300"/>
                </a:solidFill>
                <a:latin typeface="Cambria Math"/>
                <a:cs typeface="Cambria Math"/>
              </a:rPr>
              <a:t>+</a:t>
            </a:r>
            <a:r>
              <a:rPr sz="1100" spc="-35" dirty="0">
                <a:solidFill>
                  <a:srgbClr val="259300"/>
                </a:solidFill>
                <a:latin typeface="Cambria Math"/>
                <a:cs typeface="Cambria Math"/>
              </a:rPr>
              <a:t> </a:t>
            </a:r>
            <a:r>
              <a:rPr sz="1650" baseline="-37878" dirty="0">
                <a:solidFill>
                  <a:srgbClr val="259300"/>
                </a:solidFill>
                <a:latin typeface="Cambria Math"/>
                <a:cs typeface="Cambria Math"/>
              </a:rPr>
              <a:t>10</a:t>
            </a:r>
            <a:r>
              <a:rPr sz="1650" spc="-67" baseline="-37878" dirty="0">
                <a:solidFill>
                  <a:srgbClr val="259300"/>
                </a:solidFill>
                <a:latin typeface="Cambria Math"/>
                <a:cs typeface="Cambria Math"/>
              </a:rPr>
              <a:t> </a:t>
            </a:r>
            <a:r>
              <a:rPr sz="1100" spc="-60" dirty="0">
                <a:solidFill>
                  <a:srgbClr val="259300"/>
                </a:solidFill>
                <a:latin typeface="Cambria Math"/>
                <a:cs typeface="Cambria Math"/>
              </a:rPr>
              <a:t>𝐻</a:t>
            </a:r>
            <a:endParaRPr sz="1100">
              <a:latin typeface="Cambria Math"/>
              <a:cs typeface="Cambria Math"/>
            </a:endParaRPr>
          </a:p>
          <a:p>
            <a:pPr marL="51435" algn="ctr">
              <a:lnSpc>
                <a:spcPct val="100000"/>
              </a:lnSpc>
              <a:spcBef>
                <a:spcPts val="1250"/>
              </a:spcBef>
            </a:pPr>
            <a:r>
              <a:rPr sz="1100" spc="-50" dirty="0"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72155" y="4163377"/>
            <a:ext cx="4826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5125" algn="l"/>
              </a:tabLst>
            </a:pPr>
            <a:r>
              <a:rPr sz="1100" spc="-50" dirty="0">
                <a:latin typeface="Cambria Math"/>
                <a:cs typeface="Cambria Math"/>
              </a:rPr>
              <a:t>+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𝐻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69869" y="4078770"/>
            <a:ext cx="220979" cy="364490"/>
          </a:xfrm>
          <a:custGeom>
            <a:avLst/>
            <a:gdLst/>
            <a:ahLst/>
            <a:cxnLst/>
            <a:rect l="l" t="t" r="r" b="b"/>
            <a:pathLst>
              <a:path w="220979" h="364489">
                <a:moveTo>
                  <a:pt x="65659" y="5232"/>
                </a:moveTo>
                <a:lnTo>
                  <a:pt x="36664" y="30594"/>
                </a:lnTo>
                <a:lnTo>
                  <a:pt x="16891" y="73253"/>
                </a:lnTo>
                <a:lnTo>
                  <a:pt x="4203" y="124777"/>
                </a:lnTo>
                <a:lnTo>
                  <a:pt x="0" y="182016"/>
                </a:lnTo>
                <a:lnTo>
                  <a:pt x="1003" y="209727"/>
                </a:lnTo>
                <a:lnTo>
                  <a:pt x="1041" y="210883"/>
                </a:lnTo>
                <a:lnTo>
                  <a:pt x="9474" y="265150"/>
                </a:lnTo>
                <a:lnTo>
                  <a:pt x="26022" y="313626"/>
                </a:lnTo>
                <a:lnTo>
                  <a:pt x="48780" y="350545"/>
                </a:lnTo>
                <a:lnTo>
                  <a:pt x="62357" y="364299"/>
                </a:lnTo>
                <a:lnTo>
                  <a:pt x="65659" y="359143"/>
                </a:lnTo>
                <a:lnTo>
                  <a:pt x="53987" y="345147"/>
                </a:lnTo>
                <a:lnTo>
                  <a:pt x="43751" y="328333"/>
                </a:lnTo>
                <a:lnTo>
                  <a:pt x="27559" y="286245"/>
                </a:lnTo>
                <a:lnTo>
                  <a:pt x="17437" y="236334"/>
                </a:lnTo>
                <a:lnTo>
                  <a:pt x="15036" y="210883"/>
                </a:lnTo>
                <a:lnTo>
                  <a:pt x="14922" y="209727"/>
                </a:lnTo>
                <a:lnTo>
                  <a:pt x="14084" y="182016"/>
                </a:lnTo>
                <a:lnTo>
                  <a:pt x="14922" y="153784"/>
                </a:lnTo>
                <a:lnTo>
                  <a:pt x="17437" y="126923"/>
                </a:lnTo>
                <a:lnTo>
                  <a:pt x="27559" y="77304"/>
                </a:lnTo>
                <a:lnTo>
                  <a:pt x="43751" y="35852"/>
                </a:lnTo>
                <a:lnTo>
                  <a:pt x="53987" y="19189"/>
                </a:lnTo>
                <a:lnTo>
                  <a:pt x="65659" y="5232"/>
                </a:lnTo>
                <a:close/>
              </a:path>
              <a:path w="220979" h="364489">
                <a:moveTo>
                  <a:pt x="150241" y="184937"/>
                </a:moveTo>
                <a:lnTo>
                  <a:pt x="74041" y="184937"/>
                </a:lnTo>
                <a:lnTo>
                  <a:pt x="74041" y="194462"/>
                </a:lnTo>
                <a:lnTo>
                  <a:pt x="150241" y="194462"/>
                </a:lnTo>
                <a:lnTo>
                  <a:pt x="150241" y="184937"/>
                </a:lnTo>
                <a:close/>
              </a:path>
              <a:path w="220979" h="364489">
                <a:moveTo>
                  <a:pt x="220459" y="182016"/>
                </a:moveTo>
                <a:lnTo>
                  <a:pt x="219456" y="153784"/>
                </a:lnTo>
                <a:lnTo>
                  <a:pt x="219417" y="152654"/>
                </a:lnTo>
                <a:lnTo>
                  <a:pt x="216255" y="124777"/>
                </a:lnTo>
                <a:lnTo>
                  <a:pt x="203581" y="73253"/>
                </a:lnTo>
                <a:lnTo>
                  <a:pt x="183794" y="30594"/>
                </a:lnTo>
                <a:lnTo>
                  <a:pt x="158115" y="0"/>
                </a:lnTo>
                <a:lnTo>
                  <a:pt x="154813" y="5232"/>
                </a:lnTo>
                <a:lnTo>
                  <a:pt x="166408" y="19189"/>
                </a:lnTo>
                <a:lnTo>
                  <a:pt x="176618" y="35852"/>
                </a:lnTo>
                <a:lnTo>
                  <a:pt x="192913" y="77304"/>
                </a:lnTo>
                <a:lnTo>
                  <a:pt x="203022" y="126923"/>
                </a:lnTo>
                <a:lnTo>
                  <a:pt x="205422" y="152654"/>
                </a:lnTo>
                <a:lnTo>
                  <a:pt x="205536" y="153784"/>
                </a:lnTo>
                <a:lnTo>
                  <a:pt x="206375" y="182016"/>
                </a:lnTo>
                <a:lnTo>
                  <a:pt x="205536" y="209727"/>
                </a:lnTo>
                <a:lnTo>
                  <a:pt x="203034" y="236334"/>
                </a:lnTo>
                <a:lnTo>
                  <a:pt x="193040" y="286245"/>
                </a:lnTo>
                <a:lnTo>
                  <a:pt x="176733" y="328333"/>
                </a:lnTo>
                <a:lnTo>
                  <a:pt x="154813" y="359143"/>
                </a:lnTo>
                <a:lnTo>
                  <a:pt x="158115" y="364299"/>
                </a:lnTo>
                <a:lnTo>
                  <a:pt x="183794" y="333641"/>
                </a:lnTo>
                <a:lnTo>
                  <a:pt x="203581" y="290461"/>
                </a:lnTo>
                <a:lnTo>
                  <a:pt x="216255" y="238620"/>
                </a:lnTo>
                <a:lnTo>
                  <a:pt x="219417" y="210883"/>
                </a:lnTo>
                <a:lnTo>
                  <a:pt x="220459" y="182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43860" y="3204781"/>
            <a:ext cx="495934" cy="12515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R="14604" algn="r">
              <a:lnSpc>
                <a:spcPct val="100000"/>
              </a:lnSpc>
              <a:spcBef>
                <a:spcPts val="350"/>
              </a:spcBef>
            </a:pP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  <a:p>
            <a:pPr marR="14604" algn="r">
              <a:lnSpc>
                <a:spcPct val="100000"/>
              </a:lnSpc>
              <a:spcBef>
                <a:spcPts val="260"/>
              </a:spcBef>
            </a:pPr>
            <a:r>
              <a:rPr sz="1100" spc="-50" dirty="0">
                <a:solidFill>
                  <a:srgbClr val="0070C0"/>
                </a:solidFill>
                <a:latin typeface="Cambria Math"/>
                <a:cs typeface="Cambria Math"/>
              </a:rPr>
              <a:t>8</a:t>
            </a:r>
            <a:endParaRPr sz="1100">
              <a:latin typeface="Cambria Math"/>
              <a:cs typeface="Cambria Math"/>
            </a:endParaRPr>
          </a:p>
          <a:p>
            <a:pPr marR="33655" algn="r">
              <a:lnSpc>
                <a:spcPct val="100000"/>
              </a:lnSpc>
              <a:spcBef>
                <a:spcPts val="204"/>
              </a:spcBef>
            </a:pP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  <a:p>
            <a:pPr marR="33655" algn="r">
              <a:lnSpc>
                <a:spcPct val="100000"/>
              </a:lnSpc>
              <a:spcBef>
                <a:spcPts val="254"/>
              </a:spcBef>
            </a:pPr>
            <a:r>
              <a:rPr sz="1100" spc="-50" dirty="0">
                <a:solidFill>
                  <a:srgbClr val="259300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500"/>
              </a:spcBef>
            </a:pPr>
            <a:r>
              <a:rPr sz="1100" spc="-50" dirty="0"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254"/>
              </a:spcBef>
              <a:tabLst>
                <a:tab pos="390525" algn="l"/>
              </a:tabLst>
            </a:pPr>
            <a:r>
              <a:rPr sz="1100" spc="-25" dirty="0">
                <a:latin typeface="Cambria Math"/>
                <a:cs typeface="Cambria Math"/>
              </a:rPr>
              <a:t>10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11245" y="4163377"/>
            <a:ext cx="42608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0.40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72351" y="1176400"/>
            <a:ext cx="1314450" cy="457200"/>
          </a:xfrm>
          <a:custGeom>
            <a:avLst/>
            <a:gdLst/>
            <a:ahLst/>
            <a:cxnLst/>
            <a:rect l="l" t="t" r="r" b="b"/>
            <a:pathLst>
              <a:path w="1314450" h="457200">
                <a:moveTo>
                  <a:pt x="0" y="228600"/>
                </a:moveTo>
                <a:lnTo>
                  <a:pt x="13347" y="182496"/>
                </a:lnTo>
                <a:lnTo>
                  <a:pt x="51631" y="139571"/>
                </a:lnTo>
                <a:lnTo>
                  <a:pt x="112212" y="100738"/>
                </a:lnTo>
                <a:lnTo>
                  <a:pt x="150040" y="83142"/>
                </a:lnTo>
                <a:lnTo>
                  <a:pt x="192452" y="66913"/>
                </a:lnTo>
                <a:lnTo>
                  <a:pt x="239120" y="52164"/>
                </a:lnTo>
                <a:lnTo>
                  <a:pt x="289712" y="39011"/>
                </a:lnTo>
                <a:lnTo>
                  <a:pt x="343900" y="27568"/>
                </a:lnTo>
                <a:lnTo>
                  <a:pt x="401353" y="17948"/>
                </a:lnTo>
                <a:lnTo>
                  <a:pt x="461742" y="10267"/>
                </a:lnTo>
                <a:lnTo>
                  <a:pt x="524737" y="4639"/>
                </a:lnTo>
                <a:lnTo>
                  <a:pt x="590008" y="1178"/>
                </a:lnTo>
                <a:lnTo>
                  <a:pt x="657225" y="0"/>
                </a:lnTo>
                <a:lnTo>
                  <a:pt x="724420" y="1178"/>
                </a:lnTo>
                <a:lnTo>
                  <a:pt x="789676" y="4639"/>
                </a:lnTo>
                <a:lnTo>
                  <a:pt x="852660" y="10267"/>
                </a:lnTo>
                <a:lnTo>
                  <a:pt x="913042" y="17948"/>
                </a:lnTo>
                <a:lnTo>
                  <a:pt x="970493" y="27568"/>
                </a:lnTo>
                <a:lnTo>
                  <a:pt x="1024681" y="39011"/>
                </a:lnTo>
                <a:lnTo>
                  <a:pt x="1075277" y="52164"/>
                </a:lnTo>
                <a:lnTo>
                  <a:pt x="1121949" y="66913"/>
                </a:lnTo>
                <a:lnTo>
                  <a:pt x="1164368" y="83142"/>
                </a:lnTo>
                <a:lnTo>
                  <a:pt x="1202203" y="100738"/>
                </a:lnTo>
                <a:lnTo>
                  <a:pt x="1262800" y="139571"/>
                </a:lnTo>
                <a:lnTo>
                  <a:pt x="1301097" y="182496"/>
                </a:lnTo>
                <a:lnTo>
                  <a:pt x="1314450" y="228600"/>
                </a:lnTo>
                <a:lnTo>
                  <a:pt x="1311056" y="251970"/>
                </a:lnTo>
                <a:lnTo>
                  <a:pt x="1284901" y="296573"/>
                </a:lnTo>
                <a:lnTo>
                  <a:pt x="1235124" y="337558"/>
                </a:lnTo>
                <a:lnTo>
                  <a:pt x="1164368" y="374004"/>
                </a:lnTo>
                <a:lnTo>
                  <a:pt x="1121949" y="390239"/>
                </a:lnTo>
                <a:lnTo>
                  <a:pt x="1075277" y="404994"/>
                </a:lnTo>
                <a:lnTo>
                  <a:pt x="1024681" y="418154"/>
                </a:lnTo>
                <a:lnTo>
                  <a:pt x="970493" y="429606"/>
                </a:lnTo>
                <a:lnTo>
                  <a:pt x="913042" y="439233"/>
                </a:lnTo>
                <a:lnTo>
                  <a:pt x="852660" y="446921"/>
                </a:lnTo>
                <a:lnTo>
                  <a:pt x="789676" y="452555"/>
                </a:lnTo>
                <a:lnTo>
                  <a:pt x="724420" y="456019"/>
                </a:lnTo>
                <a:lnTo>
                  <a:pt x="657225" y="457200"/>
                </a:lnTo>
                <a:lnTo>
                  <a:pt x="590008" y="456019"/>
                </a:lnTo>
                <a:lnTo>
                  <a:pt x="524737" y="452555"/>
                </a:lnTo>
                <a:lnTo>
                  <a:pt x="461742" y="446921"/>
                </a:lnTo>
                <a:lnTo>
                  <a:pt x="401353" y="439233"/>
                </a:lnTo>
                <a:lnTo>
                  <a:pt x="343900" y="429606"/>
                </a:lnTo>
                <a:lnTo>
                  <a:pt x="289712" y="418154"/>
                </a:lnTo>
                <a:lnTo>
                  <a:pt x="239120" y="404994"/>
                </a:lnTo>
                <a:lnTo>
                  <a:pt x="192452" y="390239"/>
                </a:lnTo>
                <a:lnTo>
                  <a:pt x="150040" y="374004"/>
                </a:lnTo>
                <a:lnTo>
                  <a:pt x="112212" y="356406"/>
                </a:lnTo>
                <a:lnTo>
                  <a:pt x="51631" y="317575"/>
                </a:lnTo>
                <a:lnTo>
                  <a:pt x="13347" y="274666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76769" y="1335404"/>
            <a:ext cx="72390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Weight</a:t>
            </a:r>
            <a:r>
              <a:rPr sz="650" spc="15" dirty="0">
                <a:latin typeface="Verdana"/>
                <a:cs typeface="Verdana"/>
              </a:rPr>
              <a:t> </a:t>
            </a:r>
            <a:r>
              <a:rPr sz="650" spc="10" dirty="0">
                <a:latin typeface="Cambria Math"/>
                <a:cs typeface="Cambria Math"/>
              </a:rPr>
              <a:t>≤</a:t>
            </a:r>
            <a:r>
              <a:rPr sz="650" spc="170" dirty="0">
                <a:latin typeface="Cambria Math"/>
                <a:cs typeface="Cambria Math"/>
              </a:rPr>
              <a:t> </a:t>
            </a:r>
            <a:r>
              <a:rPr sz="650" spc="10" dirty="0">
                <a:latin typeface="Verdana"/>
                <a:cs typeface="Verdana"/>
              </a:rPr>
              <a:t>9</a:t>
            </a:r>
            <a:r>
              <a:rPr sz="650" spc="10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lbs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39026" y="1601977"/>
            <a:ext cx="1254760" cy="447040"/>
          </a:xfrm>
          <a:custGeom>
            <a:avLst/>
            <a:gdLst/>
            <a:ahLst/>
            <a:cxnLst/>
            <a:rect l="l" t="t" r="r" b="b"/>
            <a:pathLst>
              <a:path w="1254759" h="447039">
                <a:moveTo>
                  <a:pt x="368173" y="25146"/>
                </a:moveTo>
                <a:lnTo>
                  <a:pt x="360934" y="18923"/>
                </a:lnTo>
                <a:lnTo>
                  <a:pt x="45986" y="385724"/>
                </a:lnTo>
                <a:lnTo>
                  <a:pt x="20701" y="363982"/>
                </a:lnTo>
                <a:lnTo>
                  <a:pt x="0" y="446532"/>
                </a:lnTo>
                <a:lnTo>
                  <a:pt x="78486" y="413639"/>
                </a:lnTo>
                <a:lnTo>
                  <a:pt x="64439" y="401574"/>
                </a:lnTo>
                <a:lnTo>
                  <a:pt x="53225" y="391947"/>
                </a:lnTo>
                <a:lnTo>
                  <a:pt x="368173" y="25146"/>
                </a:lnTo>
                <a:close/>
              </a:path>
              <a:path w="1254759" h="447039">
                <a:moveTo>
                  <a:pt x="1254506" y="400304"/>
                </a:moveTo>
                <a:lnTo>
                  <a:pt x="1244307" y="353949"/>
                </a:lnTo>
                <a:lnTo>
                  <a:pt x="1236218" y="317119"/>
                </a:lnTo>
                <a:lnTo>
                  <a:pt x="1210310" y="338086"/>
                </a:lnTo>
                <a:lnTo>
                  <a:pt x="937133" y="0"/>
                </a:lnTo>
                <a:lnTo>
                  <a:pt x="929640" y="5969"/>
                </a:lnTo>
                <a:lnTo>
                  <a:pt x="1202931" y="344055"/>
                </a:lnTo>
                <a:lnTo>
                  <a:pt x="1177036" y="364998"/>
                </a:lnTo>
                <a:lnTo>
                  <a:pt x="1254506" y="400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722744" y="1745615"/>
            <a:ext cx="1943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Yes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64143" y="1669034"/>
            <a:ext cx="16573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No 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600825" y="2057400"/>
            <a:ext cx="2066925" cy="628650"/>
            <a:chOff x="6600825" y="2057400"/>
            <a:chExt cx="2066925" cy="62865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7050" y="2076450"/>
              <a:ext cx="285750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81925" y="2085975"/>
              <a:ext cx="295275" cy="2571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7200" y="2057400"/>
              <a:ext cx="295275" cy="3333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0825" y="2400300"/>
              <a:ext cx="285750" cy="2667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6575" y="2381250"/>
              <a:ext cx="285750" cy="2762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81925" y="2409825"/>
              <a:ext cx="257175" cy="2762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77200" y="2419350"/>
              <a:ext cx="285750" cy="2667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2475" y="2400300"/>
              <a:ext cx="295275" cy="2762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0825" y="2085975"/>
              <a:ext cx="285750" cy="2857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62950" y="2095500"/>
              <a:ext cx="304800" cy="285750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4814951" y="1119250"/>
            <a:ext cx="1314450" cy="457200"/>
          </a:xfrm>
          <a:custGeom>
            <a:avLst/>
            <a:gdLst/>
            <a:ahLst/>
            <a:cxnLst/>
            <a:rect l="l" t="t" r="r" b="b"/>
            <a:pathLst>
              <a:path w="1314450" h="457200">
                <a:moveTo>
                  <a:pt x="0" y="228600"/>
                </a:moveTo>
                <a:lnTo>
                  <a:pt x="13347" y="182496"/>
                </a:lnTo>
                <a:lnTo>
                  <a:pt x="51631" y="139571"/>
                </a:lnTo>
                <a:lnTo>
                  <a:pt x="112212" y="100738"/>
                </a:lnTo>
                <a:lnTo>
                  <a:pt x="150040" y="83142"/>
                </a:lnTo>
                <a:lnTo>
                  <a:pt x="192452" y="66913"/>
                </a:lnTo>
                <a:lnTo>
                  <a:pt x="239120" y="52164"/>
                </a:lnTo>
                <a:lnTo>
                  <a:pt x="289712" y="39011"/>
                </a:lnTo>
                <a:lnTo>
                  <a:pt x="343900" y="27568"/>
                </a:lnTo>
                <a:lnTo>
                  <a:pt x="401353" y="17948"/>
                </a:lnTo>
                <a:lnTo>
                  <a:pt x="461742" y="10267"/>
                </a:lnTo>
                <a:lnTo>
                  <a:pt x="524737" y="4639"/>
                </a:lnTo>
                <a:lnTo>
                  <a:pt x="590008" y="1178"/>
                </a:lnTo>
                <a:lnTo>
                  <a:pt x="657225" y="0"/>
                </a:lnTo>
                <a:lnTo>
                  <a:pt x="724420" y="1178"/>
                </a:lnTo>
                <a:lnTo>
                  <a:pt x="789676" y="4639"/>
                </a:lnTo>
                <a:lnTo>
                  <a:pt x="852660" y="10267"/>
                </a:lnTo>
                <a:lnTo>
                  <a:pt x="913042" y="17948"/>
                </a:lnTo>
                <a:lnTo>
                  <a:pt x="970493" y="27568"/>
                </a:lnTo>
                <a:lnTo>
                  <a:pt x="1024681" y="39011"/>
                </a:lnTo>
                <a:lnTo>
                  <a:pt x="1075277" y="52164"/>
                </a:lnTo>
                <a:lnTo>
                  <a:pt x="1121949" y="66913"/>
                </a:lnTo>
                <a:lnTo>
                  <a:pt x="1164368" y="83142"/>
                </a:lnTo>
                <a:lnTo>
                  <a:pt x="1202203" y="100738"/>
                </a:lnTo>
                <a:lnTo>
                  <a:pt x="1262800" y="139571"/>
                </a:lnTo>
                <a:lnTo>
                  <a:pt x="1301097" y="182496"/>
                </a:lnTo>
                <a:lnTo>
                  <a:pt x="1314450" y="228600"/>
                </a:lnTo>
                <a:lnTo>
                  <a:pt x="1311056" y="251970"/>
                </a:lnTo>
                <a:lnTo>
                  <a:pt x="1284901" y="296573"/>
                </a:lnTo>
                <a:lnTo>
                  <a:pt x="1235124" y="337558"/>
                </a:lnTo>
                <a:lnTo>
                  <a:pt x="1164368" y="374004"/>
                </a:lnTo>
                <a:lnTo>
                  <a:pt x="1121949" y="390239"/>
                </a:lnTo>
                <a:lnTo>
                  <a:pt x="1075277" y="404994"/>
                </a:lnTo>
                <a:lnTo>
                  <a:pt x="1024681" y="418154"/>
                </a:lnTo>
                <a:lnTo>
                  <a:pt x="970493" y="429606"/>
                </a:lnTo>
                <a:lnTo>
                  <a:pt x="913042" y="439233"/>
                </a:lnTo>
                <a:lnTo>
                  <a:pt x="852660" y="446921"/>
                </a:lnTo>
                <a:lnTo>
                  <a:pt x="789676" y="452555"/>
                </a:lnTo>
                <a:lnTo>
                  <a:pt x="724420" y="456019"/>
                </a:lnTo>
                <a:lnTo>
                  <a:pt x="657225" y="457200"/>
                </a:lnTo>
                <a:lnTo>
                  <a:pt x="590008" y="456019"/>
                </a:lnTo>
                <a:lnTo>
                  <a:pt x="524737" y="452555"/>
                </a:lnTo>
                <a:lnTo>
                  <a:pt x="461742" y="446921"/>
                </a:lnTo>
                <a:lnTo>
                  <a:pt x="401353" y="439233"/>
                </a:lnTo>
                <a:lnTo>
                  <a:pt x="343900" y="429606"/>
                </a:lnTo>
                <a:lnTo>
                  <a:pt x="289712" y="418154"/>
                </a:lnTo>
                <a:lnTo>
                  <a:pt x="239120" y="404994"/>
                </a:lnTo>
                <a:lnTo>
                  <a:pt x="192452" y="390239"/>
                </a:lnTo>
                <a:lnTo>
                  <a:pt x="150040" y="374004"/>
                </a:lnTo>
                <a:lnTo>
                  <a:pt x="112212" y="356406"/>
                </a:lnTo>
                <a:lnTo>
                  <a:pt x="51631" y="317575"/>
                </a:lnTo>
                <a:lnTo>
                  <a:pt x="13347" y="274666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116195" y="1280223"/>
            <a:ext cx="72390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Weight</a:t>
            </a:r>
            <a:r>
              <a:rPr sz="650" spc="20" dirty="0">
                <a:latin typeface="Verdana"/>
                <a:cs typeface="Verdana"/>
              </a:rPr>
              <a:t> </a:t>
            </a:r>
            <a:r>
              <a:rPr sz="650" spc="10" dirty="0">
                <a:latin typeface="Cambria Math"/>
                <a:cs typeface="Cambria Math"/>
              </a:rPr>
              <a:t>≤</a:t>
            </a:r>
            <a:r>
              <a:rPr sz="650" spc="170" dirty="0">
                <a:latin typeface="Cambria Math"/>
                <a:cs typeface="Cambria Math"/>
              </a:rPr>
              <a:t> </a:t>
            </a:r>
            <a:r>
              <a:rPr sz="650" spc="10" dirty="0">
                <a:latin typeface="Verdana"/>
                <a:cs typeface="Verdana"/>
              </a:rPr>
              <a:t>8</a:t>
            </a:r>
            <a:r>
              <a:rPr sz="650" spc="9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lbs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3919854" y="1583435"/>
            <a:ext cx="3903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50" dirty="0">
                <a:solidFill>
                  <a:srgbClr val="8C1515"/>
                </a:solidFill>
                <a:latin typeface="Lucida Sans Unicode"/>
                <a:cs typeface="Lucida Sans Unicode"/>
              </a:rPr>
              <a:t>Decision</a:t>
            </a:r>
            <a:r>
              <a:rPr sz="2700" spc="-270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10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-10" dirty="0">
                <a:solidFill>
                  <a:srgbClr val="8C1515"/>
                </a:solidFill>
                <a:latin typeface="Lucida Sans Unicode"/>
                <a:cs typeface="Lucida Sans Unicode"/>
              </a:rPr>
              <a:t>Learning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1285" y="3124835"/>
            <a:ext cx="49942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35" dirty="0">
                <a:solidFill>
                  <a:srgbClr val="585858"/>
                </a:solidFill>
                <a:latin typeface="Arial Black"/>
                <a:cs typeface="Arial Black"/>
              </a:rPr>
              <a:t>Regression</a:t>
            </a:r>
            <a:r>
              <a:rPr sz="2750" spc="-7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200" dirty="0">
                <a:solidFill>
                  <a:srgbClr val="585858"/>
                </a:solidFill>
                <a:latin typeface="Arial Black"/>
                <a:cs typeface="Arial Black"/>
              </a:rPr>
              <a:t>Trees</a:t>
            </a:r>
            <a:r>
              <a:rPr sz="2750" spc="-21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0" dirty="0">
                <a:solidFill>
                  <a:srgbClr val="585858"/>
                </a:solidFill>
                <a:latin typeface="Arial Black"/>
                <a:cs typeface="Arial Black"/>
              </a:rPr>
              <a:t>(optional)</a:t>
            </a:r>
            <a:endParaRPr sz="2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5459" y="303911"/>
            <a:ext cx="812609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Regression</a:t>
            </a:r>
            <a:r>
              <a:rPr sz="2400" spc="-70" dirty="0"/>
              <a:t> </a:t>
            </a:r>
            <a:r>
              <a:rPr sz="2400" dirty="0"/>
              <a:t>with Decision</a:t>
            </a:r>
            <a:r>
              <a:rPr sz="2400" spc="-140" dirty="0"/>
              <a:t> </a:t>
            </a:r>
            <a:r>
              <a:rPr sz="2400" dirty="0"/>
              <a:t>Trees:</a:t>
            </a:r>
            <a:r>
              <a:rPr sz="2400" spc="-90" dirty="0"/>
              <a:t> </a:t>
            </a:r>
            <a:r>
              <a:rPr sz="2400" dirty="0"/>
              <a:t>Predicting</a:t>
            </a:r>
            <a:r>
              <a:rPr sz="2400" spc="-50" dirty="0"/>
              <a:t> </a:t>
            </a:r>
            <a:r>
              <a:rPr sz="2400" dirty="0"/>
              <a:t>a</a:t>
            </a:r>
            <a:r>
              <a:rPr sz="2400" spc="-70" dirty="0"/>
              <a:t> </a:t>
            </a:r>
            <a:r>
              <a:rPr sz="2400" spc="-10" dirty="0"/>
              <a:t>number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7092" y="897953"/>
            <a:ext cx="1079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86026" y="976375"/>
          <a:ext cx="6287770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R="274320" algn="ctr">
                        <a:lnSpc>
                          <a:spcPts val="1175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14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1175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ts val="1375"/>
                        </a:lnSpc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Whiskers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190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Weight</a:t>
                      </a:r>
                      <a:r>
                        <a:rPr sz="14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(lbs.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R="19558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7.2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8542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8.8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8542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15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1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9558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22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22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ts val="1270"/>
                        </a:lnSpc>
                        <a:spcBef>
                          <a:spcPts val="8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17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  <a:spcBef>
                          <a:spcPts val="88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9.2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9558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8.4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77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9558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7.6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18542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78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73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11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949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10.2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01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8542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18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22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marR="185420" algn="ctr">
                        <a:lnSpc>
                          <a:spcPts val="994"/>
                        </a:lnSpc>
                        <a:spcBef>
                          <a:spcPts val="1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77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994"/>
                        </a:lnSpc>
                        <a:spcBef>
                          <a:spcPts val="1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910"/>
                        </a:lnSpc>
                        <a:spcBef>
                          <a:spcPts val="22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20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581150" y="1181100"/>
            <a:ext cx="295275" cy="2886075"/>
            <a:chOff x="1581150" y="1181100"/>
            <a:chExt cx="295275" cy="28860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150" y="1476375"/>
              <a:ext cx="295275" cy="295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1150" y="1781175"/>
              <a:ext cx="295275" cy="2571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1150" y="2047875"/>
              <a:ext cx="295275" cy="3333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1150" y="2390775"/>
              <a:ext cx="295275" cy="257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1150" y="2657475"/>
              <a:ext cx="295275" cy="266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1150" y="2933700"/>
              <a:ext cx="295275" cy="2857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3228975"/>
              <a:ext cx="257175" cy="285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1150" y="3514725"/>
              <a:ext cx="295275" cy="2762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1150" y="3800475"/>
              <a:ext cx="295275" cy="2667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1150" y="1181100"/>
              <a:ext cx="285750" cy="28575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57135" y="4074985"/>
            <a:ext cx="1194816" cy="15639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95465" y="4093032"/>
            <a:ext cx="4906095" cy="39568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42059" y="4303852"/>
            <a:ext cx="103797" cy="17914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0464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Regression</a:t>
            </a:r>
            <a:r>
              <a:rPr sz="2400" spc="-65" dirty="0"/>
              <a:t> </a:t>
            </a:r>
            <a:r>
              <a:rPr sz="2400" dirty="0"/>
              <a:t>with</a:t>
            </a:r>
            <a:r>
              <a:rPr sz="2400" spc="15" dirty="0"/>
              <a:t> </a:t>
            </a:r>
            <a:r>
              <a:rPr sz="2400" dirty="0"/>
              <a:t>Decision</a:t>
            </a:r>
            <a:r>
              <a:rPr sz="2400" spc="-130" dirty="0"/>
              <a:t> </a:t>
            </a:r>
            <a:r>
              <a:rPr sz="2400" spc="-10" dirty="0"/>
              <a:t>Trees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738626" y="1024000"/>
            <a:ext cx="714375" cy="466725"/>
          </a:xfrm>
          <a:custGeom>
            <a:avLst/>
            <a:gdLst/>
            <a:ahLst/>
            <a:cxnLst/>
            <a:rect l="l" t="t" r="r" b="b"/>
            <a:pathLst>
              <a:path w="714375" h="466725">
                <a:moveTo>
                  <a:pt x="0" y="233299"/>
                </a:moveTo>
                <a:lnTo>
                  <a:pt x="4674" y="195442"/>
                </a:lnTo>
                <a:lnTo>
                  <a:pt x="18206" y="159536"/>
                </a:lnTo>
                <a:lnTo>
                  <a:pt x="39862" y="126059"/>
                </a:lnTo>
                <a:lnTo>
                  <a:pt x="68905" y="95490"/>
                </a:lnTo>
                <a:lnTo>
                  <a:pt x="104600" y="68310"/>
                </a:lnTo>
                <a:lnTo>
                  <a:pt x="146212" y="44996"/>
                </a:lnTo>
                <a:lnTo>
                  <a:pt x="193006" y="26029"/>
                </a:lnTo>
                <a:lnTo>
                  <a:pt x="244246" y="11888"/>
                </a:lnTo>
                <a:lnTo>
                  <a:pt x="299197" y="3051"/>
                </a:lnTo>
                <a:lnTo>
                  <a:pt x="357124" y="0"/>
                </a:lnTo>
                <a:lnTo>
                  <a:pt x="415054" y="3051"/>
                </a:lnTo>
                <a:lnTo>
                  <a:pt x="470014" y="11888"/>
                </a:lnTo>
                <a:lnTo>
                  <a:pt x="521269" y="26029"/>
                </a:lnTo>
                <a:lnTo>
                  <a:pt x="568080" y="44996"/>
                </a:lnTo>
                <a:lnTo>
                  <a:pt x="609711" y="68310"/>
                </a:lnTo>
                <a:lnTo>
                  <a:pt x="645425" y="95490"/>
                </a:lnTo>
                <a:lnTo>
                  <a:pt x="674485" y="126059"/>
                </a:lnTo>
                <a:lnTo>
                  <a:pt x="696155" y="159536"/>
                </a:lnTo>
                <a:lnTo>
                  <a:pt x="709697" y="195442"/>
                </a:lnTo>
                <a:lnTo>
                  <a:pt x="714375" y="233299"/>
                </a:lnTo>
                <a:lnTo>
                  <a:pt x="709697" y="271158"/>
                </a:lnTo>
                <a:lnTo>
                  <a:pt x="696155" y="307074"/>
                </a:lnTo>
                <a:lnTo>
                  <a:pt x="674485" y="340566"/>
                </a:lnTo>
                <a:lnTo>
                  <a:pt x="645425" y="371151"/>
                </a:lnTo>
                <a:lnTo>
                  <a:pt x="609711" y="398351"/>
                </a:lnTo>
                <a:lnTo>
                  <a:pt x="568080" y="421683"/>
                </a:lnTo>
                <a:lnTo>
                  <a:pt x="521269" y="440668"/>
                </a:lnTo>
                <a:lnTo>
                  <a:pt x="470014" y="454823"/>
                </a:lnTo>
                <a:lnTo>
                  <a:pt x="415054" y="463669"/>
                </a:lnTo>
                <a:lnTo>
                  <a:pt x="357124" y="466725"/>
                </a:lnTo>
                <a:lnTo>
                  <a:pt x="299197" y="463669"/>
                </a:lnTo>
                <a:lnTo>
                  <a:pt x="244246" y="454823"/>
                </a:lnTo>
                <a:lnTo>
                  <a:pt x="193006" y="440668"/>
                </a:lnTo>
                <a:lnTo>
                  <a:pt x="146212" y="421683"/>
                </a:lnTo>
                <a:lnTo>
                  <a:pt x="104600" y="398351"/>
                </a:lnTo>
                <a:lnTo>
                  <a:pt x="68905" y="371151"/>
                </a:lnTo>
                <a:lnTo>
                  <a:pt x="39862" y="340566"/>
                </a:lnTo>
                <a:lnTo>
                  <a:pt x="18206" y="307074"/>
                </a:lnTo>
                <a:lnTo>
                  <a:pt x="4674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8015" y="1137284"/>
            <a:ext cx="30670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0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62376" y="1419986"/>
            <a:ext cx="1630680" cy="391160"/>
          </a:xfrm>
          <a:custGeom>
            <a:avLst/>
            <a:gdLst/>
            <a:ahLst/>
            <a:cxnLst/>
            <a:rect l="l" t="t" r="r" b="b"/>
            <a:pathLst>
              <a:path w="1630679" h="391160">
                <a:moveTo>
                  <a:pt x="580390" y="8001"/>
                </a:moveTo>
                <a:lnTo>
                  <a:pt x="575056" y="0"/>
                </a:lnTo>
                <a:lnTo>
                  <a:pt x="60553" y="344741"/>
                </a:lnTo>
                <a:lnTo>
                  <a:pt x="42037" y="317119"/>
                </a:lnTo>
                <a:lnTo>
                  <a:pt x="0" y="391160"/>
                </a:lnTo>
                <a:lnTo>
                  <a:pt x="84455" y="380365"/>
                </a:lnTo>
                <a:lnTo>
                  <a:pt x="70650" y="359791"/>
                </a:lnTo>
                <a:lnTo>
                  <a:pt x="65913" y="352729"/>
                </a:lnTo>
                <a:lnTo>
                  <a:pt x="580390" y="8001"/>
                </a:lnTo>
                <a:close/>
              </a:path>
              <a:path w="1630679" h="391160">
                <a:moveTo>
                  <a:pt x="1630299" y="366141"/>
                </a:moveTo>
                <a:lnTo>
                  <a:pt x="1612252" y="336296"/>
                </a:lnTo>
                <a:lnTo>
                  <a:pt x="1586230" y="293243"/>
                </a:lnTo>
                <a:lnTo>
                  <a:pt x="1568361" y="321513"/>
                </a:lnTo>
                <a:lnTo>
                  <a:pt x="1059815" y="0"/>
                </a:lnTo>
                <a:lnTo>
                  <a:pt x="1054608" y="8001"/>
                </a:lnTo>
                <a:lnTo>
                  <a:pt x="1563306" y="329526"/>
                </a:lnTo>
                <a:lnTo>
                  <a:pt x="1545463" y="357759"/>
                </a:lnTo>
                <a:lnTo>
                  <a:pt x="1630299" y="3661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36010" y="1414779"/>
            <a:ext cx="3238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6459" y="1472184"/>
            <a:ext cx="334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73426" y="1735201"/>
            <a:ext cx="739775" cy="492125"/>
            <a:chOff x="2773426" y="1735201"/>
            <a:chExt cx="739775" cy="492125"/>
          </a:xfrm>
        </p:grpSpPr>
        <p:sp>
          <p:nvSpPr>
            <p:cNvPr id="9" name="object 9"/>
            <p:cNvSpPr/>
            <p:nvPr/>
          </p:nvSpPr>
          <p:spPr>
            <a:xfrm>
              <a:off x="2786126" y="1747901"/>
              <a:ext cx="714375" cy="466725"/>
            </a:xfrm>
            <a:custGeom>
              <a:avLst/>
              <a:gdLst/>
              <a:ahLst/>
              <a:cxnLst/>
              <a:rect l="l" t="t" r="r" b="b"/>
              <a:pathLst>
                <a:path w="714375" h="466725">
                  <a:moveTo>
                    <a:pt x="357124" y="0"/>
                  </a:moveTo>
                  <a:lnTo>
                    <a:pt x="299197" y="3051"/>
                  </a:lnTo>
                  <a:lnTo>
                    <a:pt x="244246" y="11888"/>
                  </a:lnTo>
                  <a:lnTo>
                    <a:pt x="193006" y="26029"/>
                  </a:lnTo>
                  <a:lnTo>
                    <a:pt x="146212" y="44996"/>
                  </a:lnTo>
                  <a:lnTo>
                    <a:pt x="104600" y="68310"/>
                  </a:lnTo>
                  <a:lnTo>
                    <a:pt x="68905" y="95490"/>
                  </a:lnTo>
                  <a:lnTo>
                    <a:pt x="39862" y="126059"/>
                  </a:lnTo>
                  <a:lnTo>
                    <a:pt x="18206" y="159536"/>
                  </a:lnTo>
                  <a:lnTo>
                    <a:pt x="4674" y="195442"/>
                  </a:lnTo>
                  <a:lnTo>
                    <a:pt x="0" y="233299"/>
                  </a:lnTo>
                  <a:lnTo>
                    <a:pt x="4674" y="271158"/>
                  </a:lnTo>
                  <a:lnTo>
                    <a:pt x="18206" y="307074"/>
                  </a:lnTo>
                  <a:lnTo>
                    <a:pt x="39862" y="340566"/>
                  </a:lnTo>
                  <a:lnTo>
                    <a:pt x="68905" y="371151"/>
                  </a:lnTo>
                  <a:lnTo>
                    <a:pt x="104600" y="398351"/>
                  </a:lnTo>
                  <a:lnTo>
                    <a:pt x="146212" y="421683"/>
                  </a:lnTo>
                  <a:lnTo>
                    <a:pt x="193006" y="440668"/>
                  </a:lnTo>
                  <a:lnTo>
                    <a:pt x="244246" y="454823"/>
                  </a:lnTo>
                  <a:lnTo>
                    <a:pt x="299197" y="463669"/>
                  </a:lnTo>
                  <a:lnTo>
                    <a:pt x="357124" y="466725"/>
                  </a:lnTo>
                  <a:lnTo>
                    <a:pt x="415054" y="463669"/>
                  </a:lnTo>
                  <a:lnTo>
                    <a:pt x="470014" y="454823"/>
                  </a:lnTo>
                  <a:lnTo>
                    <a:pt x="521269" y="440668"/>
                  </a:lnTo>
                  <a:lnTo>
                    <a:pt x="568080" y="421683"/>
                  </a:lnTo>
                  <a:lnTo>
                    <a:pt x="609711" y="398351"/>
                  </a:lnTo>
                  <a:lnTo>
                    <a:pt x="645425" y="371151"/>
                  </a:lnTo>
                  <a:lnTo>
                    <a:pt x="674485" y="340566"/>
                  </a:lnTo>
                  <a:lnTo>
                    <a:pt x="696155" y="307074"/>
                  </a:lnTo>
                  <a:lnTo>
                    <a:pt x="709697" y="271158"/>
                  </a:lnTo>
                  <a:lnTo>
                    <a:pt x="714375" y="233299"/>
                  </a:lnTo>
                  <a:lnTo>
                    <a:pt x="709697" y="195442"/>
                  </a:lnTo>
                  <a:lnTo>
                    <a:pt x="696155" y="159536"/>
                  </a:lnTo>
                  <a:lnTo>
                    <a:pt x="674485" y="126059"/>
                  </a:lnTo>
                  <a:lnTo>
                    <a:pt x="645425" y="95490"/>
                  </a:lnTo>
                  <a:lnTo>
                    <a:pt x="609711" y="68310"/>
                  </a:lnTo>
                  <a:lnTo>
                    <a:pt x="568080" y="44996"/>
                  </a:lnTo>
                  <a:lnTo>
                    <a:pt x="521269" y="26029"/>
                  </a:lnTo>
                  <a:lnTo>
                    <a:pt x="470014" y="11888"/>
                  </a:lnTo>
                  <a:lnTo>
                    <a:pt x="415054" y="3051"/>
                  </a:lnTo>
                  <a:lnTo>
                    <a:pt x="35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86126" y="1747901"/>
              <a:ext cx="714375" cy="466725"/>
            </a:xfrm>
            <a:custGeom>
              <a:avLst/>
              <a:gdLst/>
              <a:ahLst/>
              <a:cxnLst/>
              <a:rect l="l" t="t" r="r" b="b"/>
              <a:pathLst>
                <a:path w="714375" h="466725">
                  <a:moveTo>
                    <a:pt x="0" y="233299"/>
                  </a:moveTo>
                  <a:lnTo>
                    <a:pt x="4674" y="195442"/>
                  </a:lnTo>
                  <a:lnTo>
                    <a:pt x="18206" y="159536"/>
                  </a:lnTo>
                  <a:lnTo>
                    <a:pt x="39862" y="126059"/>
                  </a:lnTo>
                  <a:lnTo>
                    <a:pt x="68905" y="95490"/>
                  </a:lnTo>
                  <a:lnTo>
                    <a:pt x="104600" y="68310"/>
                  </a:lnTo>
                  <a:lnTo>
                    <a:pt x="146212" y="44996"/>
                  </a:lnTo>
                  <a:lnTo>
                    <a:pt x="193006" y="26029"/>
                  </a:lnTo>
                  <a:lnTo>
                    <a:pt x="244246" y="11888"/>
                  </a:lnTo>
                  <a:lnTo>
                    <a:pt x="299197" y="3051"/>
                  </a:lnTo>
                  <a:lnTo>
                    <a:pt x="357124" y="0"/>
                  </a:lnTo>
                  <a:lnTo>
                    <a:pt x="415054" y="3051"/>
                  </a:lnTo>
                  <a:lnTo>
                    <a:pt x="470014" y="11888"/>
                  </a:lnTo>
                  <a:lnTo>
                    <a:pt x="521269" y="26029"/>
                  </a:lnTo>
                  <a:lnTo>
                    <a:pt x="568080" y="44996"/>
                  </a:lnTo>
                  <a:lnTo>
                    <a:pt x="609711" y="68310"/>
                  </a:lnTo>
                  <a:lnTo>
                    <a:pt x="645425" y="95490"/>
                  </a:lnTo>
                  <a:lnTo>
                    <a:pt x="674485" y="126059"/>
                  </a:lnTo>
                  <a:lnTo>
                    <a:pt x="696155" y="159536"/>
                  </a:lnTo>
                  <a:lnTo>
                    <a:pt x="709697" y="195442"/>
                  </a:lnTo>
                  <a:lnTo>
                    <a:pt x="714375" y="233299"/>
                  </a:lnTo>
                  <a:lnTo>
                    <a:pt x="709697" y="271158"/>
                  </a:lnTo>
                  <a:lnTo>
                    <a:pt x="696155" y="307074"/>
                  </a:lnTo>
                  <a:lnTo>
                    <a:pt x="674485" y="340566"/>
                  </a:lnTo>
                  <a:lnTo>
                    <a:pt x="645425" y="371151"/>
                  </a:lnTo>
                  <a:lnTo>
                    <a:pt x="609711" y="398351"/>
                  </a:lnTo>
                  <a:lnTo>
                    <a:pt x="568080" y="421683"/>
                  </a:lnTo>
                  <a:lnTo>
                    <a:pt x="521269" y="440668"/>
                  </a:lnTo>
                  <a:lnTo>
                    <a:pt x="470014" y="454823"/>
                  </a:lnTo>
                  <a:lnTo>
                    <a:pt x="415054" y="463669"/>
                  </a:lnTo>
                  <a:lnTo>
                    <a:pt x="357124" y="466725"/>
                  </a:lnTo>
                  <a:lnTo>
                    <a:pt x="299197" y="463669"/>
                  </a:lnTo>
                  <a:lnTo>
                    <a:pt x="244246" y="454823"/>
                  </a:lnTo>
                  <a:lnTo>
                    <a:pt x="193006" y="440668"/>
                  </a:lnTo>
                  <a:lnTo>
                    <a:pt x="146212" y="421683"/>
                  </a:lnTo>
                  <a:lnTo>
                    <a:pt x="104600" y="398351"/>
                  </a:lnTo>
                  <a:lnTo>
                    <a:pt x="68905" y="371151"/>
                  </a:lnTo>
                  <a:lnTo>
                    <a:pt x="39862" y="340566"/>
                  </a:lnTo>
                  <a:lnTo>
                    <a:pt x="18206" y="307074"/>
                  </a:lnTo>
                  <a:lnTo>
                    <a:pt x="4674" y="271158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87675" y="1859597"/>
            <a:ext cx="305435" cy="23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33701" y="2144648"/>
            <a:ext cx="1181735" cy="485775"/>
          </a:xfrm>
          <a:custGeom>
            <a:avLst/>
            <a:gdLst/>
            <a:ahLst/>
            <a:cxnLst/>
            <a:rect l="l" t="t" r="r" b="b"/>
            <a:pathLst>
              <a:path w="1181735" h="485775">
                <a:moveTo>
                  <a:pt x="458216" y="6477"/>
                </a:moveTo>
                <a:lnTo>
                  <a:pt x="451358" y="0"/>
                </a:lnTo>
                <a:lnTo>
                  <a:pt x="48729" y="426504"/>
                </a:lnTo>
                <a:lnTo>
                  <a:pt x="24511" y="403606"/>
                </a:lnTo>
                <a:lnTo>
                  <a:pt x="0" y="485267"/>
                </a:lnTo>
                <a:lnTo>
                  <a:pt x="79883" y="455930"/>
                </a:lnTo>
                <a:lnTo>
                  <a:pt x="65493" y="442341"/>
                </a:lnTo>
                <a:lnTo>
                  <a:pt x="55714" y="433095"/>
                </a:lnTo>
                <a:lnTo>
                  <a:pt x="458216" y="6477"/>
                </a:lnTo>
                <a:close/>
              </a:path>
              <a:path w="1181735" h="485775">
                <a:moveTo>
                  <a:pt x="1181735" y="484124"/>
                </a:moveTo>
                <a:lnTo>
                  <a:pt x="1173403" y="435864"/>
                </a:lnTo>
                <a:lnTo>
                  <a:pt x="1167257" y="400177"/>
                </a:lnTo>
                <a:lnTo>
                  <a:pt x="1140421" y="419950"/>
                </a:lnTo>
                <a:lnTo>
                  <a:pt x="880110" y="67056"/>
                </a:lnTo>
                <a:lnTo>
                  <a:pt x="872363" y="72771"/>
                </a:lnTo>
                <a:lnTo>
                  <a:pt x="1132674" y="425665"/>
                </a:lnTo>
                <a:lnTo>
                  <a:pt x="1105916" y="445389"/>
                </a:lnTo>
                <a:lnTo>
                  <a:pt x="1181735" y="484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94229" y="2399283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2684" y="2408554"/>
            <a:ext cx="508634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02226" y="1735201"/>
            <a:ext cx="854075" cy="482600"/>
            <a:chOff x="4602226" y="1735201"/>
            <a:chExt cx="854075" cy="482600"/>
          </a:xfrm>
        </p:grpSpPr>
        <p:sp>
          <p:nvSpPr>
            <p:cNvPr id="16" name="object 16"/>
            <p:cNvSpPr/>
            <p:nvPr/>
          </p:nvSpPr>
          <p:spPr>
            <a:xfrm>
              <a:off x="4614926" y="1747901"/>
              <a:ext cx="828675" cy="457200"/>
            </a:xfrm>
            <a:custGeom>
              <a:avLst/>
              <a:gdLst/>
              <a:ahLst/>
              <a:cxnLst/>
              <a:rect l="l" t="t" r="r" b="b"/>
              <a:pathLst>
                <a:path w="828675" h="457200">
                  <a:moveTo>
                    <a:pt x="414274" y="0"/>
                  </a:moveTo>
                  <a:lnTo>
                    <a:pt x="353042" y="2476"/>
                  </a:lnTo>
                  <a:lnTo>
                    <a:pt x="294605" y="9669"/>
                  </a:lnTo>
                  <a:lnTo>
                    <a:pt x="239601" y="21228"/>
                  </a:lnTo>
                  <a:lnTo>
                    <a:pt x="188672" y="36800"/>
                  </a:lnTo>
                  <a:lnTo>
                    <a:pt x="142456" y="56033"/>
                  </a:lnTo>
                  <a:lnTo>
                    <a:pt x="101595" y="78575"/>
                  </a:lnTo>
                  <a:lnTo>
                    <a:pt x="66727" y="104075"/>
                  </a:lnTo>
                  <a:lnTo>
                    <a:pt x="38494" y="132179"/>
                  </a:lnTo>
                  <a:lnTo>
                    <a:pt x="4490" y="194793"/>
                  </a:lnTo>
                  <a:lnTo>
                    <a:pt x="0" y="228600"/>
                  </a:lnTo>
                  <a:lnTo>
                    <a:pt x="4490" y="262377"/>
                  </a:lnTo>
                  <a:lnTo>
                    <a:pt x="38494" y="324965"/>
                  </a:lnTo>
                  <a:lnTo>
                    <a:pt x="66727" y="353068"/>
                  </a:lnTo>
                  <a:lnTo>
                    <a:pt x="101595" y="378572"/>
                  </a:lnTo>
                  <a:lnTo>
                    <a:pt x="142456" y="401123"/>
                  </a:lnTo>
                  <a:lnTo>
                    <a:pt x="188672" y="420367"/>
                  </a:lnTo>
                  <a:lnTo>
                    <a:pt x="239601" y="435951"/>
                  </a:lnTo>
                  <a:lnTo>
                    <a:pt x="294605" y="447520"/>
                  </a:lnTo>
                  <a:lnTo>
                    <a:pt x="353042" y="454721"/>
                  </a:lnTo>
                  <a:lnTo>
                    <a:pt x="414274" y="457200"/>
                  </a:lnTo>
                  <a:lnTo>
                    <a:pt x="475508" y="454721"/>
                  </a:lnTo>
                  <a:lnTo>
                    <a:pt x="533953" y="447520"/>
                  </a:lnTo>
                  <a:lnTo>
                    <a:pt x="588969" y="435951"/>
                  </a:lnTo>
                  <a:lnTo>
                    <a:pt x="639913" y="420367"/>
                  </a:lnTo>
                  <a:lnTo>
                    <a:pt x="686146" y="401123"/>
                  </a:lnTo>
                  <a:lnTo>
                    <a:pt x="727024" y="378572"/>
                  </a:lnTo>
                  <a:lnTo>
                    <a:pt x="761909" y="353068"/>
                  </a:lnTo>
                  <a:lnTo>
                    <a:pt x="790157" y="324965"/>
                  </a:lnTo>
                  <a:lnTo>
                    <a:pt x="824181" y="262377"/>
                  </a:lnTo>
                  <a:lnTo>
                    <a:pt x="828675" y="228600"/>
                  </a:lnTo>
                  <a:lnTo>
                    <a:pt x="824181" y="194793"/>
                  </a:lnTo>
                  <a:lnTo>
                    <a:pt x="790157" y="132179"/>
                  </a:lnTo>
                  <a:lnTo>
                    <a:pt x="761909" y="104075"/>
                  </a:lnTo>
                  <a:lnTo>
                    <a:pt x="727024" y="78575"/>
                  </a:lnTo>
                  <a:lnTo>
                    <a:pt x="686146" y="56033"/>
                  </a:lnTo>
                  <a:lnTo>
                    <a:pt x="639913" y="36800"/>
                  </a:lnTo>
                  <a:lnTo>
                    <a:pt x="588969" y="21228"/>
                  </a:lnTo>
                  <a:lnTo>
                    <a:pt x="533953" y="9669"/>
                  </a:lnTo>
                  <a:lnTo>
                    <a:pt x="475508" y="2476"/>
                  </a:lnTo>
                  <a:lnTo>
                    <a:pt x="414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14926" y="1747901"/>
              <a:ext cx="828675" cy="457200"/>
            </a:xfrm>
            <a:custGeom>
              <a:avLst/>
              <a:gdLst/>
              <a:ahLst/>
              <a:cxnLst/>
              <a:rect l="l" t="t" r="r" b="b"/>
              <a:pathLst>
                <a:path w="828675" h="457200">
                  <a:moveTo>
                    <a:pt x="0" y="228600"/>
                  </a:moveTo>
                  <a:lnTo>
                    <a:pt x="17535" y="162536"/>
                  </a:lnTo>
                  <a:lnTo>
                    <a:pt x="66727" y="104075"/>
                  </a:lnTo>
                  <a:lnTo>
                    <a:pt x="101595" y="78575"/>
                  </a:lnTo>
                  <a:lnTo>
                    <a:pt x="142456" y="56033"/>
                  </a:lnTo>
                  <a:lnTo>
                    <a:pt x="188672" y="36800"/>
                  </a:lnTo>
                  <a:lnTo>
                    <a:pt x="239601" y="21228"/>
                  </a:lnTo>
                  <a:lnTo>
                    <a:pt x="294605" y="9669"/>
                  </a:lnTo>
                  <a:lnTo>
                    <a:pt x="353042" y="2476"/>
                  </a:lnTo>
                  <a:lnTo>
                    <a:pt x="414274" y="0"/>
                  </a:lnTo>
                  <a:lnTo>
                    <a:pt x="475508" y="2476"/>
                  </a:lnTo>
                  <a:lnTo>
                    <a:pt x="533953" y="9669"/>
                  </a:lnTo>
                  <a:lnTo>
                    <a:pt x="588969" y="21228"/>
                  </a:lnTo>
                  <a:lnTo>
                    <a:pt x="639913" y="36800"/>
                  </a:lnTo>
                  <a:lnTo>
                    <a:pt x="686146" y="56033"/>
                  </a:lnTo>
                  <a:lnTo>
                    <a:pt x="727024" y="78575"/>
                  </a:lnTo>
                  <a:lnTo>
                    <a:pt x="761909" y="104075"/>
                  </a:lnTo>
                  <a:lnTo>
                    <a:pt x="790157" y="132179"/>
                  </a:lnTo>
                  <a:lnTo>
                    <a:pt x="824181" y="194793"/>
                  </a:lnTo>
                  <a:lnTo>
                    <a:pt x="828675" y="228600"/>
                  </a:lnTo>
                  <a:lnTo>
                    <a:pt x="824181" y="262377"/>
                  </a:lnTo>
                  <a:lnTo>
                    <a:pt x="790157" y="324965"/>
                  </a:lnTo>
                  <a:lnTo>
                    <a:pt x="761909" y="353068"/>
                  </a:lnTo>
                  <a:lnTo>
                    <a:pt x="727024" y="378572"/>
                  </a:lnTo>
                  <a:lnTo>
                    <a:pt x="686146" y="401123"/>
                  </a:lnTo>
                  <a:lnTo>
                    <a:pt x="639913" y="420367"/>
                  </a:lnTo>
                  <a:lnTo>
                    <a:pt x="588969" y="435951"/>
                  </a:lnTo>
                  <a:lnTo>
                    <a:pt x="533953" y="447520"/>
                  </a:lnTo>
                  <a:lnTo>
                    <a:pt x="475508" y="454721"/>
                  </a:lnTo>
                  <a:lnTo>
                    <a:pt x="414274" y="457200"/>
                  </a:lnTo>
                  <a:lnTo>
                    <a:pt x="353042" y="454721"/>
                  </a:lnTo>
                  <a:lnTo>
                    <a:pt x="294605" y="447520"/>
                  </a:lnTo>
                  <a:lnTo>
                    <a:pt x="239601" y="435951"/>
                  </a:lnTo>
                  <a:lnTo>
                    <a:pt x="188672" y="420367"/>
                  </a:lnTo>
                  <a:lnTo>
                    <a:pt x="142456" y="401123"/>
                  </a:lnTo>
                  <a:lnTo>
                    <a:pt x="101595" y="378572"/>
                  </a:lnTo>
                  <a:lnTo>
                    <a:pt x="66727" y="353068"/>
                  </a:lnTo>
                  <a:lnTo>
                    <a:pt x="38494" y="324965"/>
                  </a:lnTo>
                  <a:lnTo>
                    <a:pt x="4490" y="26237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61178" y="1855152"/>
            <a:ext cx="31496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91634" y="2134996"/>
            <a:ext cx="1120775" cy="501650"/>
          </a:xfrm>
          <a:custGeom>
            <a:avLst/>
            <a:gdLst/>
            <a:ahLst/>
            <a:cxnLst/>
            <a:rect l="l" t="t" r="r" b="b"/>
            <a:pathLst>
              <a:path w="1120775" h="501650">
                <a:moveTo>
                  <a:pt x="177800" y="62230"/>
                </a:moveTo>
                <a:lnTo>
                  <a:pt x="168910" y="58801"/>
                </a:lnTo>
                <a:lnTo>
                  <a:pt x="31242" y="426008"/>
                </a:lnTo>
                <a:lnTo>
                  <a:pt x="0" y="414274"/>
                </a:lnTo>
                <a:lnTo>
                  <a:pt x="9017" y="498983"/>
                </a:lnTo>
                <a:lnTo>
                  <a:pt x="71234" y="441198"/>
                </a:lnTo>
                <a:lnTo>
                  <a:pt x="71704" y="441198"/>
                </a:lnTo>
                <a:lnTo>
                  <a:pt x="40132" y="429348"/>
                </a:lnTo>
                <a:lnTo>
                  <a:pt x="177800" y="62230"/>
                </a:lnTo>
                <a:close/>
              </a:path>
              <a:path w="1120775" h="501650">
                <a:moveTo>
                  <a:pt x="1120267" y="501650"/>
                </a:moveTo>
                <a:lnTo>
                  <a:pt x="1106525" y="459740"/>
                </a:lnTo>
                <a:lnTo>
                  <a:pt x="1093724" y="420624"/>
                </a:lnTo>
                <a:lnTo>
                  <a:pt x="1070038" y="444080"/>
                </a:lnTo>
                <a:lnTo>
                  <a:pt x="631444" y="0"/>
                </a:lnTo>
                <a:lnTo>
                  <a:pt x="624713" y="6731"/>
                </a:lnTo>
                <a:lnTo>
                  <a:pt x="1063345" y="450723"/>
                </a:lnTo>
                <a:lnTo>
                  <a:pt x="1039622" y="474218"/>
                </a:lnTo>
                <a:lnTo>
                  <a:pt x="1120267" y="501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84675" y="2393950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50484" y="2353627"/>
            <a:ext cx="47879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7395" y="3820159"/>
            <a:ext cx="9785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sz="800" b="1" spc="-10" dirty="0">
                <a:latin typeface="Verdana"/>
                <a:cs typeface="Verdana"/>
              </a:rPr>
              <a:t>Weights(lbs.):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30"/>
              </a:lnSpc>
            </a:pPr>
            <a:r>
              <a:rPr sz="800" dirty="0">
                <a:latin typeface="Verdana"/>
                <a:cs typeface="Verdana"/>
              </a:rPr>
              <a:t>7.2,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8.4,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7.6,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10.2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69635" y="3820159"/>
            <a:ext cx="8763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sz="800" b="1" spc="-10" dirty="0">
                <a:latin typeface="Verdana"/>
                <a:cs typeface="Verdana"/>
              </a:rPr>
              <a:t>Weights(lbs.):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30"/>
              </a:lnSpc>
            </a:pPr>
            <a:r>
              <a:rPr sz="800" spc="-10" dirty="0">
                <a:latin typeface="Verdana"/>
                <a:cs typeface="Verdana"/>
              </a:rPr>
              <a:t>8.8,11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94200" y="3820159"/>
            <a:ext cx="9163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sz="800" b="1" dirty="0">
                <a:latin typeface="Verdana"/>
                <a:cs typeface="Verdana"/>
              </a:rPr>
              <a:t>Weights</a:t>
            </a:r>
            <a:r>
              <a:rPr sz="800" b="1" spc="130" dirty="0">
                <a:latin typeface="Verdana"/>
                <a:cs typeface="Verdana"/>
              </a:rPr>
              <a:t> </a:t>
            </a:r>
            <a:r>
              <a:rPr sz="800" b="1" spc="-10" dirty="0">
                <a:latin typeface="Verdana"/>
                <a:cs typeface="Verdana"/>
              </a:rPr>
              <a:t>(lbs.):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30"/>
              </a:lnSpc>
            </a:pPr>
            <a:r>
              <a:rPr sz="800" dirty="0">
                <a:latin typeface="Verdana"/>
                <a:cs typeface="Verdana"/>
              </a:rPr>
              <a:t>15,</a:t>
            </a:r>
            <a:r>
              <a:rPr sz="800" spc="28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18,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20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37610" y="3820159"/>
            <a:ext cx="8610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sz="800" b="1" spc="-10" dirty="0">
                <a:latin typeface="Verdana"/>
                <a:cs typeface="Verdana"/>
              </a:rPr>
              <a:t>Weights(lbs.):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30"/>
              </a:lnSpc>
            </a:pPr>
            <a:r>
              <a:rPr sz="800" spc="-25" dirty="0">
                <a:latin typeface="Verdana"/>
                <a:cs typeface="Verdana"/>
              </a:rPr>
              <a:t>9.2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100" y="3429000"/>
            <a:ext cx="285750" cy="25717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4319" y="1429511"/>
            <a:ext cx="500760" cy="386079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1963801" y="2148713"/>
            <a:ext cx="4387850" cy="1547495"/>
            <a:chOff x="1963801" y="2148713"/>
            <a:chExt cx="4387850" cy="1547495"/>
          </a:xfrm>
        </p:grpSpPr>
        <p:sp>
          <p:nvSpPr>
            <p:cNvPr id="29" name="object 29"/>
            <p:cNvSpPr/>
            <p:nvPr/>
          </p:nvSpPr>
          <p:spPr>
            <a:xfrm>
              <a:off x="1976501" y="2624201"/>
              <a:ext cx="4362450" cy="409575"/>
            </a:xfrm>
            <a:custGeom>
              <a:avLst/>
              <a:gdLst/>
              <a:ahLst/>
              <a:cxnLst/>
              <a:rect l="l" t="t" r="r" b="b"/>
              <a:pathLst>
                <a:path w="4362450" h="409575">
                  <a:moveTo>
                    <a:pt x="0" y="409575"/>
                  </a:moveTo>
                  <a:lnTo>
                    <a:pt x="952500" y="409575"/>
                  </a:lnTo>
                  <a:lnTo>
                    <a:pt x="952500" y="9525"/>
                  </a:lnTo>
                  <a:lnTo>
                    <a:pt x="0" y="9525"/>
                  </a:lnTo>
                  <a:lnTo>
                    <a:pt x="0" y="409575"/>
                  </a:lnTo>
                  <a:close/>
                </a:path>
                <a:path w="4362450" h="409575">
                  <a:moveTo>
                    <a:pt x="1123950" y="409575"/>
                  </a:moveTo>
                  <a:lnTo>
                    <a:pt x="2076450" y="409575"/>
                  </a:lnTo>
                  <a:lnTo>
                    <a:pt x="2076450" y="9525"/>
                  </a:lnTo>
                  <a:lnTo>
                    <a:pt x="1123950" y="9525"/>
                  </a:lnTo>
                  <a:lnTo>
                    <a:pt x="1123950" y="409575"/>
                  </a:lnTo>
                  <a:close/>
                </a:path>
                <a:path w="4362450" h="409575">
                  <a:moveTo>
                    <a:pt x="2276475" y="400050"/>
                  </a:moveTo>
                  <a:lnTo>
                    <a:pt x="3219450" y="400050"/>
                  </a:lnTo>
                  <a:lnTo>
                    <a:pt x="3219450" y="0"/>
                  </a:lnTo>
                  <a:lnTo>
                    <a:pt x="2276475" y="0"/>
                  </a:lnTo>
                  <a:lnTo>
                    <a:pt x="2276475" y="400050"/>
                  </a:lnTo>
                  <a:close/>
                </a:path>
                <a:path w="4362450" h="409575">
                  <a:moveTo>
                    <a:pt x="3409950" y="400050"/>
                  </a:moveTo>
                  <a:lnTo>
                    <a:pt x="4362450" y="400050"/>
                  </a:lnTo>
                  <a:lnTo>
                    <a:pt x="4362450" y="0"/>
                  </a:lnTo>
                  <a:lnTo>
                    <a:pt x="3409950" y="0"/>
                  </a:lnTo>
                  <a:lnTo>
                    <a:pt x="3409950" y="4000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4975" y="3086100"/>
              <a:ext cx="295275" cy="2952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00" y="3095625"/>
              <a:ext cx="295275" cy="3333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3114675"/>
              <a:ext cx="285750" cy="2667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6450" y="3409950"/>
              <a:ext cx="285750" cy="2762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3419475"/>
              <a:ext cx="257175" cy="27622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1550" y="3076575"/>
              <a:ext cx="295275" cy="2762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29125" y="3076575"/>
              <a:ext cx="295275" cy="2762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76450" y="3114675"/>
              <a:ext cx="285750" cy="2762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29300" y="3105150"/>
              <a:ext cx="285750" cy="2762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71802" y="2148713"/>
              <a:ext cx="406907" cy="4699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93512" y="2735961"/>
              <a:ext cx="532034" cy="21716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88106" y="2741295"/>
              <a:ext cx="340868" cy="20853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92625" y="2728595"/>
              <a:ext cx="435990" cy="20751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85967" y="2707894"/>
              <a:ext cx="312801" cy="214630"/>
            </a:xfrm>
            <a:prstGeom prst="rect">
              <a:avLst/>
            </a:prstGeom>
          </p:spPr>
        </p:pic>
      </p:grp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37178" y="303911"/>
            <a:ext cx="2470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Choosing</a:t>
            </a:r>
            <a:r>
              <a:rPr sz="2400" spc="20" dirty="0"/>
              <a:t> </a:t>
            </a:r>
            <a:r>
              <a:rPr sz="2400" dirty="0"/>
              <a:t>a</a:t>
            </a:r>
            <a:r>
              <a:rPr sz="2400" spc="-130" dirty="0"/>
              <a:t> </a:t>
            </a:r>
            <a:r>
              <a:rPr sz="2400" spc="-20" dirty="0"/>
              <a:t>split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1424050" y="890650"/>
            <a:ext cx="714375" cy="457200"/>
          </a:xfrm>
          <a:custGeom>
            <a:avLst/>
            <a:gdLst/>
            <a:ahLst/>
            <a:cxnLst/>
            <a:rect l="l" t="t" r="r" b="b"/>
            <a:pathLst>
              <a:path w="714375" h="457200">
                <a:moveTo>
                  <a:pt x="0" y="228600"/>
                </a:moveTo>
                <a:lnTo>
                  <a:pt x="18206" y="156301"/>
                </a:lnTo>
                <a:lnTo>
                  <a:pt x="39862" y="123495"/>
                </a:lnTo>
                <a:lnTo>
                  <a:pt x="68905" y="93543"/>
                </a:lnTo>
                <a:lnTo>
                  <a:pt x="104600" y="66913"/>
                </a:lnTo>
                <a:lnTo>
                  <a:pt x="146212" y="44074"/>
                </a:lnTo>
                <a:lnTo>
                  <a:pt x="193006" y="25494"/>
                </a:lnTo>
                <a:lnTo>
                  <a:pt x="244246" y="11643"/>
                </a:lnTo>
                <a:lnTo>
                  <a:pt x="299197" y="2988"/>
                </a:lnTo>
                <a:lnTo>
                  <a:pt x="357124" y="0"/>
                </a:lnTo>
                <a:lnTo>
                  <a:pt x="415054" y="2988"/>
                </a:lnTo>
                <a:lnTo>
                  <a:pt x="470014" y="11643"/>
                </a:lnTo>
                <a:lnTo>
                  <a:pt x="521269" y="25494"/>
                </a:lnTo>
                <a:lnTo>
                  <a:pt x="568080" y="44074"/>
                </a:lnTo>
                <a:lnTo>
                  <a:pt x="609711" y="66913"/>
                </a:lnTo>
                <a:lnTo>
                  <a:pt x="645425" y="93543"/>
                </a:lnTo>
                <a:lnTo>
                  <a:pt x="674485" y="123495"/>
                </a:lnTo>
                <a:lnTo>
                  <a:pt x="696155" y="156301"/>
                </a:lnTo>
                <a:lnTo>
                  <a:pt x="714375" y="228600"/>
                </a:lnTo>
                <a:lnTo>
                  <a:pt x="709697" y="265676"/>
                </a:lnTo>
                <a:lnTo>
                  <a:pt x="674485" y="333648"/>
                </a:lnTo>
                <a:lnTo>
                  <a:pt x="645425" y="363602"/>
                </a:lnTo>
                <a:lnTo>
                  <a:pt x="609711" y="390239"/>
                </a:lnTo>
                <a:lnTo>
                  <a:pt x="568080" y="413089"/>
                </a:lnTo>
                <a:lnTo>
                  <a:pt x="521269" y="431681"/>
                </a:lnTo>
                <a:lnTo>
                  <a:pt x="470014" y="445544"/>
                </a:lnTo>
                <a:lnTo>
                  <a:pt x="415054" y="454207"/>
                </a:lnTo>
                <a:lnTo>
                  <a:pt x="357124" y="457200"/>
                </a:lnTo>
                <a:lnTo>
                  <a:pt x="299197" y="454207"/>
                </a:lnTo>
                <a:lnTo>
                  <a:pt x="244246" y="445544"/>
                </a:lnTo>
                <a:lnTo>
                  <a:pt x="193006" y="431681"/>
                </a:lnTo>
                <a:lnTo>
                  <a:pt x="146212" y="413089"/>
                </a:lnTo>
                <a:lnTo>
                  <a:pt x="104600" y="390239"/>
                </a:lnTo>
                <a:lnTo>
                  <a:pt x="68905" y="363602"/>
                </a:lnTo>
                <a:lnTo>
                  <a:pt x="39862" y="333648"/>
                </a:lnTo>
                <a:lnTo>
                  <a:pt x="18206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9885" y="995298"/>
            <a:ext cx="305435" cy="233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7150">
              <a:lnSpc>
                <a:spcPct val="106200"/>
              </a:lnSpc>
              <a:spcBef>
                <a:spcPts val="75"/>
              </a:spcBef>
            </a:pPr>
            <a:r>
              <a:rPr sz="650" spc="30" dirty="0">
                <a:latin typeface="Verdana"/>
                <a:cs typeface="Verdana"/>
              </a:rPr>
              <a:t>Ear </a:t>
            </a: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1176" y="1335150"/>
            <a:ext cx="930910" cy="429259"/>
          </a:xfrm>
          <a:custGeom>
            <a:avLst/>
            <a:gdLst/>
            <a:ahLst/>
            <a:cxnLst/>
            <a:rect l="l" t="t" r="r" b="b"/>
            <a:pathLst>
              <a:path w="930910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30910" h="429260">
                <a:moveTo>
                  <a:pt x="930656" y="429006"/>
                </a:moveTo>
                <a:lnTo>
                  <a:pt x="920457" y="382651"/>
                </a:lnTo>
                <a:lnTo>
                  <a:pt x="912368" y="345821"/>
                </a:lnTo>
                <a:lnTo>
                  <a:pt x="886460" y="366788"/>
                </a:lnTo>
                <a:lnTo>
                  <a:pt x="613283" y="28702"/>
                </a:lnTo>
                <a:lnTo>
                  <a:pt x="605790" y="34671"/>
                </a:lnTo>
                <a:lnTo>
                  <a:pt x="879081" y="372757"/>
                </a:lnTo>
                <a:lnTo>
                  <a:pt x="853186" y="393700"/>
                </a:lnTo>
                <a:lnTo>
                  <a:pt x="930656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5362" y="1458531"/>
            <a:ext cx="323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3054" y="1451927"/>
            <a:ext cx="3333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57701" y="890650"/>
            <a:ext cx="714375" cy="457200"/>
          </a:xfrm>
          <a:custGeom>
            <a:avLst/>
            <a:gdLst/>
            <a:ahLst/>
            <a:cxnLst/>
            <a:rect l="l" t="t" r="r" b="b"/>
            <a:pathLst>
              <a:path w="714375" h="457200">
                <a:moveTo>
                  <a:pt x="0" y="228600"/>
                </a:moveTo>
                <a:lnTo>
                  <a:pt x="18206" y="156301"/>
                </a:lnTo>
                <a:lnTo>
                  <a:pt x="39862" y="123495"/>
                </a:lnTo>
                <a:lnTo>
                  <a:pt x="68905" y="93543"/>
                </a:lnTo>
                <a:lnTo>
                  <a:pt x="104600" y="66913"/>
                </a:lnTo>
                <a:lnTo>
                  <a:pt x="146212" y="44074"/>
                </a:lnTo>
                <a:lnTo>
                  <a:pt x="193006" y="25494"/>
                </a:lnTo>
                <a:lnTo>
                  <a:pt x="244246" y="11643"/>
                </a:lnTo>
                <a:lnTo>
                  <a:pt x="299197" y="2988"/>
                </a:lnTo>
                <a:lnTo>
                  <a:pt x="357124" y="0"/>
                </a:lnTo>
                <a:lnTo>
                  <a:pt x="415054" y="2988"/>
                </a:lnTo>
                <a:lnTo>
                  <a:pt x="470014" y="11643"/>
                </a:lnTo>
                <a:lnTo>
                  <a:pt x="521269" y="25494"/>
                </a:lnTo>
                <a:lnTo>
                  <a:pt x="568080" y="44074"/>
                </a:lnTo>
                <a:lnTo>
                  <a:pt x="609711" y="66913"/>
                </a:lnTo>
                <a:lnTo>
                  <a:pt x="645425" y="93543"/>
                </a:lnTo>
                <a:lnTo>
                  <a:pt x="674485" y="123495"/>
                </a:lnTo>
                <a:lnTo>
                  <a:pt x="696155" y="156301"/>
                </a:lnTo>
                <a:lnTo>
                  <a:pt x="714375" y="228600"/>
                </a:lnTo>
                <a:lnTo>
                  <a:pt x="709697" y="265676"/>
                </a:lnTo>
                <a:lnTo>
                  <a:pt x="674485" y="333648"/>
                </a:lnTo>
                <a:lnTo>
                  <a:pt x="645425" y="363602"/>
                </a:lnTo>
                <a:lnTo>
                  <a:pt x="609711" y="390239"/>
                </a:lnTo>
                <a:lnTo>
                  <a:pt x="568080" y="413089"/>
                </a:lnTo>
                <a:lnTo>
                  <a:pt x="521269" y="431681"/>
                </a:lnTo>
                <a:lnTo>
                  <a:pt x="470014" y="445544"/>
                </a:lnTo>
                <a:lnTo>
                  <a:pt x="415054" y="454207"/>
                </a:lnTo>
                <a:lnTo>
                  <a:pt x="357124" y="457200"/>
                </a:lnTo>
                <a:lnTo>
                  <a:pt x="299197" y="454207"/>
                </a:lnTo>
                <a:lnTo>
                  <a:pt x="244246" y="445544"/>
                </a:lnTo>
                <a:lnTo>
                  <a:pt x="193006" y="431681"/>
                </a:lnTo>
                <a:lnTo>
                  <a:pt x="146212" y="413089"/>
                </a:lnTo>
                <a:lnTo>
                  <a:pt x="104600" y="390239"/>
                </a:lnTo>
                <a:lnTo>
                  <a:pt x="68905" y="363602"/>
                </a:lnTo>
                <a:lnTo>
                  <a:pt x="39862" y="333648"/>
                </a:lnTo>
                <a:lnTo>
                  <a:pt x="18206" y="300849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50359" y="995298"/>
            <a:ext cx="314960" cy="233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38100">
              <a:lnSpc>
                <a:spcPct val="106200"/>
              </a:lnSpc>
              <a:spcBef>
                <a:spcPts val="75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r>
              <a:rPr sz="650" spc="-10" dirty="0">
                <a:latin typeface="Verdana"/>
                <a:cs typeface="Verdana"/>
              </a:rPr>
              <a:t> 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5301" y="1325625"/>
            <a:ext cx="978535" cy="442595"/>
          </a:xfrm>
          <a:custGeom>
            <a:avLst/>
            <a:gdLst/>
            <a:ahLst/>
            <a:cxnLst/>
            <a:rect l="l" t="t" r="r" b="b"/>
            <a:pathLst>
              <a:path w="978535" h="442594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78535" h="442594">
                <a:moveTo>
                  <a:pt x="978281" y="442595"/>
                </a:moveTo>
                <a:lnTo>
                  <a:pt x="972299" y="392176"/>
                </a:lnTo>
                <a:lnTo>
                  <a:pt x="968248" y="358013"/>
                </a:lnTo>
                <a:lnTo>
                  <a:pt x="940333" y="376402"/>
                </a:lnTo>
                <a:lnTo>
                  <a:pt x="699262" y="10033"/>
                </a:lnTo>
                <a:lnTo>
                  <a:pt x="691261" y="15240"/>
                </a:lnTo>
                <a:lnTo>
                  <a:pt x="932446" y="381596"/>
                </a:lnTo>
                <a:lnTo>
                  <a:pt x="904621" y="399923"/>
                </a:lnTo>
                <a:lnTo>
                  <a:pt x="978281" y="4425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16629" y="139763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209" y="1397634"/>
            <a:ext cx="47879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15176" y="852550"/>
            <a:ext cx="866775" cy="466725"/>
          </a:xfrm>
          <a:custGeom>
            <a:avLst/>
            <a:gdLst/>
            <a:ahLst/>
            <a:cxnLst/>
            <a:rect l="l" t="t" r="r" b="b"/>
            <a:pathLst>
              <a:path w="866775" h="466725">
                <a:moveTo>
                  <a:pt x="0" y="233299"/>
                </a:moveTo>
                <a:lnTo>
                  <a:pt x="15473" y="171258"/>
                </a:lnTo>
                <a:lnTo>
                  <a:pt x="59144" y="115522"/>
                </a:lnTo>
                <a:lnTo>
                  <a:pt x="90265" y="90712"/>
                </a:lnTo>
                <a:lnTo>
                  <a:pt x="126888" y="68310"/>
                </a:lnTo>
                <a:lnTo>
                  <a:pt x="168499" y="48593"/>
                </a:lnTo>
                <a:lnTo>
                  <a:pt x="214582" y="31839"/>
                </a:lnTo>
                <a:lnTo>
                  <a:pt x="264622" y="18325"/>
                </a:lnTo>
                <a:lnTo>
                  <a:pt x="318102" y="8329"/>
                </a:lnTo>
                <a:lnTo>
                  <a:pt x="374508" y="2128"/>
                </a:lnTo>
                <a:lnTo>
                  <a:pt x="433324" y="0"/>
                </a:lnTo>
                <a:lnTo>
                  <a:pt x="492142" y="2128"/>
                </a:lnTo>
                <a:lnTo>
                  <a:pt x="548554" y="8329"/>
                </a:lnTo>
                <a:lnTo>
                  <a:pt x="602045" y="18325"/>
                </a:lnTo>
                <a:lnTo>
                  <a:pt x="652097" y="31839"/>
                </a:lnTo>
                <a:lnTo>
                  <a:pt x="698195" y="48593"/>
                </a:lnTo>
                <a:lnTo>
                  <a:pt x="739822" y="68310"/>
                </a:lnTo>
                <a:lnTo>
                  <a:pt x="776462" y="90712"/>
                </a:lnTo>
                <a:lnTo>
                  <a:pt x="807597" y="115522"/>
                </a:lnTo>
                <a:lnTo>
                  <a:pt x="851292" y="171258"/>
                </a:lnTo>
                <a:lnTo>
                  <a:pt x="866775" y="233299"/>
                </a:lnTo>
                <a:lnTo>
                  <a:pt x="862818" y="264970"/>
                </a:lnTo>
                <a:lnTo>
                  <a:pt x="832713" y="324153"/>
                </a:lnTo>
                <a:lnTo>
                  <a:pt x="776462" y="375933"/>
                </a:lnTo>
                <a:lnTo>
                  <a:pt x="739822" y="398351"/>
                </a:lnTo>
                <a:lnTo>
                  <a:pt x="698195" y="418083"/>
                </a:lnTo>
                <a:lnTo>
                  <a:pt x="652097" y="434852"/>
                </a:lnTo>
                <a:lnTo>
                  <a:pt x="602045" y="448379"/>
                </a:lnTo>
                <a:lnTo>
                  <a:pt x="548554" y="458385"/>
                </a:lnTo>
                <a:lnTo>
                  <a:pt x="492142" y="464593"/>
                </a:lnTo>
                <a:lnTo>
                  <a:pt x="433324" y="466725"/>
                </a:lnTo>
                <a:lnTo>
                  <a:pt x="374508" y="464593"/>
                </a:lnTo>
                <a:lnTo>
                  <a:pt x="318102" y="458385"/>
                </a:lnTo>
                <a:lnTo>
                  <a:pt x="264622" y="448379"/>
                </a:lnTo>
                <a:lnTo>
                  <a:pt x="214582" y="434852"/>
                </a:lnTo>
                <a:lnTo>
                  <a:pt x="168499" y="418083"/>
                </a:lnTo>
                <a:lnTo>
                  <a:pt x="126888" y="398351"/>
                </a:lnTo>
                <a:lnTo>
                  <a:pt x="90265" y="375933"/>
                </a:lnTo>
                <a:lnTo>
                  <a:pt x="59144" y="351107"/>
                </a:lnTo>
                <a:lnTo>
                  <a:pt x="15473" y="29534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26884" y="1019111"/>
            <a:ext cx="450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58026" y="1306575"/>
            <a:ext cx="902335" cy="461645"/>
          </a:xfrm>
          <a:custGeom>
            <a:avLst/>
            <a:gdLst/>
            <a:ahLst/>
            <a:cxnLst/>
            <a:rect l="l" t="t" r="r" b="b"/>
            <a:pathLst>
              <a:path w="902334" h="461644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73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02334" h="461644">
                <a:moveTo>
                  <a:pt x="902081" y="461645"/>
                </a:moveTo>
                <a:lnTo>
                  <a:pt x="896099" y="411226"/>
                </a:lnTo>
                <a:lnTo>
                  <a:pt x="892048" y="377063"/>
                </a:lnTo>
                <a:lnTo>
                  <a:pt x="864133" y="395452"/>
                </a:lnTo>
                <a:lnTo>
                  <a:pt x="623062" y="29083"/>
                </a:lnTo>
                <a:lnTo>
                  <a:pt x="615061" y="34290"/>
                </a:lnTo>
                <a:lnTo>
                  <a:pt x="856246" y="400646"/>
                </a:lnTo>
                <a:lnTo>
                  <a:pt x="828421" y="418973"/>
                </a:lnTo>
                <a:lnTo>
                  <a:pt x="902081" y="461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84976" y="1457071"/>
            <a:ext cx="3848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P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res</a:t>
            </a:r>
            <a:r>
              <a:rPr sz="650" spc="-8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67905" y="1462404"/>
            <a:ext cx="3543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9457" y="2700972"/>
            <a:ext cx="949325" cy="266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Weights:</a:t>
            </a:r>
            <a:r>
              <a:rPr sz="800" spc="6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7.2,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30"/>
              </a:lnSpc>
            </a:pPr>
            <a:r>
              <a:rPr sz="800" dirty="0">
                <a:latin typeface="Verdana"/>
                <a:cs typeface="Verdana"/>
              </a:rPr>
              <a:t>9.2,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8.4,7.6,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10.2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8795" y="2703766"/>
            <a:ext cx="960119" cy="481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384">
              <a:lnSpc>
                <a:spcPts val="93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Weights: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8.8,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15,</a:t>
            </a:r>
            <a:endParaRPr sz="800">
              <a:latin typeface="Verdana"/>
              <a:cs typeface="Verdana"/>
            </a:endParaRPr>
          </a:p>
          <a:p>
            <a:pPr marL="32384">
              <a:lnSpc>
                <a:spcPts val="930"/>
              </a:lnSpc>
            </a:pPr>
            <a:r>
              <a:rPr sz="800" dirty="0">
                <a:latin typeface="Verdana"/>
                <a:cs typeface="Verdana"/>
              </a:rPr>
              <a:t>11,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18,</a:t>
            </a:r>
            <a:r>
              <a:rPr sz="800" spc="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20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800" dirty="0">
                <a:latin typeface="Verdana"/>
                <a:cs typeface="Verdana"/>
              </a:rPr>
              <a:t>Variance:</a:t>
            </a:r>
            <a:r>
              <a:rPr sz="800" spc="114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21.87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61740" y="2689161"/>
            <a:ext cx="1122680" cy="496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Weights: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7.2,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15,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latin typeface="Verdana"/>
                <a:cs typeface="Verdana"/>
              </a:rPr>
              <a:t>8.4,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7.6,10.2,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18,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20</a:t>
            </a:r>
            <a:endParaRPr sz="800">
              <a:latin typeface="Verdana"/>
              <a:cs typeface="Verdana"/>
            </a:endParaRPr>
          </a:p>
          <a:p>
            <a:pPr marL="57785">
              <a:lnSpc>
                <a:spcPct val="100000"/>
              </a:lnSpc>
              <a:spcBef>
                <a:spcPts val="775"/>
              </a:spcBef>
            </a:pPr>
            <a:r>
              <a:rPr sz="800" dirty="0">
                <a:latin typeface="Verdana"/>
                <a:cs typeface="Verdana"/>
              </a:rPr>
              <a:t>Variance:</a:t>
            </a:r>
            <a:r>
              <a:rPr sz="800" spc="114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27.80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9990" y="2696464"/>
            <a:ext cx="106489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Weights: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8.8,9.2,11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23302" y="3762375"/>
            <a:ext cx="1611630" cy="364490"/>
          </a:xfrm>
          <a:custGeom>
            <a:avLst/>
            <a:gdLst/>
            <a:ahLst/>
            <a:cxnLst/>
            <a:rect l="l" t="t" r="r" b="b"/>
            <a:pathLst>
              <a:path w="1611630" h="364489">
                <a:moveTo>
                  <a:pt x="65620" y="5334"/>
                </a:moveTo>
                <a:lnTo>
                  <a:pt x="36639" y="30645"/>
                </a:lnTo>
                <a:lnTo>
                  <a:pt x="16852" y="73279"/>
                </a:lnTo>
                <a:lnTo>
                  <a:pt x="4203" y="124828"/>
                </a:lnTo>
                <a:lnTo>
                  <a:pt x="0" y="182054"/>
                </a:lnTo>
                <a:lnTo>
                  <a:pt x="1003" y="209765"/>
                </a:lnTo>
                <a:lnTo>
                  <a:pt x="1041" y="210934"/>
                </a:lnTo>
                <a:lnTo>
                  <a:pt x="9474" y="265188"/>
                </a:lnTo>
                <a:lnTo>
                  <a:pt x="26009" y="313664"/>
                </a:lnTo>
                <a:lnTo>
                  <a:pt x="48742" y="350583"/>
                </a:lnTo>
                <a:lnTo>
                  <a:pt x="62318" y="364350"/>
                </a:lnTo>
                <a:lnTo>
                  <a:pt x="65620" y="359181"/>
                </a:lnTo>
                <a:lnTo>
                  <a:pt x="53949" y="345186"/>
                </a:lnTo>
                <a:lnTo>
                  <a:pt x="43713" y="328371"/>
                </a:lnTo>
                <a:lnTo>
                  <a:pt x="27482" y="286283"/>
                </a:lnTo>
                <a:lnTo>
                  <a:pt x="17437" y="236372"/>
                </a:lnTo>
                <a:lnTo>
                  <a:pt x="15036" y="210934"/>
                </a:lnTo>
                <a:lnTo>
                  <a:pt x="14922" y="209765"/>
                </a:lnTo>
                <a:lnTo>
                  <a:pt x="14935" y="153822"/>
                </a:lnTo>
                <a:lnTo>
                  <a:pt x="21640" y="101473"/>
                </a:lnTo>
                <a:lnTo>
                  <a:pt x="34937" y="55270"/>
                </a:lnTo>
                <a:lnTo>
                  <a:pt x="54013" y="19265"/>
                </a:lnTo>
                <a:lnTo>
                  <a:pt x="65620" y="5334"/>
                </a:lnTo>
                <a:close/>
              </a:path>
              <a:path w="1611630" h="364489">
                <a:moveTo>
                  <a:pt x="226402" y="184975"/>
                </a:moveTo>
                <a:lnTo>
                  <a:pt x="74002" y="184975"/>
                </a:lnTo>
                <a:lnTo>
                  <a:pt x="74002" y="194500"/>
                </a:lnTo>
                <a:lnTo>
                  <a:pt x="226402" y="194500"/>
                </a:lnTo>
                <a:lnTo>
                  <a:pt x="226402" y="184975"/>
                </a:lnTo>
                <a:close/>
              </a:path>
              <a:path w="1611630" h="364489">
                <a:moveTo>
                  <a:pt x="988402" y="184975"/>
                </a:moveTo>
                <a:lnTo>
                  <a:pt x="836002" y="184975"/>
                </a:lnTo>
                <a:lnTo>
                  <a:pt x="836002" y="194500"/>
                </a:lnTo>
                <a:lnTo>
                  <a:pt x="988402" y="194500"/>
                </a:lnTo>
                <a:lnTo>
                  <a:pt x="988402" y="184975"/>
                </a:lnTo>
                <a:close/>
              </a:path>
              <a:path w="1611630" h="364489">
                <a:moveTo>
                  <a:pt x="1611071" y="182054"/>
                </a:moveTo>
                <a:lnTo>
                  <a:pt x="1610067" y="153822"/>
                </a:lnTo>
                <a:lnTo>
                  <a:pt x="1610029" y="152704"/>
                </a:lnTo>
                <a:lnTo>
                  <a:pt x="1606892" y="124828"/>
                </a:lnTo>
                <a:lnTo>
                  <a:pt x="1594319" y="73279"/>
                </a:lnTo>
                <a:lnTo>
                  <a:pt x="1574469" y="30645"/>
                </a:lnTo>
                <a:lnTo>
                  <a:pt x="1548726" y="0"/>
                </a:lnTo>
                <a:lnTo>
                  <a:pt x="1545424" y="5334"/>
                </a:lnTo>
                <a:lnTo>
                  <a:pt x="1557083" y="19265"/>
                </a:lnTo>
                <a:lnTo>
                  <a:pt x="1567332" y="35915"/>
                </a:lnTo>
                <a:lnTo>
                  <a:pt x="1583524" y="77343"/>
                </a:lnTo>
                <a:lnTo>
                  <a:pt x="1593634" y="126961"/>
                </a:lnTo>
                <a:lnTo>
                  <a:pt x="1596034" y="152704"/>
                </a:lnTo>
                <a:lnTo>
                  <a:pt x="1596148" y="153822"/>
                </a:lnTo>
                <a:lnTo>
                  <a:pt x="1596986" y="182054"/>
                </a:lnTo>
                <a:lnTo>
                  <a:pt x="1596148" y="209765"/>
                </a:lnTo>
                <a:lnTo>
                  <a:pt x="1593646" y="236372"/>
                </a:lnTo>
                <a:lnTo>
                  <a:pt x="1583651" y="286283"/>
                </a:lnTo>
                <a:lnTo>
                  <a:pt x="1567345" y="328371"/>
                </a:lnTo>
                <a:lnTo>
                  <a:pt x="1545424" y="359181"/>
                </a:lnTo>
                <a:lnTo>
                  <a:pt x="1548726" y="364350"/>
                </a:lnTo>
                <a:lnTo>
                  <a:pt x="1574469" y="333679"/>
                </a:lnTo>
                <a:lnTo>
                  <a:pt x="1594319" y="290499"/>
                </a:lnTo>
                <a:lnTo>
                  <a:pt x="1606892" y="238671"/>
                </a:lnTo>
                <a:lnTo>
                  <a:pt x="1610029" y="210934"/>
                </a:lnTo>
                <a:lnTo>
                  <a:pt x="1611071" y="1820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85875" y="3741420"/>
            <a:ext cx="1489075" cy="39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1075"/>
              </a:lnSpc>
              <a:spcBef>
                <a:spcPts val="125"/>
              </a:spcBef>
              <a:tabLst>
                <a:tab pos="813435" algn="l"/>
              </a:tabLst>
            </a:pPr>
            <a:r>
              <a:rPr sz="1100" spc="-50" dirty="0">
                <a:latin typeface="Cambria Math"/>
                <a:cs typeface="Cambria Math"/>
              </a:rPr>
              <a:t>5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  <a:p>
            <a:pPr marL="193675">
              <a:lnSpc>
                <a:spcPts val="790"/>
              </a:lnSpc>
              <a:tabLst>
                <a:tab pos="965835" algn="l"/>
              </a:tabLst>
            </a:pPr>
            <a:r>
              <a:rPr sz="1100" dirty="0">
                <a:latin typeface="Cambria Math"/>
                <a:cs typeface="Cambria Math"/>
              </a:rPr>
              <a:t>∗</a:t>
            </a:r>
            <a:r>
              <a:rPr sz="1100" spc="5" dirty="0">
                <a:latin typeface="Cambria Math"/>
                <a:cs typeface="Cambria Math"/>
              </a:rPr>
              <a:t> </a:t>
            </a:r>
            <a:r>
              <a:rPr sz="1100" dirty="0">
                <a:latin typeface="Verdana"/>
                <a:cs typeface="Verdana"/>
              </a:rPr>
              <a:t>1.47</a:t>
            </a:r>
            <a:r>
              <a:rPr sz="1100" spc="-155" dirty="0">
                <a:latin typeface="Verdana"/>
                <a:cs typeface="Verdana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+</a:t>
            </a:r>
            <a:r>
              <a:rPr sz="1100" dirty="0">
                <a:latin typeface="Cambria Math"/>
                <a:cs typeface="Cambria Math"/>
              </a:rPr>
              <a:t>	∗</a:t>
            </a:r>
            <a:r>
              <a:rPr sz="1100" spc="-20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Verdana"/>
                <a:cs typeface="Verdana"/>
              </a:rPr>
              <a:t>21.87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ts val="1035"/>
              </a:lnSpc>
              <a:tabLst>
                <a:tab pos="775335" algn="l"/>
              </a:tabLst>
            </a:pPr>
            <a:r>
              <a:rPr sz="1100" spc="-25" dirty="0">
                <a:latin typeface="Cambria Math"/>
                <a:cs typeface="Cambria Math"/>
              </a:rPr>
              <a:t>10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25" dirty="0">
                <a:latin typeface="Cambria Math"/>
                <a:cs typeface="Cambria Math"/>
              </a:rPr>
              <a:t>10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14394" y="3736213"/>
            <a:ext cx="1535430" cy="364490"/>
          </a:xfrm>
          <a:custGeom>
            <a:avLst/>
            <a:gdLst/>
            <a:ahLst/>
            <a:cxnLst/>
            <a:rect l="l" t="t" r="r" b="b"/>
            <a:pathLst>
              <a:path w="1535429" h="364489">
                <a:moveTo>
                  <a:pt x="65659" y="5207"/>
                </a:moveTo>
                <a:lnTo>
                  <a:pt x="36664" y="30594"/>
                </a:lnTo>
                <a:lnTo>
                  <a:pt x="16891" y="73279"/>
                </a:lnTo>
                <a:lnTo>
                  <a:pt x="4203" y="124764"/>
                </a:lnTo>
                <a:lnTo>
                  <a:pt x="0" y="182016"/>
                </a:lnTo>
                <a:lnTo>
                  <a:pt x="1003" y="209727"/>
                </a:lnTo>
                <a:lnTo>
                  <a:pt x="1041" y="210883"/>
                </a:lnTo>
                <a:lnTo>
                  <a:pt x="9474" y="265150"/>
                </a:lnTo>
                <a:lnTo>
                  <a:pt x="26022" y="313613"/>
                </a:lnTo>
                <a:lnTo>
                  <a:pt x="48780" y="350532"/>
                </a:lnTo>
                <a:lnTo>
                  <a:pt x="62357" y="364299"/>
                </a:lnTo>
                <a:lnTo>
                  <a:pt x="65659" y="359143"/>
                </a:lnTo>
                <a:lnTo>
                  <a:pt x="53987" y="345147"/>
                </a:lnTo>
                <a:lnTo>
                  <a:pt x="43751" y="328333"/>
                </a:lnTo>
                <a:lnTo>
                  <a:pt x="27559" y="286232"/>
                </a:lnTo>
                <a:lnTo>
                  <a:pt x="17437" y="236334"/>
                </a:lnTo>
                <a:lnTo>
                  <a:pt x="15036" y="210883"/>
                </a:lnTo>
                <a:lnTo>
                  <a:pt x="14922" y="209727"/>
                </a:lnTo>
                <a:lnTo>
                  <a:pt x="14097" y="182016"/>
                </a:lnTo>
                <a:lnTo>
                  <a:pt x="14922" y="153797"/>
                </a:lnTo>
                <a:lnTo>
                  <a:pt x="17437" y="126936"/>
                </a:lnTo>
                <a:lnTo>
                  <a:pt x="27559" y="77343"/>
                </a:lnTo>
                <a:lnTo>
                  <a:pt x="43751" y="35852"/>
                </a:lnTo>
                <a:lnTo>
                  <a:pt x="53987" y="19164"/>
                </a:lnTo>
                <a:lnTo>
                  <a:pt x="65659" y="5207"/>
                </a:lnTo>
                <a:close/>
              </a:path>
              <a:path w="1535429" h="364489">
                <a:moveTo>
                  <a:pt x="226441" y="184937"/>
                </a:moveTo>
                <a:lnTo>
                  <a:pt x="74041" y="184937"/>
                </a:lnTo>
                <a:lnTo>
                  <a:pt x="74041" y="194462"/>
                </a:lnTo>
                <a:lnTo>
                  <a:pt x="226441" y="194462"/>
                </a:lnTo>
                <a:lnTo>
                  <a:pt x="226441" y="184937"/>
                </a:lnTo>
                <a:close/>
              </a:path>
              <a:path w="1535429" h="364489">
                <a:moveTo>
                  <a:pt x="1045591" y="184937"/>
                </a:moveTo>
                <a:lnTo>
                  <a:pt x="893191" y="184937"/>
                </a:lnTo>
                <a:lnTo>
                  <a:pt x="893191" y="194462"/>
                </a:lnTo>
                <a:lnTo>
                  <a:pt x="1045591" y="194462"/>
                </a:lnTo>
                <a:lnTo>
                  <a:pt x="1045591" y="184937"/>
                </a:lnTo>
                <a:close/>
              </a:path>
              <a:path w="1535429" h="364489">
                <a:moveTo>
                  <a:pt x="1534909" y="182016"/>
                </a:moveTo>
                <a:lnTo>
                  <a:pt x="1533906" y="153797"/>
                </a:lnTo>
                <a:lnTo>
                  <a:pt x="1533867" y="152654"/>
                </a:lnTo>
                <a:lnTo>
                  <a:pt x="1530705" y="124764"/>
                </a:lnTo>
                <a:lnTo>
                  <a:pt x="1518031" y="73279"/>
                </a:lnTo>
                <a:lnTo>
                  <a:pt x="1498244" y="30594"/>
                </a:lnTo>
                <a:lnTo>
                  <a:pt x="1472565" y="0"/>
                </a:lnTo>
                <a:lnTo>
                  <a:pt x="1469263" y="5207"/>
                </a:lnTo>
                <a:lnTo>
                  <a:pt x="1480858" y="19164"/>
                </a:lnTo>
                <a:lnTo>
                  <a:pt x="1491068" y="35852"/>
                </a:lnTo>
                <a:lnTo>
                  <a:pt x="1507363" y="77343"/>
                </a:lnTo>
                <a:lnTo>
                  <a:pt x="1517472" y="126936"/>
                </a:lnTo>
                <a:lnTo>
                  <a:pt x="1519872" y="152654"/>
                </a:lnTo>
                <a:lnTo>
                  <a:pt x="1519986" y="153797"/>
                </a:lnTo>
                <a:lnTo>
                  <a:pt x="1520825" y="182016"/>
                </a:lnTo>
                <a:lnTo>
                  <a:pt x="1519986" y="209727"/>
                </a:lnTo>
                <a:lnTo>
                  <a:pt x="1517484" y="236334"/>
                </a:lnTo>
                <a:lnTo>
                  <a:pt x="1507490" y="286232"/>
                </a:lnTo>
                <a:lnTo>
                  <a:pt x="1491183" y="328333"/>
                </a:lnTo>
                <a:lnTo>
                  <a:pt x="1469263" y="359143"/>
                </a:lnTo>
                <a:lnTo>
                  <a:pt x="1472565" y="364299"/>
                </a:lnTo>
                <a:lnTo>
                  <a:pt x="1498244" y="333641"/>
                </a:lnTo>
                <a:lnTo>
                  <a:pt x="1518031" y="290461"/>
                </a:lnTo>
                <a:lnTo>
                  <a:pt x="1530705" y="238620"/>
                </a:lnTo>
                <a:lnTo>
                  <a:pt x="1533867" y="210883"/>
                </a:lnTo>
                <a:lnTo>
                  <a:pt x="1534909" y="182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979926" y="3715766"/>
            <a:ext cx="1417955" cy="397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1070"/>
              </a:lnSpc>
              <a:spcBef>
                <a:spcPts val="125"/>
              </a:spcBef>
              <a:tabLst>
                <a:tab pos="870585" algn="l"/>
              </a:tabLst>
            </a:pPr>
            <a:r>
              <a:rPr sz="1100" spc="-50" dirty="0">
                <a:latin typeface="Cambria Math"/>
                <a:cs typeface="Cambria Math"/>
              </a:rPr>
              <a:t>7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  <a:p>
            <a:pPr marL="193675">
              <a:lnSpc>
                <a:spcPts val="790"/>
              </a:lnSpc>
              <a:tabLst>
                <a:tab pos="1022985" algn="l"/>
              </a:tabLst>
            </a:pPr>
            <a:r>
              <a:rPr sz="1100" dirty="0">
                <a:latin typeface="Cambria Math"/>
                <a:cs typeface="Cambria Math"/>
              </a:rPr>
              <a:t>∗</a:t>
            </a:r>
            <a:r>
              <a:rPr sz="1100" spc="22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27.80</a:t>
            </a:r>
            <a:r>
              <a:rPr sz="1100" spc="15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+</a:t>
            </a:r>
            <a:r>
              <a:rPr sz="1100" dirty="0">
                <a:latin typeface="Cambria Math"/>
                <a:cs typeface="Cambria Math"/>
              </a:rPr>
              <a:t>	∗</a:t>
            </a:r>
            <a:r>
              <a:rPr sz="1100" spc="19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1.37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ts val="1035"/>
              </a:lnSpc>
              <a:tabLst>
                <a:tab pos="832485" algn="l"/>
              </a:tabLst>
            </a:pPr>
            <a:r>
              <a:rPr sz="1100" spc="-25" dirty="0">
                <a:latin typeface="Cambria Math"/>
                <a:cs typeface="Cambria Math"/>
              </a:rPr>
              <a:t>10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25" dirty="0">
                <a:latin typeface="Cambria Math"/>
                <a:cs typeface="Cambria Math"/>
              </a:rPr>
              <a:t>10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712204" y="3686302"/>
            <a:ext cx="1478280" cy="364490"/>
          </a:xfrm>
          <a:custGeom>
            <a:avLst/>
            <a:gdLst/>
            <a:ahLst/>
            <a:cxnLst/>
            <a:rect l="l" t="t" r="r" b="b"/>
            <a:pathLst>
              <a:path w="1478279" h="364489">
                <a:moveTo>
                  <a:pt x="65659" y="5207"/>
                </a:moveTo>
                <a:lnTo>
                  <a:pt x="36601" y="30594"/>
                </a:lnTo>
                <a:lnTo>
                  <a:pt x="16764" y="73279"/>
                </a:lnTo>
                <a:lnTo>
                  <a:pt x="4191" y="124828"/>
                </a:lnTo>
                <a:lnTo>
                  <a:pt x="0" y="181991"/>
                </a:lnTo>
                <a:lnTo>
                  <a:pt x="1003" y="209740"/>
                </a:lnTo>
                <a:lnTo>
                  <a:pt x="1041" y="210934"/>
                </a:lnTo>
                <a:lnTo>
                  <a:pt x="9423" y="265188"/>
                </a:lnTo>
                <a:lnTo>
                  <a:pt x="25958" y="313651"/>
                </a:lnTo>
                <a:lnTo>
                  <a:pt x="48729" y="350570"/>
                </a:lnTo>
                <a:lnTo>
                  <a:pt x="62357" y="364337"/>
                </a:lnTo>
                <a:lnTo>
                  <a:pt x="65659" y="359181"/>
                </a:lnTo>
                <a:lnTo>
                  <a:pt x="53987" y="345186"/>
                </a:lnTo>
                <a:lnTo>
                  <a:pt x="43726" y="328371"/>
                </a:lnTo>
                <a:lnTo>
                  <a:pt x="27432" y="286270"/>
                </a:lnTo>
                <a:lnTo>
                  <a:pt x="17424" y="236359"/>
                </a:lnTo>
                <a:lnTo>
                  <a:pt x="15036" y="210934"/>
                </a:lnTo>
                <a:lnTo>
                  <a:pt x="14922" y="209740"/>
                </a:lnTo>
                <a:lnTo>
                  <a:pt x="14097" y="181991"/>
                </a:lnTo>
                <a:lnTo>
                  <a:pt x="14922" y="153809"/>
                </a:lnTo>
                <a:lnTo>
                  <a:pt x="17424" y="126961"/>
                </a:lnTo>
                <a:lnTo>
                  <a:pt x="27432" y="77343"/>
                </a:lnTo>
                <a:lnTo>
                  <a:pt x="43726" y="35902"/>
                </a:lnTo>
                <a:lnTo>
                  <a:pt x="53987" y="19215"/>
                </a:lnTo>
                <a:lnTo>
                  <a:pt x="65659" y="5207"/>
                </a:lnTo>
                <a:close/>
              </a:path>
              <a:path w="1478279" h="364489">
                <a:moveTo>
                  <a:pt x="226314" y="184962"/>
                </a:moveTo>
                <a:lnTo>
                  <a:pt x="73914" y="184962"/>
                </a:lnTo>
                <a:lnTo>
                  <a:pt x="73914" y="194487"/>
                </a:lnTo>
                <a:lnTo>
                  <a:pt x="226314" y="194487"/>
                </a:lnTo>
                <a:lnTo>
                  <a:pt x="226314" y="184962"/>
                </a:lnTo>
                <a:close/>
              </a:path>
              <a:path w="1478279" h="364489">
                <a:moveTo>
                  <a:pt x="940689" y="184962"/>
                </a:moveTo>
                <a:lnTo>
                  <a:pt x="788289" y="184962"/>
                </a:lnTo>
                <a:lnTo>
                  <a:pt x="788289" y="194487"/>
                </a:lnTo>
                <a:lnTo>
                  <a:pt x="940689" y="194487"/>
                </a:lnTo>
                <a:lnTo>
                  <a:pt x="940689" y="184962"/>
                </a:lnTo>
                <a:close/>
              </a:path>
              <a:path w="1478279" h="364489">
                <a:moveTo>
                  <a:pt x="1477772" y="181991"/>
                </a:moveTo>
                <a:lnTo>
                  <a:pt x="1473517" y="124828"/>
                </a:lnTo>
                <a:lnTo>
                  <a:pt x="1460881" y="73279"/>
                </a:lnTo>
                <a:lnTo>
                  <a:pt x="1441094" y="30594"/>
                </a:lnTo>
                <a:lnTo>
                  <a:pt x="1415415" y="0"/>
                </a:lnTo>
                <a:lnTo>
                  <a:pt x="1412113" y="5207"/>
                </a:lnTo>
                <a:lnTo>
                  <a:pt x="1423708" y="19215"/>
                </a:lnTo>
                <a:lnTo>
                  <a:pt x="1433918" y="35902"/>
                </a:lnTo>
                <a:lnTo>
                  <a:pt x="1450213" y="77343"/>
                </a:lnTo>
                <a:lnTo>
                  <a:pt x="1460271" y="126961"/>
                </a:lnTo>
                <a:lnTo>
                  <a:pt x="1463675" y="181991"/>
                </a:lnTo>
                <a:lnTo>
                  <a:pt x="1462836" y="209740"/>
                </a:lnTo>
                <a:lnTo>
                  <a:pt x="1456118" y="261874"/>
                </a:lnTo>
                <a:lnTo>
                  <a:pt x="1442821" y="308724"/>
                </a:lnTo>
                <a:lnTo>
                  <a:pt x="1423771" y="345186"/>
                </a:lnTo>
                <a:lnTo>
                  <a:pt x="1412113" y="359181"/>
                </a:lnTo>
                <a:lnTo>
                  <a:pt x="1415415" y="364337"/>
                </a:lnTo>
                <a:lnTo>
                  <a:pt x="1441094" y="333667"/>
                </a:lnTo>
                <a:lnTo>
                  <a:pt x="1460881" y="290499"/>
                </a:lnTo>
                <a:lnTo>
                  <a:pt x="1473517" y="238658"/>
                </a:lnTo>
                <a:lnTo>
                  <a:pt x="1476692" y="210934"/>
                </a:lnTo>
                <a:lnTo>
                  <a:pt x="1477772" y="181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55130" y="3665283"/>
            <a:ext cx="1411605" cy="302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ts val="1075"/>
              </a:lnSpc>
              <a:spcBef>
                <a:spcPts val="125"/>
              </a:spcBef>
              <a:tabLst>
                <a:tab pos="790575" algn="l"/>
              </a:tabLst>
            </a:pPr>
            <a:r>
              <a:rPr sz="1100" spc="-50" dirty="0">
                <a:latin typeface="Cambria Math"/>
                <a:cs typeface="Cambria Math"/>
              </a:rPr>
              <a:t>4</a:t>
            </a:r>
            <a:r>
              <a:rPr sz="1100" dirty="0">
                <a:latin typeface="Cambria Math"/>
                <a:cs typeface="Cambria Math"/>
              </a:rPr>
              <a:t>	</a:t>
            </a:r>
            <a:r>
              <a:rPr sz="1100" spc="-50" dirty="0"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  <a:p>
            <a:pPr marL="38100">
              <a:lnSpc>
                <a:spcPts val="1075"/>
              </a:lnSpc>
            </a:pPr>
            <a:r>
              <a:rPr sz="1650" baseline="-37878" dirty="0">
                <a:latin typeface="Cambria Math"/>
                <a:cs typeface="Cambria Math"/>
              </a:rPr>
              <a:t>10</a:t>
            </a:r>
            <a:r>
              <a:rPr sz="1650" spc="-67" baseline="-37878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∗</a:t>
            </a:r>
            <a:r>
              <a:rPr sz="1100" spc="35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0.75</a:t>
            </a:r>
            <a:r>
              <a:rPr sz="1100" spc="30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+</a:t>
            </a:r>
            <a:r>
              <a:rPr sz="1100" spc="-35" dirty="0">
                <a:latin typeface="Cambria Math"/>
                <a:cs typeface="Cambria Math"/>
              </a:rPr>
              <a:t> </a:t>
            </a:r>
            <a:r>
              <a:rPr sz="1650" baseline="-37878" dirty="0">
                <a:latin typeface="Cambria Math"/>
                <a:cs typeface="Cambria Math"/>
              </a:rPr>
              <a:t>10</a:t>
            </a:r>
            <a:r>
              <a:rPr sz="1650" spc="-75" baseline="-37878" dirty="0">
                <a:latin typeface="Cambria Math"/>
                <a:cs typeface="Cambria Math"/>
              </a:rPr>
              <a:t> </a:t>
            </a:r>
            <a:r>
              <a:rPr sz="1100" dirty="0">
                <a:latin typeface="Cambria Math"/>
                <a:cs typeface="Cambria Math"/>
              </a:rPr>
              <a:t>∗</a:t>
            </a:r>
            <a:r>
              <a:rPr sz="1100" spc="35" dirty="0">
                <a:latin typeface="Cambria Math"/>
                <a:cs typeface="Cambria Math"/>
              </a:rPr>
              <a:t> </a:t>
            </a:r>
            <a:r>
              <a:rPr sz="1100" spc="-10" dirty="0">
                <a:latin typeface="Cambria Math"/>
                <a:cs typeface="Cambria Math"/>
              </a:rPr>
              <a:t>23.32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7712" y="3263836"/>
            <a:ext cx="8578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baseline="-20202" dirty="0">
                <a:latin typeface="Cambria Math"/>
                <a:cs typeface="Cambria Math"/>
              </a:rPr>
              <a:t>𝑤</a:t>
            </a:r>
            <a:r>
              <a:rPr sz="1100" dirty="0">
                <a:latin typeface="Cambria Math"/>
                <a:cs typeface="Cambria Math"/>
              </a:rPr>
              <a:t>left</a:t>
            </a:r>
            <a:r>
              <a:rPr sz="1100" spc="105" dirty="0">
                <a:latin typeface="Cambria Math"/>
                <a:cs typeface="Cambria Math"/>
              </a:rPr>
              <a:t> </a:t>
            </a:r>
            <a:r>
              <a:rPr sz="1650" baseline="-20202" dirty="0">
                <a:latin typeface="Cambria Math"/>
                <a:cs typeface="Cambria Math"/>
              </a:rPr>
              <a:t>=</a:t>
            </a:r>
            <a:r>
              <a:rPr sz="1650" spc="135" baseline="-20202" dirty="0">
                <a:latin typeface="Cambria Math"/>
                <a:cs typeface="Cambria Math"/>
              </a:rPr>
              <a:t> </a:t>
            </a:r>
            <a:r>
              <a:rPr sz="1100" spc="-105" dirty="0">
                <a:latin typeface="Cambria Math"/>
                <a:cs typeface="Cambria Math"/>
              </a:rPr>
              <a:t>5</a:t>
            </a:r>
            <a:r>
              <a:rPr sz="1650" spc="-157" baseline="-20202" dirty="0">
                <a:latin typeface="Cambria Math"/>
                <a:cs typeface="Cambria Math"/>
              </a:rPr>
              <a:t>ൗ</a:t>
            </a:r>
            <a:r>
              <a:rPr sz="1650" spc="-157" baseline="-40404" dirty="0">
                <a:latin typeface="Cambria Math"/>
                <a:cs typeface="Cambria Math"/>
              </a:rPr>
              <a:t>10</a:t>
            </a:r>
            <a:endParaRPr sz="1650" baseline="-40404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27910" y="3268662"/>
            <a:ext cx="953769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baseline="-20202" dirty="0">
                <a:latin typeface="Cambria Math"/>
                <a:cs typeface="Cambria Math"/>
              </a:rPr>
              <a:t>𝑤</a:t>
            </a:r>
            <a:r>
              <a:rPr sz="1100" dirty="0">
                <a:latin typeface="Cambria Math"/>
                <a:cs typeface="Cambria Math"/>
              </a:rPr>
              <a:t>right</a:t>
            </a:r>
            <a:r>
              <a:rPr sz="1100" spc="140" dirty="0">
                <a:latin typeface="Cambria Math"/>
                <a:cs typeface="Cambria Math"/>
              </a:rPr>
              <a:t> </a:t>
            </a:r>
            <a:r>
              <a:rPr sz="1650" baseline="-20202" dirty="0">
                <a:latin typeface="Cambria Math"/>
                <a:cs typeface="Cambria Math"/>
              </a:rPr>
              <a:t>=</a:t>
            </a:r>
            <a:r>
              <a:rPr sz="1650" spc="97" baseline="-20202" dirty="0">
                <a:latin typeface="Cambria Math"/>
                <a:cs typeface="Cambria Math"/>
              </a:rPr>
              <a:t> </a:t>
            </a:r>
            <a:r>
              <a:rPr sz="1100" spc="-100" dirty="0">
                <a:latin typeface="Cambria Math"/>
                <a:cs typeface="Cambria Math"/>
              </a:rPr>
              <a:t>5</a:t>
            </a:r>
            <a:r>
              <a:rPr sz="1650" spc="-150" baseline="-20202" dirty="0">
                <a:latin typeface="Cambria Math"/>
                <a:cs typeface="Cambria Math"/>
              </a:rPr>
              <a:t>ൗ</a:t>
            </a:r>
            <a:r>
              <a:rPr sz="1650" spc="-150" baseline="-42929" dirty="0">
                <a:latin typeface="Cambria Math"/>
                <a:cs typeface="Cambria Math"/>
              </a:rPr>
              <a:t>10</a:t>
            </a:r>
            <a:endParaRPr sz="1650" baseline="-42929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08984" y="3241103"/>
            <a:ext cx="8591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baseline="-20202" dirty="0">
                <a:latin typeface="Cambria Math"/>
                <a:cs typeface="Cambria Math"/>
              </a:rPr>
              <a:t>𝑤</a:t>
            </a:r>
            <a:r>
              <a:rPr sz="1100" dirty="0">
                <a:latin typeface="Cambria Math"/>
                <a:cs typeface="Cambria Math"/>
              </a:rPr>
              <a:t>left</a:t>
            </a:r>
            <a:r>
              <a:rPr sz="1100" spc="110" dirty="0">
                <a:latin typeface="Cambria Math"/>
                <a:cs typeface="Cambria Math"/>
              </a:rPr>
              <a:t> </a:t>
            </a:r>
            <a:r>
              <a:rPr sz="1650" baseline="-20202" dirty="0">
                <a:latin typeface="Cambria Math"/>
                <a:cs typeface="Cambria Math"/>
              </a:rPr>
              <a:t>=</a:t>
            </a:r>
            <a:r>
              <a:rPr sz="1650" spc="150" baseline="-20202" dirty="0">
                <a:latin typeface="Cambria Math"/>
                <a:cs typeface="Cambria Math"/>
              </a:rPr>
              <a:t> </a:t>
            </a:r>
            <a:r>
              <a:rPr sz="1100" spc="-105" dirty="0">
                <a:latin typeface="Cambria Math"/>
                <a:cs typeface="Cambria Math"/>
              </a:rPr>
              <a:t>7</a:t>
            </a:r>
            <a:r>
              <a:rPr sz="1650" spc="-157" baseline="-20202" dirty="0">
                <a:latin typeface="Cambria Math"/>
                <a:cs typeface="Cambria Math"/>
              </a:rPr>
              <a:t>ൗ</a:t>
            </a:r>
            <a:r>
              <a:rPr sz="1650" spc="-157" baseline="-42929" dirty="0">
                <a:latin typeface="Cambria Math"/>
                <a:cs typeface="Cambria Math"/>
              </a:rPr>
              <a:t>10</a:t>
            </a:r>
            <a:endParaRPr sz="1650" baseline="-42929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1990" y="3246056"/>
            <a:ext cx="953769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baseline="-20202" dirty="0">
                <a:latin typeface="Cambria Math"/>
                <a:cs typeface="Cambria Math"/>
              </a:rPr>
              <a:t>𝑤</a:t>
            </a:r>
            <a:r>
              <a:rPr sz="1100" dirty="0">
                <a:latin typeface="Cambria Math"/>
                <a:cs typeface="Cambria Math"/>
              </a:rPr>
              <a:t>right</a:t>
            </a:r>
            <a:r>
              <a:rPr sz="1100" spc="150" dirty="0">
                <a:latin typeface="Cambria Math"/>
                <a:cs typeface="Cambria Math"/>
              </a:rPr>
              <a:t> </a:t>
            </a:r>
            <a:r>
              <a:rPr sz="1650" baseline="-20202" dirty="0">
                <a:latin typeface="Cambria Math"/>
                <a:cs typeface="Cambria Math"/>
              </a:rPr>
              <a:t>=</a:t>
            </a:r>
            <a:r>
              <a:rPr sz="1650" spc="97" baseline="-20202" dirty="0">
                <a:latin typeface="Cambria Math"/>
                <a:cs typeface="Cambria Math"/>
              </a:rPr>
              <a:t> </a:t>
            </a:r>
            <a:r>
              <a:rPr sz="1100" spc="-105" dirty="0">
                <a:latin typeface="Cambria Math"/>
                <a:cs typeface="Cambria Math"/>
              </a:rPr>
              <a:t>3</a:t>
            </a:r>
            <a:r>
              <a:rPr sz="1650" spc="-157" baseline="-20202" dirty="0">
                <a:latin typeface="Cambria Math"/>
                <a:cs typeface="Cambria Math"/>
              </a:rPr>
              <a:t>ൗ</a:t>
            </a:r>
            <a:r>
              <a:rPr sz="1650" spc="-157" baseline="-42929" dirty="0">
                <a:latin typeface="Cambria Math"/>
                <a:cs typeface="Cambria Math"/>
              </a:rPr>
              <a:t>10</a:t>
            </a:r>
            <a:endParaRPr sz="1650" baseline="-42929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54725" y="3250628"/>
            <a:ext cx="21278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198880" algn="l"/>
              </a:tabLst>
            </a:pPr>
            <a:r>
              <a:rPr sz="1650" baseline="-17676" dirty="0">
                <a:latin typeface="Cambria Math"/>
                <a:cs typeface="Cambria Math"/>
              </a:rPr>
              <a:t>𝑤</a:t>
            </a:r>
            <a:r>
              <a:rPr sz="1650" baseline="2525" dirty="0">
                <a:latin typeface="Cambria Math"/>
                <a:cs typeface="Cambria Math"/>
              </a:rPr>
              <a:t>left</a:t>
            </a:r>
            <a:r>
              <a:rPr sz="1650" spc="157" baseline="2525" dirty="0">
                <a:latin typeface="Cambria Math"/>
                <a:cs typeface="Cambria Math"/>
              </a:rPr>
              <a:t> </a:t>
            </a:r>
            <a:r>
              <a:rPr sz="1650" baseline="-17676" dirty="0">
                <a:latin typeface="Cambria Math"/>
                <a:cs typeface="Cambria Math"/>
              </a:rPr>
              <a:t>=</a:t>
            </a:r>
            <a:r>
              <a:rPr sz="1650" spc="142" baseline="-17676" dirty="0">
                <a:latin typeface="Cambria Math"/>
                <a:cs typeface="Cambria Math"/>
              </a:rPr>
              <a:t> </a:t>
            </a:r>
            <a:r>
              <a:rPr sz="1650" spc="-30" baseline="2525" dirty="0">
                <a:latin typeface="Cambria Math"/>
                <a:cs typeface="Cambria Math"/>
              </a:rPr>
              <a:t>4</a:t>
            </a:r>
            <a:r>
              <a:rPr sz="1650" spc="-30" baseline="-17676" dirty="0">
                <a:latin typeface="Cambria Math"/>
                <a:cs typeface="Cambria Math"/>
              </a:rPr>
              <a:t>ൗ</a:t>
            </a:r>
            <a:r>
              <a:rPr sz="1650" spc="-30" baseline="-40404" dirty="0">
                <a:latin typeface="Cambria Math"/>
                <a:cs typeface="Cambria Math"/>
              </a:rPr>
              <a:t>10</a:t>
            </a:r>
            <a:r>
              <a:rPr sz="1650" baseline="-40404" dirty="0">
                <a:latin typeface="Cambria Math"/>
                <a:cs typeface="Cambria Math"/>
              </a:rPr>
              <a:t>	</a:t>
            </a:r>
            <a:r>
              <a:rPr sz="1650" baseline="-20202" dirty="0">
                <a:latin typeface="Cambria Math"/>
                <a:cs typeface="Cambria Math"/>
              </a:rPr>
              <a:t>𝑤</a:t>
            </a:r>
            <a:r>
              <a:rPr sz="1100" dirty="0">
                <a:latin typeface="Cambria Math"/>
                <a:cs typeface="Cambria Math"/>
              </a:rPr>
              <a:t>right</a:t>
            </a:r>
            <a:r>
              <a:rPr sz="1100" spc="145" dirty="0">
                <a:latin typeface="Cambria Math"/>
                <a:cs typeface="Cambria Math"/>
              </a:rPr>
              <a:t> </a:t>
            </a:r>
            <a:r>
              <a:rPr sz="1650" baseline="-20202" dirty="0">
                <a:latin typeface="Cambria Math"/>
                <a:cs typeface="Cambria Math"/>
              </a:rPr>
              <a:t>=</a:t>
            </a:r>
            <a:r>
              <a:rPr sz="1650" spc="97" baseline="-20202" dirty="0">
                <a:latin typeface="Cambria Math"/>
                <a:cs typeface="Cambria Math"/>
              </a:rPr>
              <a:t> </a:t>
            </a:r>
            <a:r>
              <a:rPr sz="1100" spc="-75" dirty="0">
                <a:latin typeface="Cambria Math"/>
                <a:cs typeface="Cambria Math"/>
              </a:rPr>
              <a:t>6</a:t>
            </a:r>
            <a:r>
              <a:rPr sz="1650" spc="-112" baseline="-20202" dirty="0">
                <a:latin typeface="Cambria Math"/>
                <a:cs typeface="Cambria Math"/>
              </a:rPr>
              <a:t>ൗ</a:t>
            </a:r>
            <a:r>
              <a:rPr sz="1650" spc="-112" baseline="-42929" dirty="0">
                <a:latin typeface="Cambria Math"/>
                <a:cs typeface="Cambria Math"/>
              </a:rPr>
              <a:t>10</a:t>
            </a:r>
            <a:endParaRPr sz="1650" baseline="-42929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89015" y="2662491"/>
            <a:ext cx="994410" cy="5181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Weights: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7.2,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8.8,</a:t>
            </a:r>
            <a:endParaRPr sz="800">
              <a:latin typeface="Verdana"/>
              <a:cs typeface="Verdana"/>
            </a:endParaRPr>
          </a:p>
          <a:p>
            <a:pPr marL="3683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latin typeface="Verdana"/>
                <a:cs typeface="Verdana"/>
              </a:rPr>
              <a:t>9.2,</a:t>
            </a:r>
            <a:r>
              <a:rPr sz="800" spc="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8.</a:t>
            </a:r>
            <a:r>
              <a:rPr sz="800" spc="-25" dirty="0">
                <a:latin typeface="Cambria Math"/>
                <a:cs typeface="Cambria Math"/>
              </a:rPr>
              <a:t>4</a:t>
            </a:r>
            <a:endParaRPr sz="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Variance:</a:t>
            </a:r>
            <a:r>
              <a:rPr sz="800" spc="12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0.75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01916" y="2658173"/>
            <a:ext cx="931544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Weights: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15,</a:t>
            </a:r>
            <a:r>
              <a:rPr sz="800" spc="7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7.6,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latin typeface="Verdana"/>
                <a:cs typeface="Verdana"/>
              </a:rPr>
              <a:t>11,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10.2,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18,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20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2472" y="3055556"/>
            <a:ext cx="81026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Variance:</a:t>
            </a:r>
            <a:r>
              <a:rPr sz="800" spc="13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1.47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51375" y="3031870"/>
            <a:ext cx="80581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Variance:</a:t>
            </a:r>
            <a:r>
              <a:rPr sz="800" spc="114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1.37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19695" y="3031489"/>
            <a:ext cx="8731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Variance:</a:t>
            </a:r>
            <a:r>
              <a:rPr sz="800" spc="114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23.32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81225" y="808672"/>
            <a:ext cx="875665" cy="266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30"/>
              </a:lnSpc>
              <a:spcBef>
                <a:spcPts val="125"/>
              </a:spcBef>
            </a:pPr>
            <a:r>
              <a:rPr sz="800" spc="10" dirty="0">
                <a:latin typeface="Verdana"/>
                <a:cs typeface="Verdana"/>
              </a:rPr>
              <a:t>Variance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at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root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30"/>
              </a:lnSpc>
            </a:pPr>
            <a:r>
              <a:rPr sz="800" dirty="0">
                <a:latin typeface="Verdana"/>
                <a:cs typeface="Verdana"/>
              </a:rPr>
              <a:t>node:</a:t>
            </a:r>
            <a:r>
              <a:rPr sz="800" spc="4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20.51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19701" y="822071"/>
            <a:ext cx="87566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10" dirty="0">
                <a:latin typeface="Verdana"/>
                <a:cs typeface="Verdana"/>
              </a:rPr>
              <a:t>Variance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at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root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19701" y="936053"/>
            <a:ext cx="67310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Verdana"/>
                <a:cs typeface="Verdana"/>
              </a:rPr>
              <a:t>node:</a:t>
            </a:r>
            <a:r>
              <a:rPr sz="800" spc="5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20.51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40370" y="815721"/>
            <a:ext cx="875665" cy="2660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204"/>
              </a:spcBef>
            </a:pPr>
            <a:r>
              <a:rPr sz="800" spc="10" dirty="0">
                <a:latin typeface="Verdana"/>
                <a:cs typeface="Verdana"/>
              </a:rPr>
              <a:t>Variance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at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root </a:t>
            </a:r>
            <a:r>
              <a:rPr sz="800" dirty="0">
                <a:latin typeface="Verdana"/>
                <a:cs typeface="Verdana"/>
              </a:rPr>
              <a:t>node:</a:t>
            </a:r>
            <a:r>
              <a:rPr sz="800" spc="4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20.51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00100" y="1743075"/>
            <a:ext cx="1990725" cy="657225"/>
            <a:chOff x="800100" y="1743075"/>
            <a:chExt cx="1990725" cy="65722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4100" y="2105025"/>
              <a:ext cx="285750" cy="2952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0725" y="2124075"/>
              <a:ext cx="295275" cy="25717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0" y="1743075"/>
              <a:ext cx="295275" cy="3333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900" y="1790700"/>
              <a:ext cx="285750" cy="2667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450" y="2095500"/>
              <a:ext cx="285750" cy="2667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775" y="2095500"/>
              <a:ext cx="257175" cy="2762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00275" y="1828800"/>
              <a:ext cx="285750" cy="2667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85950" y="1819275"/>
              <a:ext cx="285750" cy="2667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100" y="1771650"/>
              <a:ext cx="285750" cy="2857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5550" y="1828800"/>
              <a:ext cx="295275" cy="266700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3238500" y="1762125"/>
            <a:ext cx="1800225" cy="885825"/>
            <a:chOff x="3238500" y="1762125"/>
            <a:chExt cx="1800225" cy="885825"/>
          </a:xfrm>
        </p:grpSpPr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3775" y="1781175"/>
              <a:ext cx="285750" cy="2667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4225" y="2057400"/>
              <a:ext cx="285750" cy="2667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67125" y="2057400"/>
              <a:ext cx="257175" cy="27622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8500" y="1762125"/>
              <a:ext cx="285750" cy="28575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2390775"/>
              <a:ext cx="295275" cy="2571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3750" y="2352675"/>
              <a:ext cx="285750" cy="27622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38575" y="1781175"/>
              <a:ext cx="295275" cy="2762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9600" y="1809750"/>
              <a:ext cx="285750" cy="3429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43450" y="1885950"/>
              <a:ext cx="295275" cy="276225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6350" y="1866900"/>
            <a:ext cx="285750" cy="295275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100" y="2133600"/>
            <a:ext cx="295275" cy="304800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6172200" y="1790700"/>
            <a:ext cx="1933575" cy="638175"/>
            <a:chOff x="6172200" y="1790700"/>
            <a:chExt cx="1933575" cy="638175"/>
          </a:xfrm>
        </p:grpSpPr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0" y="1809750"/>
              <a:ext cx="285750" cy="2571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81725" y="1790700"/>
              <a:ext cx="285750" cy="27622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200" y="2095500"/>
              <a:ext cx="295275" cy="33337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4700" y="1800225"/>
              <a:ext cx="295275" cy="27622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7125" y="1800225"/>
              <a:ext cx="257175" cy="28575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7125" y="2152650"/>
              <a:ext cx="285750" cy="25717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3750" y="2133600"/>
              <a:ext cx="295275" cy="27622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91450" y="1809750"/>
              <a:ext cx="295275" cy="27622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0500" y="2143125"/>
              <a:ext cx="295275" cy="276225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660400" y="3819207"/>
            <a:ext cx="5334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20.51</a:t>
            </a:r>
            <a:r>
              <a:rPr sz="1100" spc="190" dirty="0">
                <a:latin typeface="Cambria Math"/>
                <a:cs typeface="Cambria Math"/>
              </a:rPr>
              <a:t> </a:t>
            </a:r>
            <a:r>
              <a:rPr sz="1100" spc="-60" dirty="0"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43255" y="4128134"/>
            <a:ext cx="4267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8.84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395090" y="4112895"/>
            <a:ext cx="42608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0.64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09665" y="4081145"/>
            <a:ext cx="42672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=</a:t>
            </a:r>
            <a:r>
              <a:rPr sz="1100" spc="55" dirty="0">
                <a:latin typeface="Cambria Math"/>
                <a:cs typeface="Cambria Math"/>
              </a:rPr>
              <a:t> </a:t>
            </a:r>
            <a:r>
              <a:rPr sz="1100" spc="-20" dirty="0">
                <a:latin typeface="Cambria Math"/>
                <a:cs typeface="Cambria Math"/>
              </a:rPr>
              <a:t>6.22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359403" y="3791267"/>
            <a:ext cx="5334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20.51</a:t>
            </a:r>
            <a:r>
              <a:rPr sz="1100" spc="190" dirty="0">
                <a:latin typeface="Cambria Math"/>
                <a:cs typeface="Cambria Math"/>
              </a:rPr>
              <a:t> </a:t>
            </a:r>
            <a:r>
              <a:rPr sz="1100" spc="-60" dirty="0"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157595" y="3735387"/>
            <a:ext cx="5334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 Math"/>
                <a:cs typeface="Cambria Math"/>
              </a:rPr>
              <a:t>20.51</a:t>
            </a:r>
            <a:r>
              <a:rPr sz="1100" spc="190" dirty="0">
                <a:latin typeface="Cambria Math"/>
                <a:cs typeface="Cambria Math"/>
              </a:rPr>
              <a:t> </a:t>
            </a:r>
            <a:r>
              <a:rPr sz="1100" spc="-60" dirty="0">
                <a:latin typeface="Cambria Math"/>
                <a:cs typeface="Cambria Math"/>
              </a:rPr>
              <a:t>−</a:t>
            </a:r>
            <a:endParaRPr sz="1100">
              <a:latin typeface="Cambria Math"/>
              <a:cs typeface="Cambria Math"/>
            </a:endParaRPr>
          </a:p>
        </p:txBody>
      </p:sp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5849" y="4145203"/>
            <a:ext cx="332537" cy="228599"/>
          </a:xfrm>
          <a:prstGeom prst="rect">
            <a:avLst/>
          </a:prstGeom>
        </p:spPr>
      </p:pic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4491990" y="1583435"/>
            <a:ext cx="27514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9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85" dirty="0">
                <a:solidFill>
                  <a:srgbClr val="8C1515"/>
                </a:solidFill>
                <a:latin typeface="Lucida Sans Unicode"/>
                <a:cs typeface="Lucida Sans Unicode"/>
              </a:rPr>
              <a:t>ensembles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6604" y="3124835"/>
            <a:ext cx="52336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50" dirty="0">
                <a:solidFill>
                  <a:srgbClr val="585858"/>
                </a:solidFill>
                <a:latin typeface="Arial Black"/>
                <a:cs typeface="Arial Black"/>
              </a:rPr>
              <a:t>Using</a:t>
            </a:r>
            <a:r>
              <a:rPr sz="2750" spc="-17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65" dirty="0">
                <a:solidFill>
                  <a:srgbClr val="585858"/>
                </a:solidFill>
                <a:latin typeface="Arial Black"/>
                <a:cs typeface="Arial Black"/>
              </a:rPr>
              <a:t>multiple</a:t>
            </a:r>
            <a:r>
              <a:rPr sz="2750" spc="-5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14" dirty="0">
                <a:solidFill>
                  <a:srgbClr val="585858"/>
                </a:solidFill>
                <a:latin typeface="Arial Black"/>
                <a:cs typeface="Arial Black"/>
              </a:rPr>
              <a:t>decision</a:t>
            </a:r>
            <a:r>
              <a:rPr sz="2750" spc="-13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85" dirty="0">
                <a:solidFill>
                  <a:srgbClr val="585858"/>
                </a:solidFill>
                <a:latin typeface="Arial Black"/>
                <a:cs typeface="Arial Black"/>
              </a:rPr>
              <a:t>trees</a:t>
            </a:r>
            <a:endParaRPr sz="2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9019" y="91439"/>
            <a:ext cx="7029450" cy="101409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90345" marR="5080" indent="-1477645">
              <a:lnSpc>
                <a:spcPct val="101800"/>
              </a:lnSpc>
              <a:spcBef>
                <a:spcPts val="60"/>
              </a:spcBef>
            </a:pPr>
            <a:r>
              <a:rPr sz="3200" dirty="0"/>
              <a:t>Trees</a:t>
            </a:r>
            <a:r>
              <a:rPr sz="3200" spc="-100" dirty="0"/>
              <a:t> </a:t>
            </a:r>
            <a:r>
              <a:rPr sz="3200" dirty="0"/>
              <a:t>are</a:t>
            </a:r>
            <a:r>
              <a:rPr sz="3200" spc="-45" dirty="0"/>
              <a:t> </a:t>
            </a:r>
            <a:r>
              <a:rPr sz="3200" dirty="0"/>
              <a:t>highly</a:t>
            </a:r>
            <a:r>
              <a:rPr sz="3200" spc="-105" dirty="0"/>
              <a:t> </a:t>
            </a:r>
            <a:r>
              <a:rPr sz="3200" dirty="0"/>
              <a:t>sensitive</a:t>
            </a:r>
            <a:r>
              <a:rPr sz="3200" spc="-45" dirty="0"/>
              <a:t> </a:t>
            </a:r>
            <a:r>
              <a:rPr sz="3200" dirty="0"/>
              <a:t>to </a:t>
            </a:r>
            <a:r>
              <a:rPr sz="3200" spc="-10" dirty="0"/>
              <a:t>small </a:t>
            </a:r>
            <a:r>
              <a:rPr sz="3200" dirty="0"/>
              <a:t>changes</a:t>
            </a:r>
            <a:r>
              <a:rPr sz="3200" spc="-105" dirty="0"/>
              <a:t> </a:t>
            </a:r>
            <a:r>
              <a:rPr sz="3200" dirty="0"/>
              <a:t>of</a:t>
            </a:r>
            <a:r>
              <a:rPr sz="3200" spc="-5" dirty="0"/>
              <a:t> </a:t>
            </a:r>
            <a:r>
              <a:rPr sz="3200" dirty="0"/>
              <a:t>the</a:t>
            </a:r>
            <a:r>
              <a:rPr sz="3200" spc="-50" dirty="0"/>
              <a:t> </a:t>
            </a:r>
            <a:r>
              <a:rPr sz="3200" spc="-20" dirty="0"/>
              <a:t>data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976501" y="2005076"/>
            <a:ext cx="723900" cy="466725"/>
          </a:xfrm>
          <a:custGeom>
            <a:avLst/>
            <a:gdLst/>
            <a:ahLst/>
            <a:cxnLst/>
            <a:rect l="l" t="t" r="r" b="b"/>
            <a:pathLst>
              <a:path w="723900" h="466725">
                <a:moveTo>
                  <a:pt x="0" y="233299"/>
                </a:moveTo>
                <a:lnTo>
                  <a:pt x="4733" y="195442"/>
                </a:lnTo>
                <a:lnTo>
                  <a:pt x="18440" y="159536"/>
                </a:lnTo>
                <a:lnTo>
                  <a:pt x="40376" y="126059"/>
                </a:lnTo>
                <a:lnTo>
                  <a:pt x="69799" y="95490"/>
                </a:lnTo>
                <a:lnTo>
                  <a:pt x="105965" y="68310"/>
                </a:lnTo>
                <a:lnTo>
                  <a:pt x="148132" y="44996"/>
                </a:lnTo>
                <a:lnTo>
                  <a:pt x="195557" y="26029"/>
                </a:lnTo>
                <a:lnTo>
                  <a:pt x="247497" y="11888"/>
                </a:lnTo>
                <a:lnTo>
                  <a:pt x="303209" y="3051"/>
                </a:lnTo>
                <a:lnTo>
                  <a:pt x="361950" y="0"/>
                </a:lnTo>
                <a:lnTo>
                  <a:pt x="420659" y="3051"/>
                </a:lnTo>
                <a:lnTo>
                  <a:pt x="476353" y="11888"/>
                </a:lnTo>
                <a:lnTo>
                  <a:pt x="528286" y="26029"/>
                </a:lnTo>
                <a:lnTo>
                  <a:pt x="575712" y="44996"/>
                </a:lnTo>
                <a:lnTo>
                  <a:pt x="617886" y="68310"/>
                </a:lnTo>
                <a:lnTo>
                  <a:pt x="654064" y="95490"/>
                </a:lnTo>
                <a:lnTo>
                  <a:pt x="683499" y="126059"/>
                </a:lnTo>
                <a:lnTo>
                  <a:pt x="705447" y="159536"/>
                </a:lnTo>
                <a:lnTo>
                  <a:pt x="719162" y="195442"/>
                </a:lnTo>
                <a:lnTo>
                  <a:pt x="723900" y="233299"/>
                </a:lnTo>
                <a:lnTo>
                  <a:pt x="719162" y="271158"/>
                </a:lnTo>
                <a:lnTo>
                  <a:pt x="705447" y="307074"/>
                </a:lnTo>
                <a:lnTo>
                  <a:pt x="683499" y="340566"/>
                </a:lnTo>
                <a:lnTo>
                  <a:pt x="654064" y="371151"/>
                </a:lnTo>
                <a:lnTo>
                  <a:pt x="617886" y="398351"/>
                </a:lnTo>
                <a:lnTo>
                  <a:pt x="575712" y="421683"/>
                </a:lnTo>
                <a:lnTo>
                  <a:pt x="528286" y="440668"/>
                </a:lnTo>
                <a:lnTo>
                  <a:pt x="476353" y="454823"/>
                </a:lnTo>
                <a:lnTo>
                  <a:pt x="420659" y="463669"/>
                </a:lnTo>
                <a:lnTo>
                  <a:pt x="361950" y="466725"/>
                </a:lnTo>
                <a:lnTo>
                  <a:pt x="303209" y="463669"/>
                </a:lnTo>
                <a:lnTo>
                  <a:pt x="247497" y="454823"/>
                </a:lnTo>
                <a:lnTo>
                  <a:pt x="195557" y="440668"/>
                </a:lnTo>
                <a:lnTo>
                  <a:pt x="148132" y="421683"/>
                </a:lnTo>
                <a:lnTo>
                  <a:pt x="105965" y="398351"/>
                </a:lnTo>
                <a:lnTo>
                  <a:pt x="69799" y="371151"/>
                </a:lnTo>
                <a:lnTo>
                  <a:pt x="40376" y="340566"/>
                </a:lnTo>
                <a:lnTo>
                  <a:pt x="18440" y="307074"/>
                </a:lnTo>
                <a:lnTo>
                  <a:pt x="4733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80589" y="2118042"/>
            <a:ext cx="30543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5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-1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43151" y="2459100"/>
            <a:ext cx="930910" cy="429259"/>
          </a:xfrm>
          <a:custGeom>
            <a:avLst/>
            <a:gdLst/>
            <a:ahLst/>
            <a:cxnLst/>
            <a:rect l="l" t="t" r="r" b="b"/>
            <a:pathLst>
              <a:path w="930910" h="429260">
                <a:moveTo>
                  <a:pt x="368173" y="6223"/>
                </a:moveTo>
                <a:lnTo>
                  <a:pt x="361061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30910" h="429260">
                <a:moveTo>
                  <a:pt x="930656" y="429006"/>
                </a:moveTo>
                <a:lnTo>
                  <a:pt x="920457" y="382651"/>
                </a:lnTo>
                <a:lnTo>
                  <a:pt x="912368" y="345821"/>
                </a:lnTo>
                <a:lnTo>
                  <a:pt x="886460" y="366788"/>
                </a:lnTo>
                <a:lnTo>
                  <a:pt x="613283" y="28702"/>
                </a:lnTo>
                <a:lnTo>
                  <a:pt x="605790" y="34671"/>
                </a:lnTo>
                <a:lnTo>
                  <a:pt x="879081" y="372757"/>
                </a:lnTo>
                <a:lnTo>
                  <a:pt x="853186" y="393700"/>
                </a:lnTo>
                <a:lnTo>
                  <a:pt x="930656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5750" y="2582164"/>
            <a:ext cx="32448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3885" y="2575560"/>
            <a:ext cx="3333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43676" y="2024126"/>
            <a:ext cx="904875" cy="466725"/>
          </a:xfrm>
          <a:custGeom>
            <a:avLst/>
            <a:gdLst/>
            <a:ahLst/>
            <a:cxnLst/>
            <a:rect l="l" t="t" r="r" b="b"/>
            <a:pathLst>
              <a:path w="904875" h="466725">
                <a:moveTo>
                  <a:pt x="0" y="233299"/>
                </a:moveTo>
                <a:lnTo>
                  <a:pt x="16152" y="171258"/>
                </a:lnTo>
                <a:lnTo>
                  <a:pt x="61740" y="115522"/>
                </a:lnTo>
                <a:lnTo>
                  <a:pt x="94228" y="90712"/>
                </a:lnTo>
                <a:lnTo>
                  <a:pt x="132461" y="68310"/>
                </a:lnTo>
                <a:lnTo>
                  <a:pt x="175900" y="48593"/>
                </a:lnTo>
                <a:lnTo>
                  <a:pt x="224009" y="31839"/>
                </a:lnTo>
                <a:lnTo>
                  <a:pt x="276248" y="18325"/>
                </a:lnTo>
                <a:lnTo>
                  <a:pt x="332081" y="8329"/>
                </a:lnTo>
                <a:lnTo>
                  <a:pt x="390969" y="2128"/>
                </a:lnTo>
                <a:lnTo>
                  <a:pt x="452374" y="0"/>
                </a:lnTo>
                <a:lnTo>
                  <a:pt x="513781" y="2128"/>
                </a:lnTo>
                <a:lnTo>
                  <a:pt x="572675" y="8329"/>
                </a:lnTo>
                <a:lnTo>
                  <a:pt x="628519" y="18325"/>
                </a:lnTo>
                <a:lnTo>
                  <a:pt x="680771" y="31839"/>
                </a:lnTo>
                <a:lnTo>
                  <a:pt x="728895" y="48593"/>
                </a:lnTo>
                <a:lnTo>
                  <a:pt x="772350" y="68310"/>
                </a:lnTo>
                <a:lnTo>
                  <a:pt x="810598" y="90712"/>
                </a:lnTo>
                <a:lnTo>
                  <a:pt x="843101" y="115522"/>
                </a:lnTo>
                <a:lnTo>
                  <a:pt x="888713" y="171258"/>
                </a:lnTo>
                <a:lnTo>
                  <a:pt x="904875" y="233299"/>
                </a:lnTo>
                <a:lnTo>
                  <a:pt x="900744" y="264970"/>
                </a:lnTo>
                <a:lnTo>
                  <a:pt x="869318" y="324153"/>
                </a:lnTo>
                <a:lnTo>
                  <a:pt x="810598" y="375933"/>
                </a:lnTo>
                <a:lnTo>
                  <a:pt x="772350" y="398351"/>
                </a:lnTo>
                <a:lnTo>
                  <a:pt x="728895" y="418083"/>
                </a:lnTo>
                <a:lnTo>
                  <a:pt x="680771" y="434852"/>
                </a:lnTo>
                <a:lnTo>
                  <a:pt x="628519" y="448379"/>
                </a:lnTo>
                <a:lnTo>
                  <a:pt x="572675" y="458385"/>
                </a:lnTo>
                <a:lnTo>
                  <a:pt x="513781" y="464593"/>
                </a:lnTo>
                <a:lnTo>
                  <a:pt x="452374" y="466725"/>
                </a:lnTo>
                <a:lnTo>
                  <a:pt x="390969" y="464593"/>
                </a:lnTo>
                <a:lnTo>
                  <a:pt x="332081" y="458385"/>
                </a:lnTo>
                <a:lnTo>
                  <a:pt x="276248" y="448379"/>
                </a:lnTo>
                <a:lnTo>
                  <a:pt x="224009" y="434852"/>
                </a:lnTo>
                <a:lnTo>
                  <a:pt x="175900" y="418083"/>
                </a:lnTo>
                <a:lnTo>
                  <a:pt x="132460" y="398351"/>
                </a:lnTo>
                <a:lnTo>
                  <a:pt x="94228" y="375933"/>
                </a:lnTo>
                <a:lnTo>
                  <a:pt x="61740" y="351107"/>
                </a:lnTo>
                <a:lnTo>
                  <a:pt x="16152" y="29534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64909" y="2189162"/>
            <a:ext cx="451484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24626" y="2478150"/>
            <a:ext cx="940435" cy="429259"/>
          </a:xfrm>
          <a:custGeom>
            <a:avLst/>
            <a:gdLst/>
            <a:ahLst/>
            <a:cxnLst/>
            <a:rect l="l" t="t" r="r" b="b"/>
            <a:pathLst>
              <a:path w="940434" h="429260">
                <a:moveTo>
                  <a:pt x="368173" y="6223"/>
                </a:moveTo>
                <a:lnTo>
                  <a:pt x="360934" y="0"/>
                </a:lnTo>
                <a:lnTo>
                  <a:pt x="45986" y="366801"/>
                </a:lnTo>
                <a:lnTo>
                  <a:pt x="20701" y="345059"/>
                </a:lnTo>
                <a:lnTo>
                  <a:pt x="0" y="427609"/>
                </a:lnTo>
                <a:lnTo>
                  <a:pt x="78486" y="394716"/>
                </a:lnTo>
                <a:lnTo>
                  <a:pt x="64439" y="382651"/>
                </a:lnTo>
                <a:lnTo>
                  <a:pt x="53225" y="373024"/>
                </a:lnTo>
                <a:lnTo>
                  <a:pt x="368173" y="6223"/>
                </a:lnTo>
                <a:close/>
              </a:path>
              <a:path w="940434" h="429260">
                <a:moveTo>
                  <a:pt x="940181" y="429006"/>
                </a:moveTo>
                <a:lnTo>
                  <a:pt x="929982" y="382651"/>
                </a:lnTo>
                <a:lnTo>
                  <a:pt x="921893" y="345821"/>
                </a:lnTo>
                <a:lnTo>
                  <a:pt x="895985" y="366788"/>
                </a:lnTo>
                <a:lnTo>
                  <a:pt x="622795" y="28702"/>
                </a:lnTo>
                <a:lnTo>
                  <a:pt x="615315" y="34671"/>
                </a:lnTo>
                <a:lnTo>
                  <a:pt x="888606" y="372757"/>
                </a:lnTo>
                <a:lnTo>
                  <a:pt x="862711" y="393700"/>
                </a:lnTo>
                <a:lnTo>
                  <a:pt x="940181" y="42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18428" y="2600070"/>
            <a:ext cx="38290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8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10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5233" y="2592641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3900" y="1458975"/>
            <a:ext cx="3619500" cy="396875"/>
            <a:chOff x="723900" y="1458975"/>
            <a:chExt cx="3619500" cy="3968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7550" y="1476374"/>
              <a:ext cx="1085850" cy="3619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600" y="1485899"/>
              <a:ext cx="381000" cy="3524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1476374"/>
              <a:ext cx="2190750" cy="361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00376" y="1471675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71475"/>
                  </a:moveTo>
                  <a:lnTo>
                    <a:pt x="381000" y="37147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381125" y="2857500"/>
            <a:ext cx="1847850" cy="1009650"/>
            <a:chOff x="1381125" y="2857500"/>
            <a:chExt cx="1847850" cy="100965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3075" y="3248025"/>
              <a:ext cx="314325" cy="3333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3525" y="3533775"/>
              <a:ext cx="361950" cy="3333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1125" y="3219450"/>
              <a:ext cx="371475" cy="3429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1650" y="2914650"/>
              <a:ext cx="295275" cy="3333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9225" y="2905125"/>
              <a:ext cx="342900" cy="3333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7950" y="3524250"/>
              <a:ext cx="361950" cy="3333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47975" y="3219450"/>
              <a:ext cx="361950" cy="3429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5550" y="3219450"/>
              <a:ext cx="352425" cy="3333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66975" y="2876550"/>
              <a:ext cx="381000" cy="3429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76550" y="2857500"/>
              <a:ext cx="352425" cy="361950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4829175" y="1468500"/>
            <a:ext cx="3619500" cy="396875"/>
            <a:chOff x="4829175" y="1468500"/>
            <a:chExt cx="3619500" cy="39687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2825" y="1485899"/>
              <a:ext cx="1085850" cy="3619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0875" y="1495424"/>
              <a:ext cx="381000" cy="3524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29175" y="1485899"/>
              <a:ext cx="1809750" cy="3619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92951" y="1468500"/>
              <a:ext cx="406400" cy="396875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5543550" y="2905125"/>
            <a:ext cx="1838325" cy="1000125"/>
            <a:chOff x="5543550" y="2905125"/>
            <a:chExt cx="1838325" cy="100012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9450" y="2905125"/>
              <a:ext cx="304800" cy="3429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3550" y="3248025"/>
              <a:ext cx="371475" cy="342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3600" y="2943225"/>
              <a:ext cx="285750" cy="3333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81650" y="2924175"/>
              <a:ext cx="342900" cy="3429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19900" y="3552825"/>
              <a:ext cx="361950" cy="3333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9925" y="3248025"/>
              <a:ext cx="361950" cy="3429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7975" y="3248025"/>
              <a:ext cx="352425" cy="3333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29400" y="2905125"/>
              <a:ext cx="390525" cy="3429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05500" y="3238500"/>
              <a:ext cx="352425" cy="3714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95950" y="3571875"/>
              <a:ext cx="371475" cy="333375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60294" y="314388"/>
            <a:ext cx="34143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Tree</a:t>
            </a:r>
            <a:r>
              <a:rPr spc="-80" dirty="0"/>
              <a:t> </a:t>
            </a:r>
            <a:r>
              <a:rPr spc="-10" dirty="0"/>
              <a:t>ensemble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8373" y="793686"/>
            <a:ext cx="10953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New</a:t>
            </a:r>
            <a:r>
              <a:rPr sz="900" u="sng" spc="8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test</a:t>
            </a:r>
            <a:r>
              <a:rPr sz="900" u="sng" spc="-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9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example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40650" y="1785556"/>
            <a:ext cx="138366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E68400"/>
                </a:solidFill>
                <a:latin typeface="Verdana"/>
                <a:cs typeface="Verdana"/>
              </a:rPr>
              <a:t>Ear</a:t>
            </a:r>
            <a:r>
              <a:rPr sz="90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900" spc="10" dirty="0">
                <a:solidFill>
                  <a:srgbClr val="E68400"/>
                </a:solidFill>
                <a:latin typeface="Verdana"/>
                <a:cs typeface="Verdana"/>
              </a:rPr>
              <a:t>shape:</a:t>
            </a:r>
            <a:r>
              <a:rPr sz="900" spc="-45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latin typeface="Verdana"/>
                <a:cs typeface="Verdana"/>
              </a:rPr>
              <a:t>Pointy</a:t>
            </a:r>
            <a:endParaRPr sz="900">
              <a:latin typeface="Verdana"/>
              <a:cs typeface="Verdana"/>
            </a:endParaRPr>
          </a:p>
          <a:p>
            <a:pPr marL="12065" marR="5080" algn="ctr">
              <a:lnSpc>
                <a:spcPts val="1050"/>
              </a:lnSpc>
              <a:spcBef>
                <a:spcPts val="110"/>
              </a:spcBef>
            </a:pPr>
            <a:r>
              <a:rPr sz="900" dirty="0">
                <a:solidFill>
                  <a:srgbClr val="E68400"/>
                </a:solidFill>
                <a:latin typeface="Verdana"/>
                <a:cs typeface="Verdana"/>
              </a:rPr>
              <a:t>Face</a:t>
            </a:r>
            <a:r>
              <a:rPr sz="900" spc="4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E68400"/>
                </a:solidFill>
                <a:latin typeface="Verdana"/>
                <a:cs typeface="Verdana"/>
              </a:rPr>
              <a:t>shape:</a:t>
            </a:r>
            <a:r>
              <a:rPr sz="900" spc="-60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900" dirty="0">
                <a:latin typeface="Verdana"/>
                <a:cs typeface="Verdana"/>
              </a:rPr>
              <a:t>Not</a:t>
            </a:r>
            <a:r>
              <a:rPr sz="900" spc="-5" dirty="0"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0D0D0D"/>
                </a:solidFill>
                <a:latin typeface="Verdana"/>
                <a:cs typeface="Verdana"/>
              </a:rPr>
              <a:t>Round </a:t>
            </a:r>
            <a:r>
              <a:rPr sz="900" dirty="0">
                <a:solidFill>
                  <a:srgbClr val="E68400"/>
                </a:solidFill>
                <a:latin typeface="Verdana"/>
                <a:cs typeface="Verdana"/>
              </a:rPr>
              <a:t>Whiskers:</a:t>
            </a:r>
            <a:r>
              <a:rPr sz="900" spc="45" dirty="0">
                <a:solidFill>
                  <a:srgbClr val="E68400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0D0D0D"/>
                </a:solidFill>
                <a:latin typeface="Verdana"/>
                <a:cs typeface="Verdana"/>
              </a:rPr>
              <a:t>Present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33462" y="1357375"/>
            <a:ext cx="895985" cy="466725"/>
          </a:xfrm>
          <a:custGeom>
            <a:avLst/>
            <a:gdLst/>
            <a:ahLst/>
            <a:cxnLst/>
            <a:rect l="l" t="t" r="r" b="b"/>
            <a:pathLst>
              <a:path w="895985" h="466725">
                <a:moveTo>
                  <a:pt x="0" y="233299"/>
                </a:moveTo>
                <a:lnTo>
                  <a:pt x="15991" y="171258"/>
                </a:lnTo>
                <a:lnTo>
                  <a:pt x="61123" y="115522"/>
                </a:lnTo>
                <a:lnTo>
                  <a:pt x="93283" y="90712"/>
                </a:lnTo>
                <a:lnTo>
                  <a:pt x="131129" y="68310"/>
                </a:lnTo>
                <a:lnTo>
                  <a:pt x="174126" y="48593"/>
                </a:lnTo>
                <a:lnTo>
                  <a:pt x="221743" y="31839"/>
                </a:lnTo>
                <a:lnTo>
                  <a:pt x="273446" y="18325"/>
                </a:lnTo>
                <a:lnTo>
                  <a:pt x="328702" y="8329"/>
                </a:lnTo>
                <a:lnTo>
                  <a:pt x="386977" y="2128"/>
                </a:lnTo>
                <a:lnTo>
                  <a:pt x="447738" y="0"/>
                </a:lnTo>
                <a:lnTo>
                  <a:pt x="508463" y="2128"/>
                </a:lnTo>
                <a:lnTo>
                  <a:pt x="566712" y="8329"/>
                </a:lnTo>
                <a:lnTo>
                  <a:pt x="621950" y="18325"/>
                </a:lnTo>
                <a:lnTo>
                  <a:pt x="673643" y="31839"/>
                </a:lnTo>
                <a:lnTo>
                  <a:pt x="721255" y="48593"/>
                </a:lnTo>
                <a:lnTo>
                  <a:pt x="764254" y="68310"/>
                </a:lnTo>
                <a:lnTo>
                  <a:pt x="802103" y="90712"/>
                </a:lnTo>
                <a:lnTo>
                  <a:pt x="834270" y="115522"/>
                </a:lnTo>
                <a:lnTo>
                  <a:pt x="879415" y="171258"/>
                </a:lnTo>
                <a:lnTo>
                  <a:pt x="895413" y="233299"/>
                </a:lnTo>
                <a:lnTo>
                  <a:pt x="891324" y="264970"/>
                </a:lnTo>
                <a:lnTo>
                  <a:pt x="860218" y="324153"/>
                </a:lnTo>
                <a:lnTo>
                  <a:pt x="802103" y="375933"/>
                </a:lnTo>
                <a:lnTo>
                  <a:pt x="764254" y="398351"/>
                </a:lnTo>
                <a:lnTo>
                  <a:pt x="721255" y="418083"/>
                </a:lnTo>
                <a:lnTo>
                  <a:pt x="673643" y="434852"/>
                </a:lnTo>
                <a:lnTo>
                  <a:pt x="621950" y="448379"/>
                </a:lnTo>
                <a:lnTo>
                  <a:pt x="566712" y="458385"/>
                </a:lnTo>
                <a:lnTo>
                  <a:pt x="508463" y="464593"/>
                </a:lnTo>
                <a:lnTo>
                  <a:pt x="447738" y="466725"/>
                </a:lnTo>
                <a:lnTo>
                  <a:pt x="386977" y="464593"/>
                </a:lnTo>
                <a:lnTo>
                  <a:pt x="328702" y="458385"/>
                </a:lnTo>
                <a:lnTo>
                  <a:pt x="273446" y="448379"/>
                </a:lnTo>
                <a:lnTo>
                  <a:pt x="221743" y="434852"/>
                </a:lnTo>
                <a:lnTo>
                  <a:pt x="174126" y="418083"/>
                </a:lnTo>
                <a:lnTo>
                  <a:pt x="131129" y="398351"/>
                </a:lnTo>
                <a:lnTo>
                  <a:pt x="93283" y="375933"/>
                </a:lnTo>
                <a:lnTo>
                  <a:pt x="61123" y="351107"/>
                </a:lnTo>
                <a:lnTo>
                  <a:pt x="15991" y="29534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45869" y="1519872"/>
            <a:ext cx="450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6412" y="1811401"/>
            <a:ext cx="800100" cy="882650"/>
            <a:chOff x="506412" y="1811401"/>
            <a:chExt cx="800100" cy="882650"/>
          </a:xfrm>
        </p:grpSpPr>
        <p:sp>
          <p:nvSpPr>
            <p:cNvPr id="8" name="object 8"/>
            <p:cNvSpPr/>
            <p:nvPr/>
          </p:nvSpPr>
          <p:spPr>
            <a:xfrm>
              <a:off x="938212" y="1811401"/>
              <a:ext cx="368300" cy="427990"/>
            </a:xfrm>
            <a:custGeom>
              <a:avLst/>
              <a:gdLst/>
              <a:ahLst/>
              <a:cxnLst/>
              <a:rect l="l" t="t" r="r" b="b"/>
              <a:pathLst>
                <a:path w="368300" h="427989">
                  <a:moveTo>
                    <a:pt x="20751" y="345059"/>
                  </a:moveTo>
                  <a:lnTo>
                    <a:pt x="0" y="427609"/>
                  </a:lnTo>
                  <a:lnTo>
                    <a:pt x="78549" y="394716"/>
                  </a:lnTo>
                  <a:lnTo>
                    <a:pt x="64506" y="382650"/>
                  </a:lnTo>
                  <a:lnTo>
                    <a:pt x="44983" y="382650"/>
                  </a:lnTo>
                  <a:lnTo>
                    <a:pt x="37769" y="376428"/>
                  </a:lnTo>
                  <a:lnTo>
                    <a:pt x="46045" y="366790"/>
                  </a:lnTo>
                  <a:lnTo>
                    <a:pt x="20751" y="345059"/>
                  </a:lnTo>
                  <a:close/>
                </a:path>
                <a:path w="368300" h="427989">
                  <a:moveTo>
                    <a:pt x="46045" y="366790"/>
                  </a:moveTo>
                  <a:lnTo>
                    <a:pt x="37769" y="376428"/>
                  </a:lnTo>
                  <a:lnTo>
                    <a:pt x="44983" y="382650"/>
                  </a:lnTo>
                  <a:lnTo>
                    <a:pt x="53272" y="372998"/>
                  </a:lnTo>
                  <a:lnTo>
                    <a:pt x="46045" y="366790"/>
                  </a:lnTo>
                  <a:close/>
                </a:path>
                <a:path w="368300" h="427989">
                  <a:moveTo>
                    <a:pt x="53272" y="372998"/>
                  </a:moveTo>
                  <a:lnTo>
                    <a:pt x="44983" y="382650"/>
                  </a:lnTo>
                  <a:lnTo>
                    <a:pt x="64506" y="382650"/>
                  </a:lnTo>
                  <a:lnTo>
                    <a:pt x="53272" y="372998"/>
                  </a:lnTo>
                  <a:close/>
                </a:path>
                <a:path w="368300" h="427989">
                  <a:moveTo>
                    <a:pt x="360997" y="0"/>
                  </a:moveTo>
                  <a:lnTo>
                    <a:pt x="46045" y="366790"/>
                  </a:lnTo>
                  <a:lnTo>
                    <a:pt x="53272" y="372998"/>
                  </a:lnTo>
                  <a:lnTo>
                    <a:pt x="368236" y="6223"/>
                  </a:lnTo>
                  <a:lnTo>
                    <a:pt x="360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112" y="2214626"/>
              <a:ext cx="762635" cy="466725"/>
            </a:xfrm>
            <a:custGeom>
              <a:avLst/>
              <a:gdLst/>
              <a:ahLst/>
              <a:cxnLst/>
              <a:rect l="l" t="t" r="r" b="b"/>
              <a:pathLst>
                <a:path w="762635" h="466725">
                  <a:moveTo>
                    <a:pt x="381000" y="0"/>
                  </a:moveTo>
                  <a:lnTo>
                    <a:pt x="324697" y="2528"/>
                  </a:lnTo>
                  <a:lnTo>
                    <a:pt x="270960" y="9872"/>
                  </a:lnTo>
                  <a:lnTo>
                    <a:pt x="220377" y="21674"/>
                  </a:lnTo>
                  <a:lnTo>
                    <a:pt x="173538" y="37571"/>
                  </a:lnTo>
                  <a:lnTo>
                    <a:pt x="131033" y="57204"/>
                  </a:lnTo>
                  <a:lnTo>
                    <a:pt x="93450" y="80214"/>
                  </a:lnTo>
                  <a:lnTo>
                    <a:pt x="61379" y="106239"/>
                  </a:lnTo>
                  <a:lnTo>
                    <a:pt x="35410" y="134921"/>
                  </a:lnTo>
                  <a:lnTo>
                    <a:pt x="4130" y="198810"/>
                  </a:lnTo>
                  <a:lnTo>
                    <a:pt x="0" y="233299"/>
                  </a:lnTo>
                  <a:lnTo>
                    <a:pt x="4130" y="267790"/>
                  </a:lnTo>
                  <a:lnTo>
                    <a:pt x="35410" y="331700"/>
                  </a:lnTo>
                  <a:lnTo>
                    <a:pt x="61379" y="360396"/>
                  </a:lnTo>
                  <a:lnTo>
                    <a:pt x="93450" y="386438"/>
                  </a:lnTo>
                  <a:lnTo>
                    <a:pt x="131033" y="409465"/>
                  </a:lnTo>
                  <a:lnTo>
                    <a:pt x="173538" y="429115"/>
                  </a:lnTo>
                  <a:lnTo>
                    <a:pt x="220377" y="445027"/>
                  </a:lnTo>
                  <a:lnTo>
                    <a:pt x="270960" y="456840"/>
                  </a:lnTo>
                  <a:lnTo>
                    <a:pt x="324697" y="464193"/>
                  </a:lnTo>
                  <a:lnTo>
                    <a:pt x="381000" y="466725"/>
                  </a:lnTo>
                  <a:lnTo>
                    <a:pt x="437304" y="464193"/>
                  </a:lnTo>
                  <a:lnTo>
                    <a:pt x="491045" y="456840"/>
                  </a:lnTo>
                  <a:lnTo>
                    <a:pt x="541634" y="445027"/>
                  </a:lnTo>
                  <a:lnTo>
                    <a:pt x="588480" y="429115"/>
                  </a:lnTo>
                  <a:lnTo>
                    <a:pt x="630993" y="409465"/>
                  </a:lnTo>
                  <a:lnTo>
                    <a:pt x="668585" y="386438"/>
                  </a:lnTo>
                  <a:lnTo>
                    <a:pt x="700664" y="360396"/>
                  </a:lnTo>
                  <a:lnTo>
                    <a:pt x="726641" y="331700"/>
                  </a:lnTo>
                  <a:lnTo>
                    <a:pt x="757931" y="267790"/>
                  </a:lnTo>
                  <a:lnTo>
                    <a:pt x="762063" y="233299"/>
                  </a:lnTo>
                  <a:lnTo>
                    <a:pt x="757931" y="198810"/>
                  </a:lnTo>
                  <a:lnTo>
                    <a:pt x="726641" y="134921"/>
                  </a:lnTo>
                  <a:lnTo>
                    <a:pt x="700664" y="106239"/>
                  </a:lnTo>
                  <a:lnTo>
                    <a:pt x="668585" y="80214"/>
                  </a:lnTo>
                  <a:lnTo>
                    <a:pt x="630993" y="57204"/>
                  </a:lnTo>
                  <a:lnTo>
                    <a:pt x="588480" y="37571"/>
                  </a:lnTo>
                  <a:lnTo>
                    <a:pt x="541634" y="21674"/>
                  </a:lnTo>
                  <a:lnTo>
                    <a:pt x="491045" y="9872"/>
                  </a:lnTo>
                  <a:lnTo>
                    <a:pt x="437304" y="252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9112" y="2214626"/>
              <a:ext cx="762635" cy="466725"/>
            </a:xfrm>
            <a:custGeom>
              <a:avLst/>
              <a:gdLst/>
              <a:ahLst/>
              <a:cxnLst/>
              <a:rect l="l" t="t" r="r" b="b"/>
              <a:pathLst>
                <a:path w="762635" h="466725">
                  <a:moveTo>
                    <a:pt x="0" y="233299"/>
                  </a:moveTo>
                  <a:lnTo>
                    <a:pt x="16130" y="165898"/>
                  </a:lnTo>
                  <a:lnTo>
                    <a:pt x="61379" y="106239"/>
                  </a:lnTo>
                  <a:lnTo>
                    <a:pt x="93450" y="80214"/>
                  </a:lnTo>
                  <a:lnTo>
                    <a:pt x="131033" y="57204"/>
                  </a:lnTo>
                  <a:lnTo>
                    <a:pt x="173538" y="37571"/>
                  </a:lnTo>
                  <a:lnTo>
                    <a:pt x="220377" y="21674"/>
                  </a:lnTo>
                  <a:lnTo>
                    <a:pt x="270960" y="9872"/>
                  </a:lnTo>
                  <a:lnTo>
                    <a:pt x="324697" y="2528"/>
                  </a:lnTo>
                  <a:lnTo>
                    <a:pt x="381000" y="0"/>
                  </a:lnTo>
                  <a:lnTo>
                    <a:pt x="437304" y="2528"/>
                  </a:lnTo>
                  <a:lnTo>
                    <a:pt x="491045" y="9872"/>
                  </a:lnTo>
                  <a:lnTo>
                    <a:pt x="541634" y="21674"/>
                  </a:lnTo>
                  <a:lnTo>
                    <a:pt x="588480" y="37571"/>
                  </a:lnTo>
                  <a:lnTo>
                    <a:pt x="630993" y="57204"/>
                  </a:lnTo>
                  <a:lnTo>
                    <a:pt x="668585" y="80214"/>
                  </a:lnTo>
                  <a:lnTo>
                    <a:pt x="700664" y="106239"/>
                  </a:lnTo>
                  <a:lnTo>
                    <a:pt x="726641" y="134921"/>
                  </a:lnTo>
                  <a:lnTo>
                    <a:pt x="757931" y="198810"/>
                  </a:lnTo>
                  <a:lnTo>
                    <a:pt x="762063" y="233299"/>
                  </a:lnTo>
                  <a:lnTo>
                    <a:pt x="757931" y="267790"/>
                  </a:lnTo>
                  <a:lnTo>
                    <a:pt x="726641" y="331700"/>
                  </a:lnTo>
                  <a:lnTo>
                    <a:pt x="700664" y="360396"/>
                  </a:lnTo>
                  <a:lnTo>
                    <a:pt x="668585" y="386438"/>
                  </a:lnTo>
                  <a:lnTo>
                    <a:pt x="630993" y="409465"/>
                  </a:lnTo>
                  <a:lnTo>
                    <a:pt x="588480" y="429115"/>
                  </a:lnTo>
                  <a:lnTo>
                    <a:pt x="541634" y="445027"/>
                  </a:lnTo>
                  <a:lnTo>
                    <a:pt x="491045" y="456840"/>
                  </a:lnTo>
                  <a:lnTo>
                    <a:pt x="437304" y="464193"/>
                  </a:lnTo>
                  <a:lnTo>
                    <a:pt x="381000" y="466725"/>
                  </a:lnTo>
                  <a:lnTo>
                    <a:pt x="324697" y="464193"/>
                  </a:lnTo>
                  <a:lnTo>
                    <a:pt x="270960" y="456840"/>
                  </a:lnTo>
                  <a:lnTo>
                    <a:pt x="220377" y="445027"/>
                  </a:lnTo>
                  <a:lnTo>
                    <a:pt x="173538" y="429115"/>
                  </a:lnTo>
                  <a:lnTo>
                    <a:pt x="131033" y="409465"/>
                  </a:lnTo>
                  <a:lnTo>
                    <a:pt x="93450" y="386438"/>
                  </a:lnTo>
                  <a:lnTo>
                    <a:pt x="61379" y="360396"/>
                  </a:lnTo>
                  <a:lnTo>
                    <a:pt x="35410" y="331700"/>
                  </a:lnTo>
                  <a:lnTo>
                    <a:pt x="4130" y="267790"/>
                  </a:lnTo>
                  <a:lnTo>
                    <a:pt x="0" y="2332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1842" y="2343785"/>
            <a:ext cx="252095" cy="20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ts val="695"/>
              </a:lnSpc>
              <a:spcBef>
                <a:spcPts val="100"/>
              </a:spcBef>
            </a:pPr>
            <a:r>
              <a:rPr sz="600" spc="-25" dirty="0">
                <a:latin typeface="Verdana"/>
                <a:cs typeface="Verdana"/>
              </a:rPr>
              <a:t>Ear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ts val="695"/>
              </a:lnSpc>
            </a:pPr>
            <a:r>
              <a:rPr sz="600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262" y="3033776"/>
            <a:ext cx="666750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650">
              <a:latin typeface="Times New Roman"/>
              <a:cs typeface="Times New Roman"/>
            </a:endParaRPr>
          </a:p>
          <a:p>
            <a:pPr marR="10160" algn="ctr">
              <a:lnSpc>
                <a:spcPct val="100000"/>
              </a:lnSpc>
            </a:pPr>
            <a:r>
              <a:rPr sz="650" spc="45" dirty="0">
                <a:latin typeface="Verdana"/>
                <a:cs typeface="Verdana"/>
              </a:rPr>
              <a:t>Cat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3462" y="3033776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650">
              <a:latin typeface="Times New Roman"/>
              <a:cs typeface="Times New Roman"/>
            </a:endParaRPr>
          </a:p>
          <a:p>
            <a:pPr marL="149860">
              <a:lnSpc>
                <a:spcPct val="100000"/>
              </a:lnSpc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2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6416" y="1830971"/>
            <a:ext cx="744220" cy="1207135"/>
          </a:xfrm>
          <a:custGeom>
            <a:avLst/>
            <a:gdLst/>
            <a:ahLst/>
            <a:cxnLst/>
            <a:rect l="l" t="t" r="r" b="b"/>
            <a:pathLst>
              <a:path w="744219" h="1207135">
                <a:moveTo>
                  <a:pt x="303123" y="1206868"/>
                </a:moveTo>
                <a:lnTo>
                  <a:pt x="293154" y="1160132"/>
                </a:lnTo>
                <a:lnTo>
                  <a:pt x="285343" y="1123429"/>
                </a:lnTo>
                <a:lnTo>
                  <a:pt x="259257" y="1144231"/>
                </a:lnTo>
                <a:lnTo>
                  <a:pt x="7442" y="828281"/>
                </a:lnTo>
                <a:lnTo>
                  <a:pt x="0" y="834250"/>
                </a:lnTo>
                <a:lnTo>
                  <a:pt x="251841" y="1150150"/>
                </a:lnTo>
                <a:lnTo>
                  <a:pt x="225780" y="1170927"/>
                </a:lnTo>
                <a:lnTo>
                  <a:pt x="303123" y="1206868"/>
                </a:lnTo>
                <a:close/>
              </a:path>
              <a:path w="744219" h="1207135">
                <a:moveTo>
                  <a:pt x="743940" y="432549"/>
                </a:moveTo>
                <a:lnTo>
                  <a:pt x="737958" y="382130"/>
                </a:lnTo>
                <a:lnTo>
                  <a:pt x="733907" y="347967"/>
                </a:lnTo>
                <a:lnTo>
                  <a:pt x="705993" y="366356"/>
                </a:lnTo>
                <a:lnTo>
                  <a:pt x="464921" y="0"/>
                </a:lnTo>
                <a:lnTo>
                  <a:pt x="456920" y="5194"/>
                </a:lnTo>
                <a:lnTo>
                  <a:pt x="698106" y="371551"/>
                </a:lnTo>
                <a:lnTo>
                  <a:pt x="670280" y="389877"/>
                </a:lnTo>
                <a:lnTo>
                  <a:pt x="743940" y="4325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10351" y="1433575"/>
            <a:ext cx="723900" cy="466725"/>
          </a:xfrm>
          <a:custGeom>
            <a:avLst/>
            <a:gdLst/>
            <a:ahLst/>
            <a:cxnLst/>
            <a:rect l="l" t="t" r="r" b="b"/>
            <a:pathLst>
              <a:path w="723900" h="466725">
                <a:moveTo>
                  <a:pt x="0" y="233299"/>
                </a:moveTo>
                <a:lnTo>
                  <a:pt x="4733" y="195442"/>
                </a:lnTo>
                <a:lnTo>
                  <a:pt x="18440" y="159536"/>
                </a:lnTo>
                <a:lnTo>
                  <a:pt x="40376" y="126059"/>
                </a:lnTo>
                <a:lnTo>
                  <a:pt x="69799" y="95490"/>
                </a:lnTo>
                <a:lnTo>
                  <a:pt x="105965" y="68310"/>
                </a:lnTo>
                <a:lnTo>
                  <a:pt x="148132" y="44996"/>
                </a:lnTo>
                <a:lnTo>
                  <a:pt x="195557" y="26029"/>
                </a:lnTo>
                <a:lnTo>
                  <a:pt x="247497" y="11888"/>
                </a:lnTo>
                <a:lnTo>
                  <a:pt x="303209" y="3051"/>
                </a:lnTo>
                <a:lnTo>
                  <a:pt x="361950" y="0"/>
                </a:lnTo>
                <a:lnTo>
                  <a:pt x="420659" y="3051"/>
                </a:lnTo>
                <a:lnTo>
                  <a:pt x="476353" y="11888"/>
                </a:lnTo>
                <a:lnTo>
                  <a:pt x="528286" y="26029"/>
                </a:lnTo>
                <a:lnTo>
                  <a:pt x="575712" y="44996"/>
                </a:lnTo>
                <a:lnTo>
                  <a:pt x="617886" y="68310"/>
                </a:lnTo>
                <a:lnTo>
                  <a:pt x="654064" y="95490"/>
                </a:lnTo>
                <a:lnTo>
                  <a:pt x="683499" y="126059"/>
                </a:lnTo>
                <a:lnTo>
                  <a:pt x="705447" y="159536"/>
                </a:lnTo>
                <a:lnTo>
                  <a:pt x="719162" y="195442"/>
                </a:lnTo>
                <a:lnTo>
                  <a:pt x="723900" y="233299"/>
                </a:lnTo>
                <a:lnTo>
                  <a:pt x="719162" y="271158"/>
                </a:lnTo>
                <a:lnTo>
                  <a:pt x="705447" y="307074"/>
                </a:lnTo>
                <a:lnTo>
                  <a:pt x="683499" y="340566"/>
                </a:lnTo>
                <a:lnTo>
                  <a:pt x="654064" y="371151"/>
                </a:lnTo>
                <a:lnTo>
                  <a:pt x="617886" y="398351"/>
                </a:lnTo>
                <a:lnTo>
                  <a:pt x="575712" y="421683"/>
                </a:lnTo>
                <a:lnTo>
                  <a:pt x="528286" y="440668"/>
                </a:lnTo>
                <a:lnTo>
                  <a:pt x="476353" y="454823"/>
                </a:lnTo>
                <a:lnTo>
                  <a:pt x="420659" y="463669"/>
                </a:lnTo>
                <a:lnTo>
                  <a:pt x="361950" y="466725"/>
                </a:lnTo>
                <a:lnTo>
                  <a:pt x="303209" y="463669"/>
                </a:lnTo>
                <a:lnTo>
                  <a:pt x="247497" y="454823"/>
                </a:lnTo>
                <a:lnTo>
                  <a:pt x="195557" y="440668"/>
                </a:lnTo>
                <a:lnTo>
                  <a:pt x="148132" y="421683"/>
                </a:lnTo>
                <a:lnTo>
                  <a:pt x="105965" y="398351"/>
                </a:lnTo>
                <a:lnTo>
                  <a:pt x="69799" y="371151"/>
                </a:lnTo>
                <a:lnTo>
                  <a:pt x="40376" y="340566"/>
                </a:lnTo>
                <a:lnTo>
                  <a:pt x="18440" y="307074"/>
                </a:lnTo>
                <a:lnTo>
                  <a:pt x="4733" y="27115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18250" y="1542732"/>
            <a:ext cx="305435" cy="23367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28575">
              <a:lnSpc>
                <a:spcPct val="106000"/>
              </a:lnSpc>
              <a:spcBef>
                <a:spcPts val="80"/>
              </a:spcBef>
            </a:pPr>
            <a:r>
              <a:rPr sz="650" spc="20" dirty="0">
                <a:latin typeface="Verdana"/>
                <a:cs typeface="Verdana"/>
              </a:rPr>
              <a:t>Fac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spc="-50" dirty="0">
                <a:latin typeface="Verdana"/>
                <a:cs typeface="Verdana"/>
              </a:rPr>
              <a:t>e</a:t>
            </a:r>
            <a:r>
              <a:rPr sz="650" spc="40" dirty="0">
                <a:latin typeface="Verdana"/>
                <a:cs typeface="Verdana"/>
              </a:rPr>
              <a:t> shape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48376" y="1887601"/>
            <a:ext cx="796925" cy="784225"/>
            <a:chOff x="5548376" y="1887601"/>
            <a:chExt cx="796925" cy="784225"/>
          </a:xfrm>
        </p:grpSpPr>
        <p:sp>
          <p:nvSpPr>
            <p:cNvPr id="18" name="object 18"/>
            <p:cNvSpPr/>
            <p:nvPr/>
          </p:nvSpPr>
          <p:spPr>
            <a:xfrm>
              <a:off x="5977001" y="1887601"/>
              <a:ext cx="368300" cy="427990"/>
            </a:xfrm>
            <a:custGeom>
              <a:avLst/>
              <a:gdLst/>
              <a:ahLst/>
              <a:cxnLst/>
              <a:rect l="l" t="t" r="r" b="b"/>
              <a:pathLst>
                <a:path w="368300" h="427989">
                  <a:moveTo>
                    <a:pt x="20700" y="345059"/>
                  </a:moveTo>
                  <a:lnTo>
                    <a:pt x="0" y="427609"/>
                  </a:lnTo>
                  <a:lnTo>
                    <a:pt x="78486" y="394716"/>
                  </a:lnTo>
                  <a:lnTo>
                    <a:pt x="64446" y="382650"/>
                  </a:lnTo>
                  <a:lnTo>
                    <a:pt x="44958" y="382650"/>
                  </a:lnTo>
                  <a:lnTo>
                    <a:pt x="37719" y="376428"/>
                  </a:lnTo>
                  <a:lnTo>
                    <a:pt x="45992" y="366792"/>
                  </a:lnTo>
                  <a:lnTo>
                    <a:pt x="20700" y="345059"/>
                  </a:lnTo>
                  <a:close/>
                </a:path>
                <a:path w="368300" h="427989">
                  <a:moveTo>
                    <a:pt x="45992" y="366792"/>
                  </a:moveTo>
                  <a:lnTo>
                    <a:pt x="37719" y="376428"/>
                  </a:lnTo>
                  <a:lnTo>
                    <a:pt x="44958" y="382650"/>
                  </a:lnTo>
                  <a:lnTo>
                    <a:pt x="53232" y="373014"/>
                  </a:lnTo>
                  <a:lnTo>
                    <a:pt x="45992" y="366792"/>
                  </a:lnTo>
                  <a:close/>
                </a:path>
                <a:path w="368300" h="427989">
                  <a:moveTo>
                    <a:pt x="53232" y="373014"/>
                  </a:moveTo>
                  <a:lnTo>
                    <a:pt x="44958" y="382650"/>
                  </a:lnTo>
                  <a:lnTo>
                    <a:pt x="64446" y="382650"/>
                  </a:lnTo>
                  <a:lnTo>
                    <a:pt x="53232" y="373014"/>
                  </a:lnTo>
                  <a:close/>
                </a:path>
                <a:path w="368300" h="427989">
                  <a:moveTo>
                    <a:pt x="360934" y="0"/>
                  </a:moveTo>
                  <a:lnTo>
                    <a:pt x="45992" y="366792"/>
                  </a:lnTo>
                  <a:lnTo>
                    <a:pt x="53232" y="373014"/>
                  </a:lnTo>
                  <a:lnTo>
                    <a:pt x="368173" y="6223"/>
                  </a:lnTo>
                  <a:lnTo>
                    <a:pt x="360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48376" y="2290826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66675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666750" y="381000"/>
                  </a:lnTo>
                  <a:lnTo>
                    <a:pt x="666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48376" y="2290826"/>
            <a:ext cx="666750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6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86601" y="2290826"/>
            <a:ext cx="904875" cy="466725"/>
          </a:xfrm>
          <a:custGeom>
            <a:avLst/>
            <a:gdLst/>
            <a:ahLst/>
            <a:cxnLst/>
            <a:rect l="l" t="t" r="r" b="b"/>
            <a:pathLst>
              <a:path w="904875" h="466725">
                <a:moveTo>
                  <a:pt x="0" y="233299"/>
                </a:moveTo>
                <a:lnTo>
                  <a:pt x="16152" y="171258"/>
                </a:lnTo>
                <a:lnTo>
                  <a:pt x="61740" y="115522"/>
                </a:lnTo>
                <a:lnTo>
                  <a:pt x="94228" y="90712"/>
                </a:lnTo>
                <a:lnTo>
                  <a:pt x="132460" y="68310"/>
                </a:lnTo>
                <a:lnTo>
                  <a:pt x="175900" y="48593"/>
                </a:lnTo>
                <a:lnTo>
                  <a:pt x="224009" y="31839"/>
                </a:lnTo>
                <a:lnTo>
                  <a:pt x="276248" y="18325"/>
                </a:lnTo>
                <a:lnTo>
                  <a:pt x="332081" y="8329"/>
                </a:lnTo>
                <a:lnTo>
                  <a:pt x="390969" y="2128"/>
                </a:lnTo>
                <a:lnTo>
                  <a:pt x="452374" y="0"/>
                </a:lnTo>
                <a:lnTo>
                  <a:pt x="513781" y="2128"/>
                </a:lnTo>
                <a:lnTo>
                  <a:pt x="572675" y="8329"/>
                </a:lnTo>
                <a:lnTo>
                  <a:pt x="628519" y="18325"/>
                </a:lnTo>
                <a:lnTo>
                  <a:pt x="680771" y="31839"/>
                </a:lnTo>
                <a:lnTo>
                  <a:pt x="728895" y="48593"/>
                </a:lnTo>
                <a:lnTo>
                  <a:pt x="772350" y="68310"/>
                </a:lnTo>
                <a:lnTo>
                  <a:pt x="810598" y="90712"/>
                </a:lnTo>
                <a:lnTo>
                  <a:pt x="843101" y="115522"/>
                </a:lnTo>
                <a:lnTo>
                  <a:pt x="888713" y="171258"/>
                </a:lnTo>
                <a:lnTo>
                  <a:pt x="904875" y="233299"/>
                </a:lnTo>
                <a:lnTo>
                  <a:pt x="900744" y="264970"/>
                </a:lnTo>
                <a:lnTo>
                  <a:pt x="869318" y="324153"/>
                </a:lnTo>
                <a:lnTo>
                  <a:pt x="810598" y="375933"/>
                </a:lnTo>
                <a:lnTo>
                  <a:pt x="772350" y="398351"/>
                </a:lnTo>
                <a:lnTo>
                  <a:pt x="728895" y="418083"/>
                </a:lnTo>
                <a:lnTo>
                  <a:pt x="680771" y="434852"/>
                </a:lnTo>
                <a:lnTo>
                  <a:pt x="628519" y="448379"/>
                </a:lnTo>
                <a:lnTo>
                  <a:pt x="572675" y="458385"/>
                </a:lnTo>
                <a:lnTo>
                  <a:pt x="513781" y="464593"/>
                </a:lnTo>
                <a:lnTo>
                  <a:pt x="452374" y="466725"/>
                </a:lnTo>
                <a:lnTo>
                  <a:pt x="390969" y="464593"/>
                </a:lnTo>
                <a:lnTo>
                  <a:pt x="332081" y="458385"/>
                </a:lnTo>
                <a:lnTo>
                  <a:pt x="276248" y="448379"/>
                </a:lnTo>
                <a:lnTo>
                  <a:pt x="224009" y="434852"/>
                </a:lnTo>
                <a:lnTo>
                  <a:pt x="175900" y="418083"/>
                </a:lnTo>
                <a:lnTo>
                  <a:pt x="132461" y="398351"/>
                </a:lnTo>
                <a:lnTo>
                  <a:pt x="94228" y="375933"/>
                </a:lnTo>
                <a:lnTo>
                  <a:pt x="61740" y="351107"/>
                </a:lnTo>
                <a:lnTo>
                  <a:pt x="16152" y="295348"/>
                </a:lnTo>
                <a:lnTo>
                  <a:pt x="0" y="2332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10756" y="2457767"/>
            <a:ext cx="450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Whis</a:t>
            </a:r>
            <a:r>
              <a:rPr sz="650" spc="-55" dirty="0">
                <a:latin typeface="Verdana"/>
                <a:cs typeface="Verdana"/>
              </a:rPr>
              <a:t> </a:t>
            </a:r>
            <a:r>
              <a:rPr sz="650" spc="-20" dirty="0">
                <a:latin typeface="Verdana"/>
                <a:cs typeface="Verdana"/>
              </a:rPr>
              <a:t>kers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62801" y="2744977"/>
            <a:ext cx="833119" cy="384175"/>
          </a:xfrm>
          <a:custGeom>
            <a:avLst/>
            <a:gdLst/>
            <a:ahLst/>
            <a:cxnLst/>
            <a:rect l="l" t="t" r="r" b="b"/>
            <a:pathLst>
              <a:path w="833120" h="384175">
                <a:moveTo>
                  <a:pt x="227203" y="5334"/>
                </a:moveTo>
                <a:lnTo>
                  <a:pt x="218948" y="635"/>
                </a:lnTo>
                <a:lnTo>
                  <a:pt x="34366" y="315798"/>
                </a:lnTo>
                <a:lnTo>
                  <a:pt x="5588" y="298958"/>
                </a:lnTo>
                <a:lnTo>
                  <a:pt x="0" y="383921"/>
                </a:lnTo>
                <a:lnTo>
                  <a:pt x="71374" y="337439"/>
                </a:lnTo>
                <a:lnTo>
                  <a:pt x="61379" y="331597"/>
                </a:lnTo>
                <a:lnTo>
                  <a:pt x="42621" y="320624"/>
                </a:lnTo>
                <a:lnTo>
                  <a:pt x="227203" y="5334"/>
                </a:lnTo>
                <a:close/>
              </a:path>
              <a:path w="833120" h="384175">
                <a:moveTo>
                  <a:pt x="832739" y="378587"/>
                </a:moveTo>
                <a:lnTo>
                  <a:pt x="822769" y="331851"/>
                </a:lnTo>
                <a:lnTo>
                  <a:pt x="814959" y="295148"/>
                </a:lnTo>
                <a:lnTo>
                  <a:pt x="788873" y="315950"/>
                </a:lnTo>
                <a:lnTo>
                  <a:pt x="537083" y="0"/>
                </a:lnTo>
                <a:lnTo>
                  <a:pt x="529590" y="5969"/>
                </a:lnTo>
                <a:lnTo>
                  <a:pt x="781456" y="321868"/>
                </a:lnTo>
                <a:lnTo>
                  <a:pt x="755396" y="342646"/>
                </a:lnTo>
                <a:lnTo>
                  <a:pt x="832739" y="378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1987" y="1949450"/>
            <a:ext cx="38290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8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10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95704" y="1927288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4634" y="2739707"/>
            <a:ext cx="323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2537" y="2749930"/>
            <a:ext cx="3333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06694" y="1971420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1800" y="1971420"/>
            <a:ext cx="5073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17234" y="2826956"/>
            <a:ext cx="3841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7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9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16800" y="2799778"/>
            <a:ext cx="354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09775" y="2262251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5"/>
              </a:spcBef>
            </a:pPr>
            <a:endParaRPr sz="65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4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c</a:t>
            </a:r>
            <a:r>
              <a:rPr sz="650" spc="-13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at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62751" y="3129026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86676" y="3119501"/>
            <a:ext cx="657225" cy="3810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5"/>
              </a:spcBef>
            </a:pPr>
            <a:endParaRPr sz="600">
              <a:latin typeface="Times New Roman"/>
              <a:cs typeface="Times New Roman"/>
            </a:endParaRPr>
          </a:p>
          <a:p>
            <a:pPr marL="178435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1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0976" y="1430400"/>
            <a:ext cx="3121025" cy="213042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3595370" y="1553590"/>
            <a:ext cx="30670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650" spc="30" dirty="0">
                <a:latin typeface="Verdana"/>
                <a:cs typeface="Verdana"/>
              </a:rPr>
              <a:t>Ear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40" dirty="0">
                <a:latin typeface="Verdana"/>
                <a:cs typeface="Verdana"/>
              </a:rPr>
              <a:t>shape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63545" y="2452306"/>
            <a:ext cx="253365" cy="20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ts val="700"/>
              </a:lnSpc>
              <a:spcBef>
                <a:spcPts val="100"/>
              </a:spcBef>
            </a:pPr>
            <a:r>
              <a:rPr sz="600" spc="-20" dirty="0">
                <a:latin typeface="Verdana"/>
                <a:cs typeface="Verdana"/>
              </a:rPr>
              <a:t>Face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ts val="700"/>
              </a:lnSpc>
            </a:pPr>
            <a:r>
              <a:rPr sz="600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20339" y="2047176"/>
            <a:ext cx="3238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Verdana"/>
                <a:cs typeface="Verdana"/>
              </a:rPr>
              <a:t>Pointy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38625" y="1927288"/>
            <a:ext cx="33337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Floppy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18559" y="2503804"/>
            <a:ext cx="3702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Whiskers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21560" y="2846704"/>
            <a:ext cx="3168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894" y="2635885"/>
            <a:ext cx="275636" cy="407288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264789" y="2863913"/>
            <a:ext cx="47879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55" dirty="0">
                <a:latin typeface="Verdana"/>
                <a:cs typeface="Verdana"/>
              </a:rPr>
              <a:t>Not</a:t>
            </a:r>
            <a:r>
              <a:rPr sz="650" spc="-50" dirty="0">
                <a:latin typeface="Verdana"/>
                <a:cs typeface="Verdana"/>
              </a:rPr>
              <a:t> </a:t>
            </a:r>
            <a:r>
              <a:rPr sz="650" spc="-10" dirty="0">
                <a:latin typeface="Verdana"/>
                <a:cs typeface="Verdana"/>
              </a:rPr>
              <a:t>round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10079" y="3284473"/>
            <a:ext cx="3035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0063" y="1883664"/>
            <a:ext cx="353087" cy="45605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3214116" y="3283966"/>
            <a:ext cx="321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91915" y="2867660"/>
            <a:ext cx="38290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0" dirty="0">
                <a:latin typeface="Verdana"/>
                <a:cs typeface="Verdana"/>
              </a:rPr>
              <a:t>P</a:t>
            </a:r>
            <a:r>
              <a:rPr sz="650" spc="-80" dirty="0">
                <a:latin typeface="Verdana"/>
                <a:cs typeface="Verdana"/>
              </a:rPr>
              <a:t> </a:t>
            </a:r>
            <a:r>
              <a:rPr sz="650" spc="10" dirty="0">
                <a:latin typeface="Verdana"/>
                <a:cs typeface="Verdana"/>
              </a:rPr>
              <a:t>res</a:t>
            </a:r>
            <a:r>
              <a:rPr sz="650" spc="-100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39715" y="2836545"/>
            <a:ext cx="3543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Verdana"/>
                <a:cs typeface="Verdana"/>
              </a:rPr>
              <a:t>A</a:t>
            </a:r>
            <a:r>
              <a:rPr sz="650" spc="-60" dirty="0">
                <a:latin typeface="Verdana"/>
                <a:cs typeface="Verdana"/>
              </a:rPr>
              <a:t> </a:t>
            </a:r>
            <a:r>
              <a:rPr sz="650" dirty="0">
                <a:latin typeface="Verdana"/>
                <a:cs typeface="Verdana"/>
              </a:rPr>
              <a:t>bs</a:t>
            </a:r>
            <a:r>
              <a:rPr sz="650" spc="-105" dirty="0">
                <a:latin typeface="Verdana"/>
                <a:cs typeface="Verdana"/>
              </a:rPr>
              <a:t> </a:t>
            </a:r>
            <a:r>
              <a:rPr sz="650" spc="-25" dirty="0">
                <a:latin typeface="Verdana"/>
                <a:cs typeface="Verdana"/>
              </a:rPr>
              <a:t>ent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94479" y="3295904"/>
            <a:ext cx="1606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35778" y="3290252"/>
            <a:ext cx="32194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0842" y="3744277"/>
            <a:ext cx="13531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Prediction: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67050" y="3734434"/>
            <a:ext cx="17018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Prediction: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Not</a:t>
            </a:r>
            <a:r>
              <a:rPr sz="1400" spc="2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49975" y="3692525"/>
            <a:ext cx="13531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Prediction: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94709" y="4179570"/>
            <a:ext cx="183768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Verdana"/>
                <a:cs typeface="Verdana"/>
              </a:rPr>
              <a:t>Final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prediction: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479" y="1773808"/>
            <a:ext cx="415796" cy="46355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80333" y="2768345"/>
            <a:ext cx="258045" cy="40640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02730" y="2738754"/>
            <a:ext cx="274553" cy="38861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05775" y="1000125"/>
            <a:ext cx="638175" cy="704850"/>
          </a:xfrm>
          <a:prstGeom prst="rect">
            <a:avLst/>
          </a:prstGeom>
        </p:spPr>
      </p:pic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4491990" y="1583435"/>
            <a:ext cx="27514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9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85" dirty="0">
                <a:solidFill>
                  <a:srgbClr val="8C1515"/>
                </a:solidFill>
                <a:latin typeface="Lucida Sans Unicode"/>
                <a:cs typeface="Lucida Sans Unicode"/>
              </a:rPr>
              <a:t>ensembles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2109" y="3124835"/>
            <a:ext cx="502793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45" dirty="0">
                <a:solidFill>
                  <a:srgbClr val="585858"/>
                </a:solidFill>
                <a:latin typeface="Arial Black"/>
                <a:cs typeface="Arial Black"/>
              </a:rPr>
              <a:t>Sampling</a:t>
            </a:r>
            <a:r>
              <a:rPr sz="2750" spc="-14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65" dirty="0">
                <a:solidFill>
                  <a:srgbClr val="585858"/>
                </a:solidFill>
                <a:latin typeface="Arial Black"/>
                <a:cs typeface="Arial Black"/>
              </a:rPr>
              <a:t>with</a:t>
            </a:r>
            <a:r>
              <a:rPr sz="2750" spc="-13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60" dirty="0">
                <a:solidFill>
                  <a:srgbClr val="585858"/>
                </a:solidFill>
                <a:latin typeface="Arial Black"/>
                <a:cs typeface="Arial Black"/>
              </a:rPr>
              <a:t>replacement</a:t>
            </a:r>
            <a:endParaRPr sz="2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2010">
              <a:lnSpc>
                <a:spcPct val="100000"/>
              </a:lnSpc>
              <a:spcBef>
                <a:spcPts val="105"/>
              </a:spcBef>
            </a:pPr>
            <a:r>
              <a:rPr dirty="0"/>
              <a:t>Sampling</a:t>
            </a:r>
            <a:r>
              <a:rPr spc="-1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10" dirty="0"/>
              <a:t>replacement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28925" y="1066736"/>
            <a:ext cx="3824604" cy="452755"/>
            <a:chOff x="2828925" y="1066736"/>
            <a:chExt cx="3824604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3450" y="1066736"/>
              <a:ext cx="957262" cy="4524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81550" y="1145413"/>
              <a:ext cx="828675" cy="283845"/>
            </a:xfrm>
            <a:custGeom>
              <a:avLst/>
              <a:gdLst/>
              <a:ahLst/>
              <a:cxnLst/>
              <a:rect l="l" t="t" r="r" b="b"/>
              <a:pathLst>
                <a:path w="828675" h="283844">
                  <a:moveTo>
                    <a:pt x="828675" y="0"/>
                  </a:moveTo>
                  <a:lnTo>
                    <a:pt x="772098" y="20404"/>
                  </a:lnTo>
                  <a:lnTo>
                    <a:pt x="731219" y="26039"/>
                  </a:lnTo>
                  <a:lnTo>
                    <a:pt x="681283" y="30903"/>
                  </a:lnTo>
                  <a:lnTo>
                    <a:pt x="623461" y="34882"/>
                  </a:lnTo>
                  <a:lnTo>
                    <a:pt x="558926" y="37864"/>
                  </a:lnTo>
                  <a:lnTo>
                    <a:pt x="488848" y="39736"/>
                  </a:lnTo>
                  <a:lnTo>
                    <a:pt x="414400" y="40386"/>
                  </a:lnTo>
                  <a:lnTo>
                    <a:pt x="339915" y="39736"/>
                  </a:lnTo>
                  <a:lnTo>
                    <a:pt x="269808" y="37864"/>
                  </a:lnTo>
                  <a:lnTo>
                    <a:pt x="205250" y="34882"/>
                  </a:lnTo>
                  <a:lnTo>
                    <a:pt x="147413" y="30903"/>
                  </a:lnTo>
                  <a:lnTo>
                    <a:pt x="97466" y="26039"/>
                  </a:lnTo>
                  <a:lnTo>
                    <a:pt x="56580" y="20404"/>
                  </a:lnTo>
                  <a:lnTo>
                    <a:pt x="6676" y="7271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6580" y="263261"/>
                  </a:lnTo>
                  <a:lnTo>
                    <a:pt x="97466" y="268916"/>
                  </a:lnTo>
                  <a:lnTo>
                    <a:pt x="147413" y="273801"/>
                  </a:lnTo>
                  <a:lnTo>
                    <a:pt x="205250" y="277800"/>
                  </a:lnTo>
                  <a:lnTo>
                    <a:pt x="269808" y="280799"/>
                  </a:lnTo>
                  <a:lnTo>
                    <a:pt x="339915" y="282683"/>
                  </a:lnTo>
                  <a:lnTo>
                    <a:pt x="414400" y="283337"/>
                  </a:lnTo>
                  <a:lnTo>
                    <a:pt x="488848" y="282683"/>
                  </a:lnTo>
                  <a:lnTo>
                    <a:pt x="558926" y="280799"/>
                  </a:lnTo>
                  <a:lnTo>
                    <a:pt x="623461" y="277800"/>
                  </a:lnTo>
                  <a:lnTo>
                    <a:pt x="681283" y="273801"/>
                  </a:lnTo>
                  <a:lnTo>
                    <a:pt x="731219" y="268916"/>
                  </a:lnTo>
                  <a:lnTo>
                    <a:pt x="772098" y="263261"/>
                  </a:lnTo>
                  <a:lnTo>
                    <a:pt x="821998" y="250100"/>
                  </a:lnTo>
                  <a:lnTo>
                    <a:pt x="828675" y="242824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25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1550" y="1104900"/>
              <a:ext cx="828675" cy="81280"/>
            </a:xfrm>
            <a:custGeom>
              <a:avLst/>
              <a:gdLst/>
              <a:ahLst/>
              <a:cxnLst/>
              <a:rect l="l" t="t" r="r" b="b"/>
              <a:pathLst>
                <a:path w="828675" h="81280">
                  <a:moveTo>
                    <a:pt x="414400" y="0"/>
                  </a:moveTo>
                  <a:lnTo>
                    <a:pt x="339915" y="653"/>
                  </a:lnTo>
                  <a:lnTo>
                    <a:pt x="269808" y="2537"/>
                  </a:lnTo>
                  <a:lnTo>
                    <a:pt x="205250" y="5536"/>
                  </a:lnTo>
                  <a:lnTo>
                    <a:pt x="147413" y="9535"/>
                  </a:lnTo>
                  <a:lnTo>
                    <a:pt x="97466" y="14420"/>
                  </a:lnTo>
                  <a:lnTo>
                    <a:pt x="56580" y="20075"/>
                  </a:lnTo>
                  <a:lnTo>
                    <a:pt x="6676" y="33236"/>
                  </a:lnTo>
                  <a:lnTo>
                    <a:pt x="0" y="40512"/>
                  </a:lnTo>
                  <a:lnTo>
                    <a:pt x="6676" y="47784"/>
                  </a:lnTo>
                  <a:lnTo>
                    <a:pt x="56580" y="60917"/>
                  </a:lnTo>
                  <a:lnTo>
                    <a:pt x="97466" y="66552"/>
                  </a:lnTo>
                  <a:lnTo>
                    <a:pt x="147413" y="71416"/>
                  </a:lnTo>
                  <a:lnTo>
                    <a:pt x="205250" y="75395"/>
                  </a:lnTo>
                  <a:lnTo>
                    <a:pt x="269808" y="78377"/>
                  </a:lnTo>
                  <a:lnTo>
                    <a:pt x="339915" y="80249"/>
                  </a:lnTo>
                  <a:lnTo>
                    <a:pt x="414400" y="80899"/>
                  </a:lnTo>
                  <a:lnTo>
                    <a:pt x="488848" y="80249"/>
                  </a:lnTo>
                  <a:lnTo>
                    <a:pt x="558926" y="78377"/>
                  </a:lnTo>
                  <a:lnTo>
                    <a:pt x="623461" y="75395"/>
                  </a:lnTo>
                  <a:lnTo>
                    <a:pt x="681283" y="71416"/>
                  </a:lnTo>
                  <a:lnTo>
                    <a:pt x="731219" y="66552"/>
                  </a:lnTo>
                  <a:lnTo>
                    <a:pt x="772098" y="60917"/>
                  </a:lnTo>
                  <a:lnTo>
                    <a:pt x="821998" y="47784"/>
                  </a:lnTo>
                  <a:lnTo>
                    <a:pt x="828675" y="40512"/>
                  </a:lnTo>
                  <a:lnTo>
                    <a:pt x="821998" y="33236"/>
                  </a:lnTo>
                  <a:lnTo>
                    <a:pt x="772098" y="20075"/>
                  </a:lnTo>
                  <a:lnTo>
                    <a:pt x="731219" y="14420"/>
                  </a:lnTo>
                  <a:lnTo>
                    <a:pt x="681283" y="9535"/>
                  </a:lnTo>
                  <a:lnTo>
                    <a:pt x="623461" y="5536"/>
                  </a:lnTo>
                  <a:lnTo>
                    <a:pt x="558926" y="2537"/>
                  </a:lnTo>
                  <a:lnTo>
                    <a:pt x="488848" y="653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7CB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5475" y="1066736"/>
              <a:ext cx="947737" cy="4524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43575" y="1145413"/>
              <a:ext cx="819150" cy="283845"/>
            </a:xfrm>
            <a:custGeom>
              <a:avLst/>
              <a:gdLst/>
              <a:ahLst/>
              <a:cxnLst/>
              <a:rect l="l" t="t" r="r" b="b"/>
              <a:pathLst>
                <a:path w="819150" h="283844">
                  <a:moveTo>
                    <a:pt x="819150" y="0"/>
                  </a:moveTo>
                  <a:lnTo>
                    <a:pt x="763227" y="20404"/>
                  </a:lnTo>
                  <a:lnTo>
                    <a:pt x="722818" y="26039"/>
                  </a:lnTo>
                  <a:lnTo>
                    <a:pt x="673452" y="30903"/>
                  </a:lnTo>
                  <a:lnTo>
                    <a:pt x="616288" y="34882"/>
                  </a:lnTo>
                  <a:lnTo>
                    <a:pt x="552482" y="37864"/>
                  </a:lnTo>
                  <a:lnTo>
                    <a:pt x="483192" y="39736"/>
                  </a:lnTo>
                  <a:lnTo>
                    <a:pt x="409575" y="40386"/>
                  </a:lnTo>
                  <a:lnTo>
                    <a:pt x="335957" y="39736"/>
                  </a:lnTo>
                  <a:lnTo>
                    <a:pt x="266667" y="37864"/>
                  </a:lnTo>
                  <a:lnTo>
                    <a:pt x="202861" y="34882"/>
                  </a:lnTo>
                  <a:lnTo>
                    <a:pt x="145697" y="30903"/>
                  </a:lnTo>
                  <a:lnTo>
                    <a:pt x="96331" y="26039"/>
                  </a:lnTo>
                  <a:lnTo>
                    <a:pt x="55922" y="20404"/>
                  </a:lnTo>
                  <a:lnTo>
                    <a:pt x="6599" y="7271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5922" y="263261"/>
                  </a:lnTo>
                  <a:lnTo>
                    <a:pt x="96331" y="268916"/>
                  </a:lnTo>
                  <a:lnTo>
                    <a:pt x="145697" y="273801"/>
                  </a:lnTo>
                  <a:lnTo>
                    <a:pt x="202861" y="277800"/>
                  </a:lnTo>
                  <a:lnTo>
                    <a:pt x="266667" y="280799"/>
                  </a:lnTo>
                  <a:lnTo>
                    <a:pt x="335957" y="282683"/>
                  </a:lnTo>
                  <a:lnTo>
                    <a:pt x="409575" y="283337"/>
                  </a:lnTo>
                  <a:lnTo>
                    <a:pt x="483192" y="282683"/>
                  </a:lnTo>
                  <a:lnTo>
                    <a:pt x="552482" y="280799"/>
                  </a:lnTo>
                  <a:lnTo>
                    <a:pt x="616288" y="277800"/>
                  </a:lnTo>
                  <a:lnTo>
                    <a:pt x="673452" y="273801"/>
                  </a:lnTo>
                  <a:lnTo>
                    <a:pt x="722818" y="268916"/>
                  </a:lnTo>
                  <a:lnTo>
                    <a:pt x="763227" y="263261"/>
                  </a:lnTo>
                  <a:lnTo>
                    <a:pt x="812550" y="250100"/>
                  </a:lnTo>
                  <a:lnTo>
                    <a:pt x="819150" y="242824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0D5B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3575" y="1104900"/>
              <a:ext cx="819150" cy="81280"/>
            </a:xfrm>
            <a:custGeom>
              <a:avLst/>
              <a:gdLst/>
              <a:ahLst/>
              <a:cxnLst/>
              <a:rect l="l" t="t" r="r" b="b"/>
              <a:pathLst>
                <a:path w="819150" h="81280">
                  <a:moveTo>
                    <a:pt x="409575" y="0"/>
                  </a:moveTo>
                  <a:lnTo>
                    <a:pt x="335957" y="653"/>
                  </a:lnTo>
                  <a:lnTo>
                    <a:pt x="266667" y="2537"/>
                  </a:lnTo>
                  <a:lnTo>
                    <a:pt x="202861" y="5536"/>
                  </a:lnTo>
                  <a:lnTo>
                    <a:pt x="145697" y="9535"/>
                  </a:lnTo>
                  <a:lnTo>
                    <a:pt x="96331" y="14420"/>
                  </a:lnTo>
                  <a:lnTo>
                    <a:pt x="55922" y="20075"/>
                  </a:lnTo>
                  <a:lnTo>
                    <a:pt x="6599" y="33236"/>
                  </a:lnTo>
                  <a:lnTo>
                    <a:pt x="0" y="40512"/>
                  </a:lnTo>
                  <a:lnTo>
                    <a:pt x="6599" y="47784"/>
                  </a:lnTo>
                  <a:lnTo>
                    <a:pt x="55922" y="60917"/>
                  </a:lnTo>
                  <a:lnTo>
                    <a:pt x="96331" y="66552"/>
                  </a:lnTo>
                  <a:lnTo>
                    <a:pt x="145697" y="71416"/>
                  </a:lnTo>
                  <a:lnTo>
                    <a:pt x="202861" y="75395"/>
                  </a:lnTo>
                  <a:lnTo>
                    <a:pt x="266667" y="78377"/>
                  </a:lnTo>
                  <a:lnTo>
                    <a:pt x="335957" y="80249"/>
                  </a:lnTo>
                  <a:lnTo>
                    <a:pt x="409575" y="80899"/>
                  </a:lnTo>
                  <a:lnTo>
                    <a:pt x="483192" y="80249"/>
                  </a:lnTo>
                  <a:lnTo>
                    <a:pt x="552482" y="78377"/>
                  </a:lnTo>
                  <a:lnTo>
                    <a:pt x="616288" y="75395"/>
                  </a:lnTo>
                  <a:lnTo>
                    <a:pt x="673452" y="71416"/>
                  </a:lnTo>
                  <a:lnTo>
                    <a:pt x="722818" y="66552"/>
                  </a:lnTo>
                  <a:lnTo>
                    <a:pt x="763227" y="60917"/>
                  </a:lnTo>
                  <a:lnTo>
                    <a:pt x="812550" y="47784"/>
                  </a:lnTo>
                  <a:lnTo>
                    <a:pt x="819150" y="40512"/>
                  </a:lnTo>
                  <a:lnTo>
                    <a:pt x="812550" y="33236"/>
                  </a:lnTo>
                  <a:lnTo>
                    <a:pt x="763227" y="20075"/>
                  </a:lnTo>
                  <a:lnTo>
                    <a:pt x="722818" y="14420"/>
                  </a:lnTo>
                  <a:lnTo>
                    <a:pt x="673452" y="9535"/>
                  </a:lnTo>
                  <a:lnTo>
                    <a:pt x="616288" y="5536"/>
                  </a:lnTo>
                  <a:lnTo>
                    <a:pt x="552482" y="2537"/>
                  </a:lnTo>
                  <a:lnTo>
                    <a:pt x="483192" y="653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6E9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0950" y="1066736"/>
              <a:ext cx="947737" cy="452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29050" y="1145413"/>
              <a:ext cx="819150" cy="283845"/>
            </a:xfrm>
            <a:custGeom>
              <a:avLst/>
              <a:gdLst/>
              <a:ahLst/>
              <a:cxnLst/>
              <a:rect l="l" t="t" r="r" b="b"/>
              <a:pathLst>
                <a:path w="819150" h="283844">
                  <a:moveTo>
                    <a:pt x="819150" y="0"/>
                  </a:moveTo>
                  <a:lnTo>
                    <a:pt x="763227" y="20404"/>
                  </a:lnTo>
                  <a:lnTo>
                    <a:pt x="722818" y="26039"/>
                  </a:lnTo>
                  <a:lnTo>
                    <a:pt x="673452" y="30903"/>
                  </a:lnTo>
                  <a:lnTo>
                    <a:pt x="616288" y="34882"/>
                  </a:lnTo>
                  <a:lnTo>
                    <a:pt x="552482" y="37864"/>
                  </a:lnTo>
                  <a:lnTo>
                    <a:pt x="483192" y="39736"/>
                  </a:lnTo>
                  <a:lnTo>
                    <a:pt x="409575" y="40386"/>
                  </a:lnTo>
                  <a:lnTo>
                    <a:pt x="335957" y="39736"/>
                  </a:lnTo>
                  <a:lnTo>
                    <a:pt x="266667" y="37864"/>
                  </a:lnTo>
                  <a:lnTo>
                    <a:pt x="202861" y="34882"/>
                  </a:lnTo>
                  <a:lnTo>
                    <a:pt x="145697" y="30903"/>
                  </a:lnTo>
                  <a:lnTo>
                    <a:pt x="96331" y="26039"/>
                  </a:lnTo>
                  <a:lnTo>
                    <a:pt x="55922" y="20404"/>
                  </a:lnTo>
                  <a:lnTo>
                    <a:pt x="6599" y="7271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5922" y="263261"/>
                  </a:lnTo>
                  <a:lnTo>
                    <a:pt x="96331" y="268916"/>
                  </a:lnTo>
                  <a:lnTo>
                    <a:pt x="145697" y="273801"/>
                  </a:lnTo>
                  <a:lnTo>
                    <a:pt x="202861" y="277800"/>
                  </a:lnTo>
                  <a:lnTo>
                    <a:pt x="266667" y="280799"/>
                  </a:lnTo>
                  <a:lnTo>
                    <a:pt x="335957" y="282683"/>
                  </a:lnTo>
                  <a:lnTo>
                    <a:pt x="409575" y="283337"/>
                  </a:lnTo>
                  <a:lnTo>
                    <a:pt x="483192" y="282683"/>
                  </a:lnTo>
                  <a:lnTo>
                    <a:pt x="552482" y="280799"/>
                  </a:lnTo>
                  <a:lnTo>
                    <a:pt x="616288" y="277800"/>
                  </a:lnTo>
                  <a:lnTo>
                    <a:pt x="673452" y="273801"/>
                  </a:lnTo>
                  <a:lnTo>
                    <a:pt x="722818" y="268916"/>
                  </a:lnTo>
                  <a:lnTo>
                    <a:pt x="763227" y="263261"/>
                  </a:lnTo>
                  <a:lnTo>
                    <a:pt x="812550" y="250100"/>
                  </a:lnTo>
                  <a:lnTo>
                    <a:pt x="819150" y="242824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29050" y="1104900"/>
              <a:ext cx="819150" cy="81280"/>
            </a:xfrm>
            <a:custGeom>
              <a:avLst/>
              <a:gdLst/>
              <a:ahLst/>
              <a:cxnLst/>
              <a:rect l="l" t="t" r="r" b="b"/>
              <a:pathLst>
                <a:path w="819150" h="81280">
                  <a:moveTo>
                    <a:pt x="409575" y="0"/>
                  </a:moveTo>
                  <a:lnTo>
                    <a:pt x="335957" y="653"/>
                  </a:lnTo>
                  <a:lnTo>
                    <a:pt x="266667" y="2537"/>
                  </a:lnTo>
                  <a:lnTo>
                    <a:pt x="202861" y="5536"/>
                  </a:lnTo>
                  <a:lnTo>
                    <a:pt x="145697" y="9535"/>
                  </a:lnTo>
                  <a:lnTo>
                    <a:pt x="96331" y="14420"/>
                  </a:lnTo>
                  <a:lnTo>
                    <a:pt x="55922" y="20075"/>
                  </a:lnTo>
                  <a:lnTo>
                    <a:pt x="6599" y="33236"/>
                  </a:lnTo>
                  <a:lnTo>
                    <a:pt x="0" y="40512"/>
                  </a:lnTo>
                  <a:lnTo>
                    <a:pt x="6599" y="47784"/>
                  </a:lnTo>
                  <a:lnTo>
                    <a:pt x="55922" y="60917"/>
                  </a:lnTo>
                  <a:lnTo>
                    <a:pt x="96331" y="66552"/>
                  </a:lnTo>
                  <a:lnTo>
                    <a:pt x="145697" y="71416"/>
                  </a:lnTo>
                  <a:lnTo>
                    <a:pt x="202861" y="75395"/>
                  </a:lnTo>
                  <a:lnTo>
                    <a:pt x="266667" y="78377"/>
                  </a:lnTo>
                  <a:lnTo>
                    <a:pt x="335957" y="80249"/>
                  </a:lnTo>
                  <a:lnTo>
                    <a:pt x="409575" y="80899"/>
                  </a:lnTo>
                  <a:lnTo>
                    <a:pt x="483192" y="80249"/>
                  </a:lnTo>
                  <a:lnTo>
                    <a:pt x="552482" y="78377"/>
                  </a:lnTo>
                  <a:lnTo>
                    <a:pt x="616288" y="75395"/>
                  </a:lnTo>
                  <a:lnTo>
                    <a:pt x="673452" y="71416"/>
                  </a:lnTo>
                  <a:lnTo>
                    <a:pt x="722818" y="66552"/>
                  </a:lnTo>
                  <a:lnTo>
                    <a:pt x="763227" y="60917"/>
                  </a:lnTo>
                  <a:lnTo>
                    <a:pt x="812550" y="47784"/>
                  </a:lnTo>
                  <a:lnTo>
                    <a:pt x="819150" y="40512"/>
                  </a:lnTo>
                  <a:lnTo>
                    <a:pt x="812550" y="33236"/>
                  </a:lnTo>
                  <a:lnTo>
                    <a:pt x="763227" y="20075"/>
                  </a:lnTo>
                  <a:lnTo>
                    <a:pt x="722818" y="14420"/>
                  </a:lnTo>
                  <a:lnTo>
                    <a:pt x="673452" y="9535"/>
                  </a:lnTo>
                  <a:lnTo>
                    <a:pt x="616288" y="5536"/>
                  </a:lnTo>
                  <a:lnTo>
                    <a:pt x="552482" y="2537"/>
                  </a:lnTo>
                  <a:lnTo>
                    <a:pt x="483192" y="653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E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1066736"/>
              <a:ext cx="947737" cy="4524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67025" y="1145413"/>
              <a:ext cx="819150" cy="283845"/>
            </a:xfrm>
            <a:custGeom>
              <a:avLst/>
              <a:gdLst/>
              <a:ahLst/>
              <a:cxnLst/>
              <a:rect l="l" t="t" r="r" b="b"/>
              <a:pathLst>
                <a:path w="819150" h="283844">
                  <a:moveTo>
                    <a:pt x="819150" y="0"/>
                  </a:moveTo>
                  <a:lnTo>
                    <a:pt x="763227" y="20404"/>
                  </a:lnTo>
                  <a:lnTo>
                    <a:pt x="722818" y="26039"/>
                  </a:lnTo>
                  <a:lnTo>
                    <a:pt x="673452" y="30903"/>
                  </a:lnTo>
                  <a:lnTo>
                    <a:pt x="616288" y="34882"/>
                  </a:lnTo>
                  <a:lnTo>
                    <a:pt x="552482" y="37864"/>
                  </a:lnTo>
                  <a:lnTo>
                    <a:pt x="483192" y="39736"/>
                  </a:lnTo>
                  <a:lnTo>
                    <a:pt x="409575" y="40386"/>
                  </a:lnTo>
                  <a:lnTo>
                    <a:pt x="335957" y="39736"/>
                  </a:lnTo>
                  <a:lnTo>
                    <a:pt x="266667" y="37864"/>
                  </a:lnTo>
                  <a:lnTo>
                    <a:pt x="202861" y="34882"/>
                  </a:lnTo>
                  <a:lnTo>
                    <a:pt x="145697" y="30903"/>
                  </a:lnTo>
                  <a:lnTo>
                    <a:pt x="96331" y="26039"/>
                  </a:lnTo>
                  <a:lnTo>
                    <a:pt x="55922" y="20404"/>
                  </a:lnTo>
                  <a:lnTo>
                    <a:pt x="6599" y="7271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5922" y="263261"/>
                  </a:lnTo>
                  <a:lnTo>
                    <a:pt x="96331" y="268916"/>
                  </a:lnTo>
                  <a:lnTo>
                    <a:pt x="145697" y="273801"/>
                  </a:lnTo>
                  <a:lnTo>
                    <a:pt x="202861" y="277800"/>
                  </a:lnTo>
                  <a:lnTo>
                    <a:pt x="266667" y="280799"/>
                  </a:lnTo>
                  <a:lnTo>
                    <a:pt x="335957" y="282683"/>
                  </a:lnTo>
                  <a:lnTo>
                    <a:pt x="409575" y="283337"/>
                  </a:lnTo>
                  <a:lnTo>
                    <a:pt x="483192" y="282683"/>
                  </a:lnTo>
                  <a:lnTo>
                    <a:pt x="552482" y="280799"/>
                  </a:lnTo>
                  <a:lnTo>
                    <a:pt x="616288" y="277800"/>
                  </a:lnTo>
                  <a:lnTo>
                    <a:pt x="673452" y="273801"/>
                  </a:lnTo>
                  <a:lnTo>
                    <a:pt x="722818" y="268916"/>
                  </a:lnTo>
                  <a:lnTo>
                    <a:pt x="763227" y="263261"/>
                  </a:lnTo>
                  <a:lnTo>
                    <a:pt x="812550" y="250100"/>
                  </a:lnTo>
                  <a:lnTo>
                    <a:pt x="819150" y="242824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67025" y="1104900"/>
              <a:ext cx="819150" cy="81280"/>
            </a:xfrm>
            <a:custGeom>
              <a:avLst/>
              <a:gdLst/>
              <a:ahLst/>
              <a:cxnLst/>
              <a:rect l="l" t="t" r="r" b="b"/>
              <a:pathLst>
                <a:path w="819150" h="81280">
                  <a:moveTo>
                    <a:pt x="409575" y="0"/>
                  </a:moveTo>
                  <a:lnTo>
                    <a:pt x="335957" y="653"/>
                  </a:lnTo>
                  <a:lnTo>
                    <a:pt x="266667" y="2537"/>
                  </a:lnTo>
                  <a:lnTo>
                    <a:pt x="202861" y="5536"/>
                  </a:lnTo>
                  <a:lnTo>
                    <a:pt x="145697" y="9535"/>
                  </a:lnTo>
                  <a:lnTo>
                    <a:pt x="96331" y="14420"/>
                  </a:lnTo>
                  <a:lnTo>
                    <a:pt x="55922" y="20075"/>
                  </a:lnTo>
                  <a:lnTo>
                    <a:pt x="6599" y="33236"/>
                  </a:lnTo>
                  <a:lnTo>
                    <a:pt x="0" y="40512"/>
                  </a:lnTo>
                  <a:lnTo>
                    <a:pt x="6599" y="47784"/>
                  </a:lnTo>
                  <a:lnTo>
                    <a:pt x="55922" y="60917"/>
                  </a:lnTo>
                  <a:lnTo>
                    <a:pt x="96331" y="66552"/>
                  </a:lnTo>
                  <a:lnTo>
                    <a:pt x="145697" y="71416"/>
                  </a:lnTo>
                  <a:lnTo>
                    <a:pt x="202861" y="75395"/>
                  </a:lnTo>
                  <a:lnTo>
                    <a:pt x="266667" y="78377"/>
                  </a:lnTo>
                  <a:lnTo>
                    <a:pt x="335957" y="80249"/>
                  </a:lnTo>
                  <a:lnTo>
                    <a:pt x="409575" y="80899"/>
                  </a:lnTo>
                  <a:lnTo>
                    <a:pt x="483192" y="80249"/>
                  </a:lnTo>
                  <a:lnTo>
                    <a:pt x="552482" y="78377"/>
                  </a:lnTo>
                  <a:lnTo>
                    <a:pt x="616288" y="75395"/>
                  </a:lnTo>
                  <a:lnTo>
                    <a:pt x="673452" y="71416"/>
                  </a:lnTo>
                  <a:lnTo>
                    <a:pt x="722818" y="66552"/>
                  </a:lnTo>
                  <a:lnTo>
                    <a:pt x="763227" y="60917"/>
                  </a:lnTo>
                  <a:lnTo>
                    <a:pt x="812550" y="47784"/>
                  </a:lnTo>
                  <a:lnTo>
                    <a:pt x="819150" y="40512"/>
                  </a:lnTo>
                  <a:lnTo>
                    <a:pt x="812550" y="33236"/>
                  </a:lnTo>
                  <a:lnTo>
                    <a:pt x="763227" y="20075"/>
                  </a:lnTo>
                  <a:lnTo>
                    <a:pt x="722818" y="14420"/>
                  </a:lnTo>
                  <a:lnTo>
                    <a:pt x="673452" y="9535"/>
                  </a:lnTo>
                  <a:lnTo>
                    <a:pt x="616288" y="5536"/>
                  </a:lnTo>
                  <a:lnTo>
                    <a:pt x="552482" y="2537"/>
                  </a:lnTo>
                  <a:lnTo>
                    <a:pt x="483192" y="653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905000" y="2028761"/>
            <a:ext cx="3843654" cy="1852930"/>
            <a:chOff x="1905000" y="2028761"/>
            <a:chExt cx="3843654" cy="185293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2028761"/>
              <a:ext cx="947737" cy="4619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43100" y="2108580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2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25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43100" y="2066924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19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7CB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7500" y="2028761"/>
              <a:ext cx="947737" cy="4619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95600" y="2108580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2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95600" y="2066924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19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E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0475" y="2028761"/>
              <a:ext cx="947737" cy="46196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38575" y="2108580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2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0D5B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8575" y="2066924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19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6E9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3450" y="2028761"/>
              <a:ext cx="957262" cy="46196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81550" y="2108580"/>
              <a:ext cx="828675" cy="292100"/>
            </a:xfrm>
            <a:custGeom>
              <a:avLst/>
              <a:gdLst/>
              <a:ahLst/>
              <a:cxnLst/>
              <a:rect l="l" t="t" r="r" b="b"/>
              <a:pathLst>
                <a:path w="828675" h="292100">
                  <a:moveTo>
                    <a:pt x="828675" y="0"/>
                  </a:moveTo>
                  <a:lnTo>
                    <a:pt x="772098" y="21016"/>
                  </a:lnTo>
                  <a:lnTo>
                    <a:pt x="731219" y="26830"/>
                  </a:lnTo>
                  <a:lnTo>
                    <a:pt x="681283" y="31852"/>
                  </a:lnTo>
                  <a:lnTo>
                    <a:pt x="623461" y="35964"/>
                  </a:lnTo>
                  <a:lnTo>
                    <a:pt x="558926" y="39047"/>
                  </a:lnTo>
                  <a:lnTo>
                    <a:pt x="488848" y="40984"/>
                  </a:lnTo>
                  <a:lnTo>
                    <a:pt x="414400" y="41656"/>
                  </a:lnTo>
                  <a:lnTo>
                    <a:pt x="339915" y="40984"/>
                  </a:lnTo>
                  <a:lnTo>
                    <a:pt x="269808" y="39047"/>
                  </a:lnTo>
                  <a:lnTo>
                    <a:pt x="205250" y="35964"/>
                  </a:lnTo>
                  <a:lnTo>
                    <a:pt x="147413" y="31852"/>
                  </a:lnTo>
                  <a:lnTo>
                    <a:pt x="97466" y="26830"/>
                  </a:lnTo>
                  <a:lnTo>
                    <a:pt x="56580" y="21016"/>
                  </a:lnTo>
                  <a:lnTo>
                    <a:pt x="6676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6580" y="271079"/>
                  </a:lnTo>
                  <a:lnTo>
                    <a:pt x="97466" y="276893"/>
                  </a:lnTo>
                  <a:lnTo>
                    <a:pt x="147413" y="281915"/>
                  </a:lnTo>
                  <a:lnTo>
                    <a:pt x="205250" y="286027"/>
                  </a:lnTo>
                  <a:lnTo>
                    <a:pt x="269808" y="289110"/>
                  </a:lnTo>
                  <a:lnTo>
                    <a:pt x="339915" y="291047"/>
                  </a:lnTo>
                  <a:lnTo>
                    <a:pt x="414400" y="291719"/>
                  </a:lnTo>
                  <a:lnTo>
                    <a:pt x="488848" y="291047"/>
                  </a:lnTo>
                  <a:lnTo>
                    <a:pt x="558926" y="289110"/>
                  </a:lnTo>
                  <a:lnTo>
                    <a:pt x="623461" y="286027"/>
                  </a:lnTo>
                  <a:lnTo>
                    <a:pt x="681283" y="281915"/>
                  </a:lnTo>
                  <a:lnTo>
                    <a:pt x="731219" y="276893"/>
                  </a:lnTo>
                  <a:lnTo>
                    <a:pt x="772098" y="271079"/>
                  </a:lnTo>
                  <a:lnTo>
                    <a:pt x="821998" y="257545"/>
                  </a:lnTo>
                  <a:lnTo>
                    <a:pt x="828675" y="250062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0D5B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81550" y="2066924"/>
              <a:ext cx="828675" cy="83820"/>
            </a:xfrm>
            <a:custGeom>
              <a:avLst/>
              <a:gdLst/>
              <a:ahLst/>
              <a:cxnLst/>
              <a:rect l="l" t="t" r="r" b="b"/>
              <a:pathLst>
                <a:path w="828675" h="83819">
                  <a:moveTo>
                    <a:pt x="414400" y="0"/>
                  </a:moveTo>
                  <a:lnTo>
                    <a:pt x="339915" y="671"/>
                  </a:lnTo>
                  <a:lnTo>
                    <a:pt x="269808" y="2608"/>
                  </a:lnTo>
                  <a:lnTo>
                    <a:pt x="205250" y="5691"/>
                  </a:lnTo>
                  <a:lnTo>
                    <a:pt x="147413" y="9803"/>
                  </a:lnTo>
                  <a:lnTo>
                    <a:pt x="97466" y="14825"/>
                  </a:lnTo>
                  <a:lnTo>
                    <a:pt x="56580" y="20639"/>
                  </a:lnTo>
                  <a:lnTo>
                    <a:pt x="6676" y="34173"/>
                  </a:lnTo>
                  <a:lnTo>
                    <a:pt x="0" y="41656"/>
                  </a:lnTo>
                  <a:lnTo>
                    <a:pt x="6676" y="49138"/>
                  </a:lnTo>
                  <a:lnTo>
                    <a:pt x="56580" y="62672"/>
                  </a:lnTo>
                  <a:lnTo>
                    <a:pt x="97466" y="68486"/>
                  </a:lnTo>
                  <a:lnTo>
                    <a:pt x="147413" y="73508"/>
                  </a:lnTo>
                  <a:lnTo>
                    <a:pt x="205250" y="77620"/>
                  </a:lnTo>
                  <a:lnTo>
                    <a:pt x="269808" y="80703"/>
                  </a:lnTo>
                  <a:lnTo>
                    <a:pt x="339915" y="82640"/>
                  </a:lnTo>
                  <a:lnTo>
                    <a:pt x="414400" y="83312"/>
                  </a:lnTo>
                  <a:lnTo>
                    <a:pt x="488848" y="82640"/>
                  </a:lnTo>
                  <a:lnTo>
                    <a:pt x="558926" y="80703"/>
                  </a:lnTo>
                  <a:lnTo>
                    <a:pt x="623461" y="77620"/>
                  </a:lnTo>
                  <a:lnTo>
                    <a:pt x="681283" y="73508"/>
                  </a:lnTo>
                  <a:lnTo>
                    <a:pt x="731219" y="68486"/>
                  </a:lnTo>
                  <a:lnTo>
                    <a:pt x="772098" y="62672"/>
                  </a:lnTo>
                  <a:lnTo>
                    <a:pt x="821998" y="49138"/>
                  </a:lnTo>
                  <a:lnTo>
                    <a:pt x="828675" y="41656"/>
                  </a:lnTo>
                  <a:lnTo>
                    <a:pt x="821998" y="34173"/>
                  </a:lnTo>
                  <a:lnTo>
                    <a:pt x="772098" y="20639"/>
                  </a:lnTo>
                  <a:lnTo>
                    <a:pt x="731219" y="14825"/>
                  </a:lnTo>
                  <a:lnTo>
                    <a:pt x="681283" y="9803"/>
                  </a:lnTo>
                  <a:lnTo>
                    <a:pt x="623461" y="5691"/>
                  </a:lnTo>
                  <a:lnTo>
                    <a:pt x="558926" y="2608"/>
                  </a:lnTo>
                  <a:lnTo>
                    <a:pt x="488848" y="671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6E9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525" y="2485961"/>
              <a:ext cx="947737" cy="45243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52625" y="2564637"/>
              <a:ext cx="819150" cy="283845"/>
            </a:xfrm>
            <a:custGeom>
              <a:avLst/>
              <a:gdLst/>
              <a:ahLst/>
              <a:cxnLst/>
              <a:rect l="l" t="t" r="r" b="b"/>
              <a:pathLst>
                <a:path w="819150" h="283844">
                  <a:moveTo>
                    <a:pt x="819150" y="0"/>
                  </a:moveTo>
                  <a:lnTo>
                    <a:pt x="763227" y="20404"/>
                  </a:lnTo>
                  <a:lnTo>
                    <a:pt x="722818" y="26039"/>
                  </a:lnTo>
                  <a:lnTo>
                    <a:pt x="673452" y="30903"/>
                  </a:lnTo>
                  <a:lnTo>
                    <a:pt x="616288" y="34882"/>
                  </a:lnTo>
                  <a:lnTo>
                    <a:pt x="552482" y="37864"/>
                  </a:lnTo>
                  <a:lnTo>
                    <a:pt x="483192" y="39736"/>
                  </a:lnTo>
                  <a:lnTo>
                    <a:pt x="409575" y="40386"/>
                  </a:lnTo>
                  <a:lnTo>
                    <a:pt x="335957" y="39736"/>
                  </a:lnTo>
                  <a:lnTo>
                    <a:pt x="266667" y="37864"/>
                  </a:lnTo>
                  <a:lnTo>
                    <a:pt x="202861" y="34882"/>
                  </a:lnTo>
                  <a:lnTo>
                    <a:pt x="145697" y="30903"/>
                  </a:lnTo>
                  <a:lnTo>
                    <a:pt x="96331" y="26039"/>
                  </a:lnTo>
                  <a:lnTo>
                    <a:pt x="55922" y="20404"/>
                  </a:lnTo>
                  <a:lnTo>
                    <a:pt x="6599" y="7271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5922" y="263261"/>
                  </a:lnTo>
                  <a:lnTo>
                    <a:pt x="96331" y="268916"/>
                  </a:lnTo>
                  <a:lnTo>
                    <a:pt x="145697" y="273801"/>
                  </a:lnTo>
                  <a:lnTo>
                    <a:pt x="202861" y="277800"/>
                  </a:lnTo>
                  <a:lnTo>
                    <a:pt x="266667" y="280799"/>
                  </a:lnTo>
                  <a:lnTo>
                    <a:pt x="335957" y="282683"/>
                  </a:lnTo>
                  <a:lnTo>
                    <a:pt x="409575" y="283337"/>
                  </a:lnTo>
                  <a:lnTo>
                    <a:pt x="483192" y="282683"/>
                  </a:lnTo>
                  <a:lnTo>
                    <a:pt x="552482" y="280799"/>
                  </a:lnTo>
                  <a:lnTo>
                    <a:pt x="616288" y="277800"/>
                  </a:lnTo>
                  <a:lnTo>
                    <a:pt x="673452" y="273801"/>
                  </a:lnTo>
                  <a:lnTo>
                    <a:pt x="722818" y="268916"/>
                  </a:lnTo>
                  <a:lnTo>
                    <a:pt x="763227" y="263261"/>
                  </a:lnTo>
                  <a:lnTo>
                    <a:pt x="812550" y="250100"/>
                  </a:lnTo>
                  <a:lnTo>
                    <a:pt x="819150" y="242824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52625" y="2524124"/>
              <a:ext cx="819150" cy="81280"/>
            </a:xfrm>
            <a:custGeom>
              <a:avLst/>
              <a:gdLst/>
              <a:ahLst/>
              <a:cxnLst/>
              <a:rect l="l" t="t" r="r" b="b"/>
              <a:pathLst>
                <a:path w="819150" h="81280">
                  <a:moveTo>
                    <a:pt x="409575" y="0"/>
                  </a:moveTo>
                  <a:lnTo>
                    <a:pt x="335957" y="653"/>
                  </a:lnTo>
                  <a:lnTo>
                    <a:pt x="266667" y="2537"/>
                  </a:lnTo>
                  <a:lnTo>
                    <a:pt x="202861" y="5536"/>
                  </a:lnTo>
                  <a:lnTo>
                    <a:pt x="145697" y="9535"/>
                  </a:lnTo>
                  <a:lnTo>
                    <a:pt x="96331" y="14420"/>
                  </a:lnTo>
                  <a:lnTo>
                    <a:pt x="55922" y="20075"/>
                  </a:lnTo>
                  <a:lnTo>
                    <a:pt x="6599" y="33236"/>
                  </a:lnTo>
                  <a:lnTo>
                    <a:pt x="0" y="40512"/>
                  </a:lnTo>
                  <a:lnTo>
                    <a:pt x="6599" y="47784"/>
                  </a:lnTo>
                  <a:lnTo>
                    <a:pt x="55922" y="60917"/>
                  </a:lnTo>
                  <a:lnTo>
                    <a:pt x="96331" y="66552"/>
                  </a:lnTo>
                  <a:lnTo>
                    <a:pt x="145697" y="71416"/>
                  </a:lnTo>
                  <a:lnTo>
                    <a:pt x="202861" y="75395"/>
                  </a:lnTo>
                  <a:lnTo>
                    <a:pt x="266667" y="78377"/>
                  </a:lnTo>
                  <a:lnTo>
                    <a:pt x="335957" y="80249"/>
                  </a:lnTo>
                  <a:lnTo>
                    <a:pt x="409575" y="80899"/>
                  </a:lnTo>
                  <a:lnTo>
                    <a:pt x="483192" y="80249"/>
                  </a:lnTo>
                  <a:lnTo>
                    <a:pt x="552482" y="78377"/>
                  </a:lnTo>
                  <a:lnTo>
                    <a:pt x="616288" y="75395"/>
                  </a:lnTo>
                  <a:lnTo>
                    <a:pt x="673452" y="71416"/>
                  </a:lnTo>
                  <a:lnTo>
                    <a:pt x="722818" y="66552"/>
                  </a:lnTo>
                  <a:lnTo>
                    <a:pt x="763227" y="60917"/>
                  </a:lnTo>
                  <a:lnTo>
                    <a:pt x="812550" y="47784"/>
                  </a:lnTo>
                  <a:lnTo>
                    <a:pt x="819150" y="40512"/>
                  </a:lnTo>
                  <a:lnTo>
                    <a:pt x="812550" y="33236"/>
                  </a:lnTo>
                  <a:lnTo>
                    <a:pt x="763227" y="20075"/>
                  </a:lnTo>
                  <a:lnTo>
                    <a:pt x="722818" y="14420"/>
                  </a:lnTo>
                  <a:lnTo>
                    <a:pt x="673452" y="9535"/>
                  </a:lnTo>
                  <a:lnTo>
                    <a:pt x="616288" y="5536"/>
                  </a:lnTo>
                  <a:lnTo>
                    <a:pt x="552482" y="2537"/>
                  </a:lnTo>
                  <a:lnTo>
                    <a:pt x="483192" y="653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0" y="2485961"/>
              <a:ext cx="947737" cy="45243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895600" y="2564637"/>
              <a:ext cx="819150" cy="283845"/>
            </a:xfrm>
            <a:custGeom>
              <a:avLst/>
              <a:gdLst/>
              <a:ahLst/>
              <a:cxnLst/>
              <a:rect l="l" t="t" r="r" b="b"/>
              <a:pathLst>
                <a:path w="819150" h="283844">
                  <a:moveTo>
                    <a:pt x="819150" y="0"/>
                  </a:moveTo>
                  <a:lnTo>
                    <a:pt x="763227" y="20404"/>
                  </a:lnTo>
                  <a:lnTo>
                    <a:pt x="722818" y="26039"/>
                  </a:lnTo>
                  <a:lnTo>
                    <a:pt x="673452" y="30903"/>
                  </a:lnTo>
                  <a:lnTo>
                    <a:pt x="616288" y="34882"/>
                  </a:lnTo>
                  <a:lnTo>
                    <a:pt x="552482" y="37864"/>
                  </a:lnTo>
                  <a:lnTo>
                    <a:pt x="483192" y="39736"/>
                  </a:lnTo>
                  <a:lnTo>
                    <a:pt x="409575" y="40386"/>
                  </a:lnTo>
                  <a:lnTo>
                    <a:pt x="335957" y="39736"/>
                  </a:lnTo>
                  <a:lnTo>
                    <a:pt x="266667" y="37864"/>
                  </a:lnTo>
                  <a:lnTo>
                    <a:pt x="202861" y="34882"/>
                  </a:lnTo>
                  <a:lnTo>
                    <a:pt x="145697" y="30903"/>
                  </a:lnTo>
                  <a:lnTo>
                    <a:pt x="96331" y="26039"/>
                  </a:lnTo>
                  <a:lnTo>
                    <a:pt x="55922" y="20404"/>
                  </a:lnTo>
                  <a:lnTo>
                    <a:pt x="6599" y="7271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5922" y="263261"/>
                  </a:lnTo>
                  <a:lnTo>
                    <a:pt x="96331" y="268916"/>
                  </a:lnTo>
                  <a:lnTo>
                    <a:pt x="145697" y="273801"/>
                  </a:lnTo>
                  <a:lnTo>
                    <a:pt x="202861" y="277800"/>
                  </a:lnTo>
                  <a:lnTo>
                    <a:pt x="266667" y="280799"/>
                  </a:lnTo>
                  <a:lnTo>
                    <a:pt x="335957" y="282683"/>
                  </a:lnTo>
                  <a:lnTo>
                    <a:pt x="409575" y="283337"/>
                  </a:lnTo>
                  <a:lnTo>
                    <a:pt x="483192" y="282683"/>
                  </a:lnTo>
                  <a:lnTo>
                    <a:pt x="552482" y="280799"/>
                  </a:lnTo>
                  <a:lnTo>
                    <a:pt x="616288" y="277800"/>
                  </a:lnTo>
                  <a:lnTo>
                    <a:pt x="673452" y="273801"/>
                  </a:lnTo>
                  <a:lnTo>
                    <a:pt x="722818" y="268916"/>
                  </a:lnTo>
                  <a:lnTo>
                    <a:pt x="763227" y="263261"/>
                  </a:lnTo>
                  <a:lnTo>
                    <a:pt x="812550" y="250100"/>
                  </a:lnTo>
                  <a:lnTo>
                    <a:pt x="819150" y="242824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95600" y="2524124"/>
              <a:ext cx="819150" cy="81280"/>
            </a:xfrm>
            <a:custGeom>
              <a:avLst/>
              <a:gdLst/>
              <a:ahLst/>
              <a:cxnLst/>
              <a:rect l="l" t="t" r="r" b="b"/>
              <a:pathLst>
                <a:path w="819150" h="81280">
                  <a:moveTo>
                    <a:pt x="409575" y="0"/>
                  </a:moveTo>
                  <a:lnTo>
                    <a:pt x="335957" y="653"/>
                  </a:lnTo>
                  <a:lnTo>
                    <a:pt x="266667" y="2537"/>
                  </a:lnTo>
                  <a:lnTo>
                    <a:pt x="202861" y="5536"/>
                  </a:lnTo>
                  <a:lnTo>
                    <a:pt x="145697" y="9535"/>
                  </a:lnTo>
                  <a:lnTo>
                    <a:pt x="96331" y="14420"/>
                  </a:lnTo>
                  <a:lnTo>
                    <a:pt x="55922" y="20075"/>
                  </a:lnTo>
                  <a:lnTo>
                    <a:pt x="6599" y="33236"/>
                  </a:lnTo>
                  <a:lnTo>
                    <a:pt x="0" y="40512"/>
                  </a:lnTo>
                  <a:lnTo>
                    <a:pt x="6599" y="47784"/>
                  </a:lnTo>
                  <a:lnTo>
                    <a:pt x="55922" y="60917"/>
                  </a:lnTo>
                  <a:lnTo>
                    <a:pt x="96331" y="66552"/>
                  </a:lnTo>
                  <a:lnTo>
                    <a:pt x="145697" y="71416"/>
                  </a:lnTo>
                  <a:lnTo>
                    <a:pt x="202861" y="75395"/>
                  </a:lnTo>
                  <a:lnTo>
                    <a:pt x="266667" y="78377"/>
                  </a:lnTo>
                  <a:lnTo>
                    <a:pt x="335957" y="80249"/>
                  </a:lnTo>
                  <a:lnTo>
                    <a:pt x="409575" y="80899"/>
                  </a:lnTo>
                  <a:lnTo>
                    <a:pt x="483192" y="80249"/>
                  </a:lnTo>
                  <a:lnTo>
                    <a:pt x="552482" y="78377"/>
                  </a:lnTo>
                  <a:lnTo>
                    <a:pt x="616288" y="75395"/>
                  </a:lnTo>
                  <a:lnTo>
                    <a:pt x="673452" y="71416"/>
                  </a:lnTo>
                  <a:lnTo>
                    <a:pt x="722818" y="66552"/>
                  </a:lnTo>
                  <a:lnTo>
                    <a:pt x="763227" y="60917"/>
                  </a:lnTo>
                  <a:lnTo>
                    <a:pt x="812550" y="47784"/>
                  </a:lnTo>
                  <a:lnTo>
                    <a:pt x="819150" y="40512"/>
                  </a:lnTo>
                  <a:lnTo>
                    <a:pt x="812550" y="33236"/>
                  </a:lnTo>
                  <a:lnTo>
                    <a:pt x="763227" y="20075"/>
                  </a:lnTo>
                  <a:lnTo>
                    <a:pt x="722818" y="14420"/>
                  </a:lnTo>
                  <a:lnTo>
                    <a:pt x="673452" y="9535"/>
                  </a:lnTo>
                  <a:lnTo>
                    <a:pt x="616288" y="5536"/>
                  </a:lnTo>
                  <a:lnTo>
                    <a:pt x="552482" y="2537"/>
                  </a:lnTo>
                  <a:lnTo>
                    <a:pt x="483192" y="653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E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0475" y="2485961"/>
              <a:ext cx="957262" cy="4524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838575" y="2564637"/>
              <a:ext cx="828675" cy="283845"/>
            </a:xfrm>
            <a:custGeom>
              <a:avLst/>
              <a:gdLst/>
              <a:ahLst/>
              <a:cxnLst/>
              <a:rect l="l" t="t" r="r" b="b"/>
              <a:pathLst>
                <a:path w="828675" h="283844">
                  <a:moveTo>
                    <a:pt x="828675" y="0"/>
                  </a:moveTo>
                  <a:lnTo>
                    <a:pt x="772098" y="20437"/>
                  </a:lnTo>
                  <a:lnTo>
                    <a:pt x="731219" y="26092"/>
                  </a:lnTo>
                  <a:lnTo>
                    <a:pt x="681283" y="30977"/>
                  </a:lnTo>
                  <a:lnTo>
                    <a:pt x="623461" y="34976"/>
                  </a:lnTo>
                  <a:lnTo>
                    <a:pt x="558926" y="37975"/>
                  </a:lnTo>
                  <a:lnTo>
                    <a:pt x="488848" y="39859"/>
                  </a:lnTo>
                  <a:lnTo>
                    <a:pt x="414400" y="40512"/>
                  </a:lnTo>
                  <a:lnTo>
                    <a:pt x="339915" y="39859"/>
                  </a:lnTo>
                  <a:lnTo>
                    <a:pt x="269808" y="37975"/>
                  </a:lnTo>
                  <a:lnTo>
                    <a:pt x="205250" y="34976"/>
                  </a:lnTo>
                  <a:lnTo>
                    <a:pt x="147413" y="30977"/>
                  </a:lnTo>
                  <a:lnTo>
                    <a:pt x="97466" y="26092"/>
                  </a:lnTo>
                  <a:lnTo>
                    <a:pt x="56580" y="20437"/>
                  </a:lnTo>
                  <a:lnTo>
                    <a:pt x="6676" y="7276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6580" y="263261"/>
                  </a:lnTo>
                  <a:lnTo>
                    <a:pt x="97466" y="268916"/>
                  </a:lnTo>
                  <a:lnTo>
                    <a:pt x="147413" y="273801"/>
                  </a:lnTo>
                  <a:lnTo>
                    <a:pt x="205250" y="277800"/>
                  </a:lnTo>
                  <a:lnTo>
                    <a:pt x="269808" y="280799"/>
                  </a:lnTo>
                  <a:lnTo>
                    <a:pt x="339915" y="282683"/>
                  </a:lnTo>
                  <a:lnTo>
                    <a:pt x="414400" y="283337"/>
                  </a:lnTo>
                  <a:lnTo>
                    <a:pt x="488848" y="282683"/>
                  </a:lnTo>
                  <a:lnTo>
                    <a:pt x="558926" y="280799"/>
                  </a:lnTo>
                  <a:lnTo>
                    <a:pt x="623461" y="277800"/>
                  </a:lnTo>
                  <a:lnTo>
                    <a:pt x="681283" y="273801"/>
                  </a:lnTo>
                  <a:lnTo>
                    <a:pt x="731219" y="268916"/>
                  </a:lnTo>
                  <a:lnTo>
                    <a:pt x="772098" y="263261"/>
                  </a:lnTo>
                  <a:lnTo>
                    <a:pt x="821998" y="250100"/>
                  </a:lnTo>
                  <a:lnTo>
                    <a:pt x="828675" y="242824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38575" y="2524124"/>
              <a:ext cx="828675" cy="81280"/>
            </a:xfrm>
            <a:custGeom>
              <a:avLst/>
              <a:gdLst/>
              <a:ahLst/>
              <a:cxnLst/>
              <a:rect l="l" t="t" r="r" b="b"/>
              <a:pathLst>
                <a:path w="828675" h="81280">
                  <a:moveTo>
                    <a:pt x="414400" y="0"/>
                  </a:moveTo>
                  <a:lnTo>
                    <a:pt x="339915" y="653"/>
                  </a:lnTo>
                  <a:lnTo>
                    <a:pt x="269808" y="2537"/>
                  </a:lnTo>
                  <a:lnTo>
                    <a:pt x="205250" y="5536"/>
                  </a:lnTo>
                  <a:lnTo>
                    <a:pt x="147413" y="9535"/>
                  </a:lnTo>
                  <a:lnTo>
                    <a:pt x="97466" y="14420"/>
                  </a:lnTo>
                  <a:lnTo>
                    <a:pt x="56580" y="20075"/>
                  </a:lnTo>
                  <a:lnTo>
                    <a:pt x="6676" y="33236"/>
                  </a:lnTo>
                  <a:lnTo>
                    <a:pt x="0" y="40512"/>
                  </a:lnTo>
                  <a:lnTo>
                    <a:pt x="6676" y="47789"/>
                  </a:lnTo>
                  <a:lnTo>
                    <a:pt x="56580" y="60950"/>
                  </a:lnTo>
                  <a:lnTo>
                    <a:pt x="97466" y="66605"/>
                  </a:lnTo>
                  <a:lnTo>
                    <a:pt x="147413" y="71490"/>
                  </a:lnTo>
                  <a:lnTo>
                    <a:pt x="205250" y="75489"/>
                  </a:lnTo>
                  <a:lnTo>
                    <a:pt x="269808" y="78488"/>
                  </a:lnTo>
                  <a:lnTo>
                    <a:pt x="339915" y="80372"/>
                  </a:lnTo>
                  <a:lnTo>
                    <a:pt x="414400" y="81025"/>
                  </a:lnTo>
                  <a:lnTo>
                    <a:pt x="488848" y="80372"/>
                  </a:lnTo>
                  <a:lnTo>
                    <a:pt x="558926" y="78488"/>
                  </a:lnTo>
                  <a:lnTo>
                    <a:pt x="623461" y="75489"/>
                  </a:lnTo>
                  <a:lnTo>
                    <a:pt x="681283" y="71490"/>
                  </a:lnTo>
                  <a:lnTo>
                    <a:pt x="731219" y="66605"/>
                  </a:lnTo>
                  <a:lnTo>
                    <a:pt x="772098" y="60950"/>
                  </a:lnTo>
                  <a:lnTo>
                    <a:pt x="821998" y="47789"/>
                  </a:lnTo>
                  <a:lnTo>
                    <a:pt x="828675" y="40512"/>
                  </a:lnTo>
                  <a:lnTo>
                    <a:pt x="821998" y="33236"/>
                  </a:lnTo>
                  <a:lnTo>
                    <a:pt x="772098" y="20075"/>
                  </a:lnTo>
                  <a:lnTo>
                    <a:pt x="731219" y="14420"/>
                  </a:lnTo>
                  <a:lnTo>
                    <a:pt x="681283" y="9535"/>
                  </a:lnTo>
                  <a:lnTo>
                    <a:pt x="623461" y="5536"/>
                  </a:lnTo>
                  <a:lnTo>
                    <a:pt x="558926" y="2537"/>
                  </a:lnTo>
                  <a:lnTo>
                    <a:pt x="488848" y="653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3450" y="2485961"/>
              <a:ext cx="957262" cy="45243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781550" y="2564637"/>
              <a:ext cx="828675" cy="283845"/>
            </a:xfrm>
            <a:custGeom>
              <a:avLst/>
              <a:gdLst/>
              <a:ahLst/>
              <a:cxnLst/>
              <a:rect l="l" t="t" r="r" b="b"/>
              <a:pathLst>
                <a:path w="828675" h="283844">
                  <a:moveTo>
                    <a:pt x="828675" y="0"/>
                  </a:moveTo>
                  <a:lnTo>
                    <a:pt x="772098" y="20437"/>
                  </a:lnTo>
                  <a:lnTo>
                    <a:pt x="731219" y="26092"/>
                  </a:lnTo>
                  <a:lnTo>
                    <a:pt x="681283" y="30977"/>
                  </a:lnTo>
                  <a:lnTo>
                    <a:pt x="623461" y="34976"/>
                  </a:lnTo>
                  <a:lnTo>
                    <a:pt x="558926" y="37975"/>
                  </a:lnTo>
                  <a:lnTo>
                    <a:pt x="488848" y="39859"/>
                  </a:lnTo>
                  <a:lnTo>
                    <a:pt x="414400" y="40512"/>
                  </a:lnTo>
                  <a:lnTo>
                    <a:pt x="339915" y="39859"/>
                  </a:lnTo>
                  <a:lnTo>
                    <a:pt x="269808" y="37975"/>
                  </a:lnTo>
                  <a:lnTo>
                    <a:pt x="205250" y="34976"/>
                  </a:lnTo>
                  <a:lnTo>
                    <a:pt x="147413" y="30977"/>
                  </a:lnTo>
                  <a:lnTo>
                    <a:pt x="97466" y="26092"/>
                  </a:lnTo>
                  <a:lnTo>
                    <a:pt x="56580" y="20437"/>
                  </a:lnTo>
                  <a:lnTo>
                    <a:pt x="6676" y="7276"/>
                  </a:lnTo>
                  <a:lnTo>
                    <a:pt x="0" y="0"/>
                  </a:lnTo>
                  <a:lnTo>
                    <a:pt x="0" y="242824"/>
                  </a:lnTo>
                  <a:lnTo>
                    <a:pt x="56580" y="263261"/>
                  </a:lnTo>
                  <a:lnTo>
                    <a:pt x="97466" y="268916"/>
                  </a:lnTo>
                  <a:lnTo>
                    <a:pt x="147413" y="273801"/>
                  </a:lnTo>
                  <a:lnTo>
                    <a:pt x="205250" y="277800"/>
                  </a:lnTo>
                  <a:lnTo>
                    <a:pt x="269808" y="280799"/>
                  </a:lnTo>
                  <a:lnTo>
                    <a:pt x="339915" y="282683"/>
                  </a:lnTo>
                  <a:lnTo>
                    <a:pt x="414400" y="283337"/>
                  </a:lnTo>
                  <a:lnTo>
                    <a:pt x="488848" y="282683"/>
                  </a:lnTo>
                  <a:lnTo>
                    <a:pt x="558926" y="280799"/>
                  </a:lnTo>
                  <a:lnTo>
                    <a:pt x="623461" y="277800"/>
                  </a:lnTo>
                  <a:lnTo>
                    <a:pt x="681283" y="273801"/>
                  </a:lnTo>
                  <a:lnTo>
                    <a:pt x="731219" y="268916"/>
                  </a:lnTo>
                  <a:lnTo>
                    <a:pt x="772098" y="263261"/>
                  </a:lnTo>
                  <a:lnTo>
                    <a:pt x="821998" y="250100"/>
                  </a:lnTo>
                  <a:lnTo>
                    <a:pt x="828675" y="242824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25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81550" y="2524124"/>
              <a:ext cx="828675" cy="81280"/>
            </a:xfrm>
            <a:custGeom>
              <a:avLst/>
              <a:gdLst/>
              <a:ahLst/>
              <a:cxnLst/>
              <a:rect l="l" t="t" r="r" b="b"/>
              <a:pathLst>
                <a:path w="828675" h="81280">
                  <a:moveTo>
                    <a:pt x="414400" y="0"/>
                  </a:moveTo>
                  <a:lnTo>
                    <a:pt x="339915" y="653"/>
                  </a:lnTo>
                  <a:lnTo>
                    <a:pt x="269808" y="2537"/>
                  </a:lnTo>
                  <a:lnTo>
                    <a:pt x="205250" y="5536"/>
                  </a:lnTo>
                  <a:lnTo>
                    <a:pt x="147413" y="9535"/>
                  </a:lnTo>
                  <a:lnTo>
                    <a:pt x="97466" y="14420"/>
                  </a:lnTo>
                  <a:lnTo>
                    <a:pt x="56580" y="20075"/>
                  </a:lnTo>
                  <a:lnTo>
                    <a:pt x="6676" y="33236"/>
                  </a:lnTo>
                  <a:lnTo>
                    <a:pt x="0" y="40512"/>
                  </a:lnTo>
                  <a:lnTo>
                    <a:pt x="6676" y="47789"/>
                  </a:lnTo>
                  <a:lnTo>
                    <a:pt x="56580" y="60950"/>
                  </a:lnTo>
                  <a:lnTo>
                    <a:pt x="97466" y="66605"/>
                  </a:lnTo>
                  <a:lnTo>
                    <a:pt x="147413" y="71490"/>
                  </a:lnTo>
                  <a:lnTo>
                    <a:pt x="205250" y="75489"/>
                  </a:lnTo>
                  <a:lnTo>
                    <a:pt x="269808" y="78488"/>
                  </a:lnTo>
                  <a:lnTo>
                    <a:pt x="339915" y="80372"/>
                  </a:lnTo>
                  <a:lnTo>
                    <a:pt x="414400" y="81025"/>
                  </a:lnTo>
                  <a:lnTo>
                    <a:pt x="488848" y="80372"/>
                  </a:lnTo>
                  <a:lnTo>
                    <a:pt x="558926" y="78488"/>
                  </a:lnTo>
                  <a:lnTo>
                    <a:pt x="623461" y="75489"/>
                  </a:lnTo>
                  <a:lnTo>
                    <a:pt x="681283" y="71490"/>
                  </a:lnTo>
                  <a:lnTo>
                    <a:pt x="731219" y="66605"/>
                  </a:lnTo>
                  <a:lnTo>
                    <a:pt x="772098" y="60950"/>
                  </a:lnTo>
                  <a:lnTo>
                    <a:pt x="821998" y="47789"/>
                  </a:lnTo>
                  <a:lnTo>
                    <a:pt x="828675" y="40512"/>
                  </a:lnTo>
                  <a:lnTo>
                    <a:pt x="821998" y="33236"/>
                  </a:lnTo>
                  <a:lnTo>
                    <a:pt x="772098" y="20075"/>
                  </a:lnTo>
                  <a:lnTo>
                    <a:pt x="731219" y="14420"/>
                  </a:lnTo>
                  <a:lnTo>
                    <a:pt x="681283" y="9535"/>
                  </a:lnTo>
                  <a:lnTo>
                    <a:pt x="623461" y="5536"/>
                  </a:lnTo>
                  <a:lnTo>
                    <a:pt x="558926" y="2537"/>
                  </a:lnTo>
                  <a:lnTo>
                    <a:pt x="488848" y="653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7CB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525" y="2952686"/>
              <a:ext cx="947737" cy="46196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52625" y="3032505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2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25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52625" y="2990849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19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7CB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6550" y="2952686"/>
              <a:ext cx="947737" cy="46196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914650" y="3032505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2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25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14650" y="2990849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19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7CB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8575" y="2952686"/>
              <a:ext cx="947737" cy="46196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876675" y="3032505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2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0D5B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76675" y="2990849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19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6E9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1075" y="2952686"/>
              <a:ext cx="957262" cy="46196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829175" y="3032505"/>
              <a:ext cx="828675" cy="292100"/>
            </a:xfrm>
            <a:custGeom>
              <a:avLst/>
              <a:gdLst/>
              <a:ahLst/>
              <a:cxnLst/>
              <a:rect l="l" t="t" r="r" b="b"/>
              <a:pathLst>
                <a:path w="828675" h="292100">
                  <a:moveTo>
                    <a:pt x="828675" y="0"/>
                  </a:moveTo>
                  <a:lnTo>
                    <a:pt x="772098" y="21016"/>
                  </a:lnTo>
                  <a:lnTo>
                    <a:pt x="731219" y="26830"/>
                  </a:lnTo>
                  <a:lnTo>
                    <a:pt x="681283" y="31852"/>
                  </a:lnTo>
                  <a:lnTo>
                    <a:pt x="623461" y="35964"/>
                  </a:lnTo>
                  <a:lnTo>
                    <a:pt x="558926" y="39047"/>
                  </a:lnTo>
                  <a:lnTo>
                    <a:pt x="488848" y="40984"/>
                  </a:lnTo>
                  <a:lnTo>
                    <a:pt x="414400" y="41656"/>
                  </a:lnTo>
                  <a:lnTo>
                    <a:pt x="339915" y="40984"/>
                  </a:lnTo>
                  <a:lnTo>
                    <a:pt x="269808" y="39047"/>
                  </a:lnTo>
                  <a:lnTo>
                    <a:pt x="205250" y="35964"/>
                  </a:lnTo>
                  <a:lnTo>
                    <a:pt x="147413" y="31852"/>
                  </a:lnTo>
                  <a:lnTo>
                    <a:pt x="97466" y="26830"/>
                  </a:lnTo>
                  <a:lnTo>
                    <a:pt x="56580" y="21016"/>
                  </a:lnTo>
                  <a:lnTo>
                    <a:pt x="6676" y="7482"/>
                  </a:lnTo>
                  <a:lnTo>
                    <a:pt x="0" y="0"/>
                  </a:lnTo>
                  <a:lnTo>
                    <a:pt x="0" y="250062"/>
                  </a:lnTo>
                  <a:lnTo>
                    <a:pt x="56580" y="271079"/>
                  </a:lnTo>
                  <a:lnTo>
                    <a:pt x="97466" y="276893"/>
                  </a:lnTo>
                  <a:lnTo>
                    <a:pt x="147413" y="281915"/>
                  </a:lnTo>
                  <a:lnTo>
                    <a:pt x="205250" y="286027"/>
                  </a:lnTo>
                  <a:lnTo>
                    <a:pt x="269808" y="289110"/>
                  </a:lnTo>
                  <a:lnTo>
                    <a:pt x="339915" y="291047"/>
                  </a:lnTo>
                  <a:lnTo>
                    <a:pt x="414400" y="291719"/>
                  </a:lnTo>
                  <a:lnTo>
                    <a:pt x="488848" y="291047"/>
                  </a:lnTo>
                  <a:lnTo>
                    <a:pt x="558926" y="289110"/>
                  </a:lnTo>
                  <a:lnTo>
                    <a:pt x="623461" y="286027"/>
                  </a:lnTo>
                  <a:lnTo>
                    <a:pt x="681283" y="281915"/>
                  </a:lnTo>
                  <a:lnTo>
                    <a:pt x="731219" y="276893"/>
                  </a:lnTo>
                  <a:lnTo>
                    <a:pt x="772098" y="271079"/>
                  </a:lnTo>
                  <a:lnTo>
                    <a:pt x="821998" y="257545"/>
                  </a:lnTo>
                  <a:lnTo>
                    <a:pt x="828675" y="250062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29175" y="2990849"/>
              <a:ext cx="828675" cy="83820"/>
            </a:xfrm>
            <a:custGeom>
              <a:avLst/>
              <a:gdLst/>
              <a:ahLst/>
              <a:cxnLst/>
              <a:rect l="l" t="t" r="r" b="b"/>
              <a:pathLst>
                <a:path w="828675" h="83819">
                  <a:moveTo>
                    <a:pt x="414400" y="0"/>
                  </a:moveTo>
                  <a:lnTo>
                    <a:pt x="339915" y="671"/>
                  </a:lnTo>
                  <a:lnTo>
                    <a:pt x="269808" y="2608"/>
                  </a:lnTo>
                  <a:lnTo>
                    <a:pt x="205250" y="5691"/>
                  </a:lnTo>
                  <a:lnTo>
                    <a:pt x="147413" y="9803"/>
                  </a:lnTo>
                  <a:lnTo>
                    <a:pt x="97466" y="14825"/>
                  </a:lnTo>
                  <a:lnTo>
                    <a:pt x="56580" y="20639"/>
                  </a:lnTo>
                  <a:lnTo>
                    <a:pt x="6676" y="34173"/>
                  </a:lnTo>
                  <a:lnTo>
                    <a:pt x="0" y="41656"/>
                  </a:lnTo>
                  <a:lnTo>
                    <a:pt x="6676" y="49138"/>
                  </a:lnTo>
                  <a:lnTo>
                    <a:pt x="56580" y="62672"/>
                  </a:lnTo>
                  <a:lnTo>
                    <a:pt x="97466" y="68486"/>
                  </a:lnTo>
                  <a:lnTo>
                    <a:pt x="147413" y="73508"/>
                  </a:lnTo>
                  <a:lnTo>
                    <a:pt x="205250" y="77620"/>
                  </a:lnTo>
                  <a:lnTo>
                    <a:pt x="269808" y="80703"/>
                  </a:lnTo>
                  <a:lnTo>
                    <a:pt x="339915" y="82640"/>
                  </a:lnTo>
                  <a:lnTo>
                    <a:pt x="414400" y="83312"/>
                  </a:lnTo>
                  <a:lnTo>
                    <a:pt x="488848" y="82640"/>
                  </a:lnTo>
                  <a:lnTo>
                    <a:pt x="558926" y="80703"/>
                  </a:lnTo>
                  <a:lnTo>
                    <a:pt x="623461" y="77620"/>
                  </a:lnTo>
                  <a:lnTo>
                    <a:pt x="681283" y="73508"/>
                  </a:lnTo>
                  <a:lnTo>
                    <a:pt x="731219" y="68486"/>
                  </a:lnTo>
                  <a:lnTo>
                    <a:pt x="772098" y="62672"/>
                  </a:lnTo>
                  <a:lnTo>
                    <a:pt x="821998" y="49138"/>
                  </a:lnTo>
                  <a:lnTo>
                    <a:pt x="828675" y="41656"/>
                  </a:lnTo>
                  <a:lnTo>
                    <a:pt x="821998" y="34173"/>
                  </a:lnTo>
                  <a:lnTo>
                    <a:pt x="772098" y="20639"/>
                  </a:lnTo>
                  <a:lnTo>
                    <a:pt x="731219" y="14825"/>
                  </a:lnTo>
                  <a:lnTo>
                    <a:pt x="681283" y="9803"/>
                  </a:lnTo>
                  <a:lnTo>
                    <a:pt x="623461" y="5691"/>
                  </a:lnTo>
                  <a:lnTo>
                    <a:pt x="558926" y="2608"/>
                  </a:lnTo>
                  <a:lnTo>
                    <a:pt x="488848" y="671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3419474"/>
              <a:ext cx="947737" cy="46196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943100" y="3499230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3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3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43100" y="3457574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20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7025" y="3419474"/>
              <a:ext cx="947737" cy="46196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905125" y="3499230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3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3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0D5B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05125" y="3457574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20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6E9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9050" y="3419474"/>
              <a:ext cx="947737" cy="46196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867150" y="3499230"/>
              <a:ext cx="819150" cy="292100"/>
            </a:xfrm>
            <a:custGeom>
              <a:avLst/>
              <a:gdLst/>
              <a:ahLst/>
              <a:cxnLst/>
              <a:rect l="l" t="t" r="r" b="b"/>
              <a:pathLst>
                <a:path w="819150" h="292100">
                  <a:moveTo>
                    <a:pt x="819150" y="0"/>
                  </a:moveTo>
                  <a:lnTo>
                    <a:pt x="763227" y="21016"/>
                  </a:lnTo>
                  <a:lnTo>
                    <a:pt x="722818" y="26830"/>
                  </a:lnTo>
                  <a:lnTo>
                    <a:pt x="673452" y="31852"/>
                  </a:lnTo>
                  <a:lnTo>
                    <a:pt x="616288" y="35964"/>
                  </a:lnTo>
                  <a:lnTo>
                    <a:pt x="552482" y="39047"/>
                  </a:lnTo>
                  <a:lnTo>
                    <a:pt x="483192" y="40984"/>
                  </a:lnTo>
                  <a:lnTo>
                    <a:pt x="409575" y="41656"/>
                  </a:lnTo>
                  <a:lnTo>
                    <a:pt x="335957" y="40984"/>
                  </a:lnTo>
                  <a:lnTo>
                    <a:pt x="266667" y="39047"/>
                  </a:lnTo>
                  <a:lnTo>
                    <a:pt x="202861" y="35964"/>
                  </a:lnTo>
                  <a:lnTo>
                    <a:pt x="145697" y="31852"/>
                  </a:lnTo>
                  <a:lnTo>
                    <a:pt x="96331" y="26830"/>
                  </a:lnTo>
                  <a:lnTo>
                    <a:pt x="55922" y="21016"/>
                  </a:lnTo>
                  <a:lnTo>
                    <a:pt x="6599" y="7482"/>
                  </a:lnTo>
                  <a:lnTo>
                    <a:pt x="0" y="0"/>
                  </a:lnTo>
                  <a:lnTo>
                    <a:pt x="0" y="250063"/>
                  </a:lnTo>
                  <a:lnTo>
                    <a:pt x="55922" y="271079"/>
                  </a:lnTo>
                  <a:lnTo>
                    <a:pt x="96331" y="276893"/>
                  </a:lnTo>
                  <a:lnTo>
                    <a:pt x="145697" y="281915"/>
                  </a:lnTo>
                  <a:lnTo>
                    <a:pt x="202861" y="286027"/>
                  </a:lnTo>
                  <a:lnTo>
                    <a:pt x="266667" y="289110"/>
                  </a:lnTo>
                  <a:lnTo>
                    <a:pt x="335957" y="291047"/>
                  </a:lnTo>
                  <a:lnTo>
                    <a:pt x="409575" y="291719"/>
                  </a:lnTo>
                  <a:lnTo>
                    <a:pt x="483192" y="291047"/>
                  </a:lnTo>
                  <a:lnTo>
                    <a:pt x="552482" y="289110"/>
                  </a:lnTo>
                  <a:lnTo>
                    <a:pt x="616288" y="286027"/>
                  </a:lnTo>
                  <a:lnTo>
                    <a:pt x="673452" y="281915"/>
                  </a:lnTo>
                  <a:lnTo>
                    <a:pt x="722818" y="276893"/>
                  </a:lnTo>
                  <a:lnTo>
                    <a:pt x="763227" y="271079"/>
                  </a:lnTo>
                  <a:lnTo>
                    <a:pt x="812550" y="257545"/>
                  </a:lnTo>
                  <a:lnTo>
                    <a:pt x="819150" y="250063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FF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67150" y="3457574"/>
              <a:ext cx="819150" cy="83820"/>
            </a:xfrm>
            <a:custGeom>
              <a:avLst/>
              <a:gdLst/>
              <a:ahLst/>
              <a:cxnLst/>
              <a:rect l="l" t="t" r="r" b="b"/>
              <a:pathLst>
                <a:path w="819150" h="83820">
                  <a:moveTo>
                    <a:pt x="409575" y="0"/>
                  </a:moveTo>
                  <a:lnTo>
                    <a:pt x="335957" y="671"/>
                  </a:lnTo>
                  <a:lnTo>
                    <a:pt x="266667" y="2608"/>
                  </a:lnTo>
                  <a:lnTo>
                    <a:pt x="202861" y="5691"/>
                  </a:lnTo>
                  <a:lnTo>
                    <a:pt x="145697" y="9803"/>
                  </a:lnTo>
                  <a:lnTo>
                    <a:pt x="96331" y="14825"/>
                  </a:lnTo>
                  <a:lnTo>
                    <a:pt x="55922" y="20639"/>
                  </a:lnTo>
                  <a:lnTo>
                    <a:pt x="6599" y="34173"/>
                  </a:lnTo>
                  <a:lnTo>
                    <a:pt x="0" y="41656"/>
                  </a:lnTo>
                  <a:lnTo>
                    <a:pt x="6599" y="49138"/>
                  </a:lnTo>
                  <a:lnTo>
                    <a:pt x="55922" y="62672"/>
                  </a:lnTo>
                  <a:lnTo>
                    <a:pt x="96331" y="68486"/>
                  </a:lnTo>
                  <a:lnTo>
                    <a:pt x="145697" y="73508"/>
                  </a:lnTo>
                  <a:lnTo>
                    <a:pt x="202861" y="77620"/>
                  </a:lnTo>
                  <a:lnTo>
                    <a:pt x="266667" y="80703"/>
                  </a:lnTo>
                  <a:lnTo>
                    <a:pt x="335957" y="82640"/>
                  </a:lnTo>
                  <a:lnTo>
                    <a:pt x="409575" y="83312"/>
                  </a:lnTo>
                  <a:lnTo>
                    <a:pt x="483192" y="82640"/>
                  </a:lnTo>
                  <a:lnTo>
                    <a:pt x="552482" y="80703"/>
                  </a:lnTo>
                  <a:lnTo>
                    <a:pt x="616288" y="77620"/>
                  </a:lnTo>
                  <a:lnTo>
                    <a:pt x="673452" y="73508"/>
                  </a:lnTo>
                  <a:lnTo>
                    <a:pt x="722818" y="68486"/>
                  </a:lnTo>
                  <a:lnTo>
                    <a:pt x="763227" y="62672"/>
                  </a:lnTo>
                  <a:lnTo>
                    <a:pt x="812550" y="49138"/>
                  </a:lnTo>
                  <a:lnTo>
                    <a:pt x="819150" y="41656"/>
                  </a:lnTo>
                  <a:lnTo>
                    <a:pt x="812550" y="34173"/>
                  </a:lnTo>
                  <a:lnTo>
                    <a:pt x="763227" y="20639"/>
                  </a:lnTo>
                  <a:lnTo>
                    <a:pt x="722818" y="14825"/>
                  </a:lnTo>
                  <a:lnTo>
                    <a:pt x="673452" y="9803"/>
                  </a:lnTo>
                  <a:lnTo>
                    <a:pt x="616288" y="5691"/>
                  </a:lnTo>
                  <a:lnTo>
                    <a:pt x="552482" y="2608"/>
                  </a:lnTo>
                  <a:lnTo>
                    <a:pt x="483192" y="671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FE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1075" y="3419474"/>
              <a:ext cx="957262" cy="46196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829175" y="3499230"/>
              <a:ext cx="828675" cy="292100"/>
            </a:xfrm>
            <a:custGeom>
              <a:avLst/>
              <a:gdLst/>
              <a:ahLst/>
              <a:cxnLst/>
              <a:rect l="l" t="t" r="r" b="b"/>
              <a:pathLst>
                <a:path w="828675" h="292100">
                  <a:moveTo>
                    <a:pt x="828675" y="0"/>
                  </a:moveTo>
                  <a:lnTo>
                    <a:pt x="772098" y="21016"/>
                  </a:lnTo>
                  <a:lnTo>
                    <a:pt x="731219" y="26830"/>
                  </a:lnTo>
                  <a:lnTo>
                    <a:pt x="681283" y="31852"/>
                  </a:lnTo>
                  <a:lnTo>
                    <a:pt x="623461" y="35964"/>
                  </a:lnTo>
                  <a:lnTo>
                    <a:pt x="558926" y="39047"/>
                  </a:lnTo>
                  <a:lnTo>
                    <a:pt x="488848" y="40984"/>
                  </a:lnTo>
                  <a:lnTo>
                    <a:pt x="414400" y="41656"/>
                  </a:lnTo>
                  <a:lnTo>
                    <a:pt x="339915" y="40984"/>
                  </a:lnTo>
                  <a:lnTo>
                    <a:pt x="269808" y="39047"/>
                  </a:lnTo>
                  <a:lnTo>
                    <a:pt x="205250" y="35964"/>
                  </a:lnTo>
                  <a:lnTo>
                    <a:pt x="147413" y="31852"/>
                  </a:lnTo>
                  <a:lnTo>
                    <a:pt x="97466" y="26830"/>
                  </a:lnTo>
                  <a:lnTo>
                    <a:pt x="56580" y="21016"/>
                  </a:lnTo>
                  <a:lnTo>
                    <a:pt x="6676" y="7482"/>
                  </a:lnTo>
                  <a:lnTo>
                    <a:pt x="0" y="0"/>
                  </a:lnTo>
                  <a:lnTo>
                    <a:pt x="0" y="250063"/>
                  </a:lnTo>
                  <a:lnTo>
                    <a:pt x="56580" y="271079"/>
                  </a:lnTo>
                  <a:lnTo>
                    <a:pt x="97466" y="276893"/>
                  </a:lnTo>
                  <a:lnTo>
                    <a:pt x="147413" y="281915"/>
                  </a:lnTo>
                  <a:lnTo>
                    <a:pt x="205250" y="286027"/>
                  </a:lnTo>
                  <a:lnTo>
                    <a:pt x="269808" y="289110"/>
                  </a:lnTo>
                  <a:lnTo>
                    <a:pt x="339915" y="291047"/>
                  </a:lnTo>
                  <a:lnTo>
                    <a:pt x="414400" y="291719"/>
                  </a:lnTo>
                  <a:lnTo>
                    <a:pt x="488848" y="291047"/>
                  </a:lnTo>
                  <a:lnTo>
                    <a:pt x="558926" y="289110"/>
                  </a:lnTo>
                  <a:lnTo>
                    <a:pt x="623461" y="286027"/>
                  </a:lnTo>
                  <a:lnTo>
                    <a:pt x="681283" y="281915"/>
                  </a:lnTo>
                  <a:lnTo>
                    <a:pt x="731219" y="276893"/>
                  </a:lnTo>
                  <a:lnTo>
                    <a:pt x="772098" y="271079"/>
                  </a:lnTo>
                  <a:lnTo>
                    <a:pt x="821998" y="257545"/>
                  </a:lnTo>
                  <a:lnTo>
                    <a:pt x="828675" y="250063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25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829175" y="3457574"/>
              <a:ext cx="828675" cy="83820"/>
            </a:xfrm>
            <a:custGeom>
              <a:avLst/>
              <a:gdLst/>
              <a:ahLst/>
              <a:cxnLst/>
              <a:rect l="l" t="t" r="r" b="b"/>
              <a:pathLst>
                <a:path w="828675" h="83820">
                  <a:moveTo>
                    <a:pt x="414400" y="0"/>
                  </a:moveTo>
                  <a:lnTo>
                    <a:pt x="339915" y="671"/>
                  </a:lnTo>
                  <a:lnTo>
                    <a:pt x="269808" y="2608"/>
                  </a:lnTo>
                  <a:lnTo>
                    <a:pt x="205250" y="5691"/>
                  </a:lnTo>
                  <a:lnTo>
                    <a:pt x="147413" y="9803"/>
                  </a:lnTo>
                  <a:lnTo>
                    <a:pt x="97466" y="14825"/>
                  </a:lnTo>
                  <a:lnTo>
                    <a:pt x="56580" y="20639"/>
                  </a:lnTo>
                  <a:lnTo>
                    <a:pt x="6676" y="34173"/>
                  </a:lnTo>
                  <a:lnTo>
                    <a:pt x="0" y="41656"/>
                  </a:lnTo>
                  <a:lnTo>
                    <a:pt x="6676" y="49138"/>
                  </a:lnTo>
                  <a:lnTo>
                    <a:pt x="56580" y="62672"/>
                  </a:lnTo>
                  <a:lnTo>
                    <a:pt x="97466" y="68486"/>
                  </a:lnTo>
                  <a:lnTo>
                    <a:pt x="147413" y="73508"/>
                  </a:lnTo>
                  <a:lnTo>
                    <a:pt x="205250" y="77620"/>
                  </a:lnTo>
                  <a:lnTo>
                    <a:pt x="269808" y="80703"/>
                  </a:lnTo>
                  <a:lnTo>
                    <a:pt x="339915" y="82640"/>
                  </a:lnTo>
                  <a:lnTo>
                    <a:pt x="414400" y="83312"/>
                  </a:lnTo>
                  <a:lnTo>
                    <a:pt x="488848" y="82640"/>
                  </a:lnTo>
                  <a:lnTo>
                    <a:pt x="558926" y="80703"/>
                  </a:lnTo>
                  <a:lnTo>
                    <a:pt x="623461" y="77620"/>
                  </a:lnTo>
                  <a:lnTo>
                    <a:pt x="681283" y="73508"/>
                  </a:lnTo>
                  <a:lnTo>
                    <a:pt x="731219" y="68486"/>
                  </a:lnTo>
                  <a:lnTo>
                    <a:pt x="772098" y="62672"/>
                  </a:lnTo>
                  <a:lnTo>
                    <a:pt x="821998" y="49138"/>
                  </a:lnTo>
                  <a:lnTo>
                    <a:pt x="828675" y="41656"/>
                  </a:lnTo>
                  <a:lnTo>
                    <a:pt x="821998" y="34173"/>
                  </a:lnTo>
                  <a:lnTo>
                    <a:pt x="772098" y="20639"/>
                  </a:lnTo>
                  <a:lnTo>
                    <a:pt x="731219" y="14825"/>
                  </a:lnTo>
                  <a:lnTo>
                    <a:pt x="681283" y="9803"/>
                  </a:lnTo>
                  <a:lnTo>
                    <a:pt x="623461" y="5691"/>
                  </a:lnTo>
                  <a:lnTo>
                    <a:pt x="558926" y="2608"/>
                  </a:lnTo>
                  <a:lnTo>
                    <a:pt x="488848" y="671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7CB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952370" y="1138237"/>
            <a:ext cx="2553970" cy="8267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Verdana"/>
                <a:cs typeface="Verdana"/>
              </a:rPr>
              <a:t>Tokens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Sampling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with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replacement: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2010">
              <a:lnSpc>
                <a:spcPct val="100000"/>
              </a:lnSpc>
              <a:spcBef>
                <a:spcPts val="105"/>
              </a:spcBef>
            </a:pPr>
            <a:r>
              <a:rPr dirty="0"/>
              <a:t>Sampling</a:t>
            </a:r>
            <a:r>
              <a:rPr spc="-1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10" dirty="0"/>
              <a:t>replacement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62301" y="1043050"/>
          <a:ext cx="6335395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260985">
                        <a:lnSpc>
                          <a:spcPts val="1190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Ear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4335">
                        <a:lnSpc>
                          <a:spcPts val="1190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Face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shape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0">
                        <a:lnSpc>
                          <a:spcPts val="1390"/>
                        </a:lnSpc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Whiskers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2765" algn="r">
                        <a:lnSpc>
                          <a:spcPts val="1125"/>
                        </a:lnSpc>
                      </a:pPr>
                      <a:r>
                        <a:rPr sz="1400" spc="-25" dirty="0">
                          <a:latin typeface="Verdana"/>
                          <a:cs typeface="Verdana"/>
                        </a:rPr>
                        <a:t>Cat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271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366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041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372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Present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09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Floppy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57530" algn="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  <a:lnB w="28575">
                      <a:solidFill>
                        <a:srgbClr val="BCBCBC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algn="ctr">
                        <a:lnSpc>
                          <a:spcPts val="905"/>
                        </a:lnSpc>
                        <a:spcBef>
                          <a:spcPts val="22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Pointy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02870" algn="ctr">
                        <a:lnSpc>
                          <a:spcPts val="905"/>
                        </a:lnSpc>
                        <a:spcBef>
                          <a:spcPts val="22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Round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ts val="905"/>
                        </a:lnSpc>
                        <a:spcBef>
                          <a:spcPts val="225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Absent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R="542290" algn="r">
                        <a:lnSpc>
                          <a:spcPts val="905"/>
                        </a:lnSpc>
                        <a:spcBef>
                          <a:spcPts val="225"/>
                        </a:spcBef>
                      </a:pPr>
                      <a:r>
                        <a:rPr sz="1100" spc="-50" dirty="0">
                          <a:latin typeface="Verdana"/>
                          <a:cs typeface="Verdana"/>
                        </a:rPr>
                        <a:t>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BCBCBC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4775" y="1647825"/>
            <a:ext cx="1838325" cy="1695450"/>
            <a:chOff x="104775" y="1647825"/>
            <a:chExt cx="1838325" cy="16954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175" y="2619375"/>
              <a:ext cx="28575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475" y="2286000"/>
              <a:ext cx="295275" cy="2571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25" y="2219325"/>
              <a:ext cx="295275" cy="333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425" y="2905125"/>
              <a:ext cx="295275" cy="2571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525" y="2895600"/>
              <a:ext cx="295275" cy="2762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0625" y="2619375"/>
              <a:ext cx="257175" cy="2762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6325" y="2905125"/>
              <a:ext cx="295275" cy="2667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4875" y="2524125"/>
              <a:ext cx="285750" cy="2762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1475" y="2600325"/>
              <a:ext cx="285750" cy="2762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6325" y="2276475"/>
              <a:ext cx="304800" cy="2762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4775" y="2071751"/>
              <a:ext cx="1414780" cy="1271905"/>
            </a:xfrm>
            <a:custGeom>
              <a:avLst/>
              <a:gdLst/>
              <a:ahLst/>
              <a:cxnLst/>
              <a:rect l="l" t="t" r="r" b="b"/>
              <a:pathLst>
                <a:path w="1414780" h="1271904">
                  <a:moveTo>
                    <a:pt x="1414526" y="0"/>
                  </a:moveTo>
                  <a:lnTo>
                    <a:pt x="0" y="0"/>
                  </a:lnTo>
                  <a:lnTo>
                    <a:pt x="0" y="1271524"/>
                  </a:lnTo>
                  <a:lnTo>
                    <a:pt x="1414526" y="1271524"/>
                  </a:lnTo>
                  <a:lnTo>
                    <a:pt x="1414526" y="0"/>
                  </a:lnTo>
                  <a:close/>
                </a:path>
              </a:pathLst>
            </a:custGeom>
            <a:solidFill>
              <a:srgbClr val="FFCD8C">
                <a:alpha val="513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19300" y="1647825"/>
              <a:ext cx="424180" cy="1695450"/>
            </a:xfrm>
            <a:custGeom>
              <a:avLst/>
              <a:gdLst/>
              <a:ahLst/>
              <a:cxnLst/>
              <a:rect l="l" t="t" r="r" b="b"/>
              <a:pathLst>
                <a:path w="424180" h="1695450">
                  <a:moveTo>
                    <a:pt x="423799" y="0"/>
                  </a:moveTo>
                  <a:lnTo>
                    <a:pt x="0" y="423799"/>
                  </a:lnTo>
                  <a:lnTo>
                    <a:pt x="0" y="1695450"/>
                  </a:lnTo>
                  <a:lnTo>
                    <a:pt x="423799" y="1271524"/>
                  </a:lnTo>
                  <a:lnTo>
                    <a:pt x="423799" y="0"/>
                  </a:lnTo>
                  <a:close/>
                </a:path>
              </a:pathLst>
            </a:custGeom>
            <a:solidFill>
              <a:srgbClr val="CDA571">
                <a:alpha val="513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4775" y="1647825"/>
              <a:ext cx="1838325" cy="424180"/>
            </a:xfrm>
            <a:custGeom>
              <a:avLst/>
              <a:gdLst/>
              <a:ahLst/>
              <a:cxnLst/>
              <a:rect l="l" t="t" r="r" b="b"/>
              <a:pathLst>
                <a:path w="1838325" h="424180">
                  <a:moveTo>
                    <a:pt x="1838325" y="0"/>
                  </a:moveTo>
                  <a:lnTo>
                    <a:pt x="423862" y="0"/>
                  </a:lnTo>
                  <a:lnTo>
                    <a:pt x="0" y="423799"/>
                  </a:lnTo>
                  <a:lnTo>
                    <a:pt x="1414526" y="423799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FFD7A3">
                <a:alpha val="5136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305050" y="1266825"/>
            <a:ext cx="352425" cy="2876550"/>
            <a:chOff x="2305050" y="1266825"/>
            <a:chExt cx="352425" cy="287655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3625" y="1857375"/>
              <a:ext cx="285750" cy="3143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4100" y="1266825"/>
              <a:ext cx="314325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14575" y="1571625"/>
              <a:ext cx="323850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14575" y="2457450"/>
              <a:ext cx="323850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3150" y="2133600"/>
              <a:ext cx="276225" cy="3238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5050" y="2733675"/>
              <a:ext cx="352425" cy="3333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4100" y="3038475"/>
              <a:ext cx="314325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4100" y="3286125"/>
              <a:ext cx="314325" cy="571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3625" y="3829050"/>
              <a:ext cx="285750" cy="314325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4491990" y="1583435"/>
            <a:ext cx="27514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8C1515"/>
                </a:solidFill>
                <a:latin typeface="Lucida Sans Unicode"/>
                <a:cs typeface="Lucida Sans Unicode"/>
              </a:rPr>
              <a:t>Tree</a:t>
            </a:r>
            <a:r>
              <a:rPr sz="2700" spc="-95" dirty="0">
                <a:solidFill>
                  <a:srgbClr val="8C1515"/>
                </a:solidFill>
                <a:latin typeface="Lucida Sans Unicode"/>
                <a:cs typeface="Lucida Sans Unicode"/>
              </a:rPr>
              <a:t> </a:t>
            </a:r>
            <a:r>
              <a:rPr sz="2700" spc="85" dirty="0">
                <a:solidFill>
                  <a:srgbClr val="8C1515"/>
                </a:solidFill>
                <a:latin typeface="Lucida Sans Unicode"/>
                <a:cs typeface="Lucida Sans Unicode"/>
              </a:rPr>
              <a:t>ensembles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2710" y="3114992"/>
            <a:ext cx="504698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-50" dirty="0">
                <a:solidFill>
                  <a:srgbClr val="585858"/>
                </a:solidFill>
                <a:latin typeface="Arial Black"/>
                <a:cs typeface="Arial Black"/>
              </a:rPr>
              <a:t>Random</a:t>
            </a:r>
            <a:r>
              <a:rPr sz="3050" spc="-18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050" spc="-155" dirty="0">
                <a:solidFill>
                  <a:srgbClr val="585858"/>
                </a:solidFill>
                <a:latin typeface="Arial Black"/>
                <a:cs typeface="Arial Black"/>
              </a:rPr>
              <a:t>forest</a:t>
            </a:r>
            <a:r>
              <a:rPr sz="3050" spc="-17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3050" spc="-25" dirty="0">
                <a:solidFill>
                  <a:srgbClr val="585858"/>
                </a:solidFill>
                <a:latin typeface="Arial Black"/>
                <a:cs typeface="Arial Black"/>
              </a:rPr>
              <a:t>algorithm</a:t>
            </a:r>
            <a:endParaRPr sz="3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1085">
              <a:lnSpc>
                <a:spcPct val="100000"/>
              </a:lnSpc>
              <a:spcBef>
                <a:spcPts val="105"/>
              </a:spcBef>
            </a:pPr>
            <a:r>
              <a:rPr dirty="0"/>
              <a:t>Generating</a:t>
            </a:r>
            <a:r>
              <a:rPr spc="-5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tree</a:t>
            </a:r>
            <a:r>
              <a:rPr spc="-100" dirty="0"/>
              <a:t> </a:t>
            </a:r>
            <a:r>
              <a:rPr spc="-10" dirty="0"/>
              <a:t>sample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594" y="1034097"/>
            <a:ext cx="7641590" cy="1256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Given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training</a:t>
            </a:r>
            <a:r>
              <a:rPr sz="1550" spc="1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set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size</a:t>
            </a:r>
            <a:r>
              <a:rPr sz="1550" spc="40" dirty="0">
                <a:latin typeface="Verdana"/>
                <a:cs typeface="Verdana"/>
              </a:rPr>
              <a:t> </a:t>
            </a:r>
            <a:r>
              <a:rPr sz="1550" spc="-50" dirty="0">
                <a:latin typeface="Cambria Math"/>
                <a:cs typeface="Cambria Math"/>
              </a:rPr>
              <a:t>𝑚</a:t>
            </a:r>
            <a:endParaRPr sz="15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550" dirty="0">
                <a:latin typeface="Verdana"/>
                <a:cs typeface="Verdana"/>
              </a:rPr>
              <a:t>For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dirty="0">
                <a:latin typeface="Cambria Math"/>
                <a:cs typeface="Cambria Math"/>
              </a:rPr>
              <a:t>𝑏</a:t>
            </a:r>
            <a:r>
              <a:rPr sz="1550" spc="245" dirty="0">
                <a:latin typeface="Cambria Math"/>
                <a:cs typeface="Cambria Math"/>
              </a:rPr>
              <a:t> </a:t>
            </a:r>
            <a:r>
              <a:rPr sz="1550" dirty="0">
                <a:latin typeface="Verdana"/>
                <a:cs typeface="Verdana"/>
              </a:rPr>
              <a:t>=</a:t>
            </a:r>
            <a:r>
              <a:rPr sz="1550" spc="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1</a:t>
            </a:r>
            <a:r>
              <a:rPr sz="1550" spc="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spc="30" dirty="0">
                <a:latin typeface="Cambria Math"/>
                <a:cs typeface="Cambria Math"/>
              </a:rPr>
              <a:t>𝐵</a:t>
            </a:r>
            <a:r>
              <a:rPr sz="1550" spc="30" dirty="0">
                <a:latin typeface="Verdana"/>
                <a:cs typeface="Verdana"/>
              </a:rPr>
              <a:t>:</a:t>
            </a:r>
            <a:endParaRPr sz="1550">
              <a:latin typeface="Verdana"/>
              <a:cs typeface="Verdana"/>
            </a:endParaRPr>
          </a:p>
          <a:p>
            <a:pPr marL="547370">
              <a:lnSpc>
                <a:spcPct val="100000"/>
              </a:lnSpc>
              <a:spcBef>
                <a:spcPts val="484"/>
              </a:spcBef>
            </a:pPr>
            <a:r>
              <a:rPr sz="1550" dirty="0">
                <a:latin typeface="Verdana"/>
                <a:cs typeface="Verdana"/>
              </a:rPr>
              <a:t>Use</a:t>
            </a:r>
            <a:r>
              <a:rPr sz="1550" spc="15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sampling</a:t>
            </a:r>
            <a:r>
              <a:rPr sz="1550" spc="18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with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replacement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create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14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new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training</a:t>
            </a:r>
            <a:r>
              <a:rPr sz="1550" spc="19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set</a:t>
            </a:r>
            <a:r>
              <a:rPr sz="1550" spc="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8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size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spc="-50" dirty="0">
                <a:latin typeface="Cambria Math"/>
                <a:cs typeface="Cambria Math"/>
              </a:rPr>
              <a:t>𝑚</a:t>
            </a:r>
            <a:endParaRPr sz="1550">
              <a:latin typeface="Cambria Math"/>
              <a:cs typeface="Cambria Math"/>
            </a:endParaRPr>
          </a:p>
          <a:p>
            <a:pPr marL="547370">
              <a:lnSpc>
                <a:spcPct val="100000"/>
              </a:lnSpc>
              <a:spcBef>
                <a:spcPts val="434"/>
              </a:spcBef>
            </a:pPr>
            <a:r>
              <a:rPr sz="1550" dirty="0">
                <a:latin typeface="Verdana"/>
                <a:cs typeface="Verdana"/>
              </a:rPr>
              <a:t>Train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decision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tree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16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new</a:t>
            </a:r>
            <a:r>
              <a:rPr sz="1550" spc="105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dataset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6279" y="2796539"/>
            <a:ext cx="1657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22" y="2741866"/>
            <a:ext cx="296545" cy="1223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ts val="700"/>
              </a:lnSpc>
              <a:spcBef>
                <a:spcPts val="100"/>
              </a:spcBef>
            </a:pPr>
            <a:r>
              <a:rPr sz="600" b="1" spc="-25" dirty="0">
                <a:latin typeface="Verdana"/>
                <a:cs typeface="Verdana"/>
              </a:rPr>
              <a:t>Ear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ts val="700"/>
              </a:lnSpc>
            </a:pPr>
            <a:r>
              <a:rPr sz="600" b="1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  <a:p>
            <a:pPr marL="28575" marR="5080" indent="9525" algn="just">
              <a:lnSpc>
                <a:spcPct val="105800"/>
              </a:lnSpc>
              <a:spcBef>
                <a:spcPts val="409"/>
              </a:spcBef>
            </a:pPr>
            <a:r>
              <a:rPr sz="600" spc="-10" dirty="0">
                <a:latin typeface="Verdana"/>
                <a:cs typeface="Verdana"/>
              </a:rPr>
              <a:t>Pointy Floppy Floppy Pointy Pointy Floppy Floppy Pointy Pointy Pointy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2741231"/>
            <a:ext cx="43497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845" algn="ctr">
              <a:lnSpc>
                <a:spcPts val="700"/>
              </a:lnSpc>
              <a:spcBef>
                <a:spcPts val="100"/>
              </a:spcBef>
            </a:pPr>
            <a:r>
              <a:rPr sz="600" b="1" spc="-20" dirty="0">
                <a:latin typeface="Verdana"/>
                <a:cs typeface="Verdana"/>
              </a:rPr>
              <a:t>Face</a:t>
            </a:r>
            <a:endParaRPr sz="600">
              <a:latin typeface="Verdana"/>
              <a:cs typeface="Verdana"/>
            </a:endParaRPr>
          </a:p>
          <a:p>
            <a:pPr marR="20955" algn="ctr">
              <a:lnSpc>
                <a:spcPts val="700"/>
              </a:lnSpc>
            </a:pPr>
            <a:r>
              <a:rPr sz="600" b="1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  <a:p>
            <a:pPr marL="88900" marR="90170" algn="just">
              <a:lnSpc>
                <a:spcPct val="105800"/>
              </a:lnSpc>
              <a:spcBef>
                <a:spcPts val="415"/>
              </a:spcBef>
            </a:pPr>
            <a:r>
              <a:rPr sz="600" spc="-10" dirty="0">
                <a:latin typeface="Verdana"/>
                <a:cs typeface="Verdana"/>
              </a:rPr>
              <a:t>Round Round Round Round</a:t>
            </a:r>
            <a:endParaRPr sz="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R="1270" algn="ctr">
              <a:lnSpc>
                <a:spcPct val="100000"/>
              </a:lnSpc>
              <a:spcBef>
                <a:spcPts val="45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R="1270" algn="ctr">
              <a:lnSpc>
                <a:spcPct val="100000"/>
              </a:lnSpc>
              <a:spcBef>
                <a:spcPts val="40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L="12700" marR="5080" algn="just">
              <a:lnSpc>
                <a:spcPct val="105700"/>
              </a:lnSpc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10" dirty="0">
                <a:latin typeface="Verdana"/>
                <a:cs typeface="Verdana"/>
              </a:rPr>
              <a:t>Round </a:t>
            </a:r>
            <a:r>
              <a:rPr sz="600" dirty="0">
                <a:latin typeface="Verdana"/>
                <a:cs typeface="Verdana"/>
              </a:rPr>
              <a:t>Not </a:t>
            </a:r>
            <a:r>
              <a:rPr sz="600" spc="-10" dirty="0">
                <a:latin typeface="Verdana"/>
                <a:cs typeface="Verdana"/>
              </a:rPr>
              <a:t>Round </a:t>
            </a: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9313" y="2797492"/>
            <a:ext cx="422909" cy="1167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latin typeface="Verdana"/>
                <a:cs typeface="Verdana"/>
              </a:rPr>
              <a:t>Whiskers</a:t>
            </a:r>
            <a:endParaRPr sz="600">
              <a:latin typeface="Verdana"/>
              <a:cs typeface="Verdana"/>
            </a:endParaRPr>
          </a:p>
          <a:p>
            <a:pPr marL="28575" marR="99060" algn="just">
              <a:lnSpc>
                <a:spcPct val="105800"/>
              </a:lnSpc>
              <a:spcBef>
                <a:spcPts val="650"/>
              </a:spcBef>
            </a:pPr>
            <a:r>
              <a:rPr sz="600" spc="-10" dirty="0">
                <a:latin typeface="Verdana"/>
                <a:cs typeface="Verdana"/>
              </a:rPr>
              <a:t>Present Absent Absent Present Present Absent Present Absent Absent Present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4601" y="2967057"/>
            <a:ext cx="161290" cy="9918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5700"/>
              </a:lnSpc>
              <a:spcBef>
                <a:spcPts val="95"/>
              </a:spcBef>
            </a:pP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163" y="2386583"/>
            <a:ext cx="1555750" cy="15345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29585" y="2665348"/>
            <a:ext cx="3702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Whiskers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3989" y="3151187"/>
            <a:ext cx="40449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Ear</a:t>
            </a:r>
            <a:r>
              <a:rPr sz="600" spc="-15" dirty="0">
                <a:latin typeface="Verdana"/>
                <a:cs typeface="Verdana"/>
              </a:rPr>
              <a:t> </a:t>
            </a:r>
            <a:r>
              <a:rPr sz="600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5365" y="3168586"/>
            <a:ext cx="30289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6364" y="3715003"/>
            <a:ext cx="1606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03904" y="3704907"/>
            <a:ext cx="30289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9650" y="2793364"/>
            <a:ext cx="2844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Absent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37841" y="2855848"/>
            <a:ext cx="31242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Present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53639" y="3457257"/>
            <a:ext cx="27368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3853" y="3436048"/>
            <a:ext cx="40640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3189" y="2670746"/>
            <a:ext cx="296545" cy="122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ts val="700"/>
              </a:lnSpc>
              <a:spcBef>
                <a:spcPts val="100"/>
              </a:spcBef>
            </a:pPr>
            <a:r>
              <a:rPr sz="600" b="1" spc="-25" dirty="0">
                <a:latin typeface="Verdana"/>
                <a:cs typeface="Verdana"/>
              </a:rPr>
              <a:t>Ear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ts val="700"/>
              </a:lnSpc>
            </a:pPr>
            <a:r>
              <a:rPr sz="600" b="1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  <a:p>
            <a:pPr marL="28575" marR="5080" indent="9525" algn="just">
              <a:lnSpc>
                <a:spcPct val="105700"/>
              </a:lnSpc>
              <a:spcBef>
                <a:spcPts val="409"/>
              </a:spcBef>
            </a:pPr>
            <a:r>
              <a:rPr sz="600" spc="-10" dirty="0">
                <a:latin typeface="Verdana"/>
                <a:cs typeface="Verdana"/>
              </a:rPr>
              <a:t>Pointy Pointy Floppy Floppy Pointy Floppy Floppy Floppy Pointy Pointy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6329" y="2670111"/>
            <a:ext cx="434975" cy="1223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ts val="700"/>
              </a:lnSpc>
              <a:spcBef>
                <a:spcPts val="100"/>
              </a:spcBef>
            </a:pPr>
            <a:r>
              <a:rPr sz="600" b="1" spc="-20" dirty="0">
                <a:latin typeface="Verdana"/>
                <a:cs typeface="Verdana"/>
              </a:rPr>
              <a:t>Face</a:t>
            </a:r>
            <a:endParaRPr sz="600">
              <a:latin typeface="Verdana"/>
              <a:cs typeface="Verdana"/>
            </a:endParaRPr>
          </a:p>
          <a:p>
            <a:pPr marL="73025">
              <a:lnSpc>
                <a:spcPts val="700"/>
              </a:lnSpc>
            </a:pPr>
            <a:r>
              <a:rPr sz="600" b="1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  <a:p>
            <a:pPr marL="88900">
              <a:lnSpc>
                <a:spcPct val="100000"/>
              </a:lnSpc>
              <a:spcBef>
                <a:spcPts val="459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L="12700" marR="5080" indent="76200">
              <a:lnSpc>
                <a:spcPct val="105700"/>
              </a:lnSpc>
            </a:pPr>
            <a:r>
              <a:rPr sz="600" spc="-10" dirty="0">
                <a:latin typeface="Verdana"/>
                <a:cs typeface="Verdana"/>
              </a:rPr>
              <a:t>Round </a:t>
            </a:r>
            <a:r>
              <a:rPr sz="600" dirty="0">
                <a:latin typeface="Verdana"/>
                <a:cs typeface="Verdana"/>
              </a:rPr>
              <a:t>Not </a:t>
            </a:r>
            <a:r>
              <a:rPr sz="600" spc="-10" dirty="0">
                <a:latin typeface="Verdana"/>
                <a:cs typeface="Verdana"/>
              </a:rPr>
              <a:t>Round </a:t>
            </a: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L="88900">
              <a:lnSpc>
                <a:spcPct val="100000"/>
              </a:lnSpc>
              <a:spcBef>
                <a:spcPts val="40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L="88900" marR="90170" algn="just">
              <a:lnSpc>
                <a:spcPct val="105800"/>
              </a:lnSpc>
            </a:pPr>
            <a:r>
              <a:rPr sz="600" spc="-10" dirty="0">
                <a:latin typeface="Verdana"/>
                <a:cs typeface="Verdana"/>
              </a:rPr>
              <a:t>Round Round Round</a:t>
            </a:r>
            <a:endParaRPr sz="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  <a:p>
            <a:pPr marR="1270" algn="ctr">
              <a:lnSpc>
                <a:spcPct val="100000"/>
              </a:lnSpc>
              <a:spcBef>
                <a:spcPts val="40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20944" y="2726372"/>
            <a:ext cx="42354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latin typeface="Verdana"/>
                <a:cs typeface="Verdana"/>
              </a:rPr>
              <a:t>Whiskers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36819" y="2900276"/>
            <a:ext cx="312420" cy="993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5700"/>
              </a:lnSpc>
              <a:spcBef>
                <a:spcPts val="105"/>
              </a:spcBef>
            </a:pPr>
            <a:r>
              <a:rPr sz="600" spc="-10" dirty="0">
                <a:latin typeface="Verdana"/>
                <a:cs typeface="Verdana"/>
              </a:rPr>
              <a:t>Present Absent Absent Absent Absent Absent Absent Absent Absent Present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22034" y="2722498"/>
            <a:ext cx="205104" cy="116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  <a:p>
            <a:pPr marL="57150" marR="5080" algn="just">
              <a:lnSpc>
                <a:spcPct val="105700"/>
              </a:lnSpc>
              <a:spcBef>
                <a:spcPts val="640"/>
              </a:spcBef>
            </a:pP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No</a:t>
            </a:r>
            <a:r>
              <a:rPr sz="600" spc="500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Yes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8813" y="2265426"/>
            <a:ext cx="1555750" cy="168427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069455" y="2690114"/>
            <a:ext cx="40386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Ear</a:t>
            </a:r>
            <a:r>
              <a:rPr sz="600" spc="-10" dirty="0">
                <a:latin typeface="Verdana"/>
                <a:cs typeface="Verdana"/>
              </a:rPr>
              <a:t> shape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9491" y="3130232"/>
            <a:ext cx="252095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600" spc="-20" dirty="0">
                <a:latin typeface="Verdana"/>
                <a:cs typeface="Verdana"/>
              </a:rPr>
              <a:t>Face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spc="-10" dirty="0">
                <a:latin typeface="Verdana"/>
                <a:cs typeface="Verdana"/>
              </a:rPr>
              <a:t>shape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4539" y="3194050"/>
            <a:ext cx="30289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5666" y="3739578"/>
            <a:ext cx="16065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63206" y="3730244"/>
            <a:ext cx="30289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</a:t>
            </a:r>
            <a:r>
              <a:rPr sz="600" spc="5" dirty="0">
                <a:latin typeface="Verdana"/>
                <a:cs typeface="Verdana"/>
              </a:rPr>
              <a:t> </a:t>
            </a:r>
            <a:r>
              <a:rPr sz="600" spc="-25" dirty="0">
                <a:latin typeface="Verdana"/>
                <a:cs typeface="Verdana"/>
              </a:rPr>
              <a:t>cat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08951" y="2818129"/>
            <a:ext cx="2800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Floppy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97015" y="2880423"/>
            <a:ext cx="26098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Pointy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12941" y="3482721"/>
            <a:ext cx="27305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63155" y="3460686"/>
            <a:ext cx="40640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Verdana"/>
                <a:cs typeface="Verdana"/>
              </a:rPr>
              <a:t>Not </a:t>
            </a:r>
            <a:r>
              <a:rPr sz="600" spc="-10" dirty="0">
                <a:latin typeface="Verdana"/>
                <a:cs typeface="Verdana"/>
              </a:rPr>
              <a:t>round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78825" y="3031172"/>
            <a:ext cx="1739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1001" y="1408175"/>
            <a:ext cx="303649" cy="30987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774382" y="4138612"/>
            <a:ext cx="21621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Bagged</a:t>
            </a:r>
            <a:r>
              <a:rPr sz="1550" spc="25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decision</a:t>
            </a:r>
            <a:r>
              <a:rPr sz="1550" spc="135" dirty="0">
                <a:latin typeface="Verdana"/>
                <a:cs typeface="Verdana"/>
              </a:rPr>
              <a:t> </a:t>
            </a:r>
            <a:r>
              <a:rPr sz="1550" spc="-20" dirty="0">
                <a:latin typeface="Verdana"/>
                <a:cs typeface="Verdana"/>
              </a:rPr>
              <a:t>tree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/>
              <a:t>Randomizing the</a:t>
            </a:r>
            <a:r>
              <a:rPr spc="-114" dirty="0"/>
              <a:t> </a:t>
            </a:r>
            <a:r>
              <a:rPr dirty="0"/>
              <a:t>feature</a:t>
            </a:r>
            <a:r>
              <a:rPr spc="-50" dirty="0"/>
              <a:t> </a:t>
            </a:r>
            <a:r>
              <a:rPr spc="-10" dirty="0"/>
              <a:t>choice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9350" y="1505648"/>
            <a:ext cx="6938009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Verdana"/>
                <a:cs typeface="Verdana"/>
              </a:rPr>
              <a:t>At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each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node,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choosing 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feature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split,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𝑛</a:t>
            </a:r>
            <a:r>
              <a:rPr sz="2000" spc="370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features</a:t>
            </a:r>
            <a:r>
              <a:rPr sz="2000" spc="-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available,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pick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random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subset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of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84225" algn="l"/>
              </a:tabLst>
            </a:pPr>
            <a:r>
              <a:rPr sz="2000" dirty="0">
                <a:latin typeface="Cambria Math"/>
                <a:cs typeface="Cambria Math"/>
              </a:rPr>
              <a:t>𝑘</a:t>
            </a:r>
            <a:r>
              <a:rPr sz="2000" spc="17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&lt;</a:t>
            </a:r>
            <a:r>
              <a:rPr sz="2000" spc="8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𝑛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dirty="0">
                <a:latin typeface="Verdana"/>
                <a:cs typeface="Verdana"/>
              </a:rPr>
              <a:t>features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 allow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algorithm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only</a:t>
            </a:r>
            <a:r>
              <a:rPr sz="2000" spc="-10" dirty="0">
                <a:latin typeface="Verdana"/>
                <a:cs typeface="Verdana"/>
              </a:rPr>
              <a:t> choose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from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subset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features.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4301" y="3122295"/>
            <a:ext cx="144399" cy="193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5352" y="3165094"/>
            <a:ext cx="204472" cy="1153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0311" y="3067811"/>
            <a:ext cx="451485" cy="3176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9350" y="3991609"/>
            <a:ext cx="25609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Verdana"/>
                <a:cs typeface="Verdana"/>
              </a:rPr>
              <a:t>Random</a:t>
            </a:r>
            <a:r>
              <a:rPr sz="1550" spc="19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forest</a:t>
            </a:r>
            <a:r>
              <a:rPr sz="1550" spc="13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algorithm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49" y="781050"/>
              <a:ext cx="2181225" cy="485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50" y="1400175"/>
              <a:ext cx="885825" cy="3333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4882896" y="1583435"/>
            <a:ext cx="197294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60" dirty="0">
                <a:solidFill>
                  <a:srgbClr val="8C1515"/>
                </a:solidFill>
                <a:latin typeface="Lucida Sans Unicode"/>
                <a:cs typeface="Lucida Sans Unicode"/>
              </a:rPr>
              <a:t>Conclusion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7834" y="3124835"/>
            <a:ext cx="48571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20" dirty="0">
                <a:solidFill>
                  <a:srgbClr val="585858"/>
                </a:solidFill>
                <a:latin typeface="Arial Black"/>
                <a:cs typeface="Arial Black"/>
              </a:rPr>
              <a:t>When</a:t>
            </a:r>
            <a:r>
              <a:rPr sz="2750" spc="-19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30" dirty="0">
                <a:solidFill>
                  <a:srgbClr val="585858"/>
                </a:solidFill>
                <a:latin typeface="Arial Black"/>
                <a:cs typeface="Arial Black"/>
              </a:rPr>
              <a:t>to</a:t>
            </a:r>
            <a:r>
              <a:rPr sz="2750" spc="-195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25" dirty="0">
                <a:solidFill>
                  <a:srgbClr val="585858"/>
                </a:solidFill>
                <a:latin typeface="Arial Black"/>
                <a:cs typeface="Arial Black"/>
              </a:rPr>
              <a:t>use</a:t>
            </a:r>
            <a:r>
              <a:rPr sz="2750" spc="-14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14" dirty="0">
                <a:solidFill>
                  <a:srgbClr val="585858"/>
                </a:solidFill>
                <a:latin typeface="Arial Black"/>
                <a:cs typeface="Arial Black"/>
              </a:rPr>
              <a:t>decision</a:t>
            </a:r>
            <a:r>
              <a:rPr sz="2750" spc="-110" dirty="0">
                <a:solidFill>
                  <a:srgbClr val="585858"/>
                </a:solidFill>
                <a:latin typeface="Arial Black"/>
                <a:cs typeface="Arial Black"/>
              </a:rPr>
              <a:t> </a:t>
            </a:r>
            <a:r>
              <a:rPr sz="2750" spc="-100" dirty="0">
                <a:solidFill>
                  <a:srgbClr val="585858"/>
                </a:solidFill>
                <a:latin typeface="Arial Black"/>
                <a:cs typeface="Arial Black"/>
              </a:rPr>
              <a:t>trees</a:t>
            </a:r>
            <a:endParaRPr sz="2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5" dirty="0"/>
              <a:t> </a:t>
            </a:r>
            <a:r>
              <a:rPr dirty="0"/>
              <a:t>Trees</a:t>
            </a:r>
            <a:r>
              <a:rPr spc="-95" dirty="0"/>
              <a:t> </a:t>
            </a:r>
            <a:r>
              <a:rPr dirty="0"/>
              <a:t>vs</a:t>
            </a:r>
            <a:r>
              <a:rPr spc="45" dirty="0"/>
              <a:t> </a:t>
            </a:r>
            <a:r>
              <a:rPr dirty="0"/>
              <a:t>Neural</a:t>
            </a:r>
            <a:r>
              <a:rPr spc="-40" dirty="0"/>
              <a:t> </a:t>
            </a:r>
            <a:r>
              <a:rPr spc="-10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842" y="2100198"/>
            <a:ext cx="2218157" cy="22917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2294" y="865134"/>
            <a:ext cx="7528559" cy="166116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latin typeface="Verdana"/>
                <a:cs typeface="Verdana"/>
              </a:rPr>
              <a:t>Decision</a:t>
            </a:r>
            <a:r>
              <a:rPr sz="2000" b="1" spc="-10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Trees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and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Tree </a:t>
            </a:r>
            <a:r>
              <a:rPr sz="2000" b="1" spc="-10" dirty="0">
                <a:latin typeface="Verdana"/>
                <a:cs typeface="Verdana"/>
              </a:rPr>
              <a:t>ensembles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Works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well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tabular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(structured)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ts val="213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Not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recommended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unstructured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(images,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audio,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text)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ts val="2130"/>
              </a:lnSpc>
              <a:buFont typeface="Arial"/>
              <a:buChar char="•"/>
              <a:tabLst>
                <a:tab pos="355600" algn="l"/>
              </a:tabLst>
            </a:pPr>
            <a:r>
              <a:rPr sz="1800" spc="-20" dirty="0">
                <a:latin typeface="Verdana"/>
                <a:cs typeface="Verdana"/>
              </a:rPr>
              <a:t>Fast</a:t>
            </a:r>
            <a:endParaRPr sz="1800">
              <a:latin typeface="Verdana"/>
              <a:cs typeface="Verdana"/>
            </a:endParaRPr>
          </a:p>
          <a:p>
            <a:pPr marL="4418330" marR="1717039" indent="-38735">
              <a:lnSpc>
                <a:spcPts val="1280"/>
              </a:lnSpc>
              <a:spcBef>
                <a:spcPts val="515"/>
              </a:spcBef>
            </a:pPr>
            <a:r>
              <a:rPr sz="1100" dirty="0">
                <a:latin typeface="Verdana"/>
                <a:cs typeface="Verdana"/>
              </a:rPr>
              <a:t>Choose</a:t>
            </a:r>
            <a:r>
              <a:rPr sz="1100" spc="16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architecture </a:t>
            </a:r>
            <a:r>
              <a:rPr sz="1100" dirty="0">
                <a:latin typeface="Verdana"/>
                <a:cs typeface="Verdana"/>
              </a:rPr>
              <a:t>(model,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data,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etc.)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9384" y="3875722"/>
            <a:ext cx="475615" cy="3600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47625">
              <a:lnSpc>
                <a:spcPts val="1280"/>
              </a:lnSpc>
              <a:spcBef>
                <a:spcPts val="200"/>
              </a:spcBef>
            </a:pPr>
            <a:r>
              <a:rPr sz="1100" spc="-10" dirty="0">
                <a:latin typeface="Verdana"/>
                <a:cs typeface="Verdana"/>
              </a:rPr>
              <a:t>Train model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0583" y="3385566"/>
            <a:ext cx="1780539" cy="530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300"/>
              </a:lnSpc>
              <a:spcBef>
                <a:spcPts val="125"/>
              </a:spcBef>
            </a:pPr>
            <a:r>
              <a:rPr sz="1100" spc="-10" dirty="0">
                <a:latin typeface="Verdana"/>
                <a:cs typeface="Verdana"/>
              </a:rPr>
              <a:t>Diagnostics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ts val="1300"/>
              </a:lnSpc>
            </a:pPr>
            <a:r>
              <a:rPr sz="1100" dirty="0">
                <a:latin typeface="Verdana"/>
                <a:cs typeface="Verdana"/>
              </a:rPr>
              <a:t>(bias,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variance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error</a:t>
            </a:r>
            <a:endParaRPr sz="1100">
              <a:latin typeface="Verdana"/>
              <a:cs typeface="Verdana"/>
            </a:endParaRPr>
          </a:p>
          <a:p>
            <a:pPr marR="5080" algn="ctr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latin typeface="Verdana"/>
                <a:cs typeface="Verdana"/>
              </a:rPr>
              <a:t>analysis)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6152" y="3843985"/>
            <a:ext cx="1021207" cy="44704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spc="-65" dirty="0"/>
              <a:t> </a:t>
            </a:r>
            <a:r>
              <a:rPr dirty="0"/>
              <a:t>Trees</a:t>
            </a:r>
            <a:r>
              <a:rPr spc="-95" dirty="0"/>
              <a:t> </a:t>
            </a:r>
            <a:r>
              <a:rPr dirty="0"/>
              <a:t>vs</a:t>
            </a:r>
            <a:r>
              <a:rPr spc="45" dirty="0"/>
              <a:t> </a:t>
            </a:r>
            <a:r>
              <a:rPr dirty="0"/>
              <a:t>Neural</a:t>
            </a:r>
            <a:r>
              <a:rPr spc="-4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/>
              <a:t>Andrew</a:t>
            </a:r>
            <a:r>
              <a:rPr spc="145" dirty="0"/>
              <a:t> </a:t>
            </a:r>
            <a:r>
              <a:rPr spc="-25" dirty="0"/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2294" y="865134"/>
            <a:ext cx="7975600" cy="36398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latin typeface="Verdana"/>
                <a:cs typeface="Verdana"/>
              </a:rPr>
              <a:t>Decision</a:t>
            </a:r>
            <a:r>
              <a:rPr sz="2000" b="1" spc="-10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Trees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and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Tree </a:t>
            </a:r>
            <a:r>
              <a:rPr sz="2000" b="1" spc="-10" dirty="0">
                <a:latin typeface="Verdana"/>
                <a:cs typeface="Verdana"/>
              </a:rPr>
              <a:t>ensembles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Works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well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tabular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(structured)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ts val="213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Not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recommended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unstructured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(images,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audio,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text)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ts val="2130"/>
              </a:lnSpc>
              <a:buFont typeface="Arial"/>
              <a:buChar char="•"/>
              <a:tabLst>
                <a:tab pos="355600" algn="l"/>
              </a:tabLst>
            </a:pPr>
            <a:r>
              <a:rPr sz="1800" spc="-20" dirty="0">
                <a:latin typeface="Verdana"/>
                <a:cs typeface="Verdana"/>
              </a:rPr>
              <a:t>Fast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Small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decision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trees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may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human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interpretable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b="1" dirty="0">
                <a:latin typeface="Verdana"/>
                <a:cs typeface="Verdana"/>
              </a:rPr>
              <a:t>Neural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Networks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Works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well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including</a:t>
            </a:r>
            <a:r>
              <a:rPr sz="1800" spc="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tabular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(structured)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ts val="2135"/>
              </a:lnSpc>
              <a:spcBef>
                <a:spcPts val="15"/>
              </a:spcBef>
            </a:pPr>
            <a:r>
              <a:rPr sz="1800" dirty="0">
                <a:latin typeface="Verdana"/>
                <a:cs typeface="Verdana"/>
              </a:rPr>
              <a:t>unstructured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ts val="2135"/>
              </a:lnSpc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May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slower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than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decision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tree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Works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transfer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learning</a:t>
            </a:r>
            <a:endParaRPr sz="1800">
              <a:latin typeface="Verdana"/>
              <a:cs typeface="Verdana"/>
            </a:endParaRPr>
          </a:p>
          <a:p>
            <a:pPr marL="355600" marR="275590" indent="-343535">
              <a:lnSpc>
                <a:spcPts val="2180"/>
              </a:lnSpc>
              <a:spcBef>
                <a:spcPts val="7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When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building</a:t>
            </a:r>
            <a:r>
              <a:rPr sz="1800" spc="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system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models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working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together,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it </a:t>
            </a:r>
            <a:r>
              <a:rPr sz="1800" dirty="0">
                <a:latin typeface="Verdana"/>
                <a:cs typeface="Verdana"/>
              </a:rPr>
              <a:t>might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easier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together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neural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networks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3080</Words>
  <Application>Microsoft Office PowerPoint</Application>
  <PresentationFormat>On-screen Show (16:9)</PresentationFormat>
  <Paragraphs>1403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Arial</vt:lpstr>
      <vt:lpstr>Arial Black</vt:lpstr>
      <vt:lpstr>Calibri</vt:lpstr>
      <vt:lpstr>Cambria Math</vt:lpstr>
      <vt:lpstr>Lucida Sans Unicode</vt:lpstr>
      <vt:lpstr>Times New Roman</vt:lpstr>
      <vt:lpstr>Verdana</vt:lpstr>
      <vt:lpstr>Office Theme</vt:lpstr>
      <vt:lpstr>Copyright Notice</vt:lpstr>
      <vt:lpstr>PowerPoint Presentation</vt:lpstr>
      <vt:lpstr>Cat classification example</vt:lpstr>
      <vt:lpstr>Decision Tree</vt:lpstr>
      <vt:lpstr>Decision Tree</vt:lpstr>
      <vt:lpstr>PowerPoint Presentation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Decision Tree Learning</vt:lpstr>
      <vt:lpstr>PowerPoint Presentation</vt:lpstr>
      <vt:lpstr>Entropy as a measure of impurity</vt:lpstr>
      <vt:lpstr>Entropy as a measure of impurity</vt:lpstr>
      <vt:lpstr>Decision Tree Learning</vt:lpstr>
      <vt:lpstr>Choosing a split</vt:lpstr>
      <vt:lpstr>Information Gain</vt:lpstr>
      <vt:lpstr>PowerPoint Presentation</vt:lpstr>
      <vt:lpstr>Decision Tree Learning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Recursive splitting</vt:lpstr>
      <vt:lpstr>Decision Tree Learning</vt:lpstr>
      <vt:lpstr>Features with three possible values</vt:lpstr>
      <vt:lpstr>One hot encoding</vt:lpstr>
      <vt:lpstr>One hot encoding</vt:lpstr>
      <vt:lpstr>One hot encoding</vt:lpstr>
      <vt:lpstr>One hot encoding and neural networks</vt:lpstr>
      <vt:lpstr>PowerPoint Presentation</vt:lpstr>
      <vt:lpstr>Continuous features</vt:lpstr>
      <vt:lpstr>Splitting on a continuous variable</vt:lpstr>
      <vt:lpstr>PowerPoint Presentation</vt:lpstr>
      <vt:lpstr>Regression with Decision Trees: Predicting a number</vt:lpstr>
      <vt:lpstr>Regression with Decision Trees</vt:lpstr>
      <vt:lpstr>Choosing a split</vt:lpstr>
      <vt:lpstr>PowerPoint Presentation</vt:lpstr>
      <vt:lpstr>Trees are highly sensitive to small changes of the data</vt:lpstr>
      <vt:lpstr>Tree ensemble</vt:lpstr>
      <vt:lpstr>PowerPoint Presentation</vt:lpstr>
      <vt:lpstr>Sampling with replacement</vt:lpstr>
      <vt:lpstr>Sampling with replacement</vt:lpstr>
      <vt:lpstr>PowerPoint Presentation</vt:lpstr>
      <vt:lpstr>Generating a tree sample</vt:lpstr>
      <vt:lpstr>Randomizing the feature choice</vt:lpstr>
      <vt:lpstr>PowerPoint Presentation</vt:lpstr>
      <vt:lpstr>Decision Trees vs Neural Networks</vt:lpstr>
      <vt:lpstr>Decision Trees vs Neural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Asad Afridi</cp:lastModifiedBy>
  <cp:revision>1</cp:revision>
  <dcterms:created xsi:type="dcterms:W3CDTF">2026-04-09T07:06:30Z</dcterms:created>
  <dcterms:modified xsi:type="dcterms:W3CDTF">2026-04-09T07:19:50Z</dcterms:modified>
</cp:coreProperties>
</file>