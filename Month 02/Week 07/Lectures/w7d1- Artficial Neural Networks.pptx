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69" r:id="rId2"/>
    <p:sldId id="270" r:id="rId3"/>
    <p:sldId id="334" r:id="rId4"/>
    <p:sldId id="374" r:id="rId5"/>
    <p:sldId id="376" r:id="rId6"/>
    <p:sldId id="373" r:id="rId7"/>
    <p:sldId id="377" r:id="rId8"/>
    <p:sldId id="378" r:id="rId9"/>
    <p:sldId id="379" r:id="rId10"/>
    <p:sldId id="380" r:id="rId11"/>
    <p:sldId id="381" r:id="rId12"/>
    <p:sldId id="382" r:id="rId13"/>
    <p:sldId id="265" r:id="rId14"/>
    <p:sldId id="266" r:id="rId15"/>
    <p:sldId id="267" r:id="rId16"/>
    <p:sldId id="268" r:id="rId17"/>
    <p:sldId id="383" r:id="rId18"/>
    <p:sldId id="271" r:id="rId19"/>
    <p:sldId id="272" r:id="rId20"/>
    <p:sldId id="273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314" r:id="rId29"/>
    <p:sldId id="315" r:id="rId30"/>
    <p:sldId id="316" r:id="rId31"/>
    <p:sldId id="30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165" autoAdjust="0"/>
  </p:normalViewPr>
  <p:slideViewPr>
    <p:cSldViewPr snapToGrid="0" snapToObjects="1">
      <p:cViewPr varScale="1">
        <p:scale>
          <a:sx n="63" d="100"/>
          <a:sy n="63" d="100"/>
        </p:scale>
        <p:origin x="98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9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4FBC-9BD9-361D-70E4-1EA4F79C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28184-D710-1225-2496-557A9502F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771F6-4C0E-DE39-A7CC-8905CBFAE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189EE-6421-ED63-050A-5884BE075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06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9C75D-2628-9F9D-5158-ED613F4D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86CBD-3950-8147-998F-EB65C3291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1E78E-B88A-F0F6-0013-D6212E356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AFCE1-4654-018C-57E3-3840246803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38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DD5A-AFC4-A25F-44E7-08CA9230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44AB-E885-C116-4903-02F038B17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411EF-DE4D-16B6-25CC-FFB360D8C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CE22C-068D-7C08-5628-CD9C2B83B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2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CC83-4043-E5E0-E8E4-06B33258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FDE06-BBE2-49BF-76CC-EB5E8144E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33744-A6E7-CA3D-603E-42E41B5BF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4D02-9D67-74A0-A2BE-A75AB623A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12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77FE-19FA-0012-18EA-F18DEA54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C16A8-E2BD-8128-213F-44F71313A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574B4-DC3E-CB99-0E97-1FCE2049C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8B78-F422-E48E-0C9C-7BDBC4C8C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83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1433-9096-0E15-31BF-BE4CC684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F06F2-6FE7-EC75-D130-EE81254F7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F8979-8851-EEE5-E670-D8D39939A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D1AD7-3279-F692-2ABA-24EBD2AF4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74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254C-7E7A-0E2D-C0C4-23CB2988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DD6A2-80BC-05B9-895C-ADB9C75CE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3B960-C3FD-7266-B778-0FDAB13C3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21359-2E74-3522-D1FB-4FBFF7C13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42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5DD4-FD71-D8DB-7CCE-3C35D7A4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D3A67-0E62-9AA6-2C85-914BEF913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DE8F5-6950-094F-AB94-957998152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8D628-AF88-1322-E852-83F1AF48C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19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5B02-928F-D4CD-8073-A92A1299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872F5-1D26-ED1E-81C2-F23A7F1CF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8F22F-BA84-78E1-EAEF-7A1DDA4F3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65741-0564-384E-3565-07A32E9B1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21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18" Type="http://schemas.openxmlformats.org/officeDocument/2006/relationships/image" Target="../media/image49.png"/><Relationship Id="rId3" Type="http://schemas.openxmlformats.org/officeDocument/2006/relationships/image" Target="../media/image29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" Type="http://schemas.openxmlformats.org/officeDocument/2006/relationships/image" Target="../media/image28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43.png"/><Relationship Id="rId5" Type="http://schemas.openxmlformats.org/officeDocument/2006/relationships/image" Target="../media/image31.png"/><Relationship Id="rId15" Type="http://schemas.openxmlformats.org/officeDocument/2006/relationships/image" Target="../media/image46.png"/><Relationship Id="rId10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9.png"/><Relationship Id="rId18" Type="http://schemas.openxmlformats.org/officeDocument/2006/relationships/image" Target="../media/image46.png"/><Relationship Id="rId26" Type="http://schemas.openxmlformats.org/officeDocument/2006/relationships/image" Target="../media/image57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51.png"/><Relationship Id="rId12" Type="http://schemas.openxmlformats.org/officeDocument/2006/relationships/image" Target="../media/image52.png"/><Relationship Id="rId17" Type="http://schemas.openxmlformats.org/officeDocument/2006/relationships/image" Target="../media/image40.png"/><Relationship Id="rId25" Type="http://schemas.openxmlformats.org/officeDocument/2006/relationships/image" Target="../media/image56.png"/><Relationship Id="rId2" Type="http://schemas.openxmlformats.org/officeDocument/2006/relationships/image" Target="../media/image50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8.png"/><Relationship Id="rId24" Type="http://schemas.openxmlformats.org/officeDocument/2006/relationships/image" Target="../media/image55.png"/><Relationship Id="rId5" Type="http://schemas.openxmlformats.org/officeDocument/2006/relationships/image" Target="../media/image28.png"/><Relationship Id="rId15" Type="http://schemas.openxmlformats.org/officeDocument/2006/relationships/image" Target="../media/image44.png"/><Relationship Id="rId23" Type="http://schemas.openxmlformats.org/officeDocument/2006/relationships/image" Target="../media/image54.jpg"/><Relationship Id="rId28" Type="http://schemas.openxmlformats.org/officeDocument/2006/relationships/image" Target="../media/image59.png"/><Relationship Id="rId10" Type="http://schemas.openxmlformats.org/officeDocument/2006/relationships/image" Target="../media/image32.png"/><Relationship Id="rId19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31.png"/><Relationship Id="rId14" Type="http://schemas.openxmlformats.org/officeDocument/2006/relationships/image" Target="../media/image43.png"/><Relationship Id="rId22" Type="http://schemas.openxmlformats.org/officeDocument/2006/relationships/image" Target="../media/image27.png"/><Relationship Id="rId27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9" Type="http://schemas.openxmlformats.org/officeDocument/2006/relationships/image" Target="../media/image105.png"/><Relationship Id="rId21" Type="http://schemas.openxmlformats.org/officeDocument/2006/relationships/image" Target="../media/image87.png"/><Relationship Id="rId34" Type="http://schemas.openxmlformats.org/officeDocument/2006/relationships/image" Target="../media/image100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33" Type="http://schemas.openxmlformats.org/officeDocument/2006/relationships/image" Target="../media/image99.png"/><Relationship Id="rId38" Type="http://schemas.openxmlformats.org/officeDocument/2006/relationships/image" Target="../media/image104.png"/><Relationship Id="rId2" Type="http://schemas.openxmlformats.org/officeDocument/2006/relationships/image" Target="../media/image68.jp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32" Type="http://schemas.openxmlformats.org/officeDocument/2006/relationships/image" Target="../media/image98.png"/><Relationship Id="rId37" Type="http://schemas.openxmlformats.org/officeDocument/2006/relationships/image" Target="../media/image103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28" Type="http://schemas.openxmlformats.org/officeDocument/2006/relationships/image" Target="../media/image94.png"/><Relationship Id="rId36" Type="http://schemas.openxmlformats.org/officeDocument/2006/relationships/image" Target="../media/image102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31" Type="http://schemas.openxmlformats.org/officeDocument/2006/relationships/image" Target="../media/image97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Relationship Id="rId35" Type="http://schemas.openxmlformats.org/officeDocument/2006/relationships/image" Target="../media/image101.png"/><Relationship Id="rId8" Type="http://schemas.openxmlformats.org/officeDocument/2006/relationships/image" Target="../media/image74.png"/><Relationship Id="rId3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7.jpg"/><Relationship Id="rId21" Type="http://schemas.openxmlformats.org/officeDocument/2006/relationships/image" Target="../media/image123.png"/><Relationship Id="rId7" Type="http://schemas.openxmlformats.org/officeDocument/2006/relationships/image" Target="../media/image68.jp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6.jpg"/><Relationship Id="rId16" Type="http://schemas.openxmlformats.org/officeDocument/2006/relationships/image" Target="../media/image119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5" Type="http://schemas.openxmlformats.org/officeDocument/2006/relationships/image" Target="../media/image118.png"/><Relationship Id="rId23" Type="http://schemas.openxmlformats.org/officeDocument/2006/relationships/image" Target="../media/image125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108.jp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jpg"/><Relationship Id="rId13" Type="http://schemas.openxmlformats.org/officeDocument/2006/relationships/image" Target="../media/image130.png"/><Relationship Id="rId3" Type="http://schemas.openxmlformats.org/officeDocument/2006/relationships/image" Target="../media/image126.jpg"/><Relationship Id="rId7" Type="http://schemas.openxmlformats.org/officeDocument/2006/relationships/image" Target="../media/image109.png"/><Relationship Id="rId12" Type="http://schemas.openxmlformats.org/officeDocument/2006/relationships/image" Target="../media/image129.png"/><Relationship Id="rId2" Type="http://schemas.openxmlformats.org/officeDocument/2006/relationships/image" Target="../media/image106.jp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8.png"/><Relationship Id="rId5" Type="http://schemas.openxmlformats.org/officeDocument/2006/relationships/image" Target="../media/image111.png"/><Relationship Id="rId15" Type="http://schemas.openxmlformats.org/officeDocument/2006/relationships/image" Target="../media/image132.png"/><Relationship Id="rId10" Type="http://schemas.openxmlformats.org/officeDocument/2006/relationships/image" Target="../media/image113.png"/><Relationship Id="rId4" Type="http://schemas.openxmlformats.org/officeDocument/2006/relationships/image" Target="../media/image127.jpg"/><Relationship Id="rId9" Type="http://schemas.openxmlformats.org/officeDocument/2006/relationships/image" Target="../media/image117.png"/><Relationship Id="rId14" Type="http://schemas.openxmlformats.org/officeDocument/2006/relationships/image" Target="../media/image131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8.png"/><Relationship Id="rId3" Type="http://schemas.openxmlformats.org/officeDocument/2006/relationships/image" Target="../media/image135.png"/><Relationship Id="rId21" Type="http://schemas.openxmlformats.org/officeDocument/2006/relationships/image" Target="../media/image153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7.png"/><Relationship Id="rId33" Type="http://schemas.openxmlformats.org/officeDocument/2006/relationships/image" Target="../media/image165.png"/><Relationship Id="rId2" Type="http://schemas.openxmlformats.org/officeDocument/2006/relationships/image" Target="../media/image134.png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32" Type="http://schemas.openxmlformats.org/officeDocument/2006/relationships/image" Target="../media/image164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60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31" Type="http://schemas.openxmlformats.org/officeDocument/2006/relationships/image" Target="../media/image163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Relationship Id="rId27" Type="http://schemas.openxmlformats.org/officeDocument/2006/relationships/image" Target="../media/image159.png"/><Relationship Id="rId30" Type="http://schemas.openxmlformats.org/officeDocument/2006/relationships/image" Target="../media/image162.png"/><Relationship Id="rId8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3" Type="http://schemas.openxmlformats.org/officeDocument/2006/relationships/image" Target="../media/image135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2" Type="http://schemas.openxmlformats.org/officeDocument/2006/relationships/image" Target="../media/image166.png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1.png"/><Relationship Id="rId7" Type="http://schemas.openxmlformats.org/officeDocument/2006/relationships/image" Target="../media/image184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5" Type="http://schemas.openxmlformats.org/officeDocument/2006/relationships/image" Target="../media/image27.png"/><Relationship Id="rId4" Type="http://schemas.openxmlformats.org/officeDocument/2006/relationships/image" Target="../media/image182.png"/><Relationship Id="rId9" Type="http://schemas.openxmlformats.org/officeDocument/2006/relationships/image" Target="../media/image18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97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196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95.png"/><Relationship Id="rId5" Type="http://schemas.openxmlformats.org/officeDocument/2006/relationships/image" Target="../media/image190.png"/><Relationship Id="rId15" Type="http://schemas.openxmlformats.org/officeDocument/2006/relationships/image" Target="../media/image199.png"/><Relationship Id="rId10" Type="http://schemas.openxmlformats.org/officeDocument/2006/relationships/image" Target="../media/image194.png"/><Relationship Id="rId4" Type="http://schemas.openxmlformats.org/officeDocument/2006/relationships/image" Target="../media/image189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3" Type="http://schemas.openxmlformats.org/officeDocument/2006/relationships/image" Target="../media/image208.jp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22.png"/><Relationship Id="rId2" Type="http://schemas.openxmlformats.org/officeDocument/2006/relationships/hyperlink" Target="https://biologydictionary.net/sensory-neuron/" TargetMode="External"/><Relationship Id="rId16" Type="http://schemas.openxmlformats.org/officeDocument/2006/relationships/image" Target="../media/image2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10" Type="http://schemas.openxmlformats.org/officeDocument/2006/relationships/image" Target="../media/image215.png"/><Relationship Id="rId19" Type="http://schemas.openxmlformats.org/officeDocument/2006/relationships/image" Target="../media/image224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/>
          <a:srcRect l="37151" r="22217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01 – Deep Learning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(Artificial Neural Networks)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Deep Learning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Artificial Neural Networks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Deep Learning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5" y="930275"/>
            <a:ext cx="5495026" cy="56084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Deep Learning is a subset of machine learning that uses neural networks to learn representations of data.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 fundamental unit of such networks is a small bundle of computation called an artificial neuron.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Machine Learning: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Deep Learning:</a:t>
            </a:r>
          </a:p>
        </p:txBody>
      </p:sp>
      <p:pic>
        <p:nvPicPr>
          <p:cNvPr id="1026" name="Picture 2" descr="Harnessing the Power of Machine Learning and AI to Decrease Health  Expenditures Worldwide - A Review - Premier Science">
            <a:extLst>
              <a:ext uri="{FF2B5EF4-FFF2-40B4-BE49-F238E27FC236}">
                <a16:creationId xmlns:a16="http://schemas.microsoft.com/office/drawing/2014/main" id="{FAD1D087-7BF5-6BFE-93C6-E71F6070A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516" y="1065229"/>
            <a:ext cx="4196974" cy="448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5A72A7-A95B-3C4A-C03B-EDB4B26C8EAC}"/>
              </a:ext>
            </a:extLst>
          </p:cNvPr>
          <p:cNvSpPr/>
          <p:nvPr/>
        </p:nvSpPr>
        <p:spPr>
          <a:xfrm>
            <a:off x="5646656" y="4835951"/>
            <a:ext cx="565608" cy="367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341E6-D3CA-1E57-3B36-62E00939F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2542" b="55064"/>
          <a:stretch>
            <a:fillRect/>
          </a:stretch>
        </p:blipFill>
        <p:spPr>
          <a:xfrm>
            <a:off x="465652" y="3625933"/>
            <a:ext cx="5382158" cy="1155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74D0E4-A0B6-2CC0-4D3C-FBA2AF758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53971" b="3635"/>
          <a:stretch>
            <a:fillRect/>
          </a:stretch>
        </p:blipFill>
        <p:spPr>
          <a:xfrm>
            <a:off x="465652" y="5168014"/>
            <a:ext cx="5382158" cy="11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0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43BB-04CB-2F8B-6700-5F8D6EE3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518CA2-8691-1CA3-2653-4F811B2D1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1" y="4190440"/>
            <a:ext cx="4679118" cy="24200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7C506E-10C5-04F2-324D-D61102531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64"/>
          <a:stretch>
            <a:fillRect/>
          </a:stretch>
        </p:blipFill>
        <p:spPr>
          <a:xfrm>
            <a:off x="5253319" y="1199541"/>
            <a:ext cx="6035207" cy="4354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1FF02-24FD-82EE-02BF-40CB059C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Neural Networks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E9AA97D-66C4-DD43-DA69-37DA22EF4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5" y="930275"/>
            <a:ext cx="4948178" cy="56084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 Neural Network is a computational model inspired by the way biological neurons in the human brain process information.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Composed of interconnected nodes (neurons) organized in layers.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 learns to map inputs to outputs by adjusting connection strengths (weights)</a:t>
            </a:r>
          </a:p>
        </p:txBody>
      </p:sp>
    </p:spTree>
    <p:extLst>
      <p:ext uri="{BB962C8B-B14F-4D97-AF65-F5344CB8AC3E}">
        <p14:creationId xmlns:p14="http://schemas.microsoft.com/office/powerpoint/2010/main" val="252676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FF1F-94DF-276D-CE7D-786980F9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A25-5A58-6EBC-C6D7-1B19F6C83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Neural Networks Computation Graphs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7027AAC-7AC6-43A0-4411-5252BAA30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5" y="930275"/>
            <a:ext cx="5046790" cy="560848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Neural networks can be represented as directed acyclic graphs (DAGs) where:</a:t>
            </a:r>
          </a:p>
          <a:p>
            <a:pPr lvl="1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Nodes (Vertices)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= Neurons/Units</a:t>
            </a:r>
          </a:p>
          <a:p>
            <a:pPr lvl="1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Edges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= Weighted connections between neurons</a:t>
            </a:r>
          </a:p>
          <a:p>
            <a:pPr lvl="1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Direction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= Flow of information (input to output)</a:t>
            </a:r>
          </a:p>
          <a:p>
            <a:pPr lvl="1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Acyclic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= No loops - information flows forward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4DBA5-017A-55F8-4642-C03E1B626FFD}"/>
              </a:ext>
            </a:extLst>
          </p:cNvPr>
          <p:cNvSpPr txBox="1"/>
          <p:nvPr/>
        </p:nvSpPr>
        <p:spPr>
          <a:xfrm>
            <a:off x="6271637" y="4981255"/>
            <a:ext cx="4552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Feed Forward Neural Network</a:t>
            </a:r>
          </a:p>
        </p:txBody>
      </p:sp>
      <p:pic>
        <p:nvPicPr>
          <p:cNvPr id="3074" name="Picture 2" descr="【Day 06】深度學習的學習：Forward &amp; Backward propagation - iT 邦幫忙::一起幫忙解決難題，拯救 IT ...">
            <a:extLst>
              <a:ext uri="{FF2B5EF4-FFF2-40B4-BE49-F238E27FC236}">
                <a16:creationId xmlns:a16="http://schemas.microsoft.com/office/drawing/2014/main" id="{728538E3-739E-7372-3E56-9E896567E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30275"/>
            <a:ext cx="4002742" cy="347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24FD11-96BF-DECD-B3A4-4BA2FB543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75" y="4019462"/>
            <a:ext cx="52006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7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C33A-F235-4472-0875-66C90E5B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BE6279-35D5-1CA3-DA8F-88F8C799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287" y="1013477"/>
            <a:ext cx="5354232" cy="4983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3E6E88-DCF8-A075-7C4B-C1112D6E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The Perceptron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(Original)</a:t>
            </a:r>
          </a:p>
        </p:txBody>
      </p:sp>
    </p:spTree>
    <p:extLst>
      <p:ext uri="{BB962C8B-B14F-4D97-AF65-F5344CB8AC3E}">
        <p14:creationId xmlns:p14="http://schemas.microsoft.com/office/powerpoint/2010/main" val="4285753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CC5B5-57F6-11D6-30A6-76459E1C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91CD93-0092-BE05-4E5A-645959BAC4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3670" y="937044"/>
            <a:ext cx="5617012" cy="5397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344032-197B-2FC5-B673-E6DB395C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Artificial Neuron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(Modern)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50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23F4-B9FB-9E73-2BEC-DC5D96A8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B63857-E5D1-1ACA-EB4A-66DE41F6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5481" y="994353"/>
            <a:ext cx="5617012" cy="5283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E79F83-F2EF-9E93-475E-287906B0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Drawing Artificial Neuron</a:t>
            </a:r>
          </a:p>
        </p:txBody>
      </p:sp>
    </p:spTree>
    <p:extLst>
      <p:ext uri="{BB962C8B-B14F-4D97-AF65-F5344CB8AC3E}">
        <p14:creationId xmlns:p14="http://schemas.microsoft.com/office/powerpoint/2010/main" val="210478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73D6D-28F5-45E2-29C3-6C4AF6F9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0E8CEC-AFE3-1357-062F-7BFBBE59B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5481" y="994353"/>
            <a:ext cx="5617012" cy="5283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33CD93-C141-BED0-756B-523541FC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Drawing Artificial Neuron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F302F-3ED3-97C1-95FF-ADF1A0BEF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807" y="2434509"/>
            <a:ext cx="3864712" cy="1988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3CA60-1E28-A404-9140-0609F6C48055}"/>
              </a:ext>
            </a:extLst>
          </p:cNvPr>
          <p:cNvSpPr txBox="1"/>
          <p:nvPr/>
        </p:nvSpPr>
        <p:spPr>
          <a:xfrm>
            <a:off x="7991700" y="4519590"/>
            <a:ext cx="2304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Compact Form</a:t>
            </a:r>
          </a:p>
        </p:txBody>
      </p:sp>
    </p:spTree>
    <p:extLst>
      <p:ext uri="{BB962C8B-B14F-4D97-AF65-F5344CB8AC3E}">
        <p14:creationId xmlns:p14="http://schemas.microsoft.com/office/powerpoint/2010/main" val="16809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9818-527A-5C49-34BD-59D1C9B2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CBCE-A15D-BD32-8945-E8C29CAC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Neural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E0ABF-B23C-ECE2-B05C-81C9701A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48" y="1452214"/>
            <a:ext cx="9994754" cy="45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6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45E4-E61A-A9A1-33FA-7C609E14B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B0B3-A9A9-4D02-DB42-EA6D41C3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Deep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A4751-16B3-9660-4380-D539148E7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360" y="1192305"/>
            <a:ext cx="6514480" cy="49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8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CA01C-E7BA-E13A-496A-1DD32E5E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8864-DA0E-58F8-EC37-FDA53F5DA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Deep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3D5FE-668B-76E4-925A-0EF73512A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518" y="1418091"/>
            <a:ext cx="778301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82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1085" y="491202"/>
            <a:ext cx="582168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Demand</a:t>
            </a:r>
            <a:r>
              <a:rPr spc="-87" dirty="0"/>
              <a:t> </a:t>
            </a:r>
            <a:r>
              <a:rPr spc="-13" dirty="0"/>
              <a:t>Prediction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89049" y="1644733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2743200" h="1371600">
                <a:moveTo>
                  <a:pt x="2743136" y="1162050"/>
                </a:moveTo>
                <a:lnTo>
                  <a:pt x="2733484" y="1157224"/>
                </a:lnTo>
                <a:lnTo>
                  <a:pt x="2616136" y="1098550"/>
                </a:lnTo>
                <a:lnTo>
                  <a:pt x="2616136" y="1157224"/>
                </a:lnTo>
                <a:lnTo>
                  <a:pt x="215569" y="1157224"/>
                </a:lnTo>
                <a:lnTo>
                  <a:pt x="214452" y="127000"/>
                </a:lnTo>
                <a:lnTo>
                  <a:pt x="273253" y="127000"/>
                </a:lnTo>
                <a:lnTo>
                  <a:pt x="266877" y="114300"/>
                </a:lnTo>
                <a:lnTo>
                  <a:pt x="209550" y="0"/>
                </a:lnTo>
                <a:lnTo>
                  <a:pt x="146189" y="127000"/>
                </a:lnTo>
                <a:lnTo>
                  <a:pt x="204927" y="127000"/>
                </a:lnTo>
                <a:lnTo>
                  <a:pt x="206044" y="1157224"/>
                </a:lnTo>
                <a:lnTo>
                  <a:pt x="0" y="1157224"/>
                </a:lnTo>
                <a:lnTo>
                  <a:pt x="0" y="1166749"/>
                </a:lnTo>
                <a:lnTo>
                  <a:pt x="206057" y="1166749"/>
                </a:lnTo>
                <a:lnTo>
                  <a:pt x="206286" y="1371600"/>
                </a:lnTo>
                <a:lnTo>
                  <a:pt x="215811" y="1371600"/>
                </a:lnTo>
                <a:lnTo>
                  <a:pt x="215582" y="1166749"/>
                </a:lnTo>
                <a:lnTo>
                  <a:pt x="2616136" y="1166749"/>
                </a:lnTo>
                <a:lnTo>
                  <a:pt x="2616136" y="1225550"/>
                </a:lnTo>
                <a:lnTo>
                  <a:pt x="2733738" y="1166749"/>
                </a:lnTo>
                <a:lnTo>
                  <a:pt x="2743136" y="116205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220133" y="2210224"/>
            <a:ext cx="1319107" cy="638274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270927" marR="6773" indent="-253994">
              <a:lnSpc>
                <a:spcPct val="100899"/>
              </a:lnSpc>
              <a:spcBef>
                <a:spcPts val="147"/>
              </a:spcBef>
            </a:pPr>
            <a:r>
              <a:rPr sz="2067" dirty="0">
                <a:latin typeface="Century Schoolbook"/>
                <a:cs typeface="Century Schoolbook"/>
              </a:rPr>
              <a:t>top</a:t>
            </a:r>
            <a:r>
              <a:rPr sz="2067" spc="93" dirty="0">
                <a:latin typeface="Century Schoolbook"/>
                <a:cs typeface="Century Schoolbook"/>
              </a:rPr>
              <a:t> </a:t>
            </a:r>
            <a:r>
              <a:rPr sz="2067" spc="-13" dirty="0">
                <a:latin typeface="Century Schoolbook"/>
                <a:cs typeface="Century Schoolbook"/>
              </a:rPr>
              <a:t>seller? yes/no</a:t>
            </a:r>
            <a:endParaRPr sz="2067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0402" y="3376421"/>
            <a:ext cx="639233" cy="339474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067" spc="-13" dirty="0">
                <a:latin typeface="Century Schoolbook"/>
                <a:cs typeface="Century Schoolbook"/>
              </a:rPr>
              <a:t>price</a:t>
            </a:r>
            <a:endParaRPr sz="2067">
              <a:latin typeface="Century Schoolbook"/>
              <a:cs typeface="Century Schoolboo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40542" y="2093975"/>
            <a:ext cx="1866900" cy="298027"/>
          </a:xfrm>
          <a:custGeom>
            <a:avLst/>
            <a:gdLst/>
            <a:ahLst/>
            <a:cxnLst/>
            <a:rect l="l" t="t" r="r" b="b"/>
            <a:pathLst>
              <a:path w="1400175" h="223519">
                <a:moveTo>
                  <a:pt x="799465" y="53721"/>
                </a:moveTo>
                <a:lnTo>
                  <a:pt x="796925" y="46609"/>
                </a:lnTo>
                <a:lnTo>
                  <a:pt x="784098" y="51257"/>
                </a:lnTo>
                <a:lnTo>
                  <a:pt x="772883" y="57962"/>
                </a:lnTo>
                <a:lnTo>
                  <a:pt x="748804" y="90055"/>
                </a:lnTo>
                <a:lnTo>
                  <a:pt x="740702" y="133985"/>
                </a:lnTo>
                <a:lnTo>
                  <a:pt x="740664" y="134874"/>
                </a:lnTo>
                <a:lnTo>
                  <a:pt x="741476" y="149567"/>
                </a:lnTo>
                <a:lnTo>
                  <a:pt x="755142" y="192278"/>
                </a:lnTo>
                <a:lnTo>
                  <a:pt x="784085" y="218452"/>
                </a:lnTo>
                <a:lnTo>
                  <a:pt x="796925" y="223012"/>
                </a:lnTo>
                <a:lnTo>
                  <a:pt x="799084" y="215900"/>
                </a:lnTo>
                <a:lnTo>
                  <a:pt x="789076" y="211429"/>
                </a:lnTo>
                <a:lnTo>
                  <a:pt x="780427" y="205219"/>
                </a:lnTo>
                <a:lnTo>
                  <a:pt x="759307" y="163690"/>
                </a:lnTo>
                <a:lnTo>
                  <a:pt x="756666" y="133985"/>
                </a:lnTo>
                <a:lnTo>
                  <a:pt x="757326" y="118935"/>
                </a:lnTo>
                <a:lnTo>
                  <a:pt x="767207" y="81788"/>
                </a:lnTo>
                <a:lnTo>
                  <a:pt x="789241" y="58178"/>
                </a:lnTo>
                <a:lnTo>
                  <a:pt x="799465" y="53721"/>
                </a:lnTo>
                <a:close/>
              </a:path>
              <a:path w="1400175" h="223519">
                <a:moveTo>
                  <a:pt x="1376807" y="134874"/>
                </a:moveTo>
                <a:lnTo>
                  <a:pt x="1368552" y="90055"/>
                </a:lnTo>
                <a:lnTo>
                  <a:pt x="1344447" y="57962"/>
                </a:lnTo>
                <a:lnTo>
                  <a:pt x="1320419" y="46609"/>
                </a:lnTo>
                <a:lnTo>
                  <a:pt x="1317993" y="53721"/>
                </a:lnTo>
                <a:lnTo>
                  <a:pt x="1328166" y="58178"/>
                </a:lnTo>
                <a:lnTo>
                  <a:pt x="1336941" y="64325"/>
                </a:lnTo>
                <a:lnTo>
                  <a:pt x="1358036" y="105219"/>
                </a:lnTo>
                <a:lnTo>
                  <a:pt x="1360665" y="133985"/>
                </a:lnTo>
                <a:lnTo>
                  <a:pt x="1360004" y="149567"/>
                </a:lnTo>
                <a:lnTo>
                  <a:pt x="1350137" y="187579"/>
                </a:lnTo>
                <a:lnTo>
                  <a:pt x="1318260" y="215900"/>
                </a:lnTo>
                <a:lnTo>
                  <a:pt x="1320419" y="223012"/>
                </a:lnTo>
                <a:lnTo>
                  <a:pt x="1354150" y="203073"/>
                </a:lnTo>
                <a:lnTo>
                  <a:pt x="1373124" y="166052"/>
                </a:lnTo>
                <a:lnTo>
                  <a:pt x="1375879" y="151104"/>
                </a:lnTo>
                <a:lnTo>
                  <a:pt x="1376807" y="134874"/>
                </a:lnTo>
                <a:close/>
              </a:path>
              <a:path w="1400175" h="223519">
                <a:moveTo>
                  <a:pt x="1400175" y="0"/>
                </a:moveTo>
                <a:lnTo>
                  <a:pt x="0" y="0"/>
                </a:lnTo>
                <a:lnTo>
                  <a:pt x="0" y="19050"/>
                </a:lnTo>
                <a:lnTo>
                  <a:pt x="1400175" y="19050"/>
                </a:lnTo>
                <a:lnTo>
                  <a:pt x="1400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754032" y="1443568"/>
            <a:ext cx="4751493" cy="1858433"/>
            <a:chOff x="1315524" y="1082675"/>
            <a:chExt cx="3563620" cy="13938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1571625"/>
              <a:ext cx="352425" cy="1714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375" y="1571625"/>
              <a:ext cx="171450" cy="1714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6925" y="1571625"/>
              <a:ext cx="180975" cy="1714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0800" y="2305050"/>
              <a:ext cx="180975" cy="171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8450" y="2305050"/>
              <a:ext cx="180975" cy="1714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00" y="2305050"/>
              <a:ext cx="180975" cy="171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0775" y="1571625"/>
              <a:ext cx="180975" cy="1714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9775" y="2305050"/>
              <a:ext cx="171450" cy="1714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2675" y="2305050"/>
              <a:ext cx="180975" cy="1714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8675" y="1082675"/>
              <a:ext cx="653567" cy="5016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5524" y="1676780"/>
              <a:ext cx="2247206" cy="68834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69840" y="1460881"/>
              <a:ext cx="309245" cy="238125"/>
            </a:xfrm>
            <a:custGeom>
              <a:avLst/>
              <a:gdLst/>
              <a:ahLst/>
              <a:cxnLst/>
              <a:rect l="l" t="t" r="r" b="b"/>
              <a:pathLst>
                <a:path w="309245" h="238125">
                  <a:moveTo>
                    <a:pt x="233299" y="0"/>
                  </a:moveTo>
                  <a:lnTo>
                    <a:pt x="229870" y="9652"/>
                  </a:lnTo>
                  <a:lnTo>
                    <a:pt x="243659" y="15599"/>
                  </a:lnTo>
                  <a:lnTo>
                    <a:pt x="255508" y="23891"/>
                  </a:lnTo>
                  <a:lnTo>
                    <a:pt x="279598" y="62277"/>
                  </a:lnTo>
                  <a:lnTo>
                    <a:pt x="287528" y="117856"/>
                  </a:lnTo>
                  <a:lnTo>
                    <a:pt x="286644" y="138884"/>
                  </a:lnTo>
                  <a:lnTo>
                    <a:pt x="273304" y="190373"/>
                  </a:lnTo>
                  <a:lnTo>
                    <a:pt x="243800" y="222448"/>
                  </a:lnTo>
                  <a:lnTo>
                    <a:pt x="230250" y="228473"/>
                  </a:lnTo>
                  <a:lnTo>
                    <a:pt x="233299" y="238125"/>
                  </a:lnTo>
                  <a:lnTo>
                    <a:pt x="278751" y="211139"/>
                  </a:lnTo>
                  <a:lnTo>
                    <a:pt x="304307" y="161242"/>
                  </a:lnTo>
                  <a:lnTo>
                    <a:pt x="309245" y="119126"/>
                  </a:lnTo>
                  <a:lnTo>
                    <a:pt x="308021" y="97520"/>
                  </a:lnTo>
                  <a:lnTo>
                    <a:pt x="308008" y="97287"/>
                  </a:lnTo>
                  <a:lnTo>
                    <a:pt x="298154" y="58564"/>
                  </a:lnTo>
                  <a:lnTo>
                    <a:pt x="265668" y="15208"/>
                  </a:lnTo>
                  <a:lnTo>
                    <a:pt x="250537" y="6187"/>
                  </a:lnTo>
                  <a:lnTo>
                    <a:pt x="233299" y="0"/>
                  </a:lnTo>
                  <a:close/>
                </a:path>
                <a:path w="309245" h="238125">
                  <a:moveTo>
                    <a:pt x="75946" y="0"/>
                  </a:moveTo>
                  <a:lnTo>
                    <a:pt x="30565" y="27039"/>
                  </a:lnTo>
                  <a:lnTo>
                    <a:pt x="4937" y="77104"/>
                  </a:lnTo>
                  <a:lnTo>
                    <a:pt x="71" y="117856"/>
                  </a:lnTo>
                  <a:lnTo>
                    <a:pt x="0" y="119126"/>
                  </a:lnTo>
                  <a:lnTo>
                    <a:pt x="1113" y="138884"/>
                  </a:lnTo>
                  <a:lnTo>
                    <a:pt x="1234" y="141035"/>
                  </a:lnTo>
                  <a:lnTo>
                    <a:pt x="4921" y="161242"/>
                  </a:lnTo>
                  <a:lnTo>
                    <a:pt x="19558" y="196596"/>
                  </a:lnTo>
                  <a:lnTo>
                    <a:pt x="58634" y="231939"/>
                  </a:lnTo>
                  <a:lnTo>
                    <a:pt x="75946" y="238125"/>
                  </a:lnTo>
                  <a:lnTo>
                    <a:pt x="78994" y="228473"/>
                  </a:lnTo>
                  <a:lnTo>
                    <a:pt x="65444" y="222448"/>
                  </a:lnTo>
                  <a:lnTo>
                    <a:pt x="53752" y="214090"/>
                  </a:lnTo>
                  <a:lnTo>
                    <a:pt x="29700" y="175131"/>
                  </a:lnTo>
                  <a:lnTo>
                    <a:pt x="21770" y="119126"/>
                  </a:lnTo>
                  <a:lnTo>
                    <a:pt x="21717" y="117856"/>
                  </a:lnTo>
                  <a:lnTo>
                    <a:pt x="22600" y="97520"/>
                  </a:lnTo>
                  <a:lnTo>
                    <a:pt x="35941" y="47371"/>
                  </a:lnTo>
                  <a:lnTo>
                    <a:pt x="65659" y="15599"/>
                  </a:lnTo>
                  <a:lnTo>
                    <a:pt x="79375" y="9652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96854" y="1991699"/>
            <a:ext cx="1855893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</a:pPr>
            <a:r>
              <a:rPr sz="4000" baseline="-16666" dirty="0">
                <a:latin typeface="Cambria Math"/>
                <a:cs typeface="Cambria Math"/>
              </a:rPr>
              <a:t>1</a:t>
            </a:r>
            <a:r>
              <a:rPr sz="4000" spc="-69" baseline="-16666" dirty="0">
                <a:latin typeface="Cambria Math"/>
                <a:cs typeface="Cambria Math"/>
              </a:rPr>
              <a:t> </a:t>
            </a:r>
            <a:r>
              <a:rPr sz="4000" baseline="-16666" dirty="0">
                <a:latin typeface="Cambria Math"/>
                <a:cs typeface="Cambria Math"/>
              </a:rPr>
              <a:t>+</a:t>
            </a:r>
            <a:r>
              <a:rPr sz="4000" spc="59" baseline="-16666" dirty="0">
                <a:latin typeface="Cambria Math"/>
                <a:cs typeface="Cambria Math"/>
              </a:rPr>
              <a:t> </a:t>
            </a:r>
            <a:r>
              <a:rPr sz="4000" baseline="-16666" dirty="0">
                <a:latin typeface="Cambria Math"/>
                <a:cs typeface="Cambria Math"/>
              </a:rPr>
              <a:t>𝑒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460" dirty="0">
                <a:latin typeface="Cambria Math"/>
                <a:cs typeface="Cambria Math"/>
              </a:rPr>
              <a:t> </a:t>
            </a:r>
            <a:r>
              <a:rPr sz="2000" spc="-27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000" spc="-27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2000" spc="-27" dirty="0">
                <a:latin typeface="Cambria Math"/>
                <a:cs typeface="Cambria Math"/>
              </a:rPr>
              <a:t>+</a:t>
            </a:r>
            <a:r>
              <a:rPr sz="2000" spc="-27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03101" y="3126401"/>
            <a:ext cx="770467" cy="770467"/>
            <a:chOff x="5402326" y="2344801"/>
            <a:chExt cx="577850" cy="577850"/>
          </a:xfrm>
        </p:grpSpPr>
        <p:sp>
          <p:nvSpPr>
            <p:cNvPr id="22" name="object 22"/>
            <p:cNvSpPr/>
            <p:nvPr/>
          </p:nvSpPr>
          <p:spPr>
            <a:xfrm>
              <a:off x="5415026" y="235750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460248"/>
                  </a:lnTo>
                  <a:lnTo>
                    <a:pt x="545205" y="496139"/>
                  </a:lnTo>
                  <a:lnTo>
                    <a:pt x="525446" y="525446"/>
                  </a:lnTo>
                  <a:lnTo>
                    <a:pt x="496139" y="545205"/>
                  </a:lnTo>
                  <a:lnTo>
                    <a:pt x="460248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510276" y="2443226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8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/>
          <p:nvPr/>
        </p:nvSpPr>
        <p:spPr>
          <a:xfrm>
            <a:off x="6489700" y="34544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8115300" y="34544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9136380" y="976630"/>
            <a:ext cx="1162473" cy="11421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 marR="6773">
              <a:lnSpc>
                <a:spcPct val="146900"/>
              </a:lnSpc>
              <a:spcBef>
                <a:spcPts val="120"/>
              </a:spcBef>
            </a:pPr>
            <a:r>
              <a:rPr sz="2667" spc="-13" dirty="0">
                <a:solidFill>
                  <a:srgbClr val="FF9300"/>
                </a:solidFill>
                <a:latin typeface="Verdana"/>
                <a:cs typeface="Verdana"/>
              </a:rPr>
              <a:t>input </a:t>
            </a:r>
            <a:r>
              <a:rPr sz="2667" spc="-13" dirty="0">
                <a:solidFill>
                  <a:srgbClr val="FF40FF"/>
                </a:solidFill>
                <a:latin typeface="Verdana"/>
                <a:cs typeface="Verdana"/>
              </a:rPr>
              <a:t>output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4179" y="3036908"/>
            <a:ext cx="21674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31294" y="3036908"/>
            <a:ext cx="225213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𝑎</a:t>
            </a:r>
            <a:endParaRPr sz="2667">
              <a:latin typeface="Cambria Math"/>
              <a:cs typeface="Cambria Math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45276" y="3770545"/>
            <a:ext cx="777917" cy="419777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7103025" y="3649302"/>
            <a:ext cx="3798147" cy="964353"/>
            <a:chOff x="5327269" y="2736976"/>
            <a:chExt cx="2848610" cy="723265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6899" y="2736976"/>
              <a:ext cx="1998449" cy="5814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27269" y="3263899"/>
              <a:ext cx="783589" cy="19634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182446" y="1850474"/>
            <a:ext cx="1733127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  <a:tabLst>
                <a:tab pos="1457924" algn="l"/>
              </a:tabLst>
            </a:pPr>
            <a:r>
              <a:rPr sz="2667" dirty="0">
                <a:solidFill>
                  <a:srgbClr val="FF40FF"/>
                </a:solidFill>
                <a:latin typeface="Cambria Math"/>
                <a:cs typeface="Cambria Math"/>
              </a:rPr>
              <a:t>𝑎</a:t>
            </a:r>
            <a:r>
              <a:rPr sz="2667" spc="213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=</a:t>
            </a:r>
            <a:r>
              <a:rPr sz="2667" spc="433" dirty="0">
                <a:latin typeface="Cambria Math"/>
                <a:cs typeface="Cambria Math"/>
              </a:rPr>
              <a:t> </a:t>
            </a:r>
            <a:r>
              <a:rPr sz="4000" baseline="1388" dirty="0">
                <a:latin typeface="Cambria Math"/>
                <a:cs typeface="Cambria Math"/>
              </a:rPr>
              <a:t>𝑓</a:t>
            </a:r>
            <a:r>
              <a:rPr sz="4000" spc="800" baseline="1388" dirty="0">
                <a:latin typeface="Cambria Math"/>
                <a:cs typeface="Cambria Math"/>
              </a:rPr>
              <a:t> </a:t>
            </a:r>
            <a:r>
              <a:rPr sz="4000" spc="-100" baseline="1388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4000" baseline="1388" dirty="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sz="4000" spc="-100" baseline="1388" dirty="0">
                <a:latin typeface="Cambria Math"/>
                <a:cs typeface="Cambria Math"/>
              </a:rPr>
              <a:t>=</a:t>
            </a:r>
            <a:endParaRPr sz="4000" baseline="1388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48645" y="1206415"/>
            <a:ext cx="1745827" cy="816463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lnSpc>
                <a:spcPts val="3140"/>
              </a:lnSpc>
              <a:spcBef>
                <a:spcPts val="167"/>
              </a:spcBef>
            </a:pPr>
            <a:r>
              <a:rPr sz="4000" baseline="1388" dirty="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sz="4000" spc="449" baseline="1388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=</a:t>
            </a:r>
            <a:r>
              <a:rPr sz="2667" spc="100" dirty="0">
                <a:latin typeface="Cambria Math"/>
                <a:cs typeface="Cambria Math"/>
              </a:rPr>
              <a:t> </a:t>
            </a:r>
            <a:r>
              <a:rPr sz="2667" spc="-13" dirty="0">
                <a:latin typeface="Cambria Math"/>
                <a:cs typeface="Cambria Math"/>
              </a:rPr>
              <a:t>𝑝𝑟𝑖𝑐𝑒</a:t>
            </a:r>
            <a:endParaRPr sz="2667">
              <a:latin typeface="Cambria Math"/>
              <a:cs typeface="Cambria Math"/>
            </a:endParaRPr>
          </a:p>
          <a:p>
            <a:pPr marL="1537508">
              <a:lnSpc>
                <a:spcPts val="3140"/>
              </a:lnSpc>
            </a:pPr>
            <a:r>
              <a:rPr sz="2667" spc="-67" dirty="0">
                <a:latin typeface="Cambria Math"/>
                <a:cs typeface="Cambria Math"/>
              </a:rPr>
              <a:t>1</a:t>
            </a:r>
            <a:endParaRPr sz="2667">
              <a:latin typeface="Cambria Math"/>
              <a:cs typeface="Cambria Math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45301" y="1663700"/>
            <a:ext cx="241300" cy="22860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4939114" y="2067389"/>
            <a:ext cx="1741593" cy="1298787"/>
            <a:chOff x="3704335" y="1550542"/>
            <a:chExt cx="1306195" cy="97409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4335" y="1550542"/>
              <a:ext cx="1306194" cy="54381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67249" y="2343149"/>
              <a:ext cx="180975" cy="180975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7073900" y="2921000"/>
            <a:ext cx="1168400" cy="304800"/>
            <a:chOff x="5305425" y="2190750"/>
            <a:chExt cx="876300" cy="22860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00750" y="2238375"/>
              <a:ext cx="180975" cy="1809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05425" y="2190750"/>
              <a:ext cx="180975" cy="171450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630451"/>
            <a:ext cx="12192000" cy="1227667"/>
            <a:chOff x="0" y="4222838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0655" y="4261395"/>
              <a:ext cx="919797" cy="2558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1706" y="4222838"/>
              <a:ext cx="141959" cy="2225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3282" y="4244771"/>
              <a:ext cx="996569" cy="2157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1232" y="4224985"/>
              <a:ext cx="163598" cy="2308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3286" y="4232478"/>
              <a:ext cx="870084" cy="24094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191085" y="491202"/>
            <a:ext cx="582168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Demand</a:t>
            </a:r>
            <a:r>
              <a:rPr spc="-87" dirty="0"/>
              <a:t> </a:t>
            </a:r>
            <a:r>
              <a:rPr spc="-13" dirty="0"/>
              <a:t>Prediction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1621" y="3362451"/>
            <a:ext cx="2976033" cy="880583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3" marR="6773">
              <a:lnSpc>
                <a:spcPct val="101899"/>
              </a:lnSpc>
              <a:spcBef>
                <a:spcPts val="107"/>
              </a:spcBef>
            </a:pP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probability</a:t>
            </a:r>
            <a:r>
              <a:rPr sz="2867" spc="1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33" dirty="0">
                <a:solidFill>
                  <a:srgbClr val="FF40FF"/>
                </a:solidFill>
                <a:latin typeface="Century Schoolbook"/>
                <a:cs typeface="Century Schoolbook"/>
              </a:rPr>
              <a:t>of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being</a:t>
            </a:r>
            <a:r>
              <a:rPr sz="2867" spc="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a</a:t>
            </a:r>
            <a:r>
              <a:rPr sz="2867" spc="127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top</a:t>
            </a:r>
            <a:r>
              <a:rPr sz="2867" spc="93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13" dirty="0">
                <a:solidFill>
                  <a:srgbClr val="FF40FF"/>
                </a:solidFill>
                <a:latin typeface="Century Schoolbook"/>
                <a:cs typeface="Century Schoolbook"/>
              </a:rPr>
              <a:t>seller</a:t>
            </a:r>
            <a:endParaRPr sz="2867">
              <a:latin typeface="Century Schoolbook"/>
              <a:cs typeface="Century Schoolboo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16599" y="1375495"/>
            <a:ext cx="4758267" cy="4135120"/>
            <a:chOff x="3237449" y="1031621"/>
            <a:chExt cx="3568700" cy="3101340"/>
          </a:xfrm>
        </p:grpSpPr>
        <p:sp>
          <p:nvSpPr>
            <p:cNvPr id="11" name="object 11"/>
            <p:cNvSpPr/>
            <p:nvPr/>
          </p:nvSpPr>
          <p:spPr>
            <a:xfrm>
              <a:off x="4534789" y="1662683"/>
              <a:ext cx="38735" cy="179070"/>
            </a:xfrm>
            <a:custGeom>
              <a:avLst/>
              <a:gdLst/>
              <a:ahLst/>
              <a:cxnLst/>
              <a:rect l="l" t="t" r="r" b="b"/>
              <a:pathLst>
                <a:path w="38735" h="179069">
                  <a:moveTo>
                    <a:pt x="24003" y="7366"/>
                  </a:moveTo>
                  <a:lnTo>
                    <a:pt x="21209" y="3683"/>
                  </a:lnTo>
                  <a:lnTo>
                    <a:pt x="16002" y="2032"/>
                  </a:lnTo>
                  <a:lnTo>
                    <a:pt x="16891" y="2286"/>
                  </a:lnTo>
                  <a:lnTo>
                    <a:pt x="15621" y="1778"/>
                  </a:lnTo>
                  <a:lnTo>
                    <a:pt x="14605" y="1524"/>
                  </a:lnTo>
                  <a:lnTo>
                    <a:pt x="10287" y="0"/>
                  </a:lnTo>
                  <a:lnTo>
                    <a:pt x="5461" y="1524"/>
                  </a:lnTo>
                  <a:lnTo>
                    <a:pt x="2794" y="5207"/>
                  </a:lnTo>
                  <a:lnTo>
                    <a:pt x="0" y="8890"/>
                  </a:lnTo>
                  <a:lnTo>
                    <a:pt x="0" y="13970"/>
                  </a:lnTo>
                  <a:lnTo>
                    <a:pt x="2794" y="17653"/>
                  </a:lnTo>
                  <a:lnTo>
                    <a:pt x="5461" y="21336"/>
                  </a:lnTo>
                  <a:lnTo>
                    <a:pt x="10287" y="22860"/>
                  </a:lnTo>
                  <a:lnTo>
                    <a:pt x="14605" y="21463"/>
                  </a:lnTo>
                  <a:lnTo>
                    <a:pt x="16891" y="20574"/>
                  </a:lnTo>
                  <a:lnTo>
                    <a:pt x="16002" y="20955"/>
                  </a:lnTo>
                  <a:lnTo>
                    <a:pt x="17272" y="20447"/>
                  </a:lnTo>
                  <a:lnTo>
                    <a:pt x="21209" y="19304"/>
                  </a:lnTo>
                  <a:lnTo>
                    <a:pt x="24003" y="15621"/>
                  </a:lnTo>
                  <a:lnTo>
                    <a:pt x="24003" y="7366"/>
                  </a:lnTo>
                  <a:close/>
                </a:path>
                <a:path w="38735" h="179069">
                  <a:moveTo>
                    <a:pt x="38227" y="92456"/>
                  </a:moveTo>
                  <a:lnTo>
                    <a:pt x="13970" y="92456"/>
                  </a:lnTo>
                  <a:lnTo>
                    <a:pt x="13766" y="92456"/>
                  </a:lnTo>
                  <a:lnTo>
                    <a:pt x="12192" y="95377"/>
                  </a:lnTo>
                  <a:lnTo>
                    <a:pt x="12115" y="100457"/>
                  </a:lnTo>
                  <a:lnTo>
                    <a:pt x="12319" y="102616"/>
                  </a:lnTo>
                  <a:lnTo>
                    <a:pt x="12573" y="106045"/>
                  </a:lnTo>
                  <a:lnTo>
                    <a:pt x="12750" y="107950"/>
                  </a:lnTo>
                  <a:lnTo>
                    <a:pt x="13169" y="118745"/>
                  </a:lnTo>
                  <a:lnTo>
                    <a:pt x="13208" y="126238"/>
                  </a:lnTo>
                  <a:lnTo>
                    <a:pt x="13855" y="138963"/>
                  </a:lnTo>
                  <a:lnTo>
                    <a:pt x="13970" y="140970"/>
                  </a:lnTo>
                  <a:lnTo>
                    <a:pt x="14605" y="145415"/>
                  </a:lnTo>
                  <a:lnTo>
                    <a:pt x="14693" y="146050"/>
                  </a:lnTo>
                  <a:lnTo>
                    <a:pt x="14808" y="146900"/>
                  </a:lnTo>
                  <a:lnTo>
                    <a:pt x="15646" y="157607"/>
                  </a:lnTo>
                  <a:lnTo>
                    <a:pt x="15748" y="158877"/>
                  </a:lnTo>
                  <a:lnTo>
                    <a:pt x="15875" y="159893"/>
                  </a:lnTo>
                  <a:lnTo>
                    <a:pt x="16637" y="164223"/>
                  </a:lnTo>
                  <a:lnTo>
                    <a:pt x="17399" y="169545"/>
                  </a:lnTo>
                  <a:lnTo>
                    <a:pt x="18161" y="174637"/>
                  </a:lnTo>
                  <a:lnTo>
                    <a:pt x="22733" y="178447"/>
                  </a:lnTo>
                  <a:lnTo>
                    <a:pt x="33147" y="177685"/>
                  </a:lnTo>
                  <a:lnTo>
                    <a:pt x="37211" y="173355"/>
                  </a:lnTo>
                  <a:lnTo>
                    <a:pt x="37338" y="157607"/>
                  </a:lnTo>
                  <a:lnTo>
                    <a:pt x="36918" y="148094"/>
                  </a:lnTo>
                  <a:lnTo>
                    <a:pt x="36830" y="145415"/>
                  </a:lnTo>
                  <a:lnTo>
                    <a:pt x="36360" y="140970"/>
                  </a:lnTo>
                  <a:lnTo>
                    <a:pt x="36245" y="139827"/>
                  </a:lnTo>
                  <a:lnTo>
                    <a:pt x="36156" y="138963"/>
                  </a:lnTo>
                  <a:lnTo>
                    <a:pt x="35598" y="126238"/>
                  </a:lnTo>
                  <a:lnTo>
                    <a:pt x="35560" y="118745"/>
                  </a:lnTo>
                  <a:lnTo>
                    <a:pt x="35217" y="109994"/>
                  </a:lnTo>
                  <a:lnTo>
                    <a:pt x="35179" y="107950"/>
                  </a:lnTo>
                  <a:lnTo>
                    <a:pt x="34671" y="104013"/>
                  </a:lnTo>
                  <a:lnTo>
                    <a:pt x="34594" y="103378"/>
                  </a:lnTo>
                  <a:lnTo>
                    <a:pt x="34302" y="100457"/>
                  </a:lnTo>
                  <a:lnTo>
                    <a:pt x="32893" y="103378"/>
                  </a:lnTo>
                  <a:lnTo>
                    <a:pt x="34290" y="100457"/>
                  </a:lnTo>
                  <a:lnTo>
                    <a:pt x="34175" y="99314"/>
                  </a:lnTo>
                  <a:lnTo>
                    <a:pt x="34290" y="99110"/>
                  </a:lnTo>
                  <a:lnTo>
                    <a:pt x="34632" y="98323"/>
                  </a:lnTo>
                  <a:lnTo>
                    <a:pt x="34328" y="99110"/>
                  </a:lnTo>
                  <a:lnTo>
                    <a:pt x="34798" y="98323"/>
                  </a:lnTo>
                  <a:lnTo>
                    <a:pt x="35140" y="97790"/>
                  </a:lnTo>
                  <a:lnTo>
                    <a:pt x="35306" y="97028"/>
                  </a:lnTo>
                  <a:lnTo>
                    <a:pt x="35179" y="97790"/>
                  </a:lnTo>
                  <a:lnTo>
                    <a:pt x="34569" y="98831"/>
                  </a:lnTo>
                  <a:lnTo>
                    <a:pt x="34328" y="99110"/>
                  </a:lnTo>
                  <a:lnTo>
                    <a:pt x="34290" y="100457"/>
                  </a:lnTo>
                  <a:lnTo>
                    <a:pt x="35001" y="98323"/>
                  </a:lnTo>
                  <a:lnTo>
                    <a:pt x="36080" y="97028"/>
                  </a:lnTo>
                  <a:lnTo>
                    <a:pt x="36703" y="96266"/>
                  </a:lnTo>
                  <a:lnTo>
                    <a:pt x="38227" y="94361"/>
                  </a:lnTo>
                  <a:lnTo>
                    <a:pt x="38227" y="92456"/>
                  </a:lnTo>
                  <a:close/>
                </a:path>
                <a:path w="38735" h="179069">
                  <a:moveTo>
                    <a:pt x="38227" y="90678"/>
                  </a:moveTo>
                  <a:lnTo>
                    <a:pt x="36296" y="88265"/>
                  </a:lnTo>
                  <a:lnTo>
                    <a:pt x="34163" y="85725"/>
                  </a:lnTo>
                  <a:lnTo>
                    <a:pt x="32004" y="83058"/>
                  </a:lnTo>
                  <a:lnTo>
                    <a:pt x="29298" y="81915"/>
                  </a:lnTo>
                  <a:lnTo>
                    <a:pt x="21971" y="81915"/>
                  </a:lnTo>
                  <a:lnTo>
                    <a:pt x="18796" y="83693"/>
                  </a:lnTo>
                  <a:lnTo>
                    <a:pt x="16891" y="86487"/>
                  </a:lnTo>
                  <a:lnTo>
                    <a:pt x="15748" y="88265"/>
                  </a:lnTo>
                  <a:lnTo>
                    <a:pt x="14554" y="91059"/>
                  </a:lnTo>
                  <a:lnTo>
                    <a:pt x="38227" y="91059"/>
                  </a:lnTo>
                  <a:lnTo>
                    <a:pt x="38227" y="9067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7449" y="1031621"/>
              <a:ext cx="3568480" cy="3101162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5426" y="1735159"/>
            <a:ext cx="2664341" cy="343170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75130" y="1403774"/>
            <a:ext cx="2569633" cy="132527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30639">
              <a:spcBef>
                <a:spcPts val="173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  <a:p>
            <a:pPr>
              <a:spcBef>
                <a:spcPts val="387"/>
              </a:spcBef>
            </a:pPr>
            <a:endParaRPr sz="2867">
              <a:latin typeface="Verdana"/>
              <a:cs typeface="Verdana"/>
            </a:endParaRPr>
          </a:p>
          <a:p>
            <a:pPr marL="16933"/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price</a:t>
            </a: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7879" y="5606067"/>
            <a:ext cx="189811" cy="36426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516454" y="2632371"/>
            <a:ext cx="954193" cy="46258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59655" y="1354837"/>
            <a:ext cx="4483947" cy="386927"/>
            <a:chOff x="3269741" y="1016127"/>
            <a:chExt cx="3362960" cy="29019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7903" y="1047496"/>
              <a:ext cx="505333" cy="1788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69741" y="1118440"/>
              <a:ext cx="646557" cy="1878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11571" y="1016127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6095" y="0"/>
                  </a:moveTo>
                  <a:lnTo>
                    <a:pt x="1650" y="0"/>
                  </a:lnTo>
                  <a:lnTo>
                    <a:pt x="0" y="1650"/>
                  </a:lnTo>
                  <a:lnTo>
                    <a:pt x="0" y="6096"/>
                  </a:lnTo>
                  <a:lnTo>
                    <a:pt x="1650" y="7874"/>
                  </a:lnTo>
                  <a:lnTo>
                    <a:pt x="6095" y="7874"/>
                  </a:lnTo>
                  <a:lnTo>
                    <a:pt x="7874" y="6096"/>
                  </a:lnTo>
                  <a:lnTo>
                    <a:pt x="7874" y="3937"/>
                  </a:lnTo>
                  <a:lnTo>
                    <a:pt x="7874" y="1650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09538" y="1056513"/>
              <a:ext cx="922705" cy="1761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9167" y="3090334"/>
            <a:ext cx="1895687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dirty="0">
                <a:solidFill>
                  <a:srgbClr val="FF9300"/>
                </a:solidFill>
                <a:latin typeface="Century Schoolbook"/>
                <a:cs typeface="Century Schoolbook"/>
              </a:rPr>
              <a:t>shipping</a:t>
            </a:r>
            <a:r>
              <a:rPr sz="2400" spc="-40" dirty="0">
                <a:solidFill>
                  <a:srgbClr val="FF9300"/>
                </a:solidFill>
                <a:latin typeface="Century Schoolbook"/>
                <a:cs typeface="Century Schoolbook"/>
              </a:rPr>
              <a:t> </a:t>
            </a:r>
            <a:r>
              <a:rPr sz="2400" spc="-27" dirty="0">
                <a:solidFill>
                  <a:srgbClr val="FF9300"/>
                </a:solidFill>
                <a:latin typeface="Century Schoolbook"/>
                <a:cs typeface="Century Schoolbook"/>
              </a:rPr>
              <a:t>cost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8049" y="3799331"/>
            <a:ext cx="1508760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marketing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3641" y="4546093"/>
            <a:ext cx="1235287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material</a:t>
            </a: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5619" y="2557102"/>
            <a:ext cx="930840" cy="402505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368198" y="2396743"/>
            <a:ext cx="292100" cy="2590800"/>
          </a:xfrm>
          <a:custGeom>
            <a:avLst/>
            <a:gdLst/>
            <a:ahLst/>
            <a:cxnLst/>
            <a:rect l="l" t="t" r="r" b="b"/>
            <a:pathLst>
              <a:path w="219075" h="1943100">
                <a:moveTo>
                  <a:pt x="217779" y="1917700"/>
                </a:moveTo>
                <a:lnTo>
                  <a:pt x="195973" y="1917700"/>
                </a:lnTo>
                <a:lnTo>
                  <a:pt x="198197" y="1930407"/>
                </a:lnTo>
                <a:lnTo>
                  <a:pt x="155088" y="1930407"/>
                </a:lnTo>
                <a:lnTo>
                  <a:pt x="169837" y="1943100"/>
                </a:lnTo>
                <a:lnTo>
                  <a:pt x="217360" y="1943100"/>
                </a:lnTo>
                <a:lnTo>
                  <a:pt x="218885" y="1930705"/>
                </a:lnTo>
                <a:lnTo>
                  <a:pt x="217779" y="1917700"/>
                </a:lnTo>
                <a:close/>
              </a:path>
              <a:path w="219075" h="1943100">
                <a:moveTo>
                  <a:pt x="160070" y="1905000"/>
                </a:moveTo>
                <a:lnTo>
                  <a:pt x="110794" y="1905000"/>
                </a:lnTo>
                <a:lnTo>
                  <a:pt x="131927" y="1917700"/>
                </a:lnTo>
                <a:lnTo>
                  <a:pt x="147913" y="1930407"/>
                </a:lnTo>
                <a:lnTo>
                  <a:pt x="196514" y="1930407"/>
                </a:lnTo>
                <a:lnTo>
                  <a:pt x="183921" y="1917700"/>
                </a:lnTo>
                <a:lnTo>
                  <a:pt x="166192" y="1917700"/>
                </a:lnTo>
                <a:lnTo>
                  <a:pt x="160070" y="1905000"/>
                </a:lnTo>
                <a:close/>
              </a:path>
              <a:path w="219075" h="1943100">
                <a:moveTo>
                  <a:pt x="117398" y="1879600"/>
                </a:moveTo>
                <a:lnTo>
                  <a:pt x="88150" y="1879600"/>
                </a:lnTo>
                <a:lnTo>
                  <a:pt x="102895" y="1905000"/>
                </a:lnTo>
                <a:lnTo>
                  <a:pt x="145427" y="1905000"/>
                </a:lnTo>
                <a:lnTo>
                  <a:pt x="138861" y="1892300"/>
                </a:lnTo>
                <a:lnTo>
                  <a:pt x="124256" y="1892300"/>
                </a:lnTo>
                <a:lnTo>
                  <a:pt x="117398" y="1879600"/>
                </a:lnTo>
                <a:close/>
              </a:path>
              <a:path w="219075" h="1943100">
                <a:moveTo>
                  <a:pt x="103530" y="1866900"/>
                </a:moveTo>
                <a:lnTo>
                  <a:pt x="68414" y="1866900"/>
                </a:lnTo>
                <a:lnTo>
                  <a:pt x="80657" y="1879600"/>
                </a:lnTo>
                <a:lnTo>
                  <a:pt x="118300" y="1879600"/>
                </a:lnTo>
                <a:lnTo>
                  <a:pt x="103530" y="1866900"/>
                </a:lnTo>
                <a:close/>
              </a:path>
              <a:path w="219075" h="1943100">
                <a:moveTo>
                  <a:pt x="86550" y="1841500"/>
                </a:moveTo>
                <a:lnTo>
                  <a:pt x="86868" y="1854200"/>
                </a:lnTo>
                <a:lnTo>
                  <a:pt x="63055" y="1854200"/>
                </a:lnTo>
                <a:lnTo>
                  <a:pt x="68084" y="1866900"/>
                </a:lnTo>
                <a:lnTo>
                  <a:pt x="98793" y="1866900"/>
                </a:lnTo>
                <a:lnTo>
                  <a:pt x="86550" y="1841500"/>
                </a:lnTo>
                <a:close/>
              </a:path>
              <a:path w="219075" h="1943100">
                <a:moveTo>
                  <a:pt x="42024" y="1295400"/>
                </a:moveTo>
                <a:lnTo>
                  <a:pt x="19011" y="1295400"/>
                </a:lnTo>
                <a:lnTo>
                  <a:pt x="17564" y="1320800"/>
                </a:lnTo>
                <a:lnTo>
                  <a:pt x="17195" y="1320800"/>
                </a:lnTo>
                <a:lnTo>
                  <a:pt x="15392" y="1346200"/>
                </a:lnTo>
                <a:lnTo>
                  <a:pt x="14757" y="1358900"/>
                </a:lnTo>
                <a:lnTo>
                  <a:pt x="12230" y="1371600"/>
                </a:lnTo>
                <a:lnTo>
                  <a:pt x="11137" y="1384300"/>
                </a:lnTo>
                <a:lnTo>
                  <a:pt x="7556" y="1409700"/>
                </a:lnTo>
                <a:lnTo>
                  <a:pt x="6070" y="1422400"/>
                </a:lnTo>
                <a:lnTo>
                  <a:pt x="2413" y="1447800"/>
                </a:lnTo>
                <a:lnTo>
                  <a:pt x="1676" y="1460500"/>
                </a:lnTo>
                <a:lnTo>
                  <a:pt x="571" y="1498600"/>
                </a:lnTo>
                <a:lnTo>
                  <a:pt x="571" y="1524000"/>
                </a:lnTo>
                <a:lnTo>
                  <a:pt x="203" y="1536700"/>
                </a:lnTo>
                <a:lnTo>
                  <a:pt x="190" y="1562100"/>
                </a:lnTo>
                <a:lnTo>
                  <a:pt x="546" y="1574800"/>
                </a:lnTo>
                <a:lnTo>
                  <a:pt x="901" y="1612900"/>
                </a:lnTo>
                <a:lnTo>
                  <a:pt x="1625" y="1625600"/>
                </a:lnTo>
                <a:lnTo>
                  <a:pt x="2755" y="1651000"/>
                </a:lnTo>
                <a:lnTo>
                  <a:pt x="3835" y="1663700"/>
                </a:lnTo>
                <a:lnTo>
                  <a:pt x="6413" y="1689100"/>
                </a:lnTo>
                <a:lnTo>
                  <a:pt x="7861" y="1701800"/>
                </a:lnTo>
                <a:lnTo>
                  <a:pt x="12268" y="1714500"/>
                </a:lnTo>
                <a:lnTo>
                  <a:pt x="14503" y="1727200"/>
                </a:lnTo>
                <a:lnTo>
                  <a:pt x="20066" y="1752600"/>
                </a:lnTo>
                <a:lnTo>
                  <a:pt x="22580" y="1765300"/>
                </a:lnTo>
                <a:lnTo>
                  <a:pt x="28003" y="1778000"/>
                </a:lnTo>
                <a:lnTo>
                  <a:pt x="28270" y="1778000"/>
                </a:lnTo>
                <a:lnTo>
                  <a:pt x="31127" y="1790700"/>
                </a:lnTo>
                <a:lnTo>
                  <a:pt x="37807" y="1803400"/>
                </a:lnTo>
                <a:lnTo>
                  <a:pt x="41046" y="1816100"/>
                </a:lnTo>
                <a:lnTo>
                  <a:pt x="49250" y="1828800"/>
                </a:lnTo>
                <a:lnTo>
                  <a:pt x="53124" y="1841500"/>
                </a:lnTo>
                <a:lnTo>
                  <a:pt x="62484" y="1854200"/>
                </a:lnTo>
                <a:lnTo>
                  <a:pt x="86868" y="1854200"/>
                </a:lnTo>
                <a:lnTo>
                  <a:pt x="81813" y="1841500"/>
                </a:lnTo>
                <a:lnTo>
                  <a:pt x="82410" y="1841500"/>
                </a:lnTo>
                <a:lnTo>
                  <a:pt x="73050" y="1828800"/>
                </a:lnTo>
                <a:lnTo>
                  <a:pt x="73317" y="1828800"/>
                </a:lnTo>
                <a:lnTo>
                  <a:pt x="69581" y="1815601"/>
                </a:lnTo>
                <a:lnTo>
                  <a:pt x="62090" y="1803400"/>
                </a:lnTo>
                <a:lnTo>
                  <a:pt x="58839" y="1790700"/>
                </a:lnTo>
                <a:lnTo>
                  <a:pt x="59042" y="1790700"/>
                </a:lnTo>
                <a:lnTo>
                  <a:pt x="52565" y="1778000"/>
                </a:lnTo>
                <a:lnTo>
                  <a:pt x="49657" y="1765300"/>
                </a:lnTo>
                <a:lnTo>
                  <a:pt x="49923" y="1765300"/>
                </a:lnTo>
                <a:lnTo>
                  <a:pt x="44513" y="1752600"/>
                </a:lnTo>
                <a:lnTo>
                  <a:pt x="42100" y="1739900"/>
                </a:lnTo>
                <a:lnTo>
                  <a:pt x="36779" y="1727200"/>
                </a:lnTo>
                <a:lnTo>
                  <a:pt x="34709" y="1714500"/>
                </a:lnTo>
                <a:lnTo>
                  <a:pt x="30479" y="1689100"/>
                </a:lnTo>
                <a:lnTo>
                  <a:pt x="29095" y="1689100"/>
                </a:lnTo>
                <a:lnTo>
                  <a:pt x="26568" y="1663700"/>
                </a:lnTo>
                <a:lnTo>
                  <a:pt x="25539" y="1651000"/>
                </a:lnTo>
                <a:lnTo>
                  <a:pt x="24460" y="1625600"/>
                </a:lnTo>
                <a:lnTo>
                  <a:pt x="23749" y="1612900"/>
                </a:lnTo>
                <a:lnTo>
                  <a:pt x="23380" y="1574800"/>
                </a:lnTo>
                <a:lnTo>
                  <a:pt x="23025" y="1562100"/>
                </a:lnTo>
                <a:lnTo>
                  <a:pt x="23012" y="1536700"/>
                </a:lnTo>
                <a:lnTo>
                  <a:pt x="23355" y="1524000"/>
                </a:lnTo>
                <a:lnTo>
                  <a:pt x="23355" y="1498600"/>
                </a:lnTo>
                <a:lnTo>
                  <a:pt x="24409" y="1460500"/>
                </a:lnTo>
                <a:lnTo>
                  <a:pt x="25069" y="1447800"/>
                </a:lnTo>
                <a:lnTo>
                  <a:pt x="28663" y="1422400"/>
                </a:lnTo>
                <a:lnTo>
                  <a:pt x="30060" y="1409700"/>
                </a:lnTo>
                <a:lnTo>
                  <a:pt x="33667" y="1384300"/>
                </a:lnTo>
                <a:lnTo>
                  <a:pt x="34734" y="1371600"/>
                </a:lnTo>
                <a:lnTo>
                  <a:pt x="37261" y="1358900"/>
                </a:lnTo>
                <a:lnTo>
                  <a:pt x="38061" y="1346200"/>
                </a:lnTo>
                <a:lnTo>
                  <a:pt x="39890" y="1333500"/>
                </a:lnTo>
                <a:lnTo>
                  <a:pt x="40208" y="1320800"/>
                </a:lnTo>
                <a:lnTo>
                  <a:pt x="41643" y="1308100"/>
                </a:lnTo>
                <a:lnTo>
                  <a:pt x="42024" y="1295400"/>
                </a:lnTo>
                <a:close/>
              </a:path>
              <a:path w="219075" h="1943100">
                <a:moveTo>
                  <a:pt x="50760" y="1157232"/>
                </a:moveTo>
                <a:lnTo>
                  <a:pt x="50101" y="1168400"/>
                </a:lnTo>
                <a:lnTo>
                  <a:pt x="48018" y="1181100"/>
                </a:lnTo>
                <a:lnTo>
                  <a:pt x="46647" y="1193800"/>
                </a:lnTo>
                <a:lnTo>
                  <a:pt x="42329" y="1206500"/>
                </a:lnTo>
                <a:lnTo>
                  <a:pt x="40347" y="1206500"/>
                </a:lnTo>
                <a:lnTo>
                  <a:pt x="40233" y="1219200"/>
                </a:lnTo>
                <a:lnTo>
                  <a:pt x="36639" y="1231900"/>
                </a:lnTo>
                <a:lnTo>
                  <a:pt x="34874" y="1231900"/>
                </a:lnTo>
                <a:lnTo>
                  <a:pt x="30619" y="1244600"/>
                </a:lnTo>
                <a:lnTo>
                  <a:pt x="28460" y="1257300"/>
                </a:lnTo>
                <a:lnTo>
                  <a:pt x="23672" y="1270000"/>
                </a:lnTo>
                <a:lnTo>
                  <a:pt x="22123" y="1282700"/>
                </a:lnTo>
                <a:lnTo>
                  <a:pt x="19557" y="1295400"/>
                </a:lnTo>
                <a:lnTo>
                  <a:pt x="41821" y="1295400"/>
                </a:lnTo>
                <a:lnTo>
                  <a:pt x="44284" y="1282700"/>
                </a:lnTo>
                <a:lnTo>
                  <a:pt x="45618" y="1282700"/>
                </a:lnTo>
                <a:lnTo>
                  <a:pt x="50203" y="1257300"/>
                </a:lnTo>
                <a:lnTo>
                  <a:pt x="52450" y="1257300"/>
                </a:lnTo>
                <a:lnTo>
                  <a:pt x="56768" y="1244600"/>
                </a:lnTo>
                <a:lnTo>
                  <a:pt x="58534" y="1231900"/>
                </a:lnTo>
                <a:lnTo>
                  <a:pt x="62077" y="1219200"/>
                </a:lnTo>
                <a:lnTo>
                  <a:pt x="64414" y="1206500"/>
                </a:lnTo>
                <a:lnTo>
                  <a:pt x="68808" y="1193800"/>
                </a:lnTo>
                <a:lnTo>
                  <a:pt x="70319" y="1181100"/>
                </a:lnTo>
                <a:lnTo>
                  <a:pt x="72466" y="1168400"/>
                </a:lnTo>
                <a:lnTo>
                  <a:pt x="50749" y="1168400"/>
                </a:lnTo>
                <a:lnTo>
                  <a:pt x="50760" y="1157232"/>
                </a:lnTo>
                <a:close/>
              </a:path>
              <a:path w="219075" h="1943100">
                <a:moveTo>
                  <a:pt x="72491" y="1130300"/>
                </a:moveTo>
                <a:lnTo>
                  <a:pt x="50088" y="1130300"/>
                </a:lnTo>
                <a:lnTo>
                  <a:pt x="50774" y="1143000"/>
                </a:lnTo>
                <a:lnTo>
                  <a:pt x="50749" y="1168400"/>
                </a:lnTo>
                <a:lnTo>
                  <a:pt x="73177" y="1168400"/>
                </a:lnTo>
                <a:lnTo>
                  <a:pt x="73215" y="1143000"/>
                </a:lnTo>
                <a:lnTo>
                  <a:pt x="72491" y="1130300"/>
                </a:lnTo>
                <a:close/>
              </a:path>
              <a:path w="219075" h="1943100">
                <a:moveTo>
                  <a:pt x="48729" y="1117600"/>
                </a:moveTo>
                <a:lnTo>
                  <a:pt x="47942" y="1117600"/>
                </a:lnTo>
                <a:lnTo>
                  <a:pt x="49009" y="1130300"/>
                </a:lnTo>
                <a:lnTo>
                  <a:pt x="48729" y="1117600"/>
                </a:lnTo>
                <a:close/>
              </a:path>
              <a:path w="219075" h="1943100">
                <a:moveTo>
                  <a:pt x="70967" y="1117600"/>
                </a:moveTo>
                <a:lnTo>
                  <a:pt x="48729" y="1117600"/>
                </a:lnTo>
                <a:lnTo>
                  <a:pt x="49745" y="1130300"/>
                </a:lnTo>
                <a:lnTo>
                  <a:pt x="72097" y="1130300"/>
                </a:lnTo>
                <a:lnTo>
                  <a:pt x="70967" y="1117600"/>
                </a:lnTo>
                <a:close/>
              </a:path>
              <a:path w="219075" h="1943100">
                <a:moveTo>
                  <a:pt x="67767" y="1104900"/>
                </a:moveTo>
                <a:lnTo>
                  <a:pt x="45059" y="1104900"/>
                </a:lnTo>
                <a:lnTo>
                  <a:pt x="46482" y="1117600"/>
                </a:lnTo>
                <a:lnTo>
                  <a:pt x="69570" y="1117600"/>
                </a:lnTo>
                <a:lnTo>
                  <a:pt x="67767" y="1104900"/>
                </a:lnTo>
                <a:close/>
              </a:path>
              <a:path w="219075" h="1943100">
                <a:moveTo>
                  <a:pt x="39649" y="1092200"/>
                </a:moveTo>
                <a:lnTo>
                  <a:pt x="35382" y="1092200"/>
                </a:lnTo>
                <a:lnTo>
                  <a:pt x="39687" y="1104900"/>
                </a:lnTo>
                <a:lnTo>
                  <a:pt x="39649" y="1092200"/>
                </a:lnTo>
                <a:close/>
              </a:path>
              <a:path w="219075" h="1943100">
                <a:moveTo>
                  <a:pt x="61836" y="1092200"/>
                </a:moveTo>
                <a:lnTo>
                  <a:pt x="39649" y="1092200"/>
                </a:lnTo>
                <a:lnTo>
                  <a:pt x="41782" y="1104900"/>
                </a:lnTo>
                <a:lnTo>
                  <a:pt x="65811" y="1104900"/>
                </a:lnTo>
                <a:lnTo>
                  <a:pt x="61836" y="1092200"/>
                </a:lnTo>
                <a:close/>
              </a:path>
              <a:path w="219075" h="1943100">
                <a:moveTo>
                  <a:pt x="54775" y="1079500"/>
                </a:moveTo>
                <a:lnTo>
                  <a:pt x="30175" y="1079500"/>
                </a:lnTo>
                <a:lnTo>
                  <a:pt x="34848" y="1092200"/>
                </a:lnTo>
                <a:lnTo>
                  <a:pt x="59080" y="1092200"/>
                </a:lnTo>
                <a:lnTo>
                  <a:pt x="54775" y="1079500"/>
                </a:lnTo>
                <a:close/>
              </a:path>
              <a:path w="219075" h="1943100">
                <a:moveTo>
                  <a:pt x="46304" y="1066800"/>
                </a:moveTo>
                <a:lnTo>
                  <a:pt x="13030" y="1066800"/>
                </a:lnTo>
                <a:lnTo>
                  <a:pt x="18745" y="1079500"/>
                </a:lnTo>
                <a:lnTo>
                  <a:pt x="50977" y="1079500"/>
                </a:lnTo>
                <a:lnTo>
                  <a:pt x="46304" y="1066800"/>
                </a:lnTo>
                <a:close/>
              </a:path>
              <a:path w="219075" h="1943100">
                <a:moveTo>
                  <a:pt x="33159" y="1054100"/>
                </a:moveTo>
                <a:lnTo>
                  <a:pt x="5422" y="1054100"/>
                </a:lnTo>
                <a:lnTo>
                  <a:pt x="9017" y="1066800"/>
                </a:lnTo>
                <a:lnTo>
                  <a:pt x="36055" y="1066800"/>
                </a:lnTo>
                <a:lnTo>
                  <a:pt x="33159" y="1054100"/>
                </a:lnTo>
                <a:close/>
              </a:path>
              <a:path w="219075" h="1943100">
                <a:moveTo>
                  <a:pt x="21805" y="1041400"/>
                </a:moveTo>
                <a:lnTo>
                  <a:pt x="673" y="1041400"/>
                </a:lnTo>
                <a:lnTo>
                  <a:pt x="3175" y="1054100"/>
                </a:lnTo>
                <a:lnTo>
                  <a:pt x="24358" y="1054100"/>
                </a:lnTo>
                <a:lnTo>
                  <a:pt x="21805" y="1041400"/>
                </a:lnTo>
                <a:close/>
              </a:path>
              <a:path w="219075" h="1943100">
                <a:moveTo>
                  <a:pt x="23964" y="1041400"/>
                </a:moveTo>
                <a:lnTo>
                  <a:pt x="24358" y="1054100"/>
                </a:lnTo>
                <a:lnTo>
                  <a:pt x="25057" y="1054100"/>
                </a:lnTo>
                <a:lnTo>
                  <a:pt x="23964" y="1041400"/>
                </a:lnTo>
                <a:close/>
              </a:path>
              <a:path w="219075" h="1943100">
                <a:moveTo>
                  <a:pt x="22085" y="1016000"/>
                </a:moveTo>
                <a:lnTo>
                  <a:pt x="406" y="1016000"/>
                </a:lnTo>
                <a:lnTo>
                  <a:pt x="50" y="1028700"/>
                </a:lnTo>
                <a:lnTo>
                  <a:pt x="0" y="1041400"/>
                </a:lnTo>
                <a:lnTo>
                  <a:pt x="22123" y="1041400"/>
                </a:lnTo>
                <a:lnTo>
                  <a:pt x="21729" y="1028700"/>
                </a:lnTo>
                <a:lnTo>
                  <a:pt x="22085" y="1016000"/>
                </a:lnTo>
                <a:close/>
              </a:path>
              <a:path w="219075" h="1943100">
                <a:moveTo>
                  <a:pt x="22364" y="1016000"/>
                </a:moveTo>
                <a:lnTo>
                  <a:pt x="22085" y="1016000"/>
                </a:lnTo>
                <a:lnTo>
                  <a:pt x="21996" y="1028700"/>
                </a:lnTo>
                <a:lnTo>
                  <a:pt x="22364" y="1016000"/>
                </a:lnTo>
                <a:close/>
              </a:path>
              <a:path w="219075" h="1943100">
                <a:moveTo>
                  <a:pt x="27559" y="1003300"/>
                </a:moveTo>
                <a:lnTo>
                  <a:pt x="3098" y="1003300"/>
                </a:lnTo>
                <a:lnTo>
                  <a:pt x="1295" y="1016000"/>
                </a:lnTo>
                <a:lnTo>
                  <a:pt x="26606" y="1016000"/>
                </a:lnTo>
                <a:lnTo>
                  <a:pt x="27559" y="1003300"/>
                </a:lnTo>
                <a:close/>
              </a:path>
              <a:path w="219075" h="1943100">
                <a:moveTo>
                  <a:pt x="35686" y="990600"/>
                </a:moveTo>
                <a:lnTo>
                  <a:pt x="10426" y="990600"/>
                </a:lnTo>
                <a:lnTo>
                  <a:pt x="7899" y="1003300"/>
                </a:lnTo>
                <a:lnTo>
                  <a:pt x="31381" y="1003300"/>
                </a:lnTo>
                <a:lnTo>
                  <a:pt x="35686" y="990600"/>
                </a:lnTo>
                <a:close/>
              </a:path>
              <a:path w="219075" h="1943100">
                <a:moveTo>
                  <a:pt x="41592" y="977900"/>
                </a:moveTo>
                <a:lnTo>
                  <a:pt x="16332" y="977900"/>
                </a:lnTo>
                <a:lnTo>
                  <a:pt x="11798" y="990600"/>
                </a:lnTo>
                <a:lnTo>
                  <a:pt x="37744" y="990600"/>
                </a:lnTo>
                <a:lnTo>
                  <a:pt x="41592" y="977900"/>
                </a:lnTo>
                <a:close/>
              </a:path>
              <a:path w="219075" h="1943100">
                <a:moveTo>
                  <a:pt x="47548" y="965200"/>
                </a:moveTo>
                <a:lnTo>
                  <a:pt x="22555" y="965200"/>
                </a:lnTo>
                <a:lnTo>
                  <a:pt x="18592" y="977900"/>
                </a:lnTo>
                <a:lnTo>
                  <a:pt x="43954" y="977900"/>
                </a:lnTo>
                <a:lnTo>
                  <a:pt x="47548" y="965200"/>
                </a:lnTo>
                <a:close/>
              </a:path>
              <a:path w="219075" h="1943100">
                <a:moveTo>
                  <a:pt x="53238" y="952500"/>
                </a:moveTo>
                <a:lnTo>
                  <a:pt x="27457" y="952500"/>
                </a:lnTo>
                <a:lnTo>
                  <a:pt x="23901" y="965200"/>
                </a:lnTo>
                <a:lnTo>
                  <a:pt x="49644" y="965200"/>
                </a:lnTo>
                <a:lnTo>
                  <a:pt x="53238" y="952500"/>
                </a:lnTo>
                <a:close/>
              </a:path>
              <a:path w="219075" h="1943100">
                <a:moveTo>
                  <a:pt x="55460" y="901700"/>
                </a:moveTo>
                <a:lnTo>
                  <a:pt x="33985" y="901700"/>
                </a:lnTo>
                <a:lnTo>
                  <a:pt x="34023" y="927100"/>
                </a:lnTo>
                <a:lnTo>
                  <a:pt x="33007" y="939800"/>
                </a:lnTo>
                <a:lnTo>
                  <a:pt x="32613" y="939800"/>
                </a:lnTo>
                <a:lnTo>
                  <a:pt x="29006" y="952500"/>
                </a:lnTo>
                <a:lnTo>
                  <a:pt x="53581" y="952500"/>
                </a:lnTo>
                <a:lnTo>
                  <a:pt x="54292" y="939800"/>
                </a:lnTo>
                <a:lnTo>
                  <a:pt x="55435" y="927100"/>
                </a:lnTo>
                <a:lnTo>
                  <a:pt x="55460" y="901700"/>
                </a:lnTo>
                <a:close/>
              </a:path>
              <a:path w="219075" h="1943100">
                <a:moveTo>
                  <a:pt x="29438" y="596900"/>
                </a:moveTo>
                <a:lnTo>
                  <a:pt x="11074" y="596900"/>
                </a:lnTo>
                <a:lnTo>
                  <a:pt x="12865" y="622300"/>
                </a:lnTo>
                <a:lnTo>
                  <a:pt x="13970" y="635000"/>
                </a:lnTo>
                <a:lnTo>
                  <a:pt x="17132" y="673100"/>
                </a:lnTo>
                <a:lnTo>
                  <a:pt x="18923" y="698500"/>
                </a:lnTo>
                <a:lnTo>
                  <a:pt x="19989" y="711200"/>
                </a:lnTo>
                <a:lnTo>
                  <a:pt x="21755" y="723900"/>
                </a:lnTo>
                <a:lnTo>
                  <a:pt x="22440" y="736600"/>
                </a:lnTo>
                <a:lnTo>
                  <a:pt x="24244" y="762000"/>
                </a:lnTo>
                <a:lnTo>
                  <a:pt x="24930" y="774700"/>
                </a:lnTo>
                <a:lnTo>
                  <a:pt x="27787" y="800100"/>
                </a:lnTo>
                <a:lnTo>
                  <a:pt x="28486" y="812800"/>
                </a:lnTo>
                <a:lnTo>
                  <a:pt x="30988" y="838200"/>
                </a:lnTo>
                <a:lnTo>
                  <a:pt x="30899" y="850900"/>
                </a:lnTo>
                <a:lnTo>
                  <a:pt x="32334" y="863600"/>
                </a:lnTo>
                <a:lnTo>
                  <a:pt x="32931" y="876300"/>
                </a:lnTo>
                <a:lnTo>
                  <a:pt x="33642" y="901700"/>
                </a:lnTo>
                <a:lnTo>
                  <a:pt x="55092" y="901700"/>
                </a:lnTo>
                <a:lnTo>
                  <a:pt x="54330" y="876300"/>
                </a:lnTo>
                <a:lnTo>
                  <a:pt x="53505" y="863600"/>
                </a:lnTo>
                <a:lnTo>
                  <a:pt x="52070" y="850900"/>
                </a:lnTo>
                <a:lnTo>
                  <a:pt x="51790" y="838200"/>
                </a:lnTo>
                <a:lnTo>
                  <a:pt x="49784" y="838200"/>
                </a:lnTo>
                <a:lnTo>
                  <a:pt x="47282" y="812800"/>
                </a:lnTo>
                <a:lnTo>
                  <a:pt x="46545" y="800100"/>
                </a:lnTo>
                <a:lnTo>
                  <a:pt x="43637" y="774700"/>
                </a:lnTo>
                <a:lnTo>
                  <a:pt x="42900" y="762000"/>
                </a:lnTo>
                <a:lnTo>
                  <a:pt x="41084" y="736600"/>
                </a:lnTo>
                <a:lnTo>
                  <a:pt x="40335" y="723900"/>
                </a:lnTo>
                <a:lnTo>
                  <a:pt x="38506" y="711200"/>
                </a:lnTo>
                <a:lnTo>
                  <a:pt x="37414" y="698500"/>
                </a:lnTo>
                <a:lnTo>
                  <a:pt x="35598" y="673100"/>
                </a:lnTo>
                <a:lnTo>
                  <a:pt x="34442" y="660400"/>
                </a:lnTo>
                <a:lnTo>
                  <a:pt x="31229" y="622300"/>
                </a:lnTo>
                <a:lnTo>
                  <a:pt x="29438" y="596900"/>
                </a:lnTo>
                <a:close/>
              </a:path>
              <a:path w="219075" h="1943100">
                <a:moveTo>
                  <a:pt x="11074" y="596900"/>
                </a:moveTo>
                <a:lnTo>
                  <a:pt x="9347" y="596900"/>
                </a:lnTo>
                <a:lnTo>
                  <a:pt x="11214" y="609600"/>
                </a:lnTo>
                <a:lnTo>
                  <a:pt x="11074" y="596900"/>
                </a:lnTo>
                <a:close/>
              </a:path>
              <a:path w="219075" h="1943100">
                <a:moveTo>
                  <a:pt x="35928" y="228600"/>
                </a:moveTo>
                <a:lnTo>
                  <a:pt x="16179" y="228600"/>
                </a:lnTo>
                <a:lnTo>
                  <a:pt x="12839" y="254000"/>
                </a:lnTo>
                <a:lnTo>
                  <a:pt x="12090" y="266700"/>
                </a:lnTo>
                <a:lnTo>
                  <a:pt x="9182" y="292100"/>
                </a:lnTo>
                <a:lnTo>
                  <a:pt x="8343" y="292100"/>
                </a:lnTo>
                <a:lnTo>
                  <a:pt x="7277" y="317500"/>
                </a:lnTo>
                <a:lnTo>
                  <a:pt x="6502" y="330200"/>
                </a:lnTo>
                <a:lnTo>
                  <a:pt x="6477" y="355600"/>
                </a:lnTo>
                <a:lnTo>
                  <a:pt x="6096" y="368300"/>
                </a:lnTo>
                <a:lnTo>
                  <a:pt x="5714" y="393700"/>
                </a:lnTo>
                <a:lnTo>
                  <a:pt x="4610" y="419100"/>
                </a:lnTo>
                <a:lnTo>
                  <a:pt x="4241" y="444500"/>
                </a:lnTo>
                <a:lnTo>
                  <a:pt x="3860" y="457200"/>
                </a:lnTo>
                <a:lnTo>
                  <a:pt x="3492" y="482600"/>
                </a:lnTo>
                <a:lnTo>
                  <a:pt x="3479" y="495300"/>
                </a:lnTo>
                <a:lnTo>
                  <a:pt x="3835" y="520700"/>
                </a:lnTo>
                <a:lnTo>
                  <a:pt x="3860" y="533400"/>
                </a:lnTo>
                <a:lnTo>
                  <a:pt x="4940" y="546100"/>
                </a:lnTo>
                <a:lnTo>
                  <a:pt x="6680" y="558800"/>
                </a:lnTo>
                <a:lnTo>
                  <a:pt x="7391" y="571500"/>
                </a:lnTo>
                <a:lnTo>
                  <a:pt x="9207" y="596900"/>
                </a:lnTo>
                <a:lnTo>
                  <a:pt x="29845" y="596900"/>
                </a:lnTo>
                <a:lnTo>
                  <a:pt x="28054" y="571500"/>
                </a:lnTo>
                <a:lnTo>
                  <a:pt x="27330" y="558800"/>
                </a:lnTo>
                <a:lnTo>
                  <a:pt x="25552" y="546100"/>
                </a:lnTo>
                <a:lnTo>
                  <a:pt x="25476" y="533400"/>
                </a:lnTo>
                <a:lnTo>
                  <a:pt x="24434" y="533400"/>
                </a:lnTo>
                <a:lnTo>
                  <a:pt x="24422" y="520700"/>
                </a:lnTo>
                <a:lnTo>
                  <a:pt x="24053" y="495300"/>
                </a:lnTo>
                <a:lnTo>
                  <a:pt x="24041" y="482600"/>
                </a:lnTo>
                <a:lnTo>
                  <a:pt x="24396" y="457200"/>
                </a:lnTo>
                <a:lnTo>
                  <a:pt x="26123" y="393700"/>
                </a:lnTo>
                <a:lnTo>
                  <a:pt x="26479" y="368300"/>
                </a:lnTo>
                <a:lnTo>
                  <a:pt x="26809" y="355600"/>
                </a:lnTo>
                <a:lnTo>
                  <a:pt x="26796" y="330200"/>
                </a:lnTo>
                <a:lnTo>
                  <a:pt x="27457" y="317500"/>
                </a:lnTo>
                <a:lnTo>
                  <a:pt x="28549" y="304800"/>
                </a:lnTo>
                <a:lnTo>
                  <a:pt x="29146" y="292100"/>
                </a:lnTo>
                <a:lnTo>
                  <a:pt x="32054" y="266700"/>
                </a:lnTo>
                <a:lnTo>
                  <a:pt x="32613" y="254000"/>
                </a:lnTo>
                <a:lnTo>
                  <a:pt x="35839" y="241300"/>
                </a:lnTo>
                <a:lnTo>
                  <a:pt x="35928" y="228600"/>
                </a:lnTo>
                <a:close/>
              </a:path>
              <a:path w="219075" h="1943100">
                <a:moveTo>
                  <a:pt x="74269" y="63500"/>
                </a:moveTo>
                <a:lnTo>
                  <a:pt x="56959" y="63500"/>
                </a:lnTo>
                <a:lnTo>
                  <a:pt x="52247" y="76200"/>
                </a:lnTo>
                <a:lnTo>
                  <a:pt x="49479" y="76200"/>
                </a:lnTo>
                <a:lnTo>
                  <a:pt x="45451" y="87943"/>
                </a:lnTo>
                <a:lnTo>
                  <a:pt x="42760" y="101600"/>
                </a:lnTo>
                <a:lnTo>
                  <a:pt x="38760" y="114300"/>
                </a:lnTo>
                <a:lnTo>
                  <a:pt x="38912" y="114300"/>
                </a:lnTo>
                <a:lnTo>
                  <a:pt x="36537" y="127000"/>
                </a:lnTo>
                <a:lnTo>
                  <a:pt x="32207" y="139700"/>
                </a:lnTo>
                <a:lnTo>
                  <a:pt x="30314" y="152400"/>
                </a:lnTo>
                <a:lnTo>
                  <a:pt x="26301" y="165100"/>
                </a:lnTo>
                <a:lnTo>
                  <a:pt x="24307" y="177800"/>
                </a:lnTo>
                <a:lnTo>
                  <a:pt x="21399" y="190500"/>
                </a:lnTo>
                <a:lnTo>
                  <a:pt x="16967" y="228600"/>
                </a:lnTo>
                <a:lnTo>
                  <a:pt x="36487" y="228600"/>
                </a:lnTo>
                <a:lnTo>
                  <a:pt x="39344" y="203200"/>
                </a:lnTo>
                <a:lnTo>
                  <a:pt x="40690" y="190500"/>
                </a:lnTo>
                <a:lnTo>
                  <a:pt x="43446" y="177800"/>
                </a:lnTo>
                <a:lnTo>
                  <a:pt x="45148" y="165100"/>
                </a:lnTo>
                <a:lnTo>
                  <a:pt x="49098" y="152400"/>
                </a:lnTo>
                <a:lnTo>
                  <a:pt x="50774" y="139700"/>
                </a:lnTo>
                <a:lnTo>
                  <a:pt x="55016" y="127000"/>
                </a:lnTo>
                <a:lnTo>
                  <a:pt x="57086" y="127000"/>
                </a:lnTo>
                <a:lnTo>
                  <a:pt x="61099" y="101600"/>
                </a:lnTo>
                <a:lnTo>
                  <a:pt x="62992" y="101600"/>
                </a:lnTo>
                <a:lnTo>
                  <a:pt x="67348" y="88900"/>
                </a:lnTo>
                <a:lnTo>
                  <a:pt x="66992" y="88900"/>
                </a:lnTo>
                <a:lnTo>
                  <a:pt x="69621" y="76200"/>
                </a:lnTo>
                <a:lnTo>
                  <a:pt x="74269" y="63500"/>
                </a:lnTo>
                <a:close/>
              </a:path>
              <a:path w="219075" h="1943100">
                <a:moveTo>
                  <a:pt x="84137" y="38100"/>
                </a:moveTo>
                <a:lnTo>
                  <a:pt x="65862" y="38100"/>
                </a:lnTo>
                <a:lnTo>
                  <a:pt x="57353" y="63500"/>
                </a:lnTo>
                <a:lnTo>
                  <a:pt x="76314" y="63500"/>
                </a:lnTo>
                <a:lnTo>
                  <a:pt x="82042" y="50800"/>
                </a:lnTo>
                <a:lnTo>
                  <a:pt x="84137" y="38100"/>
                </a:lnTo>
                <a:close/>
              </a:path>
              <a:path w="219075" h="1943100">
                <a:moveTo>
                  <a:pt x="92595" y="25400"/>
                </a:moveTo>
                <a:lnTo>
                  <a:pt x="75095" y="25400"/>
                </a:lnTo>
                <a:lnTo>
                  <a:pt x="68516" y="38100"/>
                </a:lnTo>
                <a:lnTo>
                  <a:pt x="84137" y="38100"/>
                </a:lnTo>
                <a:lnTo>
                  <a:pt x="83604" y="50800"/>
                </a:lnTo>
                <a:lnTo>
                  <a:pt x="90055" y="38100"/>
                </a:lnTo>
                <a:lnTo>
                  <a:pt x="92595" y="25400"/>
                </a:lnTo>
                <a:close/>
              </a:path>
              <a:path w="219075" h="1943100">
                <a:moveTo>
                  <a:pt x="100952" y="12700"/>
                </a:moveTo>
                <a:lnTo>
                  <a:pt x="83718" y="12700"/>
                </a:lnTo>
                <a:lnTo>
                  <a:pt x="77927" y="25400"/>
                </a:lnTo>
                <a:lnTo>
                  <a:pt x="98475" y="25400"/>
                </a:lnTo>
                <a:lnTo>
                  <a:pt x="99201" y="23058"/>
                </a:lnTo>
                <a:lnTo>
                  <a:pt x="100952" y="12700"/>
                </a:lnTo>
                <a:close/>
              </a:path>
              <a:path w="219075" h="1943100">
                <a:moveTo>
                  <a:pt x="104686" y="12700"/>
                </a:moveTo>
                <a:lnTo>
                  <a:pt x="102412" y="12700"/>
                </a:lnTo>
                <a:lnTo>
                  <a:pt x="99201" y="23058"/>
                </a:lnTo>
                <a:lnTo>
                  <a:pt x="98806" y="25400"/>
                </a:lnTo>
                <a:lnTo>
                  <a:pt x="104686" y="12700"/>
                </a:lnTo>
                <a:close/>
              </a:path>
              <a:path w="219075" h="1943100">
                <a:moveTo>
                  <a:pt x="112737" y="12700"/>
                </a:moveTo>
                <a:lnTo>
                  <a:pt x="109334" y="12700"/>
                </a:lnTo>
                <a:lnTo>
                  <a:pt x="114427" y="25400"/>
                </a:lnTo>
                <a:lnTo>
                  <a:pt x="116624" y="25400"/>
                </a:lnTo>
                <a:lnTo>
                  <a:pt x="112737" y="12700"/>
                </a:lnTo>
                <a:close/>
              </a:path>
              <a:path w="219075" h="1943100">
                <a:moveTo>
                  <a:pt x="124091" y="12700"/>
                </a:moveTo>
                <a:lnTo>
                  <a:pt x="112737" y="12700"/>
                </a:lnTo>
                <a:lnTo>
                  <a:pt x="116738" y="25400"/>
                </a:lnTo>
                <a:lnTo>
                  <a:pt x="119786" y="25400"/>
                </a:lnTo>
                <a:lnTo>
                  <a:pt x="124091" y="12700"/>
                </a:lnTo>
                <a:close/>
              </a:path>
              <a:path w="219075" h="1943100">
                <a:moveTo>
                  <a:pt x="90380" y="1310"/>
                </a:moveTo>
                <a:lnTo>
                  <a:pt x="86804" y="12700"/>
                </a:lnTo>
                <a:lnTo>
                  <a:pt x="89674" y="12700"/>
                </a:lnTo>
                <a:lnTo>
                  <a:pt x="90380" y="1310"/>
                </a:lnTo>
                <a:close/>
              </a:path>
              <a:path w="219075" h="1943100">
                <a:moveTo>
                  <a:pt x="90792" y="0"/>
                </a:moveTo>
                <a:lnTo>
                  <a:pt x="90380" y="1310"/>
                </a:lnTo>
                <a:lnTo>
                  <a:pt x="89674" y="12700"/>
                </a:lnTo>
                <a:lnTo>
                  <a:pt x="90676" y="1310"/>
                </a:lnTo>
                <a:lnTo>
                  <a:pt x="90792" y="0"/>
                </a:lnTo>
                <a:close/>
              </a:path>
              <a:path w="219075" h="1943100">
                <a:moveTo>
                  <a:pt x="120256" y="0"/>
                </a:moveTo>
                <a:lnTo>
                  <a:pt x="90792" y="0"/>
                </a:lnTo>
                <a:lnTo>
                  <a:pt x="89674" y="12700"/>
                </a:lnTo>
                <a:lnTo>
                  <a:pt x="121386" y="12700"/>
                </a:lnTo>
                <a:lnTo>
                  <a:pt x="120372" y="1310"/>
                </a:lnTo>
                <a:lnTo>
                  <a:pt x="120256" y="0"/>
                </a:lnTo>
                <a:close/>
              </a:path>
              <a:path w="219075" h="1943100">
                <a:moveTo>
                  <a:pt x="90792" y="0"/>
                </a:moveTo>
                <a:lnTo>
                  <a:pt x="90462" y="0"/>
                </a:lnTo>
                <a:lnTo>
                  <a:pt x="90380" y="1310"/>
                </a:lnTo>
                <a:lnTo>
                  <a:pt x="90792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2887" y="1748704"/>
            <a:ext cx="757428" cy="347301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630451"/>
            <a:ext cx="12192000" cy="1227667"/>
            <a:chOff x="0" y="4222838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0655" y="4261395"/>
              <a:ext cx="919797" cy="2558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1706" y="4222838"/>
              <a:ext cx="141959" cy="2225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3282" y="4244771"/>
              <a:ext cx="996569" cy="2157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1232" y="4224985"/>
              <a:ext cx="163598" cy="2308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3286" y="4232478"/>
              <a:ext cx="870084" cy="240944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191085" y="491202"/>
            <a:ext cx="582168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Demand</a:t>
            </a:r>
            <a:r>
              <a:rPr spc="-87" dirty="0"/>
              <a:t> </a:t>
            </a:r>
            <a:r>
              <a:rPr spc="-13" dirty="0"/>
              <a:t>Prediction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061621" y="3362451"/>
            <a:ext cx="2976033" cy="880583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3" marR="6773">
              <a:lnSpc>
                <a:spcPct val="101899"/>
              </a:lnSpc>
              <a:spcBef>
                <a:spcPts val="107"/>
              </a:spcBef>
            </a:pP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probability</a:t>
            </a:r>
            <a:r>
              <a:rPr sz="2867" spc="1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33" dirty="0">
                <a:solidFill>
                  <a:srgbClr val="FF40FF"/>
                </a:solidFill>
                <a:latin typeface="Century Schoolbook"/>
                <a:cs typeface="Century Schoolbook"/>
              </a:rPr>
              <a:t>of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being</a:t>
            </a:r>
            <a:r>
              <a:rPr sz="2867" spc="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a</a:t>
            </a:r>
            <a:r>
              <a:rPr sz="2867" spc="127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top</a:t>
            </a:r>
            <a:r>
              <a:rPr sz="2867" spc="93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13" dirty="0">
                <a:solidFill>
                  <a:srgbClr val="FF40FF"/>
                </a:solidFill>
                <a:latin typeface="Century Schoolbook"/>
                <a:cs typeface="Century Schoolbook"/>
              </a:rPr>
              <a:t>seller</a:t>
            </a:r>
            <a:endParaRPr sz="2867">
              <a:latin typeface="Century Schoolbook"/>
              <a:cs typeface="Century Schoolboo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69976" y="1016678"/>
            <a:ext cx="5078305" cy="4494105"/>
            <a:chOff x="2077481" y="762508"/>
            <a:chExt cx="3808729" cy="3370579"/>
          </a:xfrm>
        </p:grpSpPr>
        <p:sp>
          <p:nvSpPr>
            <p:cNvPr id="11" name="object 11"/>
            <p:cNvSpPr/>
            <p:nvPr/>
          </p:nvSpPr>
          <p:spPr>
            <a:xfrm>
              <a:off x="4534789" y="1662683"/>
              <a:ext cx="38735" cy="179070"/>
            </a:xfrm>
            <a:custGeom>
              <a:avLst/>
              <a:gdLst/>
              <a:ahLst/>
              <a:cxnLst/>
              <a:rect l="l" t="t" r="r" b="b"/>
              <a:pathLst>
                <a:path w="38735" h="179069">
                  <a:moveTo>
                    <a:pt x="24003" y="7366"/>
                  </a:moveTo>
                  <a:lnTo>
                    <a:pt x="21209" y="3683"/>
                  </a:lnTo>
                  <a:lnTo>
                    <a:pt x="16002" y="2032"/>
                  </a:lnTo>
                  <a:lnTo>
                    <a:pt x="16891" y="2286"/>
                  </a:lnTo>
                  <a:lnTo>
                    <a:pt x="15621" y="1778"/>
                  </a:lnTo>
                  <a:lnTo>
                    <a:pt x="14605" y="1524"/>
                  </a:lnTo>
                  <a:lnTo>
                    <a:pt x="10287" y="0"/>
                  </a:lnTo>
                  <a:lnTo>
                    <a:pt x="5461" y="1524"/>
                  </a:lnTo>
                  <a:lnTo>
                    <a:pt x="2794" y="5207"/>
                  </a:lnTo>
                  <a:lnTo>
                    <a:pt x="0" y="8890"/>
                  </a:lnTo>
                  <a:lnTo>
                    <a:pt x="0" y="13970"/>
                  </a:lnTo>
                  <a:lnTo>
                    <a:pt x="2794" y="17653"/>
                  </a:lnTo>
                  <a:lnTo>
                    <a:pt x="5461" y="21336"/>
                  </a:lnTo>
                  <a:lnTo>
                    <a:pt x="10287" y="22860"/>
                  </a:lnTo>
                  <a:lnTo>
                    <a:pt x="14605" y="21463"/>
                  </a:lnTo>
                  <a:lnTo>
                    <a:pt x="16891" y="20574"/>
                  </a:lnTo>
                  <a:lnTo>
                    <a:pt x="16002" y="20955"/>
                  </a:lnTo>
                  <a:lnTo>
                    <a:pt x="17272" y="20447"/>
                  </a:lnTo>
                  <a:lnTo>
                    <a:pt x="21209" y="19304"/>
                  </a:lnTo>
                  <a:lnTo>
                    <a:pt x="24003" y="15621"/>
                  </a:lnTo>
                  <a:lnTo>
                    <a:pt x="24003" y="7366"/>
                  </a:lnTo>
                  <a:close/>
                </a:path>
                <a:path w="38735" h="179069">
                  <a:moveTo>
                    <a:pt x="38227" y="92456"/>
                  </a:moveTo>
                  <a:lnTo>
                    <a:pt x="13970" y="92456"/>
                  </a:lnTo>
                  <a:lnTo>
                    <a:pt x="13766" y="92456"/>
                  </a:lnTo>
                  <a:lnTo>
                    <a:pt x="12192" y="95377"/>
                  </a:lnTo>
                  <a:lnTo>
                    <a:pt x="12115" y="100457"/>
                  </a:lnTo>
                  <a:lnTo>
                    <a:pt x="12319" y="102616"/>
                  </a:lnTo>
                  <a:lnTo>
                    <a:pt x="12573" y="106045"/>
                  </a:lnTo>
                  <a:lnTo>
                    <a:pt x="12750" y="107950"/>
                  </a:lnTo>
                  <a:lnTo>
                    <a:pt x="13169" y="118745"/>
                  </a:lnTo>
                  <a:lnTo>
                    <a:pt x="13208" y="126238"/>
                  </a:lnTo>
                  <a:lnTo>
                    <a:pt x="13855" y="138963"/>
                  </a:lnTo>
                  <a:lnTo>
                    <a:pt x="13970" y="140970"/>
                  </a:lnTo>
                  <a:lnTo>
                    <a:pt x="14605" y="145415"/>
                  </a:lnTo>
                  <a:lnTo>
                    <a:pt x="14693" y="146050"/>
                  </a:lnTo>
                  <a:lnTo>
                    <a:pt x="14808" y="146900"/>
                  </a:lnTo>
                  <a:lnTo>
                    <a:pt x="15646" y="157607"/>
                  </a:lnTo>
                  <a:lnTo>
                    <a:pt x="15748" y="158877"/>
                  </a:lnTo>
                  <a:lnTo>
                    <a:pt x="15875" y="159893"/>
                  </a:lnTo>
                  <a:lnTo>
                    <a:pt x="16637" y="164223"/>
                  </a:lnTo>
                  <a:lnTo>
                    <a:pt x="17399" y="169545"/>
                  </a:lnTo>
                  <a:lnTo>
                    <a:pt x="18161" y="174637"/>
                  </a:lnTo>
                  <a:lnTo>
                    <a:pt x="22733" y="178447"/>
                  </a:lnTo>
                  <a:lnTo>
                    <a:pt x="33147" y="177685"/>
                  </a:lnTo>
                  <a:lnTo>
                    <a:pt x="37211" y="173355"/>
                  </a:lnTo>
                  <a:lnTo>
                    <a:pt x="37338" y="157607"/>
                  </a:lnTo>
                  <a:lnTo>
                    <a:pt x="36918" y="148094"/>
                  </a:lnTo>
                  <a:lnTo>
                    <a:pt x="36830" y="145415"/>
                  </a:lnTo>
                  <a:lnTo>
                    <a:pt x="36360" y="140970"/>
                  </a:lnTo>
                  <a:lnTo>
                    <a:pt x="36245" y="139827"/>
                  </a:lnTo>
                  <a:lnTo>
                    <a:pt x="36156" y="138963"/>
                  </a:lnTo>
                  <a:lnTo>
                    <a:pt x="35598" y="126238"/>
                  </a:lnTo>
                  <a:lnTo>
                    <a:pt x="35560" y="118745"/>
                  </a:lnTo>
                  <a:lnTo>
                    <a:pt x="35217" y="109994"/>
                  </a:lnTo>
                  <a:lnTo>
                    <a:pt x="35179" y="107950"/>
                  </a:lnTo>
                  <a:lnTo>
                    <a:pt x="34671" y="104013"/>
                  </a:lnTo>
                  <a:lnTo>
                    <a:pt x="34594" y="103378"/>
                  </a:lnTo>
                  <a:lnTo>
                    <a:pt x="34302" y="100457"/>
                  </a:lnTo>
                  <a:lnTo>
                    <a:pt x="32893" y="103378"/>
                  </a:lnTo>
                  <a:lnTo>
                    <a:pt x="34290" y="100457"/>
                  </a:lnTo>
                  <a:lnTo>
                    <a:pt x="34175" y="99314"/>
                  </a:lnTo>
                  <a:lnTo>
                    <a:pt x="34290" y="99110"/>
                  </a:lnTo>
                  <a:lnTo>
                    <a:pt x="34632" y="98323"/>
                  </a:lnTo>
                  <a:lnTo>
                    <a:pt x="34328" y="99110"/>
                  </a:lnTo>
                  <a:lnTo>
                    <a:pt x="34798" y="98323"/>
                  </a:lnTo>
                  <a:lnTo>
                    <a:pt x="35140" y="97790"/>
                  </a:lnTo>
                  <a:lnTo>
                    <a:pt x="35306" y="97028"/>
                  </a:lnTo>
                  <a:lnTo>
                    <a:pt x="35179" y="97790"/>
                  </a:lnTo>
                  <a:lnTo>
                    <a:pt x="34569" y="98831"/>
                  </a:lnTo>
                  <a:lnTo>
                    <a:pt x="34328" y="99110"/>
                  </a:lnTo>
                  <a:lnTo>
                    <a:pt x="34290" y="100457"/>
                  </a:lnTo>
                  <a:lnTo>
                    <a:pt x="35001" y="98323"/>
                  </a:lnTo>
                  <a:lnTo>
                    <a:pt x="36080" y="97028"/>
                  </a:lnTo>
                  <a:lnTo>
                    <a:pt x="36703" y="96266"/>
                  </a:lnTo>
                  <a:lnTo>
                    <a:pt x="38227" y="94361"/>
                  </a:lnTo>
                  <a:lnTo>
                    <a:pt x="38227" y="92456"/>
                  </a:lnTo>
                  <a:close/>
                </a:path>
                <a:path w="38735" h="179069">
                  <a:moveTo>
                    <a:pt x="38227" y="90678"/>
                  </a:moveTo>
                  <a:lnTo>
                    <a:pt x="36296" y="88265"/>
                  </a:lnTo>
                  <a:lnTo>
                    <a:pt x="34163" y="85725"/>
                  </a:lnTo>
                  <a:lnTo>
                    <a:pt x="32004" y="83058"/>
                  </a:lnTo>
                  <a:lnTo>
                    <a:pt x="29298" y="81915"/>
                  </a:lnTo>
                  <a:lnTo>
                    <a:pt x="21971" y="81915"/>
                  </a:lnTo>
                  <a:lnTo>
                    <a:pt x="18796" y="83693"/>
                  </a:lnTo>
                  <a:lnTo>
                    <a:pt x="16891" y="86487"/>
                  </a:lnTo>
                  <a:lnTo>
                    <a:pt x="15748" y="88265"/>
                  </a:lnTo>
                  <a:lnTo>
                    <a:pt x="14554" y="91059"/>
                  </a:lnTo>
                  <a:lnTo>
                    <a:pt x="38227" y="91059"/>
                  </a:lnTo>
                  <a:lnTo>
                    <a:pt x="38227" y="9067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7481" y="762508"/>
              <a:ext cx="3808104" cy="31126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0951" y="3408553"/>
              <a:ext cx="1633663" cy="72423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7879" y="5606067"/>
            <a:ext cx="189811" cy="3642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516454" y="2632371"/>
            <a:ext cx="954193" cy="46258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44800" y="1354837"/>
            <a:ext cx="6229773" cy="4039447"/>
            <a:chOff x="2133600" y="1016127"/>
            <a:chExt cx="4672330" cy="3029585"/>
          </a:xfrm>
        </p:grpSpPr>
        <p:sp>
          <p:nvSpPr>
            <p:cNvPr id="17" name="object 17"/>
            <p:cNvSpPr/>
            <p:nvPr/>
          </p:nvSpPr>
          <p:spPr>
            <a:xfrm>
              <a:off x="5211572" y="1016127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6095" y="0"/>
                  </a:moveTo>
                  <a:lnTo>
                    <a:pt x="1650" y="0"/>
                  </a:lnTo>
                  <a:lnTo>
                    <a:pt x="0" y="1650"/>
                  </a:lnTo>
                  <a:lnTo>
                    <a:pt x="0" y="6096"/>
                  </a:lnTo>
                  <a:lnTo>
                    <a:pt x="1650" y="7874"/>
                  </a:lnTo>
                  <a:lnTo>
                    <a:pt x="6095" y="7874"/>
                  </a:lnTo>
                  <a:lnTo>
                    <a:pt x="7874" y="6096"/>
                  </a:lnTo>
                  <a:lnTo>
                    <a:pt x="7874" y="3937"/>
                  </a:lnTo>
                  <a:lnTo>
                    <a:pt x="7874" y="1650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9539" y="1056513"/>
              <a:ext cx="922705" cy="1761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6176" y="1932940"/>
              <a:ext cx="1079753" cy="2498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90845" y="3849369"/>
              <a:ext cx="688501" cy="1960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7832" y="3806697"/>
              <a:ext cx="723010" cy="21181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33600" y="2705100"/>
              <a:ext cx="403860" cy="114300"/>
            </a:xfrm>
            <a:custGeom>
              <a:avLst/>
              <a:gdLst/>
              <a:ahLst/>
              <a:cxnLst/>
              <a:rect l="l" t="t" r="r" b="b"/>
              <a:pathLst>
                <a:path w="403860" h="114300">
                  <a:moveTo>
                    <a:pt x="289051" y="0"/>
                  </a:moveTo>
                  <a:lnTo>
                    <a:pt x="289051" y="114300"/>
                  </a:lnTo>
                  <a:lnTo>
                    <a:pt x="365251" y="76200"/>
                  </a:lnTo>
                  <a:lnTo>
                    <a:pt x="308101" y="76200"/>
                  </a:lnTo>
                  <a:lnTo>
                    <a:pt x="308101" y="38100"/>
                  </a:lnTo>
                  <a:lnTo>
                    <a:pt x="365251" y="38100"/>
                  </a:lnTo>
                  <a:lnTo>
                    <a:pt x="289051" y="0"/>
                  </a:lnTo>
                  <a:close/>
                </a:path>
                <a:path w="403860" h="114300">
                  <a:moveTo>
                    <a:pt x="28905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9051" y="76200"/>
                  </a:lnTo>
                  <a:lnTo>
                    <a:pt x="289051" y="38100"/>
                  </a:lnTo>
                  <a:close/>
                </a:path>
                <a:path w="403860" h="114300">
                  <a:moveTo>
                    <a:pt x="365251" y="38100"/>
                  </a:moveTo>
                  <a:lnTo>
                    <a:pt x="308101" y="38100"/>
                  </a:lnTo>
                  <a:lnTo>
                    <a:pt x="308101" y="76200"/>
                  </a:lnTo>
                  <a:lnTo>
                    <a:pt x="365251" y="76200"/>
                  </a:lnTo>
                  <a:lnTo>
                    <a:pt x="403351" y="57150"/>
                  </a:lnTo>
                  <a:lnTo>
                    <a:pt x="365251" y="3810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1850" y="2695575"/>
              <a:ext cx="1322070" cy="114300"/>
            </a:xfrm>
            <a:custGeom>
              <a:avLst/>
              <a:gdLst/>
              <a:ahLst/>
              <a:cxnLst/>
              <a:rect l="l" t="t" r="r" b="b"/>
              <a:pathLst>
                <a:path w="1322070" h="114300">
                  <a:moveTo>
                    <a:pt x="1207515" y="0"/>
                  </a:moveTo>
                  <a:lnTo>
                    <a:pt x="1207515" y="114300"/>
                  </a:lnTo>
                  <a:lnTo>
                    <a:pt x="1283715" y="76200"/>
                  </a:lnTo>
                  <a:lnTo>
                    <a:pt x="1226565" y="76200"/>
                  </a:lnTo>
                  <a:lnTo>
                    <a:pt x="1226565" y="38100"/>
                  </a:lnTo>
                  <a:lnTo>
                    <a:pt x="1283715" y="38100"/>
                  </a:lnTo>
                  <a:lnTo>
                    <a:pt x="1207515" y="0"/>
                  </a:lnTo>
                  <a:close/>
                </a:path>
                <a:path w="1322070" h="114300">
                  <a:moveTo>
                    <a:pt x="12075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207515" y="76200"/>
                  </a:lnTo>
                  <a:lnTo>
                    <a:pt x="1207515" y="38100"/>
                  </a:lnTo>
                  <a:close/>
                </a:path>
                <a:path w="1322070" h="114300">
                  <a:moveTo>
                    <a:pt x="1283715" y="38100"/>
                  </a:moveTo>
                  <a:lnTo>
                    <a:pt x="1226565" y="38100"/>
                  </a:lnTo>
                  <a:lnTo>
                    <a:pt x="1226565" y="76200"/>
                  </a:lnTo>
                  <a:lnTo>
                    <a:pt x="1283715" y="76200"/>
                  </a:lnTo>
                  <a:lnTo>
                    <a:pt x="1321815" y="57150"/>
                  </a:lnTo>
                  <a:lnTo>
                    <a:pt x="1283715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75130" y="1403774"/>
            <a:ext cx="2569633" cy="132527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30639">
              <a:spcBef>
                <a:spcPts val="173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  <a:p>
            <a:pPr>
              <a:spcBef>
                <a:spcPts val="387"/>
              </a:spcBef>
            </a:pPr>
            <a:endParaRPr sz="2867">
              <a:latin typeface="Verdana"/>
              <a:cs typeface="Verdana"/>
            </a:endParaRPr>
          </a:p>
          <a:p>
            <a:pPr marL="16933"/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price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9167" y="3090334"/>
            <a:ext cx="1895687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dirty="0">
                <a:solidFill>
                  <a:srgbClr val="FF9300"/>
                </a:solidFill>
                <a:latin typeface="Century Schoolbook"/>
                <a:cs typeface="Century Schoolbook"/>
              </a:rPr>
              <a:t>shipping</a:t>
            </a:r>
            <a:r>
              <a:rPr sz="2400" spc="-40" dirty="0">
                <a:solidFill>
                  <a:srgbClr val="FF9300"/>
                </a:solidFill>
                <a:latin typeface="Century Schoolbook"/>
                <a:cs typeface="Century Schoolbook"/>
              </a:rPr>
              <a:t> </a:t>
            </a:r>
            <a:r>
              <a:rPr sz="2400" spc="-27" dirty="0">
                <a:solidFill>
                  <a:srgbClr val="FF9300"/>
                </a:solidFill>
                <a:latin typeface="Century Schoolbook"/>
                <a:cs typeface="Century Schoolbook"/>
              </a:rPr>
              <a:t>cost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8049" y="3799331"/>
            <a:ext cx="1508760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marketing</a:t>
            </a:r>
            <a:endParaRPr sz="2400">
              <a:latin typeface="Century Schoolbook"/>
              <a:cs typeface="Century Schoolboo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3641" y="4546093"/>
            <a:ext cx="1235287" cy="38728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material</a:t>
            </a: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25619" y="2557102"/>
            <a:ext cx="930840" cy="402505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68198" y="2396743"/>
            <a:ext cx="292100" cy="2590800"/>
          </a:xfrm>
          <a:custGeom>
            <a:avLst/>
            <a:gdLst/>
            <a:ahLst/>
            <a:cxnLst/>
            <a:rect l="l" t="t" r="r" b="b"/>
            <a:pathLst>
              <a:path w="219075" h="1943100">
                <a:moveTo>
                  <a:pt x="217779" y="1917700"/>
                </a:moveTo>
                <a:lnTo>
                  <a:pt x="195973" y="1917700"/>
                </a:lnTo>
                <a:lnTo>
                  <a:pt x="198197" y="1930407"/>
                </a:lnTo>
                <a:lnTo>
                  <a:pt x="155088" y="1930407"/>
                </a:lnTo>
                <a:lnTo>
                  <a:pt x="169837" y="1943100"/>
                </a:lnTo>
                <a:lnTo>
                  <a:pt x="217360" y="1943100"/>
                </a:lnTo>
                <a:lnTo>
                  <a:pt x="218885" y="1930705"/>
                </a:lnTo>
                <a:lnTo>
                  <a:pt x="217779" y="1917700"/>
                </a:lnTo>
                <a:close/>
              </a:path>
              <a:path w="219075" h="1943100">
                <a:moveTo>
                  <a:pt x="160070" y="1905000"/>
                </a:moveTo>
                <a:lnTo>
                  <a:pt x="110794" y="1905000"/>
                </a:lnTo>
                <a:lnTo>
                  <a:pt x="131927" y="1917700"/>
                </a:lnTo>
                <a:lnTo>
                  <a:pt x="147913" y="1930407"/>
                </a:lnTo>
                <a:lnTo>
                  <a:pt x="196514" y="1930407"/>
                </a:lnTo>
                <a:lnTo>
                  <a:pt x="183921" y="1917700"/>
                </a:lnTo>
                <a:lnTo>
                  <a:pt x="166192" y="1917700"/>
                </a:lnTo>
                <a:lnTo>
                  <a:pt x="160070" y="1905000"/>
                </a:lnTo>
                <a:close/>
              </a:path>
              <a:path w="219075" h="1943100">
                <a:moveTo>
                  <a:pt x="117398" y="1879600"/>
                </a:moveTo>
                <a:lnTo>
                  <a:pt x="88150" y="1879600"/>
                </a:lnTo>
                <a:lnTo>
                  <a:pt x="102895" y="1905000"/>
                </a:lnTo>
                <a:lnTo>
                  <a:pt x="145427" y="1905000"/>
                </a:lnTo>
                <a:lnTo>
                  <a:pt x="138861" y="1892300"/>
                </a:lnTo>
                <a:lnTo>
                  <a:pt x="124256" y="1892300"/>
                </a:lnTo>
                <a:lnTo>
                  <a:pt x="117398" y="1879600"/>
                </a:lnTo>
                <a:close/>
              </a:path>
              <a:path w="219075" h="1943100">
                <a:moveTo>
                  <a:pt x="103530" y="1866900"/>
                </a:moveTo>
                <a:lnTo>
                  <a:pt x="68414" y="1866900"/>
                </a:lnTo>
                <a:lnTo>
                  <a:pt x="80657" y="1879600"/>
                </a:lnTo>
                <a:lnTo>
                  <a:pt x="118300" y="1879600"/>
                </a:lnTo>
                <a:lnTo>
                  <a:pt x="103530" y="1866900"/>
                </a:lnTo>
                <a:close/>
              </a:path>
              <a:path w="219075" h="1943100">
                <a:moveTo>
                  <a:pt x="86550" y="1841500"/>
                </a:moveTo>
                <a:lnTo>
                  <a:pt x="86868" y="1854200"/>
                </a:lnTo>
                <a:lnTo>
                  <a:pt x="63055" y="1854200"/>
                </a:lnTo>
                <a:lnTo>
                  <a:pt x="68084" y="1866900"/>
                </a:lnTo>
                <a:lnTo>
                  <a:pt x="98793" y="1866900"/>
                </a:lnTo>
                <a:lnTo>
                  <a:pt x="86550" y="1841500"/>
                </a:lnTo>
                <a:close/>
              </a:path>
              <a:path w="219075" h="1943100">
                <a:moveTo>
                  <a:pt x="42024" y="1295400"/>
                </a:moveTo>
                <a:lnTo>
                  <a:pt x="19011" y="1295400"/>
                </a:lnTo>
                <a:lnTo>
                  <a:pt x="17564" y="1320800"/>
                </a:lnTo>
                <a:lnTo>
                  <a:pt x="17195" y="1320800"/>
                </a:lnTo>
                <a:lnTo>
                  <a:pt x="15392" y="1346200"/>
                </a:lnTo>
                <a:lnTo>
                  <a:pt x="14757" y="1358900"/>
                </a:lnTo>
                <a:lnTo>
                  <a:pt x="12230" y="1371600"/>
                </a:lnTo>
                <a:lnTo>
                  <a:pt x="11137" y="1384300"/>
                </a:lnTo>
                <a:lnTo>
                  <a:pt x="7556" y="1409700"/>
                </a:lnTo>
                <a:lnTo>
                  <a:pt x="6070" y="1422400"/>
                </a:lnTo>
                <a:lnTo>
                  <a:pt x="2413" y="1447800"/>
                </a:lnTo>
                <a:lnTo>
                  <a:pt x="1676" y="1460500"/>
                </a:lnTo>
                <a:lnTo>
                  <a:pt x="571" y="1498600"/>
                </a:lnTo>
                <a:lnTo>
                  <a:pt x="571" y="1524000"/>
                </a:lnTo>
                <a:lnTo>
                  <a:pt x="203" y="1536700"/>
                </a:lnTo>
                <a:lnTo>
                  <a:pt x="190" y="1562100"/>
                </a:lnTo>
                <a:lnTo>
                  <a:pt x="546" y="1574800"/>
                </a:lnTo>
                <a:lnTo>
                  <a:pt x="901" y="1612900"/>
                </a:lnTo>
                <a:lnTo>
                  <a:pt x="1625" y="1625600"/>
                </a:lnTo>
                <a:lnTo>
                  <a:pt x="2755" y="1651000"/>
                </a:lnTo>
                <a:lnTo>
                  <a:pt x="3835" y="1663700"/>
                </a:lnTo>
                <a:lnTo>
                  <a:pt x="6413" y="1689100"/>
                </a:lnTo>
                <a:lnTo>
                  <a:pt x="7861" y="1701800"/>
                </a:lnTo>
                <a:lnTo>
                  <a:pt x="12268" y="1714500"/>
                </a:lnTo>
                <a:lnTo>
                  <a:pt x="14503" y="1727200"/>
                </a:lnTo>
                <a:lnTo>
                  <a:pt x="20066" y="1752600"/>
                </a:lnTo>
                <a:lnTo>
                  <a:pt x="22580" y="1765300"/>
                </a:lnTo>
                <a:lnTo>
                  <a:pt x="28003" y="1778000"/>
                </a:lnTo>
                <a:lnTo>
                  <a:pt x="28270" y="1778000"/>
                </a:lnTo>
                <a:lnTo>
                  <a:pt x="31127" y="1790700"/>
                </a:lnTo>
                <a:lnTo>
                  <a:pt x="37807" y="1803400"/>
                </a:lnTo>
                <a:lnTo>
                  <a:pt x="41046" y="1816100"/>
                </a:lnTo>
                <a:lnTo>
                  <a:pt x="49250" y="1828800"/>
                </a:lnTo>
                <a:lnTo>
                  <a:pt x="53124" y="1841500"/>
                </a:lnTo>
                <a:lnTo>
                  <a:pt x="62484" y="1854200"/>
                </a:lnTo>
                <a:lnTo>
                  <a:pt x="86868" y="1854200"/>
                </a:lnTo>
                <a:lnTo>
                  <a:pt x="81813" y="1841500"/>
                </a:lnTo>
                <a:lnTo>
                  <a:pt x="82410" y="1841500"/>
                </a:lnTo>
                <a:lnTo>
                  <a:pt x="73050" y="1828800"/>
                </a:lnTo>
                <a:lnTo>
                  <a:pt x="73317" y="1828800"/>
                </a:lnTo>
                <a:lnTo>
                  <a:pt x="69581" y="1815601"/>
                </a:lnTo>
                <a:lnTo>
                  <a:pt x="62090" y="1803400"/>
                </a:lnTo>
                <a:lnTo>
                  <a:pt x="58839" y="1790700"/>
                </a:lnTo>
                <a:lnTo>
                  <a:pt x="59042" y="1790700"/>
                </a:lnTo>
                <a:lnTo>
                  <a:pt x="52565" y="1778000"/>
                </a:lnTo>
                <a:lnTo>
                  <a:pt x="49657" y="1765300"/>
                </a:lnTo>
                <a:lnTo>
                  <a:pt x="49923" y="1765300"/>
                </a:lnTo>
                <a:lnTo>
                  <a:pt x="44513" y="1752600"/>
                </a:lnTo>
                <a:lnTo>
                  <a:pt x="42100" y="1739900"/>
                </a:lnTo>
                <a:lnTo>
                  <a:pt x="36779" y="1727200"/>
                </a:lnTo>
                <a:lnTo>
                  <a:pt x="34709" y="1714500"/>
                </a:lnTo>
                <a:lnTo>
                  <a:pt x="30479" y="1689100"/>
                </a:lnTo>
                <a:lnTo>
                  <a:pt x="29095" y="1689100"/>
                </a:lnTo>
                <a:lnTo>
                  <a:pt x="26568" y="1663700"/>
                </a:lnTo>
                <a:lnTo>
                  <a:pt x="25539" y="1651000"/>
                </a:lnTo>
                <a:lnTo>
                  <a:pt x="24460" y="1625600"/>
                </a:lnTo>
                <a:lnTo>
                  <a:pt x="23749" y="1612900"/>
                </a:lnTo>
                <a:lnTo>
                  <a:pt x="23380" y="1574800"/>
                </a:lnTo>
                <a:lnTo>
                  <a:pt x="23025" y="1562100"/>
                </a:lnTo>
                <a:lnTo>
                  <a:pt x="23012" y="1536700"/>
                </a:lnTo>
                <a:lnTo>
                  <a:pt x="23355" y="1524000"/>
                </a:lnTo>
                <a:lnTo>
                  <a:pt x="23355" y="1498600"/>
                </a:lnTo>
                <a:lnTo>
                  <a:pt x="24409" y="1460500"/>
                </a:lnTo>
                <a:lnTo>
                  <a:pt x="25069" y="1447800"/>
                </a:lnTo>
                <a:lnTo>
                  <a:pt x="28663" y="1422400"/>
                </a:lnTo>
                <a:lnTo>
                  <a:pt x="30060" y="1409700"/>
                </a:lnTo>
                <a:lnTo>
                  <a:pt x="33667" y="1384300"/>
                </a:lnTo>
                <a:lnTo>
                  <a:pt x="34734" y="1371600"/>
                </a:lnTo>
                <a:lnTo>
                  <a:pt x="37261" y="1358900"/>
                </a:lnTo>
                <a:lnTo>
                  <a:pt x="38061" y="1346200"/>
                </a:lnTo>
                <a:lnTo>
                  <a:pt x="39890" y="1333500"/>
                </a:lnTo>
                <a:lnTo>
                  <a:pt x="40208" y="1320800"/>
                </a:lnTo>
                <a:lnTo>
                  <a:pt x="41643" y="1308100"/>
                </a:lnTo>
                <a:lnTo>
                  <a:pt x="42024" y="1295400"/>
                </a:lnTo>
                <a:close/>
              </a:path>
              <a:path w="219075" h="1943100">
                <a:moveTo>
                  <a:pt x="50760" y="1157232"/>
                </a:moveTo>
                <a:lnTo>
                  <a:pt x="50101" y="1168400"/>
                </a:lnTo>
                <a:lnTo>
                  <a:pt x="48018" y="1181100"/>
                </a:lnTo>
                <a:lnTo>
                  <a:pt x="46647" y="1193800"/>
                </a:lnTo>
                <a:lnTo>
                  <a:pt x="42329" y="1206500"/>
                </a:lnTo>
                <a:lnTo>
                  <a:pt x="40347" y="1206500"/>
                </a:lnTo>
                <a:lnTo>
                  <a:pt x="40233" y="1219200"/>
                </a:lnTo>
                <a:lnTo>
                  <a:pt x="36639" y="1231900"/>
                </a:lnTo>
                <a:lnTo>
                  <a:pt x="34874" y="1231900"/>
                </a:lnTo>
                <a:lnTo>
                  <a:pt x="30619" y="1244600"/>
                </a:lnTo>
                <a:lnTo>
                  <a:pt x="28460" y="1257300"/>
                </a:lnTo>
                <a:lnTo>
                  <a:pt x="23672" y="1270000"/>
                </a:lnTo>
                <a:lnTo>
                  <a:pt x="22123" y="1282700"/>
                </a:lnTo>
                <a:lnTo>
                  <a:pt x="19557" y="1295400"/>
                </a:lnTo>
                <a:lnTo>
                  <a:pt x="41821" y="1295400"/>
                </a:lnTo>
                <a:lnTo>
                  <a:pt x="44284" y="1282700"/>
                </a:lnTo>
                <a:lnTo>
                  <a:pt x="45618" y="1282700"/>
                </a:lnTo>
                <a:lnTo>
                  <a:pt x="50203" y="1257300"/>
                </a:lnTo>
                <a:lnTo>
                  <a:pt x="52450" y="1257300"/>
                </a:lnTo>
                <a:lnTo>
                  <a:pt x="56768" y="1244600"/>
                </a:lnTo>
                <a:lnTo>
                  <a:pt x="58534" y="1231900"/>
                </a:lnTo>
                <a:lnTo>
                  <a:pt x="62077" y="1219200"/>
                </a:lnTo>
                <a:lnTo>
                  <a:pt x="64414" y="1206500"/>
                </a:lnTo>
                <a:lnTo>
                  <a:pt x="68808" y="1193800"/>
                </a:lnTo>
                <a:lnTo>
                  <a:pt x="70319" y="1181100"/>
                </a:lnTo>
                <a:lnTo>
                  <a:pt x="72466" y="1168400"/>
                </a:lnTo>
                <a:lnTo>
                  <a:pt x="50749" y="1168400"/>
                </a:lnTo>
                <a:lnTo>
                  <a:pt x="50760" y="1157232"/>
                </a:lnTo>
                <a:close/>
              </a:path>
              <a:path w="219075" h="1943100">
                <a:moveTo>
                  <a:pt x="72491" y="1130300"/>
                </a:moveTo>
                <a:lnTo>
                  <a:pt x="50088" y="1130300"/>
                </a:lnTo>
                <a:lnTo>
                  <a:pt x="50774" y="1143000"/>
                </a:lnTo>
                <a:lnTo>
                  <a:pt x="50749" y="1168400"/>
                </a:lnTo>
                <a:lnTo>
                  <a:pt x="73177" y="1168400"/>
                </a:lnTo>
                <a:lnTo>
                  <a:pt x="73215" y="1143000"/>
                </a:lnTo>
                <a:lnTo>
                  <a:pt x="72491" y="1130300"/>
                </a:lnTo>
                <a:close/>
              </a:path>
              <a:path w="219075" h="1943100">
                <a:moveTo>
                  <a:pt x="48729" y="1117600"/>
                </a:moveTo>
                <a:lnTo>
                  <a:pt x="47942" y="1117600"/>
                </a:lnTo>
                <a:lnTo>
                  <a:pt x="49009" y="1130300"/>
                </a:lnTo>
                <a:lnTo>
                  <a:pt x="48729" y="1117600"/>
                </a:lnTo>
                <a:close/>
              </a:path>
              <a:path w="219075" h="1943100">
                <a:moveTo>
                  <a:pt x="70967" y="1117600"/>
                </a:moveTo>
                <a:lnTo>
                  <a:pt x="48729" y="1117600"/>
                </a:lnTo>
                <a:lnTo>
                  <a:pt x="49745" y="1130300"/>
                </a:lnTo>
                <a:lnTo>
                  <a:pt x="72097" y="1130300"/>
                </a:lnTo>
                <a:lnTo>
                  <a:pt x="70967" y="1117600"/>
                </a:lnTo>
                <a:close/>
              </a:path>
              <a:path w="219075" h="1943100">
                <a:moveTo>
                  <a:pt x="67767" y="1104900"/>
                </a:moveTo>
                <a:lnTo>
                  <a:pt x="45059" y="1104900"/>
                </a:lnTo>
                <a:lnTo>
                  <a:pt x="46482" y="1117600"/>
                </a:lnTo>
                <a:lnTo>
                  <a:pt x="69570" y="1117600"/>
                </a:lnTo>
                <a:lnTo>
                  <a:pt x="67767" y="1104900"/>
                </a:lnTo>
                <a:close/>
              </a:path>
              <a:path w="219075" h="1943100">
                <a:moveTo>
                  <a:pt x="39649" y="1092200"/>
                </a:moveTo>
                <a:lnTo>
                  <a:pt x="35382" y="1092200"/>
                </a:lnTo>
                <a:lnTo>
                  <a:pt x="39687" y="1104900"/>
                </a:lnTo>
                <a:lnTo>
                  <a:pt x="39649" y="1092200"/>
                </a:lnTo>
                <a:close/>
              </a:path>
              <a:path w="219075" h="1943100">
                <a:moveTo>
                  <a:pt x="61836" y="1092200"/>
                </a:moveTo>
                <a:lnTo>
                  <a:pt x="39649" y="1092200"/>
                </a:lnTo>
                <a:lnTo>
                  <a:pt x="41782" y="1104900"/>
                </a:lnTo>
                <a:lnTo>
                  <a:pt x="65811" y="1104900"/>
                </a:lnTo>
                <a:lnTo>
                  <a:pt x="61836" y="1092200"/>
                </a:lnTo>
                <a:close/>
              </a:path>
              <a:path w="219075" h="1943100">
                <a:moveTo>
                  <a:pt x="54775" y="1079500"/>
                </a:moveTo>
                <a:lnTo>
                  <a:pt x="30175" y="1079500"/>
                </a:lnTo>
                <a:lnTo>
                  <a:pt x="34848" y="1092200"/>
                </a:lnTo>
                <a:lnTo>
                  <a:pt x="59080" y="1092200"/>
                </a:lnTo>
                <a:lnTo>
                  <a:pt x="54775" y="1079500"/>
                </a:lnTo>
                <a:close/>
              </a:path>
              <a:path w="219075" h="1943100">
                <a:moveTo>
                  <a:pt x="46304" y="1066800"/>
                </a:moveTo>
                <a:lnTo>
                  <a:pt x="13030" y="1066800"/>
                </a:lnTo>
                <a:lnTo>
                  <a:pt x="18745" y="1079500"/>
                </a:lnTo>
                <a:lnTo>
                  <a:pt x="50977" y="1079500"/>
                </a:lnTo>
                <a:lnTo>
                  <a:pt x="46304" y="1066800"/>
                </a:lnTo>
                <a:close/>
              </a:path>
              <a:path w="219075" h="1943100">
                <a:moveTo>
                  <a:pt x="33159" y="1054100"/>
                </a:moveTo>
                <a:lnTo>
                  <a:pt x="5422" y="1054100"/>
                </a:lnTo>
                <a:lnTo>
                  <a:pt x="9017" y="1066800"/>
                </a:lnTo>
                <a:lnTo>
                  <a:pt x="36055" y="1066800"/>
                </a:lnTo>
                <a:lnTo>
                  <a:pt x="33159" y="1054100"/>
                </a:lnTo>
                <a:close/>
              </a:path>
              <a:path w="219075" h="1943100">
                <a:moveTo>
                  <a:pt x="21805" y="1041400"/>
                </a:moveTo>
                <a:lnTo>
                  <a:pt x="673" y="1041400"/>
                </a:lnTo>
                <a:lnTo>
                  <a:pt x="3175" y="1054100"/>
                </a:lnTo>
                <a:lnTo>
                  <a:pt x="24358" y="1054100"/>
                </a:lnTo>
                <a:lnTo>
                  <a:pt x="21805" y="1041400"/>
                </a:lnTo>
                <a:close/>
              </a:path>
              <a:path w="219075" h="1943100">
                <a:moveTo>
                  <a:pt x="23964" y="1041400"/>
                </a:moveTo>
                <a:lnTo>
                  <a:pt x="24358" y="1054100"/>
                </a:lnTo>
                <a:lnTo>
                  <a:pt x="25057" y="1054100"/>
                </a:lnTo>
                <a:lnTo>
                  <a:pt x="23964" y="1041400"/>
                </a:lnTo>
                <a:close/>
              </a:path>
              <a:path w="219075" h="1943100">
                <a:moveTo>
                  <a:pt x="22085" y="1016000"/>
                </a:moveTo>
                <a:lnTo>
                  <a:pt x="406" y="1016000"/>
                </a:lnTo>
                <a:lnTo>
                  <a:pt x="50" y="1028700"/>
                </a:lnTo>
                <a:lnTo>
                  <a:pt x="0" y="1041400"/>
                </a:lnTo>
                <a:lnTo>
                  <a:pt x="22123" y="1041400"/>
                </a:lnTo>
                <a:lnTo>
                  <a:pt x="21729" y="1028700"/>
                </a:lnTo>
                <a:lnTo>
                  <a:pt x="22085" y="1016000"/>
                </a:lnTo>
                <a:close/>
              </a:path>
              <a:path w="219075" h="1943100">
                <a:moveTo>
                  <a:pt x="22364" y="1016000"/>
                </a:moveTo>
                <a:lnTo>
                  <a:pt x="22085" y="1016000"/>
                </a:lnTo>
                <a:lnTo>
                  <a:pt x="21996" y="1028700"/>
                </a:lnTo>
                <a:lnTo>
                  <a:pt x="22364" y="1016000"/>
                </a:lnTo>
                <a:close/>
              </a:path>
              <a:path w="219075" h="1943100">
                <a:moveTo>
                  <a:pt x="27559" y="1003300"/>
                </a:moveTo>
                <a:lnTo>
                  <a:pt x="3098" y="1003300"/>
                </a:lnTo>
                <a:lnTo>
                  <a:pt x="1295" y="1016000"/>
                </a:lnTo>
                <a:lnTo>
                  <a:pt x="26606" y="1016000"/>
                </a:lnTo>
                <a:lnTo>
                  <a:pt x="27559" y="1003300"/>
                </a:lnTo>
                <a:close/>
              </a:path>
              <a:path w="219075" h="1943100">
                <a:moveTo>
                  <a:pt x="35686" y="990600"/>
                </a:moveTo>
                <a:lnTo>
                  <a:pt x="10426" y="990600"/>
                </a:lnTo>
                <a:lnTo>
                  <a:pt x="7899" y="1003300"/>
                </a:lnTo>
                <a:lnTo>
                  <a:pt x="31381" y="1003300"/>
                </a:lnTo>
                <a:lnTo>
                  <a:pt x="35686" y="990600"/>
                </a:lnTo>
                <a:close/>
              </a:path>
              <a:path w="219075" h="1943100">
                <a:moveTo>
                  <a:pt x="41592" y="977900"/>
                </a:moveTo>
                <a:lnTo>
                  <a:pt x="16332" y="977900"/>
                </a:lnTo>
                <a:lnTo>
                  <a:pt x="11798" y="990600"/>
                </a:lnTo>
                <a:lnTo>
                  <a:pt x="37744" y="990600"/>
                </a:lnTo>
                <a:lnTo>
                  <a:pt x="41592" y="977900"/>
                </a:lnTo>
                <a:close/>
              </a:path>
              <a:path w="219075" h="1943100">
                <a:moveTo>
                  <a:pt x="47548" y="965200"/>
                </a:moveTo>
                <a:lnTo>
                  <a:pt x="22555" y="965200"/>
                </a:lnTo>
                <a:lnTo>
                  <a:pt x="18592" y="977900"/>
                </a:lnTo>
                <a:lnTo>
                  <a:pt x="43954" y="977900"/>
                </a:lnTo>
                <a:lnTo>
                  <a:pt x="47548" y="965200"/>
                </a:lnTo>
                <a:close/>
              </a:path>
              <a:path w="219075" h="1943100">
                <a:moveTo>
                  <a:pt x="53238" y="952500"/>
                </a:moveTo>
                <a:lnTo>
                  <a:pt x="27457" y="952500"/>
                </a:lnTo>
                <a:lnTo>
                  <a:pt x="23901" y="965200"/>
                </a:lnTo>
                <a:lnTo>
                  <a:pt x="49644" y="965200"/>
                </a:lnTo>
                <a:lnTo>
                  <a:pt x="53238" y="952500"/>
                </a:lnTo>
                <a:close/>
              </a:path>
              <a:path w="219075" h="1943100">
                <a:moveTo>
                  <a:pt x="55460" y="901700"/>
                </a:moveTo>
                <a:lnTo>
                  <a:pt x="33985" y="901700"/>
                </a:lnTo>
                <a:lnTo>
                  <a:pt x="34023" y="927100"/>
                </a:lnTo>
                <a:lnTo>
                  <a:pt x="33007" y="939800"/>
                </a:lnTo>
                <a:lnTo>
                  <a:pt x="32613" y="939800"/>
                </a:lnTo>
                <a:lnTo>
                  <a:pt x="29006" y="952500"/>
                </a:lnTo>
                <a:lnTo>
                  <a:pt x="53581" y="952500"/>
                </a:lnTo>
                <a:lnTo>
                  <a:pt x="54292" y="939800"/>
                </a:lnTo>
                <a:lnTo>
                  <a:pt x="55435" y="927100"/>
                </a:lnTo>
                <a:lnTo>
                  <a:pt x="55460" y="901700"/>
                </a:lnTo>
                <a:close/>
              </a:path>
              <a:path w="219075" h="1943100">
                <a:moveTo>
                  <a:pt x="29438" y="596900"/>
                </a:moveTo>
                <a:lnTo>
                  <a:pt x="11074" y="596900"/>
                </a:lnTo>
                <a:lnTo>
                  <a:pt x="12865" y="622300"/>
                </a:lnTo>
                <a:lnTo>
                  <a:pt x="13970" y="635000"/>
                </a:lnTo>
                <a:lnTo>
                  <a:pt x="17132" y="673100"/>
                </a:lnTo>
                <a:lnTo>
                  <a:pt x="18923" y="698500"/>
                </a:lnTo>
                <a:lnTo>
                  <a:pt x="19989" y="711200"/>
                </a:lnTo>
                <a:lnTo>
                  <a:pt x="21755" y="723900"/>
                </a:lnTo>
                <a:lnTo>
                  <a:pt x="22440" y="736600"/>
                </a:lnTo>
                <a:lnTo>
                  <a:pt x="24244" y="762000"/>
                </a:lnTo>
                <a:lnTo>
                  <a:pt x="24930" y="774700"/>
                </a:lnTo>
                <a:lnTo>
                  <a:pt x="27787" y="800100"/>
                </a:lnTo>
                <a:lnTo>
                  <a:pt x="28486" y="812800"/>
                </a:lnTo>
                <a:lnTo>
                  <a:pt x="30988" y="838200"/>
                </a:lnTo>
                <a:lnTo>
                  <a:pt x="30899" y="850900"/>
                </a:lnTo>
                <a:lnTo>
                  <a:pt x="32334" y="863600"/>
                </a:lnTo>
                <a:lnTo>
                  <a:pt x="32931" y="876300"/>
                </a:lnTo>
                <a:lnTo>
                  <a:pt x="33642" y="901700"/>
                </a:lnTo>
                <a:lnTo>
                  <a:pt x="55092" y="901700"/>
                </a:lnTo>
                <a:lnTo>
                  <a:pt x="54330" y="876300"/>
                </a:lnTo>
                <a:lnTo>
                  <a:pt x="53505" y="863600"/>
                </a:lnTo>
                <a:lnTo>
                  <a:pt x="52070" y="850900"/>
                </a:lnTo>
                <a:lnTo>
                  <a:pt x="51790" y="838200"/>
                </a:lnTo>
                <a:lnTo>
                  <a:pt x="49784" y="838200"/>
                </a:lnTo>
                <a:lnTo>
                  <a:pt x="47282" y="812800"/>
                </a:lnTo>
                <a:lnTo>
                  <a:pt x="46545" y="800100"/>
                </a:lnTo>
                <a:lnTo>
                  <a:pt x="43637" y="774700"/>
                </a:lnTo>
                <a:lnTo>
                  <a:pt x="42900" y="762000"/>
                </a:lnTo>
                <a:lnTo>
                  <a:pt x="41084" y="736600"/>
                </a:lnTo>
                <a:lnTo>
                  <a:pt x="40335" y="723900"/>
                </a:lnTo>
                <a:lnTo>
                  <a:pt x="38506" y="711200"/>
                </a:lnTo>
                <a:lnTo>
                  <a:pt x="37414" y="698500"/>
                </a:lnTo>
                <a:lnTo>
                  <a:pt x="35598" y="673100"/>
                </a:lnTo>
                <a:lnTo>
                  <a:pt x="34442" y="660400"/>
                </a:lnTo>
                <a:lnTo>
                  <a:pt x="31229" y="622300"/>
                </a:lnTo>
                <a:lnTo>
                  <a:pt x="29438" y="596900"/>
                </a:lnTo>
                <a:close/>
              </a:path>
              <a:path w="219075" h="1943100">
                <a:moveTo>
                  <a:pt x="11074" y="596900"/>
                </a:moveTo>
                <a:lnTo>
                  <a:pt x="9347" y="596900"/>
                </a:lnTo>
                <a:lnTo>
                  <a:pt x="11214" y="609600"/>
                </a:lnTo>
                <a:lnTo>
                  <a:pt x="11074" y="596900"/>
                </a:lnTo>
                <a:close/>
              </a:path>
              <a:path w="219075" h="1943100">
                <a:moveTo>
                  <a:pt x="35928" y="228600"/>
                </a:moveTo>
                <a:lnTo>
                  <a:pt x="16179" y="228600"/>
                </a:lnTo>
                <a:lnTo>
                  <a:pt x="12839" y="254000"/>
                </a:lnTo>
                <a:lnTo>
                  <a:pt x="12090" y="266700"/>
                </a:lnTo>
                <a:lnTo>
                  <a:pt x="9182" y="292100"/>
                </a:lnTo>
                <a:lnTo>
                  <a:pt x="8343" y="292100"/>
                </a:lnTo>
                <a:lnTo>
                  <a:pt x="7277" y="317500"/>
                </a:lnTo>
                <a:lnTo>
                  <a:pt x="6502" y="330200"/>
                </a:lnTo>
                <a:lnTo>
                  <a:pt x="6477" y="355600"/>
                </a:lnTo>
                <a:lnTo>
                  <a:pt x="6096" y="368300"/>
                </a:lnTo>
                <a:lnTo>
                  <a:pt x="5714" y="393700"/>
                </a:lnTo>
                <a:lnTo>
                  <a:pt x="4610" y="419100"/>
                </a:lnTo>
                <a:lnTo>
                  <a:pt x="4241" y="444500"/>
                </a:lnTo>
                <a:lnTo>
                  <a:pt x="3860" y="457200"/>
                </a:lnTo>
                <a:lnTo>
                  <a:pt x="3492" y="482600"/>
                </a:lnTo>
                <a:lnTo>
                  <a:pt x="3479" y="495300"/>
                </a:lnTo>
                <a:lnTo>
                  <a:pt x="3835" y="520700"/>
                </a:lnTo>
                <a:lnTo>
                  <a:pt x="3860" y="533400"/>
                </a:lnTo>
                <a:lnTo>
                  <a:pt x="4940" y="546100"/>
                </a:lnTo>
                <a:lnTo>
                  <a:pt x="6680" y="558800"/>
                </a:lnTo>
                <a:lnTo>
                  <a:pt x="7391" y="571500"/>
                </a:lnTo>
                <a:lnTo>
                  <a:pt x="9207" y="596900"/>
                </a:lnTo>
                <a:lnTo>
                  <a:pt x="29845" y="596900"/>
                </a:lnTo>
                <a:lnTo>
                  <a:pt x="28054" y="571500"/>
                </a:lnTo>
                <a:lnTo>
                  <a:pt x="27330" y="558800"/>
                </a:lnTo>
                <a:lnTo>
                  <a:pt x="25552" y="546100"/>
                </a:lnTo>
                <a:lnTo>
                  <a:pt x="25476" y="533400"/>
                </a:lnTo>
                <a:lnTo>
                  <a:pt x="24434" y="533400"/>
                </a:lnTo>
                <a:lnTo>
                  <a:pt x="24422" y="520700"/>
                </a:lnTo>
                <a:lnTo>
                  <a:pt x="24053" y="495300"/>
                </a:lnTo>
                <a:lnTo>
                  <a:pt x="24041" y="482600"/>
                </a:lnTo>
                <a:lnTo>
                  <a:pt x="24396" y="457200"/>
                </a:lnTo>
                <a:lnTo>
                  <a:pt x="26123" y="393700"/>
                </a:lnTo>
                <a:lnTo>
                  <a:pt x="26479" y="368300"/>
                </a:lnTo>
                <a:lnTo>
                  <a:pt x="26809" y="355600"/>
                </a:lnTo>
                <a:lnTo>
                  <a:pt x="26796" y="330200"/>
                </a:lnTo>
                <a:lnTo>
                  <a:pt x="27457" y="317500"/>
                </a:lnTo>
                <a:lnTo>
                  <a:pt x="28549" y="304800"/>
                </a:lnTo>
                <a:lnTo>
                  <a:pt x="29146" y="292100"/>
                </a:lnTo>
                <a:lnTo>
                  <a:pt x="32054" y="266700"/>
                </a:lnTo>
                <a:lnTo>
                  <a:pt x="32613" y="254000"/>
                </a:lnTo>
                <a:lnTo>
                  <a:pt x="35839" y="241300"/>
                </a:lnTo>
                <a:lnTo>
                  <a:pt x="35928" y="228600"/>
                </a:lnTo>
                <a:close/>
              </a:path>
              <a:path w="219075" h="1943100">
                <a:moveTo>
                  <a:pt x="74269" y="63500"/>
                </a:moveTo>
                <a:lnTo>
                  <a:pt x="56959" y="63500"/>
                </a:lnTo>
                <a:lnTo>
                  <a:pt x="52247" y="76200"/>
                </a:lnTo>
                <a:lnTo>
                  <a:pt x="49479" y="76200"/>
                </a:lnTo>
                <a:lnTo>
                  <a:pt x="45451" y="87943"/>
                </a:lnTo>
                <a:lnTo>
                  <a:pt x="42760" y="101600"/>
                </a:lnTo>
                <a:lnTo>
                  <a:pt x="38760" y="114300"/>
                </a:lnTo>
                <a:lnTo>
                  <a:pt x="38912" y="114300"/>
                </a:lnTo>
                <a:lnTo>
                  <a:pt x="36537" y="127000"/>
                </a:lnTo>
                <a:lnTo>
                  <a:pt x="32207" y="139700"/>
                </a:lnTo>
                <a:lnTo>
                  <a:pt x="30314" y="152400"/>
                </a:lnTo>
                <a:lnTo>
                  <a:pt x="26301" y="165100"/>
                </a:lnTo>
                <a:lnTo>
                  <a:pt x="24307" y="177800"/>
                </a:lnTo>
                <a:lnTo>
                  <a:pt x="21399" y="190500"/>
                </a:lnTo>
                <a:lnTo>
                  <a:pt x="16967" y="228600"/>
                </a:lnTo>
                <a:lnTo>
                  <a:pt x="36487" y="228600"/>
                </a:lnTo>
                <a:lnTo>
                  <a:pt x="39344" y="203200"/>
                </a:lnTo>
                <a:lnTo>
                  <a:pt x="40690" y="190500"/>
                </a:lnTo>
                <a:lnTo>
                  <a:pt x="43446" y="177800"/>
                </a:lnTo>
                <a:lnTo>
                  <a:pt x="45148" y="165100"/>
                </a:lnTo>
                <a:lnTo>
                  <a:pt x="49098" y="152400"/>
                </a:lnTo>
                <a:lnTo>
                  <a:pt x="50774" y="139700"/>
                </a:lnTo>
                <a:lnTo>
                  <a:pt x="55016" y="127000"/>
                </a:lnTo>
                <a:lnTo>
                  <a:pt x="57086" y="127000"/>
                </a:lnTo>
                <a:lnTo>
                  <a:pt x="61099" y="101600"/>
                </a:lnTo>
                <a:lnTo>
                  <a:pt x="62992" y="101600"/>
                </a:lnTo>
                <a:lnTo>
                  <a:pt x="67348" y="88900"/>
                </a:lnTo>
                <a:lnTo>
                  <a:pt x="66992" y="88900"/>
                </a:lnTo>
                <a:lnTo>
                  <a:pt x="69621" y="76200"/>
                </a:lnTo>
                <a:lnTo>
                  <a:pt x="74269" y="63500"/>
                </a:lnTo>
                <a:close/>
              </a:path>
              <a:path w="219075" h="1943100">
                <a:moveTo>
                  <a:pt x="84137" y="38100"/>
                </a:moveTo>
                <a:lnTo>
                  <a:pt x="65862" y="38100"/>
                </a:lnTo>
                <a:lnTo>
                  <a:pt x="57353" y="63500"/>
                </a:lnTo>
                <a:lnTo>
                  <a:pt x="76314" y="63500"/>
                </a:lnTo>
                <a:lnTo>
                  <a:pt x="82042" y="50800"/>
                </a:lnTo>
                <a:lnTo>
                  <a:pt x="84137" y="38100"/>
                </a:lnTo>
                <a:close/>
              </a:path>
              <a:path w="219075" h="1943100">
                <a:moveTo>
                  <a:pt x="92595" y="25400"/>
                </a:moveTo>
                <a:lnTo>
                  <a:pt x="75095" y="25400"/>
                </a:lnTo>
                <a:lnTo>
                  <a:pt x="68516" y="38100"/>
                </a:lnTo>
                <a:lnTo>
                  <a:pt x="84137" y="38100"/>
                </a:lnTo>
                <a:lnTo>
                  <a:pt x="83604" y="50800"/>
                </a:lnTo>
                <a:lnTo>
                  <a:pt x="90055" y="38100"/>
                </a:lnTo>
                <a:lnTo>
                  <a:pt x="92595" y="25400"/>
                </a:lnTo>
                <a:close/>
              </a:path>
              <a:path w="219075" h="1943100">
                <a:moveTo>
                  <a:pt x="100952" y="12700"/>
                </a:moveTo>
                <a:lnTo>
                  <a:pt x="83718" y="12700"/>
                </a:lnTo>
                <a:lnTo>
                  <a:pt x="77927" y="25400"/>
                </a:lnTo>
                <a:lnTo>
                  <a:pt x="98475" y="25400"/>
                </a:lnTo>
                <a:lnTo>
                  <a:pt x="99201" y="23058"/>
                </a:lnTo>
                <a:lnTo>
                  <a:pt x="100952" y="12700"/>
                </a:lnTo>
                <a:close/>
              </a:path>
              <a:path w="219075" h="1943100">
                <a:moveTo>
                  <a:pt x="104686" y="12700"/>
                </a:moveTo>
                <a:lnTo>
                  <a:pt x="102412" y="12700"/>
                </a:lnTo>
                <a:lnTo>
                  <a:pt x="99201" y="23058"/>
                </a:lnTo>
                <a:lnTo>
                  <a:pt x="98806" y="25400"/>
                </a:lnTo>
                <a:lnTo>
                  <a:pt x="104686" y="12700"/>
                </a:lnTo>
                <a:close/>
              </a:path>
              <a:path w="219075" h="1943100">
                <a:moveTo>
                  <a:pt x="112737" y="12700"/>
                </a:moveTo>
                <a:lnTo>
                  <a:pt x="109334" y="12700"/>
                </a:lnTo>
                <a:lnTo>
                  <a:pt x="114427" y="25400"/>
                </a:lnTo>
                <a:lnTo>
                  <a:pt x="116624" y="25400"/>
                </a:lnTo>
                <a:lnTo>
                  <a:pt x="112737" y="12700"/>
                </a:lnTo>
                <a:close/>
              </a:path>
              <a:path w="219075" h="1943100">
                <a:moveTo>
                  <a:pt x="124091" y="12700"/>
                </a:moveTo>
                <a:lnTo>
                  <a:pt x="112737" y="12700"/>
                </a:lnTo>
                <a:lnTo>
                  <a:pt x="116738" y="25400"/>
                </a:lnTo>
                <a:lnTo>
                  <a:pt x="119786" y="25400"/>
                </a:lnTo>
                <a:lnTo>
                  <a:pt x="124091" y="12700"/>
                </a:lnTo>
                <a:close/>
              </a:path>
              <a:path w="219075" h="1943100">
                <a:moveTo>
                  <a:pt x="90380" y="1310"/>
                </a:moveTo>
                <a:lnTo>
                  <a:pt x="86804" y="12700"/>
                </a:lnTo>
                <a:lnTo>
                  <a:pt x="89674" y="12700"/>
                </a:lnTo>
                <a:lnTo>
                  <a:pt x="90380" y="1310"/>
                </a:lnTo>
                <a:close/>
              </a:path>
              <a:path w="219075" h="1943100">
                <a:moveTo>
                  <a:pt x="90792" y="0"/>
                </a:moveTo>
                <a:lnTo>
                  <a:pt x="90380" y="1310"/>
                </a:lnTo>
                <a:lnTo>
                  <a:pt x="89674" y="12700"/>
                </a:lnTo>
                <a:lnTo>
                  <a:pt x="90676" y="1310"/>
                </a:lnTo>
                <a:lnTo>
                  <a:pt x="90792" y="0"/>
                </a:lnTo>
                <a:close/>
              </a:path>
              <a:path w="219075" h="1943100">
                <a:moveTo>
                  <a:pt x="120256" y="0"/>
                </a:moveTo>
                <a:lnTo>
                  <a:pt x="90792" y="0"/>
                </a:lnTo>
                <a:lnTo>
                  <a:pt x="89674" y="12700"/>
                </a:lnTo>
                <a:lnTo>
                  <a:pt x="121386" y="12700"/>
                </a:lnTo>
                <a:lnTo>
                  <a:pt x="120372" y="1310"/>
                </a:lnTo>
                <a:lnTo>
                  <a:pt x="120256" y="0"/>
                </a:lnTo>
                <a:close/>
              </a:path>
              <a:path w="219075" h="1943100">
                <a:moveTo>
                  <a:pt x="90792" y="0"/>
                </a:moveTo>
                <a:lnTo>
                  <a:pt x="90462" y="0"/>
                </a:lnTo>
                <a:lnTo>
                  <a:pt x="90380" y="1310"/>
                </a:lnTo>
                <a:lnTo>
                  <a:pt x="90792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75426" y="1735159"/>
            <a:ext cx="854981" cy="34493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2887" y="1748705"/>
            <a:ext cx="757428" cy="53729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53989" y="1132333"/>
            <a:ext cx="288036" cy="47243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2001689" y="998897"/>
            <a:ext cx="166793" cy="440267"/>
          </a:xfrm>
          <a:custGeom>
            <a:avLst/>
            <a:gdLst/>
            <a:ahLst/>
            <a:cxnLst/>
            <a:rect l="l" t="t" r="r" b="b"/>
            <a:pathLst>
              <a:path w="125094" h="330200">
                <a:moveTo>
                  <a:pt x="118999" y="308610"/>
                </a:moveTo>
                <a:lnTo>
                  <a:pt x="48768" y="308610"/>
                </a:lnTo>
                <a:lnTo>
                  <a:pt x="51943" y="311150"/>
                </a:lnTo>
                <a:lnTo>
                  <a:pt x="53975" y="312420"/>
                </a:lnTo>
                <a:lnTo>
                  <a:pt x="62611" y="316229"/>
                </a:lnTo>
                <a:lnTo>
                  <a:pt x="62992" y="316229"/>
                </a:lnTo>
                <a:lnTo>
                  <a:pt x="66929" y="318770"/>
                </a:lnTo>
                <a:lnTo>
                  <a:pt x="68580" y="318770"/>
                </a:lnTo>
                <a:lnTo>
                  <a:pt x="77597" y="321310"/>
                </a:lnTo>
                <a:lnTo>
                  <a:pt x="76708" y="321310"/>
                </a:lnTo>
                <a:lnTo>
                  <a:pt x="80645" y="322579"/>
                </a:lnTo>
                <a:lnTo>
                  <a:pt x="82677" y="322579"/>
                </a:lnTo>
                <a:lnTo>
                  <a:pt x="91059" y="325120"/>
                </a:lnTo>
                <a:lnTo>
                  <a:pt x="94107" y="325120"/>
                </a:lnTo>
                <a:lnTo>
                  <a:pt x="99822" y="326389"/>
                </a:lnTo>
                <a:lnTo>
                  <a:pt x="101092" y="326389"/>
                </a:lnTo>
                <a:lnTo>
                  <a:pt x="105029" y="327660"/>
                </a:lnTo>
                <a:lnTo>
                  <a:pt x="106553" y="328929"/>
                </a:lnTo>
                <a:lnTo>
                  <a:pt x="107823" y="328929"/>
                </a:lnTo>
                <a:lnTo>
                  <a:pt x="108585" y="330200"/>
                </a:lnTo>
                <a:lnTo>
                  <a:pt x="119253" y="330200"/>
                </a:lnTo>
                <a:lnTo>
                  <a:pt x="121539" y="327660"/>
                </a:lnTo>
                <a:lnTo>
                  <a:pt x="123952" y="325120"/>
                </a:lnTo>
                <a:lnTo>
                  <a:pt x="125095" y="321310"/>
                </a:lnTo>
                <a:lnTo>
                  <a:pt x="124840" y="318770"/>
                </a:lnTo>
                <a:lnTo>
                  <a:pt x="124756" y="316229"/>
                </a:lnTo>
                <a:lnTo>
                  <a:pt x="124587" y="313689"/>
                </a:lnTo>
                <a:lnTo>
                  <a:pt x="122428" y="311150"/>
                </a:lnTo>
                <a:lnTo>
                  <a:pt x="118999" y="308610"/>
                </a:lnTo>
                <a:close/>
              </a:path>
              <a:path w="125094" h="330200">
                <a:moveTo>
                  <a:pt x="48641" y="280670"/>
                </a:moveTo>
                <a:lnTo>
                  <a:pt x="19431" y="280670"/>
                </a:lnTo>
                <a:lnTo>
                  <a:pt x="22987" y="285750"/>
                </a:lnTo>
                <a:lnTo>
                  <a:pt x="25527" y="289560"/>
                </a:lnTo>
                <a:lnTo>
                  <a:pt x="26543" y="290829"/>
                </a:lnTo>
                <a:lnTo>
                  <a:pt x="29083" y="293370"/>
                </a:lnTo>
                <a:lnTo>
                  <a:pt x="32258" y="295910"/>
                </a:lnTo>
                <a:lnTo>
                  <a:pt x="34671" y="298450"/>
                </a:lnTo>
                <a:lnTo>
                  <a:pt x="35814" y="299720"/>
                </a:lnTo>
                <a:lnTo>
                  <a:pt x="40347" y="302387"/>
                </a:lnTo>
                <a:lnTo>
                  <a:pt x="39789" y="302387"/>
                </a:lnTo>
                <a:lnTo>
                  <a:pt x="42418" y="303529"/>
                </a:lnTo>
                <a:lnTo>
                  <a:pt x="43053" y="304800"/>
                </a:lnTo>
                <a:lnTo>
                  <a:pt x="49530" y="308610"/>
                </a:lnTo>
                <a:lnTo>
                  <a:pt x="118745" y="308610"/>
                </a:lnTo>
                <a:lnTo>
                  <a:pt x="117094" y="307339"/>
                </a:lnTo>
                <a:lnTo>
                  <a:pt x="114935" y="306070"/>
                </a:lnTo>
                <a:lnTo>
                  <a:pt x="112395" y="306070"/>
                </a:lnTo>
                <a:lnTo>
                  <a:pt x="110871" y="304800"/>
                </a:lnTo>
                <a:lnTo>
                  <a:pt x="107950" y="304800"/>
                </a:lnTo>
                <a:lnTo>
                  <a:pt x="105791" y="303529"/>
                </a:lnTo>
                <a:lnTo>
                  <a:pt x="104140" y="303529"/>
                </a:lnTo>
                <a:lnTo>
                  <a:pt x="98996" y="302387"/>
                </a:lnTo>
                <a:lnTo>
                  <a:pt x="95504" y="300989"/>
                </a:lnTo>
                <a:lnTo>
                  <a:pt x="88646" y="300989"/>
                </a:lnTo>
                <a:lnTo>
                  <a:pt x="84709" y="299720"/>
                </a:lnTo>
                <a:lnTo>
                  <a:pt x="83947" y="298450"/>
                </a:lnTo>
                <a:lnTo>
                  <a:pt x="79438" y="297179"/>
                </a:lnTo>
                <a:lnTo>
                  <a:pt x="76581" y="297179"/>
                </a:lnTo>
                <a:lnTo>
                  <a:pt x="74612" y="295910"/>
                </a:lnTo>
                <a:lnTo>
                  <a:pt x="73025" y="295910"/>
                </a:lnTo>
                <a:lnTo>
                  <a:pt x="66548" y="292100"/>
                </a:lnTo>
                <a:lnTo>
                  <a:pt x="66294" y="292100"/>
                </a:lnTo>
                <a:lnTo>
                  <a:pt x="64389" y="290829"/>
                </a:lnTo>
                <a:lnTo>
                  <a:pt x="64642" y="290829"/>
                </a:lnTo>
                <a:lnTo>
                  <a:pt x="62992" y="289560"/>
                </a:lnTo>
                <a:lnTo>
                  <a:pt x="62357" y="289560"/>
                </a:lnTo>
                <a:lnTo>
                  <a:pt x="57499" y="285750"/>
                </a:lnTo>
                <a:lnTo>
                  <a:pt x="56388" y="285750"/>
                </a:lnTo>
                <a:lnTo>
                  <a:pt x="53467" y="283210"/>
                </a:lnTo>
                <a:lnTo>
                  <a:pt x="52959" y="283210"/>
                </a:lnTo>
                <a:lnTo>
                  <a:pt x="48641" y="280670"/>
                </a:lnTo>
                <a:close/>
              </a:path>
              <a:path w="125094" h="330200">
                <a:moveTo>
                  <a:pt x="86741" y="299720"/>
                </a:moveTo>
                <a:lnTo>
                  <a:pt x="88646" y="300989"/>
                </a:lnTo>
                <a:lnTo>
                  <a:pt x="94996" y="300989"/>
                </a:lnTo>
                <a:lnTo>
                  <a:pt x="86741" y="299720"/>
                </a:lnTo>
                <a:close/>
              </a:path>
              <a:path w="125094" h="330200">
                <a:moveTo>
                  <a:pt x="74930" y="295910"/>
                </a:moveTo>
                <a:lnTo>
                  <a:pt x="76581" y="297179"/>
                </a:lnTo>
                <a:lnTo>
                  <a:pt x="79438" y="297179"/>
                </a:lnTo>
                <a:lnTo>
                  <a:pt x="74930" y="295910"/>
                </a:lnTo>
                <a:close/>
              </a:path>
              <a:path w="125094" h="330200">
                <a:moveTo>
                  <a:pt x="72644" y="294639"/>
                </a:moveTo>
                <a:lnTo>
                  <a:pt x="73025" y="295910"/>
                </a:lnTo>
                <a:lnTo>
                  <a:pt x="74612" y="295910"/>
                </a:lnTo>
                <a:lnTo>
                  <a:pt x="72644" y="294639"/>
                </a:lnTo>
                <a:close/>
              </a:path>
              <a:path w="125094" h="330200">
                <a:moveTo>
                  <a:pt x="65468" y="291464"/>
                </a:moveTo>
                <a:lnTo>
                  <a:pt x="66294" y="292100"/>
                </a:lnTo>
                <a:lnTo>
                  <a:pt x="66548" y="292100"/>
                </a:lnTo>
                <a:lnTo>
                  <a:pt x="65468" y="291464"/>
                </a:lnTo>
                <a:close/>
              </a:path>
              <a:path w="125094" h="330200">
                <a:moveTo>
                  <a:pt x="64642" y="290829"/>
                </a:moveTo>
                <a:lnTo>
                  <a:pt x="64389" y="290829"/>
                </a:lnTo>
                <a:lnTo>
                  <a:pt x="65468" y="291464"/>
                </a:lnTo>
                <a:lnTo>
                  <a:pt x="64642" y="290829"/>
                </a:lnTo>
                <a:close/>
              </a:path>
              <a:path w="125094" h="330200">
                <a:moveTo>
                  <a:pt x="55880" y="284479"/>
                </a:moveTo>
                <a:lnTo>
                  <a:pt x="56388" y="285750"/>
                </a:lnTo>
                <a:lnTo>
                  <a:pt x="57499" y="285750"/>
                </a:lnTo>
                <a:lnTo>
                  <a:pt x="55880" y="284479"/>
                </a:lnTo>
                <a:close/>
              </a:path>
              <a:path w="125094" h="330200">
                <a:moveTo>
                  <a:pt x="3810" y="160020"/>
                </a:moveTo>
                <a:lnTo>
                  <a:pt x="1651" y="175260"/>
                </a:lnTo>
                <a:lnTo>
                  <a:pt x="1524" y="176529"/>
                </a:lnTo>
                <a:lnTo>
                  <a:pt x="1143" y="182879"/>
                </a:lnTo>
                <a:lnTo>
                  <a:pt x="508" y="195579"/>
                </a:lnTo>
                <a:lnTo>
                  <a:pt x="381" y="196850"/>
                </a:lnTo>
                <a:lnTo>
                  <a:pt x="381" y="201929"/>
                </a:lnTo>
                <a:lnTo>
                  <a:pt x="0" y="214629"/>
                </a:lnTo>
                <a:lnTo>
                  <a:pt x="0" y="220979"/>
                </a:lnTo>
                <a:lnTo>
                  <a:pt x="1143" y="231139"/>
                </a:lnTo>
                <a:lnTo>
                  <a:pt x="1143" y="232410"/>
                </a:lnTo>
                <a:lnTo>
                  <a:pt x="1905" y="236220"/>
                </a:lnTo>
                <a:lnTo>
                  <a:pt x="2032" y="237489"/>
                </a:lnTo>
                <a:lnTo>
                  <a:pt x="4571" y="247650"/>
                </a:lnTo>
                <a:lnTo>
                  <a:pt x="4953" y="248920"/>
                </a:lnTo>
                <a:lnTo>
                  <a:pt x="6350" y="252729"/>
                </a:lnTo>
                <a:lnTo>
                  <a:pt x="9525" y="261620"/>
                </a:lnTo>
                <a:lnTo>
                  <a:pt x="10794" y="264608"/>
                </a:lnTo>
                <a:lnTo>
                  <a:pt x="16129" y="275589"/>
                </a:lnTo>
                <a:lnTo>
                  <a:pt x="17018" y="276860"/>
                </a:lnTo>
                <a:lnTo>
                  <a:pt x="19558" y="280670"/>
                </a:lnTo>
                <a:lnTo>
                  <a:pt x="49784" y="280670"/>
                </a:lnTo>
                <a:lnTo>
                  <a:pt x="48514" y="279400"/>
                </a:lnTo>
                <a:lnTo>
                  <a:pt x="47879" y="279400"/>
                </a:lnTo>
                <a:lnTo>
                  <a:pt x="44068" y="275589"/>
                </a:lnTo>
                <a:lnTo>
                  <a:pt x="43180" y="274743"/>
                </a:lnTo>
                <a:lnTo>
                  <a:pt x="42799" y="274320"/>
                </a:lnTo>
                <a:lnTo>
                  <a:pt x="41783" y="273050"/>
                </a:lnTo>
                <a:lnTo>
                  <a:pt x="42037" y="273050"/>
                </a:lnTo>
                <a:lnTo>
                  <a:pt x="38354" y="267970"/>
                </a:lnTo>
                <a:lnTo>
                  <a:pt x="35814" y="264160"/>
                </a:lnTo>
                <a:lnTo>
                  <a:pt x="36104" y="264160"/>
                </a:lnTo>
                <a:lnTo>
                  <a:pt x="32512" y="256539"/>
                </a:lnTo>
                <a:lnTo>
                  <a:pt x="31242" y="254000"/>
                </a:lnTo>
                <a:lnTo>
                  <a:pt x="31115" y="254000"/>
                </a:lnTo>
                <a:lnTo>
                  <a:pt x="30719" y="253012"/>
                </a:lnTo>
                <a:lnTo>
                  <a:pt x="29228" y="248920"/>
                </a:lnTo>
                <a:lnTo>
                  <a:pt x="27813" y="245110"/>
                </a:lnTo>
                <a:lnTo>
                  <a:pt x="26289" y="241300"/>
                </a:lnTo>
                <a:lnTo>
                  <a:pt x="26670" y="241300"/>
                </a:lnTo>
                <a:lnTo>
                  <a:pt x="24434" y="233476"/>
                </a:lnTo>
                <a:lnTo>
                  <a:pt x="23621" y="228600"/>
                </a:lnTo>
                <a:lnTo>
                  <a:pt x="22859" y="220979"/>
                </a:lnTo>
                <a:lnTo>
                  <a:pt x="22733" y="219710"/>
                </a:lnTo>
                <a:lnTo>
                  <a:pt x="22606" y="219710"/>
                </a:lnTo>
                <a:lnTo>
                  <a:pt x="22606" y="214629"/>
                </a:lnTo>
                <a:lnTo>
                  <a:pt x="22987" y="201929"/>
                </a:lnTo>
                <a:lnTo>
                  <a:pt x="22936" y="195579"/>
                </a:lnTo>
                <a:lnTo>
                  <a:pt x="23621" y="184150"/>
                </a:lnTo>
                <a:lnTo>
                  <a:pt x="23805" y="179569"/>
                </a:lnTo>
                <a:lnTo>
                  <a:pt x="23876" y="177800"/>
                </a:lnTo>
                <a:lnTo>
                  <a:pt x="24055" y="177800"/>
                </a:lnTo>
                <a:lnTo>
                  <a:pt x="26035" y="163829"/>
                </a:lnTo>
                <a:lnTo>
                  <a:pt x="26289" y="161289"/>
                </a:lnTo>
                <a:lnTo>
                  <a:pt x="3810" y="161289"/>
                </a:lnTo>
                <a:lnTo>
                  <a:pt x="3810" y="160020"/>
                </a:lnTo>
                <a:close/>
              </a:path>
              <a:path w="125094" h="330200">
                <a:moveTo>
                  <a:pt x="47244" y="278129"/>
                </a:moveTo>
                <a:lnTo>
                  <a:pt x="47879" y="279400"/>
                </a:lnTo>
                <a:lnTo>
                  <a:pt x="48514" y="279400"/>
                </a:lnTo>
                <a:lnTo>
                  <a:pt x="47244" y="278129"/>
                </a:lnTo>
                <a:close/>
              </a:path>
              <a:path w="125094" h="330200">
                <a:moveTo>
                  <a:pt x="36104" y="264160"/>
                </a:moveTo>
                <a:lnTo>
                  <a:pt x="35814" y="264160"/>
                </a:lnTo>
                <a:lnTo>
                  <a:pt x="36587" y="265264"/>
                </a:lnTo>
                <a:lnTo>
                  <a:pt x="36315" y="264608"/>
                </a:lnTo>
                <a:lnTo>
                  <a:pt x="36104" y="264160"/>
                </a:lnTo>
                <a:close/>
              </a:path>
              <a:path w="125094" h="330200">
                <a:moveTo>
                  <a:pt x="30748" y="253012"/>
                </a:moveTo>
                <a:lnTo>
                  <a:pt x="31115" y="254000"/>
                </a:lnTo>
                <a:lnTo>
                  <a:pt x="31242" y="254000"/>
                </a:lnTo>
                <a:lnTo>
                  <a:pt x="30748" y="253012"/>
                </a:lnTo>
                <a:close/>
              </a:path>
              <a:path w="125094" h="330200">
                <a:moveTo>
                  <a:pt x="22606" y="218439"/>
                </a:moveTo>
                <a:lnTo>
                  <a:pt x="22606" y="219710"/>
                </a:lnTo>
                <a:lnTo>
                  <a:pt x="22733" y="219710"/>
                </a:lnTo>
                <a:lnTo>
                  <a:pt x="22606" y="218439"/>
                </a:lnTo>
                <a:close/>
              </a:path>
              <a:path w="125094" h="330200">
                <a:moveTo>
                  <a:pt x="24055" y="177800"/>
                </a:moveTo>
                <a:lnTo>
                  <a:pt x="23876" y="177800"/>
                </a:lnTo>
                <a:lnTo>
                  <a:pt x="23876" y="178718"/>
                </a:lnTo>
                <a:lnTo>
                  <a:pt x="24055" y="177800"/>
                </a:lnTo>
                <a:close/>
              </a:path>
              <a:path w="125094" h="330200">
                <a:moveTo>
                  <a:pt x="97047" y="19176"/>
                </a:moveTo>
                <a:lnTo>
                  <a:pt x="61080" y="19176"/>
                </a:lnTo>
                <a:lnTo>
                  <a:pt x="58546" y="21589"/>
                </a:lnTo>
                <a:lnTo>
                  <a:pt x="52451" y="29210"/>
                </a:lnTo>
                <a:lnTo>
                  <a:pt x="52070" y="29210"/>
                </a:lnTo>
                <a:lnTo>
                  <a:pt x="49911" y="31750"/>
                </a:lnTo>
                <a:lnTo>
                  <a:pt x="45085" y="40639"/>
                </a:lnTo>
                <a:lnTo>
                  <a:pt x="43180" y="43179"/>
                </a:lnTo>
                <a:lnTo>
                  <a:pt x="38862" y="50800"/>
                </a:lnTo>
                <a:lnTo>
                  <a:pt x="38100" y="52070"/>
                </a:lnTo>
                <a:lnTo>
                  <a:pt x="36576" y="55879"/>
                </a:lnTo>
                <a:lnTo>
                  <a:pt x="36957" y="55879"/>
                </a:lnTo>
                <a:lnTo>
                  <a:pt x="32131" y="66039"/>
                </a:lnTo>
                <a:lnTo>
                  <a:pt x="29845" y="71120"/>
                </a:lnTo>
                <a:lnTo>
                  <a:pt x="29591" y="71120"/>
                </a:lnTo>
                <a:lnTo>
                  <a:pt x="26836" y="78694"/>
                </a:lnTo>
                <a:lnTo>
                  <a:pt x="24618" y="85135"/>
                </a:lnTo>
                <a:lnTo>
                  <a:pt x="22586" y="89915"/>
                </a:lnTo>
                <a:lnTo>
                  <a:pt x="22479" y="90170"/>
                </a:lnTo>
                <a:lnTo>
                  <a:pt x="22225" y="90170"/>
                </a:lnTo>
                <a:lnTo>
                  <a:pt x="17526" y="104139"/>
                </a:lnTo>
                <a:lnTo>
                  <a:pt x="15621" y="109220"/>
                </a:lnTo>
                <a:lnTo>
                  <a:pt x="11071" y="123339"/>
                </a:lnTo>
                <a:lnTo>
                  <a:pt x="10393" y="125700"/>
                </a:lnTo>
                <a:lnTo>
                  <a:pt x="9976" y="127000"/>
                </a:lnTo>
                <a:lnTo>
                  <a:pt x="7493" y="137160"/>
                </a:lnTo>
                <a:lnTo>
                  <a:pt x="6950" y="140775"/>
                </a:lnTo>
                <a:lnTo>
                  <a:pt x="6853" y="142263"/>
                </a:lnTo>
                <a:lnTo>
                  <a:pt x="4699" y="153670"/>
                </a:lnTo>
                <a:lnTo>
                  <a:pt x="4571" y="154939"/>
                </a:lnTo>
                <a:lnTo>
                  <a:pt x="3810" y="161289"/>
                </a:lnTo>
                <a:lnTo>
                  <a:pt x="26289" y="161289"/>
                </a:lnTo>
                <a:lnTo>
                  <a:pt x="26670" y="157479"/>
                </a:lnTo>
                <a:lnTo>
                  <a:pt x="28829" y="146050"/>
                </a:lnTo>
                <a:lnTo>
                  <a:pt x="28829" y="144779"/>
                </a:lnTo>
                <a:lnTo>
                  <a:pt x="29464" y="139700"/>
                </a:lnTo>
                <a:lnTo>
                  <a:pt x="29671" y="139700"/>
                </a:lnTo>
                <a:lnTo>
                  <a:pt x="33020" y="127000"/>
                </a:lnTo>
                <a:lnTo>
                  <a:pt x="37592" y="112304"/>
                </a:lnTo>
                <a:lnTo>
                  <a:pt x="38227" y="110489"/>
                </a:lnTo>
                <a:lnTo>
                  <a:pt x="44492" y="93556"/>
                </a:lnTo>
                <a:lnTo>
                  <a:pt x="45846" y="90170"/>
                </a:lnTo>
                <a:lnTo>
                  <a:pt x="49942" y="78694"/>
                </a:lnTo>
                <a:lnTo>
                  <a:pt x="49803" y="78694"/>
                </a:lnTo>
                <a:lnTo>
                  <a:pt x="51943" y="73660"/>
                </a:lnTo>
                <a:lnTo>
                  <a:pt x="52149" y="73660"/>
                </a:lnTo>
                <a:lnTo>
                  <a:pt x="56261" y="64770"/>
                </a:lnTo>
                <a:lnTo>
                  <a:pt x="56769" y="63500"/>
                </a:lnTo>
                <a:lnTo>
                  <a:pt x="58166" y="59689"/>
                </a:lnTo>
                <a:lnTo>
                  <a:pt x="58716" y="59689"/>
                </a:lnTo>
                <a:lnTo>
                  <a:pt x="61595" y="54610"/>
                </a:lnTo>
                <a:lnTo>
                  <a:pt x="63500" y="50800"/>
                </a:lnTo>
                <a:lnTo>
                  <a:pt x="63246" y="50800"/>
                </a:lnTo>
                <a:lnTo>
                  <a:pt x="67564" y="43179"/>
                </a:lnTo>
                <a:lnTo>
                  <a:pt x="68029" y="43179"/>
                </a:lnTo>
                <a:lnTo>
                  <a:pt x="69469" y="40639"/>
                </a:lnTo>
                <a:lnTo>
                  <a:pt x="69850" y="40639"/>
                </a:lnTo>
                <a:lnTo>
                  <a:pt x="73914" y="35560"/>
                </a:lnTo>
                <a:lnTo>
                  <a:pt x="73279" y="35560"/>
                </a:lnTo>
                <a:lnTo>
                  <a:pt x="75692" y="33020"/>
                </a:lnTo>
                <a:lnTo>
                  <a:pt x="75565" y="33020"/>
                </a:lnTo>
                <a:lnTo>
                  <a:pt x="80899" y="27939"/>
                </a:lnTo>
                <a:lnTo>
                  <a:pt x="81153" y="27939"/>
                </a:lnTo>
                <a:lnTo>
                  <a:pt x="82041" y="26670"/>
                </a:lnTo>
                <a:lnTo>
                  <a:pt x="81661" y="26670"/>
                </a:lnTo>
                <a:lnTo>
                  <a:pt x="82931" y="25400"/>
                </a:lnTo>
                <a:lnTo>
                  <a:pt x="83185" y="25400"/>
                </a:lnTo>
                <a:lnTo>
                  <a:pt x="86233" y="22860"/>
                </a:lnTo>
                <a:lnTo>
                  <a:pt x="86741" y="22860"/>
                </a:lnTo>
                <a:lnTo>
                  <a:pt x="88519" y="21589"/>
                </a:lnTo>
                <a:lnTo>
                  <a:pt x="86106" y="21589"/>
                </a:lnTo>
                <a:lnTo>
                  <a:pt x="90043" y="20320"/>
                </a:lnTo>
                <a:lnTo>
                  <a:pt x="94932" y="20320"/>
                </a:lnTo>
                <a:lnTo>
                  <a:pt x="97047" y="19176"/>
                </a:lnTo>
                <a:close/>
              </a:path>
              <a:path w="125094" h="330200">
                <a:moveTo>
                  <a:pt x="29671" y="139700"/>
                </a:moveTo>
                <a:lnTo>
                  <a:pt x="29464" y="139700"/>
                </a:lnTo>
                <a:lnTo>
                  <a:pt x="29356" y="140775"/>
                </a:lnTo>
                <a:lnTo>
                  <a:pt x="29671" y="139700"/>
                </a:lnTo>
                <a:close/>
              </a:path>
              <a:path w="125094" h="330200">
                <a:moveTo>
                  <a:pt x="50568" y="76937"/>
                </a:moveTo>
                <a:lnTo>
                  <a:pt x="49803" y="78694"/>
                </a:lnTo>
                <a:lnTo>
                  <a:pt x="49942" y="78694"/>
                </a:lnTo>
                <a:lnTo>
                  <a:pt x="50568" y="76937"/>
                </a:lnTo>
                <a:close/>
              </a:path>
              <a:path w="125094" h="330200">
                <a:moveTo>
                  <a:pt x="52149" y="73660"/>
                </a:moveTo>
                <a:lnTo>
                  <a:pt x="51943" y="73660"/>
                </a:lnTo>
                <a:lnTo>
                  <a:pt x="51784" y="74189"/>
                </a:lnTo>
                <a:lnTo>
                  <a:pt x="52149" y="73660"/>
                </a:lnTo>
                <a:close/>
              </a:path>
              <a:path w="125094" h="330200">
                <a:moveTo>
                  <a:pt x="58716" y="59689"/>
                </a:moveTo>
                <a:lnTo>
                  <a:pt x="58166" y="59689"/>
                </a:lnTo>
                <a:lnTo>
                  <a:pt x="57347" y="62027"/>
                </a:lnTo>
                <a:lnTo>
                  <a:pt x="58716" y="59689"/>
                </a:lnTo>
                <a:close/>
              </a:path>
              <a:path w="125094" h="330200">
                <a:moveTo>
                  <a:pt x="68029" y="43179"/>
                </a:moveTo>
                <a:lnTo>
                  <a:pt x="67564" y="43179"/>
                </a:lnTo>
                <a:lnTo>
                  <a:pt x="67310" y="44450"/>
                </a:lnTo>
                <a:lnTo>
                  <a:pt x="68029" y="43179"/>
                </a:lnTo>
                <a:close/>
              </a:path>
              <a:path w="125094" h="330200">
                <a:moveTo>
                  <a:pt x="69850" y="40639"/>
                </a:moveTo>
                <a:lnTo>
                  <a:pt x="69469" y="40639"/>
                </a:lnTo>
                <a:lnTo>
                  <a:pt x="68982" y="41612"/>
                </a:lnTo>
                <a:lnTo>
                  <a:pt x="69850" y="40639"/>
                </a:lnTo>
                <a:close/>
              </a:path>
              <a:path w="125094" h="330200">
                <a:moveTo>
                  <a:pt x="82931" y="25400"/>
                </a:moveTo>
                <a:lnTo>
                  <a:pt x="81661" y="26670"/>
                </a:lnTo>
                <a:lnTo>
                  <a:pt x="82575" y="25908"/>
                </a:lnTo>
                <a:lnTo>
                  <a:pt x="82931" y="25400"/>
                </a:lnTo>
                <a:close/>
              </a:path>
              <a:path w="125094" h="330200">
                <a:moveTo>
                  <a:pt x="82575" y="25908"/>
                </a:moveTo>
                <a:lnTo>
                  <a:pt x="81661" y="26670"/>
                </a:lnTo>
                <a:lnTo>
                  <a:pt x="82041" y="26670"/>
                </a:lnTo>
                <a:lnTo>
                  <a:pt x="82575" y="25908"/>
                </a:lnTo>
                <a:close/>
              </a:path>
              <a:path w="125094" h="330200">
                <a:moveTo>
                  <a:pt x="83185" y="25400"/>
                </a:moveTo>
                <a:lnTo>
                  <a:pt x="82931" y="25400"/>
                </a:lnTo>
                <a:lnTo>
                  <a:pt x="82575" y="25908"/>
                </a:lnTo>
                <a:lnTo>
                  <a:pt x="83185" y="25400"/>
                </a:lnTo>
                <a:close/>
              </a:path>
              <a:path w="125094" h="330200">
                <a:moveTo>
                  <a:pt x="90043" y="20320"/>
                </a:moveTo>
                <a:lnTo>
                  <a:pt x="86106" y="21589"/>
                </a:lnTo>
                <a:lnTo>
                  <a:pt x="88455" y="21589"/>
                </a:lnTo>
                <a:lnTo>
                  <a:pt x="90043" y="20320"/>
                </a:lnTo>
                <a:close/>
              </a:path>
              <a:path w="125094" h="330200">
                <a:moveTo>
                  <a:pt x="94932" y="20320"/>
                </a:moveTo>
                <a:lnTo>
                  <a:pt x="90043" y="20320"/>
                </a:lnTo>
                <a:lnTo>
                  <a:pt x="88455" y="21589"/>
                </a:lnTo>
                <a:lnTo>
                  <a:pt x="92583" y="21589"/>
                </a:lnTo>
                <a:lnTo>
                  <a:pt x="94932" y="20320"/>
                </a:lnTo>
                <a:close/>
              </a:path>
              <a:path w="125094" h="330200">
                <a:moveTo>
                  <a:pt x="88646" y="2539"/>
                </a:moveTo>
                <a:lnTo>
                  <a:pt x="82169" y="2539"/>
                </a:lnTo>
                <a:lnTo>
                  <a:pt x="80391" y="3810"/>
                </a:lnTo>
                <a:lnTo>
                  <a:pt x="76073" y="6350"/>
                </a:lnTo>
                <a:lnTo>
                  <a:pt x="74295" y="7620"/>
                </a:lnTo>
                <a:lnTo>
                  <a:pt x="74041" y="7620"/>
                </a:lnTo>
                <a:lnTo>
                  <a:pt x="69342" y="11429"/>
                </a:lnTo>
                <a:lnTo>
                  <a:pt x="68580" y="11429"/>
                </a:lnTo>
                <a:lnTo>
                  <a:pt x="66675" y="12700"/>
                </a:lnTo>
                <a:lnTo>
                  <a:pt x="59817" y="20320"/>
                </a:lnTo>
                <a:lnTo>
                  <a:pt x="61080" y="19176"/>
                </a:lnTo>
                <a:lnTo>
                  <a:pt x="97904" y="19176"/>
                </a:lnTo>
                <a:lnTo>
                  <a:pt x="100838" y="16510"/>
                </a:lnTo>
                <a:lnTo>
                  <a:pt x="102362" y="13970"/>
                </a:lnTo>
                <a:lnTo>
                  <a:pt x="104775" y="10160"/>
                </a:lnTo>
                <a:lnTo>
                  <a:pt x="104140" y="5079"/>
                </a:lnTo>
                <a:lnTo>
                  <a:pt x="86614" y="5079"/>
                </a:lnTo>
                <a:lnTo>
                  <a:pt x="88646" y="2539"/>
                </a:lnTo>
                <a:close/>
              </a:path>
              <a:path w="125094" h="330200">
                <a:moveTo>
                  <a:pt x="97028" y="0"/>
                </a:moveTo>
                <a:lnTo>
                  <a:pt x="91948" y="0"/>
                </a:lnTo>
                <a:lnTo>
                  <a:pt x="88646" y="2539"/>
                </a:lnTo>
                <a:lnTo>
                  <a:pt x="86614" y="5079"/>
                </a:lnTo>
                <a:lnTo>
                  <a:pt x="89789" y="2539"/>
                </a:lnTo>
                <a:lnTo>
                  <a:pt x="100584" y="2539"/>
                </a:lnTo>
                <a:lnTo>
                  <a:pt x="97028" y="0"/>
                </a:lnTo>
                <a:close/>
              </a:path>
              <a:path w="125094" h="330200">
                <a:moveTo>
                  <a:pt x="100584" y="2539"/>
                </a:moveTo>
                <a:lnTo>
                  <a:pt x="89789" y="2539"/>
                </a:lnTo>
                <a:lnTo>
                  <a:pt x="86614" y="5079"/>
                </a:lnTo>
                <a:lnTo>
                  <a:pt x="104140" y="5079"/>
                </a:lnTo>
                <a:lnTo>
                  <a:pt x="100584" y="2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286676" y="1122004"/>
            <a:ext cx="368131" cy="375073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265420" y="3201162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  <p:sp>
        <p:nvSpPr>
          <p:cNvPr id="36" name="object 36"/>
          <p:cNvSpPr txBox="1"/>
          <p:nvPr/>
        </p:nvSpPr>
        <p:spPr>
          <a:xfrm>
            <a:off x="7491305" y="3177456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1085" y="491202"/>
            <a:ext cx="582168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Demand</a:t>
            </a:r>
            <a:r>
              <a:rPr spc="-87" dirty="0"/>
              <a:t> </a:t>
            </a:r>
            <a:r>
              <a:rPr spc="-13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1621" y="3362451"/>
            <a:ext cx="2976033" cy="880583"/>
          </a:xfrm>
          <a:prstGeom prst="rect">
            <a:avLst/>
          </a:prstGeom>
        </p:spPr>
        <p:txBody>
          <a:bodyPr vert="horz" wrap="square" lIns="0" tIns="13547" rIns="0" bIns="0" rtlCol="0">
            <a:spAutoFit/>
          </a:bodyPr>
          <a:lstStyle/>
          <a:p>
            <a:pPr marL="16933" marR="6773">
              <a:lnSpc>
                <a:spcPct val="101899"/>
              </a:lnSpc>
              <a:spcBef>
                <a:spcPts val="107"/>
              </a:spcBef>
            </a:pP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probability</a:t>
            </a:r>
            <a:r>
              <a:rPr sz="2867" spc="1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33" dirty="0">
                <a:solidFill>
                  <a:srgbClr val="FF40FF"/>
                </a:solidFill>
                <a:latin typeface="Century Schoolbook"/>
                <a:cs typeface="Century Schoolbook"/>
              </a:rPr>
              <a:t>of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being</a:t>
            </a:r>
            <a:r>
              <a:rPr sz="2867" spc="8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a</a:t>
            </a:r>
            <a:r>
              <a:rPr sz="2867" spc="127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dirty="0">
                <a:solidFill>
                  <a:srgbClr val="FF40FF"/>
                </a:solidFill>
                <a:latin typeface="Century Schoolbook"/>
                <a:cs typeface="Century Schoolbook"/>
              </a:rPr>
              <a:t>top</a:t>
            </a:r>
            <a:r>
              <a:rPr sz="2867" spc="93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867" spc="-13" dirty="0">
                <a:solidFill>
                  <a:srgbClr val="FF40FF"/>
                </a:solidFill>
                <a:latin typeface="Century Schoolbook"/>
                <a:cs typeface="Century Schoolbook"/>
              </a:rPr>
              <a:t>seller</a:t>
            </a:r>
            <a:endParaRPr sz="2867">
              <a:latin typeface="Century Schoolbook"/>
              <a:cs typeface="Century Schoolboo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69302" y="1103036"/>
            <a:ext cx="3932767" cy="4064000"/>
            <a:chOff x="2601976" y="827277"/>
            <a:chExt cx="2949575" cy="3048000"/>
          </a:xfrm>
        </p:grpSpPr>
        <p:sp>
          <p:nvSpPr>
            <p:cNvPr id="5" name="object 5"/>
            <p:cNvSpPr/>
            <p:nvPr/>
          </p:nvSpPr>
          <p:spPr>
            <a:xfrm>
              <a:off x="4534789" y="1662683"/>
              <a:ext cx="38735" cy="179070"/>
            </a:xfrm>
            <a:custGeom>
              <a:avLst/>
              <a:gdLst/>
              <a:ahLst/>
              <a:cxnLst/>
              <a:rect l="l" t="t" r="r" b="b"/>
              <a:pathLst>
                <a:path w="38735" h="179069">
                  <a:moveTo>
                    <a:pt x="24003" y="7366"/>
                  </a:moveTo>
                  <a:lnTo>
                    <a:pt x="21209" y="3683"/>
                  </a:lnTo>
                  <a:lnTo>
                    <a:pt x="16002" y="2032"/>
                  </a:lnTo>
                  <a:lnTo>
                    <a:pt x="16891" y="2286"/>
                  </a:lnTo>
                  <a:lnTo>
                    <a:pt x="15621" y="1778"/>
                  </a:lnTo>
                  <a:lnTo>
                    <a:pt x="14605" y="1524"/>
                  </a:lnTo>
                  <a:lnTo>
                    <a:pt x="10287" y="0"/>
                  </a:lnTo>
                  <a:lnTo>
                    <a:pt x="5461" y="1524"/>
                  </a:lnTo>
                  <a:lnTo>
                    <a:pt x="2794" y="5207"/>
                  </a:lnTo>
                  <a:lnTo>
                    <a:pt x="0" y="8890"/>
                  </a:lnTo>
                  <a:lnTo>
                    <a:pt x="0" y="13970"/>
                  </a:lnTo>
                  <a:lnTo>
                    <a:pt x="2794" y="17653"/>
                  </a:lnTo>
                  <a:lnTo>
                    <a:pt x="5461" y="21336"/>
                  </a:lnTo>
                  <a:lnTo>
                    <a:pt x="10287" y="22860"/>
                  </a:lnTo>
                  <a:lnTo>
                    <a:pt x="14605" y="21463"/>
                  </a:lnTo>
                  <a:lnTo>
                    <a:pt x="16891" y="20574"/>
                  </a:lnTo>
                  <a:lnTo>
                    <a:pt x="16002" y="20955"/>
                  </a:lnTo>
                  <a:lnTo>
                    <a:pt x="17272" y="20447"/>
                  </a:lnTo>
                  <a:lnTo>
                    <a:pt x="21209" y="19304"/>
                  </a:lnTo>
                  <a:lnTo>
                    <a:pt x="24003" y="15621"/>
                  </a:lnTo>
                  <a:lnTo>
                    <a:pt x="24003" y="7366"/>
                  </a:lnTo>
                  <a:close/>
                </a:path>
                <a:path w="38735" h="179069">
                  <a:moveTo>
                    <a:pt x="38227" y="92456"/>
                  </a:moveTo>
                  <a:lnTo>
                    <a:pt x="13970" y="92456"/>
                  </a:lnTo>
                  <a:lnTo>
                    <a:pt x="13766" y="92456"/>
                  </a:lnTo>
                  <a:lnTo>
                    <a:pt x="12192" y="95377"/>
                  </a:lnTo>
                  <a:lnTo>
                    <a:pt x="12115" y="100457"/>
                  </a:lnTo>
                  <a:lnTo>
                    <a:pt x="12319" y="102616"/>
                  </a:lnTo>
                  <a:lnTo>
                    <a:pt x="12573" y="106045"/>
                  </a:lnTo>
                  <a:lnTo>
                    <a:pt x="12750" y="107950"/>
                  </a:lnTo>
                  <a:lnTo>
                    <a:pt x="13169" y="118745"/>
                  </a:lnTo>
                  <a:lnTo>
                    <a:pt x="13208" y="126238"/>
                  </a:lnTo>
                  <a:lnTo>
                    <a:pt x="13855" y="138963"/>
                  </a:lnTo>
                  <a:lnTo>
                    <a:pt x="13970" y="140970"/>
                  </a:lnTo>
                  <a:lnTo>
                    <a:pt x="14605" y="145415"/>
                  </a:lnTo>
                  <a:lnTo>
                    <a:pt x="14693" y="146050"/>
                  </a:lnTo>
                  <a:lnTo>
                    <a:pt x="14808" y="146900"/>
                  </a:lnTo>
                  <a:lnTo>
                    <a:pt x="15646" y="157607"/>
                  </a:lnTo>
                  <a:lnTo>
                    <a:pt x="15748" y="158877"/>
                  </a:lnTo>
                  <a:lnTo>
                    <a:pt x="15875" y="159893"/>
                  </a:lnTo>
                  <a:lnTo>
                    <a:pt x="16637" y="164223"/>
                  </a:lnTo>
                  <a:lnTo>
                    <a:pt x="17399" y="169545"/>
                  </a:lnTo>
                  <a:lnTo>
                    <a:pt x="18161" y="174637"/>
                  </a:lnTo>
                  <a:lnTo>
                    <a:pt x="22733" y="178447"/>
                  </a:lnTo>
                  <a:lnTo>
                    <a:pt x="33147" y="177685"/>
                  </a:lnTo>
                  <a:lnTo>
                    <a:pt x="37211" y="173355"/>
                  </a:lnTo>
                  <a:lnTo>
                    <a:pt x="37338" y="157607"/>
                  </a:lnTo>
                  <a:lnTo>
                    <a:pt x="36918" y="148094"/>
                  </a:lnTo>
                  <a:lnTo>
                    <a:pt x="36830" y="145415"/>
                  </a:lnTo>
                  <a:lnTo>
                    <a:pt x="36360" y="140970"/>
                  </a:lnTo>
                  <a:lnTo>
                    <a:pt x="36245" y="139827"/>
                  </a:lnTo>
                  <a:lnTo>
                    <a:pt x="36156" y="138963"/>
                  </a:lnTo>
                  <a:lnTo>
                    <a:pt x="35598" y="126238"/>
                  </a:lnTo>
                  <a:lnTo>
                    <a:pt x="35560" y="118745"/>
                  </a:lnTo>
                  <a:lnTo>
                    <a:pt x="35217" y="109994"/>
                  </a:lnTo>
                  <a:lnTo>
                    <a:pt x="35179" y="107950"/>
                  </a:lnTo>
                  <a:lnTo>
                    <a:pt x="34671" y="104013"/>
                  </a:lnTo>
                  <a:lnTo>
                    <a:pt x="34594" y="103378"/>
                  </a:lnTo>
                  <a:lnTo>
                    <a:pt x="34302" y="100457"/>
                  </a:lnTo>
                  <a:lnTo>
                    <a:pt x="32893" y="103378"/>
                  </a:lnTo>
                  <a:lnTo>
                    <a:pt x="34290" y="100457"/>
                  </a:lnTo>
                  <a:lnTo>
                    <a:pt x="34175" y="99314"/>
                  </a:lnTo>
                  <a:lnTo>
                    <a:pt x="34290" y="99110"/>
                  </a:lnTo>
                  <a:lnTo>
                    <a:pt x="34632" y="98323"/>
                  </a:lnTo>
                  <a:lnTo>
                    <a:pt x="34328" y="99110"/>
                  </a:lnTo>
                  <a:lnTo>
                    <a:pt x="34798" y="98323"/>
                  </a:lnTo>
                  <a:lnTo>
                    <a:pt x="35140" y="97790"/>
                  </a:lnTo>
                  <a:lnTo>
                    <a:pt x="35306" y="97028"/>
                  </a:lnTo>
                  <a:lnTo>
                    <a:pt x="35179" y="97790"/>
                  </a:lnTo>
                  <a:lnTo>
                    <a:pt x="34569" y="98831"/>
                  </a:lnTo>
                  <a:lnTo>
                    <a:pt x="34328" y="99110"/>
                  </a:lnTo>
                  <a:lnTo>
                    <a:pt x="34290" y="100457"/>
                  </a:lnTo>
                  <a:lnTo>
                    <a:pt x="35001" y="98323"/>
                  </a:lnTo>
                  <a:lnTo>
                    <a:pt x="36080" y="97028"/>
                  </a:lnTo>
                  <a:lnTo>
                    <a:pt x="36703" y="96266"/>
                  </a:lnTo>
                  <a:lnTo>
                    <a:pt x="38227" y="94361"/>
                  </a:lnTo>
                  <a:lnTo>
                    <a:pt x="38227" y="92456"/>
                  </a:lnTo>
                  <a:close/>
                </a:path>
                <a:path w="38735" h="179069">
                  <a:moveTo>
                    <a:pt x="38227" y="90678"/>
                  </a:moveTo>
                  <a:lnTo>
                    <a:pt x="36296" y="88265"/>
                  </a:lnTo>
                  <a:lnTo>
                    <a:pt x="34163" y="85725"/>
                  </a:lnTo>
                  <a:lnTo>
                    <a:pt x="32004" y="83058"/>
                  </a:lnTo>
                  <a:lnTo>
                    <a:pt x="29298" y="81915"/>
                  </a:lnTo>
                  <a:lnTo>
                    <a:pt x="21971" y="81915"/>
                  </a:lnTo>
                  <a:lnTo>
                    <a:pt x="18796" y="83693"/>
                  </a:lnTo>
                  <a:lnTo>
                    <a:pt x="16891" y="86487"/>
                  </a:lnTo>
                  <a:lnTo>
                    <a:pt x="15748" y="88265"/>
                  </a:lnTo>
                  <a:lnTo>
                    <a:pt x="14554" y="91059"/>
                  </a:lnTo>
                  <a:lnTo>
                    <a:pt x="38227" y="91059"/>
                  </a:lnTo>
                  <a:lnTo>
                    <a:pt x="38227" y="90678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614676" y="1576451"/>
              <a:ext cx="552450" cy="2286000"/>
            </a:xfrm>
            <a:custGeom>
              <a:avLst/>
              <a:gdLst/>
              <a:ahLst/>
              <a:cxnLst/>
              <a:rect l="l" t="t" r="r" b="b"/>
              <a:pathLst>
                <a:path w="552450" h="228600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2193798"/>
                  </a:lnTo>
                  <a:lnTo>
                    <a:pt x="545205" y="2229689"/>
                  </a:lnTo>
                  <a:lnTo>
                    <a:pt x="525446" y="2258996"/>
                  </a:lnTo>
                  <a:lnTo>
                    <a:pt x="496139" y="2278755"/>
                  </a:lnTo>
                  <a:lnTo>
                    <a:pt x="460248" y="2286000"/>
                  </a:lnTo>
                  <a:lnTo>
                    <a:pt x="92075" y="2286000"/>
                  </a:lnTo>
                  <a:lnTo>
                    <a:pt x="56203" y="2278755"/>
                  </a:lnTo>
                  <a:lnTo>
                    <a:pt x="26939" y="2258996"/>
                  </a:lnTo>
                  <a:lnTo>
                    <a:pt x="7225" y="2229689"/>
                  </a:lnTo>
                  <a:lnTo>
                    <a:pt x="0" y="2193798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700401" y="1652650"/>
              <a:ext cx="371475" cy="2066925"/>
            </a:xfrm>
            <a:custGeom>
              <a:avLst/>
              <a:gdLst/>
              <a:ahLst/>
              <a:cxnLst/>
              <a:rect l="l" t="t" r="r" b="b"/>
              <a:pathLst>
                <a:path w="371475" h="206692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  <a:path w="371475" h="2066925">
                  <a:moveTo>
                    <a:pt x="0" y="1033399"/>
                  </a:moveTo>
                  <a:lnTo>
                    <a:pt x="6455" y="984014"/>
                  </a:lnTo>
                  <a:lnTo>
                    <a:pt x="24680" y="939654"/>
                  </a:lnTo>
                  <a:lnTo>
                    <a:pt x="52958" y="902081"/>
                  </a:lnTo>
                  <a:lnTo>
                    <a:pt x="89577" y="873059"/>
                  </a:lnTo>
                  <a:lnTo>
                    <a:pt x="132820" y="854352"/>
                  </a:lnTo>
                  <a:lnTo>
                    <a:pt x="180975" y="847725"/>
                  </a:lnTo>
                  <a:lnTo>
                    <a:pt x="229085" y="854352"/>
                  </a:lnTo>
                  <a:lnTo>
                    <a:pt x="272316" y="873059"/>
                  </a:lnTo>
                  <a:lnTo>
                    <a:pt x="308943" y="902081"/>
                  </a:lnTo>
                  <a:lnTo>
                    <a:pt x="337241" y="939654"/>
                  </a:lnTo>
                  <a:lnTo>
                    <a:pt x="355485" y="984014"/>
                  </a:lnTo>
                  <a:lnTo>
                    <a:pt x="361950" y="1033399"/>
                  </a:lnTo>
                  <a:lnTo>
                    <a:pt x="355485" y="1082792"/>
                  </a:lnTo>
                  <a:lnTo>
                    <a:pt x="337241" y="1127176"/>
                  </a:lnTo>
                  <a:lnTo>
                    <a:pt x="308943" y="1164780"/>
                  </a:lnTo>
                  <a:lnTo>
                    <a:pt x="272316" y="1193832"/>
                  </a:lnTo>
                  <a:lnTo>
                    <a:pt x="229085" y="1212563"/>
                  </a:lnTo>
                  <a:lnTo>
                    <a:pt x="180975" y="1219200"/>
                  </a:lnTo>
                  <a:lnTo>
                    <a:pt x="132820" y="1212563"/>
                  </a:lnTo>
                  <a:lnTo>
                    <a:pt x="89577" y="1193832"/>
                  </a:lnTo>
                  <a:lnTo>
                    <a:pt x="52959" y="1164780"/>
                  </a:lnTo>
                  <a:lnTo>
                    <a:pt x="24680" y="1127176"/>
                  </a:lnTo>
                  <a:lnTo>
                    <a:pt x="6455" y="1082792"/>
                  </a:lnTo>
                  <a:lnTo>
                    <a:pt x="0" y="1033399"/>
                  </a:lnTo>
                  <a:close/>
                </a:path>
                <a:path w="371475" h="2066925">
                  <a:moveTo>
                    <a:pt x="0" y="1881124"/>
                  </a:moveTo>
                  <a:lnTo>
                    <a:pt x="6627" y="1831739"/>
                  </a:lnTo>
                  <a:lnTo>
                    <a:pt x="25334" y="1787379"/>
                  </a:lnTo>
                  <a:lnTo>
                    <a:pt x="54356" y="1749806"/>
                  </a:lnTo>
                  <a:lnTo>
                    <a:pt x="91929" y="1720784"/>
                  </a:lnTo>
                  <a:lnTo>
                    <a:pt x="136289" y="1702077"/>
                  </a:lnTo>
                  <a:lnTo>
                    <a:pt x="185674" y="1695450"/>
                  </a:lnTo>
                  <a:lnTo>
                    <a:pt x="235067" y="1702077"/>
                  </a:lnTo>
                  <a:lnTo>
                    <a:pt x="279451" y="1720784"/>
                  </a:lnTo>
                  <a:lnTo>
                    <a:pt x="317055" y="1749806"/>
                  </a:lnTo>
                  <a:lnTo>
                    <a:pt x="346107" y="1787379"/>
                  </a:lnTo>
                  <a:lnTo>
                    <a:pt x="364838" y="1831739"/>
                  </a:lnTo>
                  <a:lnTo>
                    <a:pt x="371475" y="1881124"/>
                  </a:lnTo>
                  <a:lnTo>
                    <a:pt x="364838" y="1930517"/>
                  </a:lnTo>
                  <a:lnTo>
                    <a:pt x="346107" y="1974901"/>
                  </a:lnTo>
                  <a:lnTo>
                    <a:pt x="317055" y="2012505"/>
                  </a:lnTo>
                  <a:lnTo>
                    <a:pt x="279451" y="2041557"/>
                  </a:lnTo>
                  <a:lnTo>
                    <a:pt x="235067" y="2060288"/>
                  </a:lnTo>
                  <a:lnTo>
                    <a:pt x="185674" y="2066925"/>
                  </a:lnTo>
                  <a:lnTo>
                    <a:pt x="136289" y="2060288"/>
                  </a:lnTo>
                  <a:lnTo>
                    <a:pt x="91929" y="2041557"/>
                  </a:lnTo>
                  <a:lnTo>
                    <a:pt x="54356" y="2012505"/>
                  </a:lnTo>
                  <a:lnTo>
                    <a:pt x="25334" y="1974901"/>
                  </a:lnTo>
                  <a:lnTo>
                    <a:pt x="6627" y="1930517"/>
                  </a:lnTo>
                  <a:lnTo>
                    <a:pt x="0" y="1881124"/>
                  </a:lnTo>
                  <a:close/>
                </a:path>
              </a:pathLst>
            </a:custGeom>
            <a:ln w="25400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5101" y="827277"/>
              <a:ext cx="2936449" cy="123710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89639" y="1403774"/>
            <a:ext cx="955040" cy="463439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57879" y="1354836"/>
            <a:ext cx="7585287" cy="4668520"/>
            <a:chOff x="943409" y="1016127"/>
            <a:chExt cx="5688965" cy="35013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409" y="4204551"/>
              <a:ext cx="142358" cy="2732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0951" y="3408553"/>
              <a:ext cx="1633663" cy="72423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0655" y="4261396"/>
              <a:ext cx="919797" cy="2558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1706" y="4222838"/>
              <a:ext cx="141959" cy="2225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07025" y="2468626"/>
              <a:ext cx="978560" cy="5683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3282" y="4244771"/>
              <a:ext cx="996569" cy="2157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1231" y="4224985"/>
              <a:ext cx="163598" cy="2308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73286" y="4232478"/>
              <a:ext cx="870084" cy="2409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11572" y="1016127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6095" y="0"/>
                  </a:moveTo>
                  <a:lnTo>
                    <a:pt x="1650" y="0"/>
                  </a:lnTo>
                  <a:lnTo>
                    <a:pt x="0" y="1650"/>
                  </a:lnTo>
                  <a:lnTo>
                    <a:pt x="0" y="6096"/>
                  </a:lnTo>
                  <a:lnTo>
                    <a:pt x="1650" y="7874"/>
                  </a:lnTo>
                  <a:lnTo>
                    <a:pt x="6095" y="7874"/>
                  </a:lnTo>
                  <a:lnTo>
                    <a:pt x="7874" y="6096"/>
                  </a:lnTo>
                  <a:lnTo>
                    <a:pt x="7874" y="3937"/>
                  </a:lnTo>
                  <a:lnTo>
                    <a:pt x="7874" y="1650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09538" y="1056513"/>
              <a:ext cx="922705" cy="1761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51326" y="2263902"/>
              <a:ext cx="1418717" cy="24015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16454" y="2632371"/>
            <a:ext cx="954193" cy="46258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867" spc="-13" dirty="0">
                <a:latin typeface="Verdana"/>
                <a:cs typeface="Verdana"/>
              </a:rPr>
              <a:t>layer</a:t>
            </a:r>
            <a:endParaRPr sz="2867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6101" y="2358060"/>
            <a:ext cx="1861820" cy="2485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5511">
              <a:lnSpc>
                <a:spcPts val="2853"/>
              </a:lnSpc>
            </a:pP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price</a:t>
            </a:r>
            <a:endParaRPr sz="2400">
              <a:latin typeface="Century Schoolbook"/>
              <a:cs typeface="Century Schoolbook"/>
            </a:endParaRPr>
          </a:p>
          <a:p>
            <a:pPr marL="378451" indent="-379297" algn="r">
              <a:lnSpc>
                <a:spcPct val="199000"/>
              </a:lnSpc>
              <a:spcBef>
                <a:spcPts val="200"/>
              </a:spcBef>
            </a:pPr>
            <a:r>
              <a:rPr sz="2400" dirty="0">
                <a:solidFill>
                  <a:srgbClr val="FF9300"/>
                </a:solidFill>
                <a:latin typeface="Century Schoolbook"/>
                <a:cs typeface="Century Schoolbook"/>
              </a:rPr>
              <a:t>shipping</a:t>
            </a:r>
            <a:r>
              <a:rPr sz="2400" spc="-40" dirty="0">
                <a:solidFill>
                  <a:srgbClr val="FF9300"/>
                </a:solidFill>
                <a:latin typeface="Century Schoolbook"/>
                <a:cs typeface="Century Schoolbook"/>
              </a:rPr>
              <a:t> </a:t>
            </a:r>
            <a:r>
              <a:rPr sz="2400" spc="-27" dirty="0">
                <a:solidFill>
                  <a:srgbClr val="FF9300"/>
                </a:solidFill>
                <a:latin typeface="Century Schoolbook"/>
                <a:cs typeface="Century Schoolbook"/>
              </a:rPr>
              <a:t>cost </a:t>
            </a:r>
            <a:r>
              <a:rPr sz="2400" spc="-13" dirty="0">
                <a:solidFill>
                  <a:srgbClr val="FF9300"/>
                </a:solidFill>
                <a:latin typeface="Century Schoolbook"/>
                <a:cs typeface="Century Schoolbook"/>
              </a:rPr>
              <a:t>marketing material</a:t>
            </a: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5619" y="2557102"/>
            <a:ext cx="930840" cy="40250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" y="57201"/>
            <a:ext cx="11150600" cy="6026100"/>
            <a:chOff x="0" y="42900"/>
            <a:chExt cx="8362950" cy="4519575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26176" y="1932939"/>
              <a:ext cx="1079753" cy="2498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90846" y="3849370"/>
              <a:ext cx="688501" cy="19603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67832" y="3806697"/>
              <a:ext cx="723010" cy="21181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6148" y="1797558"/>
              <a:ext cx="219075" cy="1943100"/>
            </a:xfrm>
            <a:custGeom>
              <a:avLst/>
              <a:gdLst/>
              <a:ahLst/>
              <a:cxnLst/>
              <a:rect l="l" t="t" r="r" b="b"/>
              <a:pathLst>
                <a:path w="219075" h="1943100">
                  <a:moveTo>
                    <a:pt x="217779" y="1917700"/>
                  </a:moveTo>
                  <a:lnTo>
                    <a:pt x="195973" y="1917700"/>
                  </a:lnTo>
                  <a:lnTo>
                    <a:pt x="198197" y="1930407"/>
                  </a:lnTo>
                  <a:lnTo>
                    <a:pt x="155088" y="1930407"/>
                  </a:lnTo>
                  <a:lnTo>
                    <a:pt x="169837" y="1943100"/>
                  </a:lnTo>
                  <a:lnTo>
                    <a:pt x="217360" y="1943100"/>
                  </a:lnTo>
                  <a:lnTo>
                    <a:pt x="218885" y="1930705"/>
                  </a:lnTo>
                  <a:lnTo>
                    <a:pt x="217779" y="1917700"/>
                  </a:lnTo>
                  <a:close/>
                </a:path>
                <a:path w="219075" h="1943100">
                  <a:moveTo>
                    <a:pt x="160070" y="1905000"/>
                  </a:moveTo>
                  <a:lnTo>
                    <a:pt x="110794" y="1905000"/>
                  </a:lnTo>
                  <a:lnTo>
                    <a:pt x="131927" y="1917700"/>
                  </a:lnTo>
                  <a:lnTo>
                    <a:pt x="147913" y="1930407"/>
                  </a:lnTo>
                  <a:lnTo>
                    <a:pt x="196514" y="1930407"/>
                  </a:lnTo>
                  <a:lnTo>
                    <a:pt x="183921" y="1917700"/>
                  </a:lnTo>
                  <a:lnTo>
                    <a:pt x="166192" y="1917700"/>
                  </a:lnTo>
                  <a:lnTo>
                    <a:pt x="160070" y="1905000"/>
                  </a:lnTo>
                  <a:close/>
                </a:path>
                <a:path w="219075" h="1943100">
                  <a:moveTo>
                    <a:pt x="117398" y="1879600"/>
                  </a:moveTo>
                  <a:lnTo>
                    <a:pt x="88150" y="1879600"/>
                  </a:lnTo>
                  <a:lnTo>
                    <a:pt x="102895" y="1905000"/>
                  </a:lnTo>
                  <a:lnTo>
                    <a:pt x="145427" y="1905000"/>
                  </a:lnTo>
                  <a:lnTo>
                    <a:pt x="138861" y="1892300"/>
                  </a:lnTo>
                  <a:lnTo>
                    <a:pt x="124256" y="1892300"/>
                  </a:lnTo>
                  <a:lnTo>
                    <a:pt x="117398" y="1879600"/>
                  </a:lnTo>
                  <a:close/>
                </a:path>
                <a:path w="219075" h="1943100">
                  <a:moveTo>
                    <a:pt x="103530" y="1866900"/>
                  </a:moveTo>
                  <a:lnTo>
                    <a:pt x="68414" y="1866900"/>
                  </a:lnTo>
                  <a:lnTo>
                    <a:pt x="80657" y="1879600"/>
                  </a:lnTo>
                  <a:lnTo>
                    <a:pt x="118300" y="1879600"/>
                  </a:lnTo>
                  <a:lnTo>
                    <a:pt x="103530" y="1866900"/>
                  </a:lnTo>
                  <a:close/>
                </a:path>
                <a:path w="219075" h="1943100">
                  <a:moveTo>
                    <a:pt x="86550" y="1841500"/>
                  </a:moveTo>
                  <a:lnTo>
                    <a:pt x="86868" y="1854200"/>
                  </a:lnTo>
                  <a:lnTo>
                    <a:pt x="63055" y="1854200"/>
                  </a:lnTo>
                  <a:lnTo>
                    <a:pt x="68084" y="1866900"/>
                  </a:lnTo>
                  <a:lnTo>
                    <a:pt x="98793" y="1866900"/>
                  </a:lnTo>
                  <a:lnTo>
                    <a:pt x="86550" y="1841500"/>
                  </a:lnTo>
                  <a:close/>
                </a:path>
                <a:path w="219075" h="1943100">
                  <a:moveTo>
                    <a:pt x="42024" y="1295400"/>
                  </a:moveTo>
                  <a:lnTo>
                    <a:pt x="19011" y="1295400"/>
                  </a:lnTo>
                  <a:lnTo>
                    <a:pt x="17564" y="1320800"/>
                  </a:lnTo>
                  <a:lnTo>
                    <a:pt x="17195" y="1320800"/>
                  </a:lnTo>
                  <a:lnTo>
                    <a:pt x="15392" y="1346200"/>
                  </a:lnTo>
                  <a:lnTo>
                    <a:pt x="14757" y="1358900"/>
                  </a:lnTo>
                  <a:lnTo>
                    <a:pt x="12230" y="1371600"/>
                  </a:lnTo>
                  <a:lnTo>
                    <a:pt x="11137" y="1384300"/>
                  </a:lnTo>
                  <a:lnTo>
                    <a:pt x="7556" y="1409700"/>
                  </a:lnTo>
                  <a:lnTo>
                    <a:pt x="6070" y="1422400"/>
                  </a:lnTo>
                  <a:lnTo>
                    <a:pt x="2413" y="1447800"/>
                  </a:lnTo>
                  <a:lnTo>
                    <a:pt x="1676" y="1460500"/>
                  </a:lnTo>
                  <a:lnTo>
                    <a:pt x="571" y="1498600"/>
                  </a:lnTo>
                  <a:lnTo>
                    <a:pt x="571" y="1524000"/>
                  </a:lnTo>
                  <a:lnTo>
                    <a:pt x="203" y="1536700"/>
                  </a:lnTo>
                  <a:lnTo>
                    <a:pt x="190" y="1562100"/>
                  </a:lnTo>
                  <a:lnTo>
                    <a:pt x="546" y="1574800"/>
                  </a:lnTo>
                  <a:lnTo>
                    <a:pt x="901" y="1612900"/>
                  </a:lnTo>
                  <a:lnTo>
                    <a:pt x="1625" y="1625600"/>
                  </a:lnTo>
                  <a:lnTo>
                    <a:pt x="2755" y="1651000"/>
                  </a:lnTo>
                  <a:lnTo>
                    <a:pt x="3835" y="1663700"/>
                  </a:lnTo>
                  <a:lnTo>
                    <a:pt x="6413" y="1689100"/>
                  </a:lnTo>
                  <a:lnTo>
                    <a:pt x="7861" y="1701800"/>
                  </a:lnTo>
                  <a:lnTo>
                    <a:pt x="12268" y="1714500"/>
                  </a:lnTo>
                  <a:lnTo>
                    <a:pt x="14503" y="1727200"/>
                  </a:lnTo>
                  <a:lnTo>
                    <a:pt x="20066" y="1752600"/>
                  </a:lnTo>
                  <a:lnTo>
                    <a:pt x="22580" y="1765300"/>
                  </a:lnTo>
                  <a:lnTo>
                    <a:pt x="28003" y="1778000"/>
                  </a:lnTo>
                  <a:lnTo>
                    <a:pt x="28270" y="1778000"/>
                  </a:lnTo>
                  <a:lnTo>
                    <a:pt x="31127" y="1790700"/>
                  </a:lnTo>
                  <a:lnTo>
                    <a:pt x="37807" y="1803400"/>
                  </a:lnTo>
                  <a:lnTo>
                    <a:pt x="41046" y="1816100"/>
                  </a:lnTo>
                  <a:lnTo>
                    <a:pt x="49250" y="1828800"/>
                  </a:lnTo>
                  <a:lnTo>
                    <a:pt x="53124" y="1841500"/>
                  </a:lnTo>
                  <a:lnTo>
                    <a:pt x="62484" y="1854200"/>
                  </a:lnTo>
                  <a:lnTo>
                    <a:pt x="86868" y="1854200"/>
                  </a:lnTo>
                  <a:lnTo>
                    <a:pt x="81813" y="1841500"/>
                  </a:lnTo>
                  <a:lnTo>
                    <a:pt x="82410" y="1841500"/>
                  </a:lnTo>
                  <a:lnTo>
                    <a:pt x="73050" y="1828800"/>
                  </a:lnTo>
                  <a:lnTo>
                    <a:pt x="73317" y="1828800"/>
                  </a:lnTo>
                  <a:lnTo>
                    <a:pt x="69581" y="1815601"/>
                  </a:lnTo>
                  <a:lnTo>
                    <a:pt x="62090" y="1803400"/>
                  </a:lnTo>
                  <a:lnTo>
                    <a:pt x="58839" y="1790700"/>
                  </a:lnTo>
                  <a:lnTo>
                    <a:pt x="59042" y="1790700"/>
                  </a:lnTo>
                  <a:lnTo>
                    <a:pt x="52565" y="1778000"/>
                  </a:lnTo>
                  <a:lnTo>
                    <a:pt x="49657" y="1765300"/>
                  </a:lnTo>
                  <a:lnTo>
                    <a:pt x="49923" y="1765300"/>
                  </a:lnTo>
                  <a:lnTo>
                    <a:pt x="44513" y="1752600"/>
                  </a:lnTo>
                  <a:lnTo>
                    <a:pt x="42100" y="1739900"/>
                  </a:lnTo>
                  <a:lnTo>
                    <a:pt x="36779" y="1727200"/>
                  </a:lnTo>
                  <a:lnTo>
                    <a:pt x="34709" y="1714500"/>
                  </a:lnTo>
                  <a:lnTo>
                    <a:pt x="30479" y="1689100"/>
                  </a:lnTo>
                  <a:lnTo>
                    <a:pt x="29095" y="1689100"/>
                  </a:lnTo>
                  <a:lnTo>
                    <a:pt x="26568" y="1663700"/>
                  </a:lnTo>
                  <a:lnTo>
                    <a:pt x="25539" y="1651000"/>
                  </a:lnTo>
                  <a:lnTo>
                    <a:pt x="24460" y="1625600"/>
                  </a:lnTo>
                  <a:lnTo>
                    <a:pt x="23749" y="1612900"/>
                  </a:lnTo>
                  <a:lnTo>
                    <a:pt x="23380" y="1574800"/>
                  </a:lnTo>
                  <a:lnTo>
                    <a:pt x="23025" y="1562100"/>
                  </a:lnTo>
                  <a:lnTo>
                    <a:pt x="23012" y="1536700"/>
                  </a:lnTo>
                  <a:lnTo>
                    <a:pt x="23355" y="1524000"/>
                  </a:lnTo>
                  <a:lnTo>
                    <a:pt x="23355" y="1498600"/>
                  </a:lnTo>
                  <a:lnTo>
                    <a:pt x="24409" y="1460500"/>
                  </a:lnTo>
                  <a:lnTo>
                    <a:pt x="25069" y="1447800"/>
                  </a:lnTo>
                  <a:lnTo>
                    <a:pt x="28663" y="1422400"/>
                  </a:lnTo>
                  <a:lnTo>
                    <a:pt x="30060" y="1409700"/>
                  </a:lnTo>
                  <a:lnTo>
                    <a:pt x="33667" y="1384300"/>
                  </a:lnTo>
                  <a:lnTo>
                    <a:pt x="34734" y="1371600"/>
                  </a:lnTo>
                  <a:lnTo>
                    <a:pt x="37261" y="1358900"/>
                  </a:lnTo>
                  <a:lnTo>
                    <a:pt x="38061" y="1346200"/>
                  </a:lnTo>
                  <a:lnTo>
                    <a:pt x="39890" y="1333500"/>
                  </a:lnTo>
                  <a:lnTo>
                    <a:pt x="40208" y="1320800"/>
                  </a:lnTo>
                  <a:lnTo>
                    <a:pt x="41643" y="1308100"/>
                  </a:lnTo>
                  <a:lnTo>
                    <a:pt x="42024" y="1295400"/>
                  </a:lnTo>
                  <a:close/>
                </a:path>
                <a:path w="219075" h="1943100">
                  <a:moveTo>
                    <a:pt x="50760" y="1157232"/>
                  </a:moveTo>
                  <a:lnTo>
                    <a:pt x="50101" y="1168400"/>
                  </a:lnTo>
                  <a:lnTo>
                    <a:pt x="48018" y="1181100"/>
                  </a:lnTo>
                  <a:lnTo>
                    <a:pt x="46647" y="1193800"/>
                  </a:lnTo>
                  <a:lnTo>
                    <a:pt x="42329" y="1206500"/>
                  </a:lnTo>
                  <a:lnTo>
                    <a:pt x="40347" y="1206500"/>
                  </a:lnTo>
                  <a:lnTo>
                    <a:pt x="40233" y="1219200"/>
                  </a:lnTo>
                  <a:lnTo>
                    <a:pt x="36639" y="1231900"/>
                  </a:lnTo>
                  <a:lnTo>
                    <a:pt x="34874" y="1231900"/>
                  </a:lnTo>
                  <a:lnTo>
                    <a:pt x="30619" y="1244600"/>
                  </a:lnTo>
                  <a:lnTo>
                    <a:pt x="28460" y="1257300"/>
                  </a:lnTo>
                  <a:lnTo>
                    <a:pt x="23672" y="1270000"/>
                  </a:lnTo>
                  <a:lnTo>
                    <a:pt x="22123" y="1282700"/>
                  </a:lnTo>
                  <a:lnTo>
                    <a:pt x="19557" y="1295400"/>
                  </a:lnTo>
                  <a:lnTo>
                    <a:pt x="41821" y="1295400"/>
                  </a:lnTo>
                  <a:lnTo>
                    <a:pt x="44284" y="1282700"/>
                  </a:lnTo>
                  <a:lnTo>
                    <a:pt x="45618" y="1282700"/>
                  </a:lnTo>
                  <a:lnTo>
                    <a:pt x="50203" y="1257300"/>
                  </a:lnTo>
                  <a:lnTo>
                    <a:pt x="52450" y="1257300"/>
                  </a:lnTo>
                  <a:lnTo>
                    <a:pt x="56768" y="1244600"/>
                  </a:lnTo>
                  <a:lnTo>
                    <a:pt x="58534" y="1231900"/>
                  </a:lnTo>
                  <a:lnTo>
                    <a:pt x="62077" y="1219200"/>
                  </a:lnTo>
                  <a:lnTo>
                    <a:pt x="64414" y="1206500"/>
                  </a:lnTo>
                  <a:lnTo>
                    <a:pt x="68808" y="1193800"/>
                  </a:lnTo>
                  <a:lnTo>
                    <a:pt x="70319" y="1181100"/>
                  </a:lnTo>
                  <a:lnTo>
                    <a:pt x="72466" y="1168400"/>
                  </a:lnTo>
                  <a:lnTo>
                    <a:pt x="50749" y="1168400"/>
                  </a:lnTo>
                  <a:lnTo>
                    <a:pt x="50760" y="1157232"/>
                  </a:lnTo>
                  <a:close/>
                </a:path>
                <a:path w="219075" h="1943100">
                  <a:moveTo>
                    <a:pt x="72491" y="1130300"/>
                  </a:moveTo>
                  <a:lnTo>
                    <a:pt x="50088" y="1130300"/>
                  </a:lnTo>
                  <a:lnTo>
                    <a:pt x="50774" y="1143000"/>
                  </a:lnTo>
                  <a:lnTo>
                    <a:pt x="50749" y="1168400"/>
                  </a:lnTo>
                  <a:lnTo>
                    <a:pt x="73177" y="1168400"/>
                  </a:lnTo>
                  <a:lnTo>
                    <a:pt x="73215" y="1143000"/>
                  </a:lnTo>
                  <a:lnTo>
                    <a:pt x="72491" y="1130300"/>
                  </a:lnTo>
                  <a:close/>
                </a:path>
                <a:path w="219075" h="1943100">
                  <a:moveTo>
                    <a:pt x="48729" y="1117600"/>
                  </a:moveTo>
                  <a:lnTo>
                    <a:pt x="47942" y="1117600"/>
                  </a:lnTo>
                  <a:lnTo>
                    <a:pt x="49009" y="1130300"/>
                  </a:lnTo>
                  <a:lnTo>
                    <a:pt x="48729" y="1117600"/>
                  </a:lnTo>
                  <a:close/>
                </a:path>
                <a:path w="219075" h="1943100">
                  <a:moveTo>
                    <a:pt x="70967" y="1117600"/>
                  </a:moveTo>
                  <a:lnTo>
                    <a:pt x="48729" y="1117600"/>
                  </a:lnTo>
                  <a:lnTo>
                    <a:pt x="49745" y="1130300"/>
                  </a:lnTo>
                  <a:lnTo>
                    <a:pt x="72097" y="1130300"/>
                  </a:lnTo>
                  <a:lnTo>
                    <a:pt x="70967" y="1117600"/>
                  </a:lnTo>
                  <a:close/>
                </a:path>
                <a:path w="219075" h="1943100">
                  <a:moveTo>
                    <a:pt x="67767" y="1104900"/>
                  </a:moveTo>
                  <a:lnTo>
                    <a:pt x="45059" y="1104900"/>
                  </a:lnTo>
                  <a:lnTo>
                    <a:pt x="46482" y="1117600"/>
                  </a:lnTo>
                  <a:lnTo>
                    <a:pt x="69570" y="1117600"/>
                  </a:lnTo>
                  <a:lnTo>
                    <a:pt x="67767" y="1104900"/>
                  </a:lnTo>
                  <a:close/>
                </a:path>
                <a:path w="219075" h="1943100">
                  <a:moveTo>
                    <a:pt x="39649" y="1092200"/>
                  </a:moveTo>
                  <a:lnTo>
                    <a:pt x="35382" y="1092200"/>
                  </a:lnTo>
                  <a:lnTo>
                    <a:pt x="39687" y="1104900"/>
                  </a:lnTo>
                  <a:lnTo>
                    <a:pt x="39649" y="1092200"/>
                  </a:lnTo>
                  <a:close/>
                </a:path>
                <a:path w="219075" h="1943100">
                  <a:moveTo>
                    <a:pt x="61836" y="1092200"/>
                  </a:moveTo>
                  <a:lnTo>
                    <a:pt x="39649" y="1092200"/>
                  </a:lnTo>
                  <a:lnTo>
                    <a:pt x="41782" y="1104900"/>
                  </a:lnTo>
                  <a:lnTo>
                    <a:pt x="65811" y="1104900"/>
                  </a:lnTo>
                  <a:lnTo>
                    <a:pt x="61836" y="1092200"/>
                  </a:lnTo>
                  <a:close/>
                </a:path>
                <a:path w="219075" h="1943100">
                  <a:moveTo>
                    <a:pt x="54775" y="1079500"/>
                  </a:moveTo>
                  <a:lnTo>
                    <a:pt x="30175" y="1079500"/>
                  </a:lnTo>
                  <a:lnTo>
                    <a:pt x="34848" y="1092200"/>
                  </a:lnTo>
                  <a:lnTo>
                    <a:pt x="59080" y="1092200"/>
                  </a:lnTo>
                  <a:lnTo>
                    <a:pt x="54775" y="1079500"/>
                  </a:lnTo>
                  <a:close/>
                </a:path>
                <a:path w="219075" h="1943100">
                  <a:moveTo>
                    <a:pt x="46304" y="1066800"/>
                  </a:moveTo>
                  <a:lnTo>
                    <a:pt x="13030" y="1066800"/>
                  </a:lnTo>
                  <a:lnTo>
                    <a:pt x="18745" y="1079500"/>
                  </a:lnTo>
                  <a:lnTo>
                    <a:pt x="50977" y="1079500"/>
                  </a:lnTo>
                  <a:lnTo>
                    <a:pt x="46304" y="1066800"/>
                  </a:lnTo>
                  <a:close/>
                </a:path>
                <a:path w="219075" h="1943100">
                  <a:moveTo>
                    <a:pt x="33159" y="1054100"/>
                  </a:moveTo>
                  <a:lnTo>
                    <a:pt x="5422" y="1054100"/>
                  </a:lnTo>
                  <a:lnTo>
                    <a:pt x="9017" y="1066800"/>
                  </a:lnTo>
                  <a:lnTo>
                    <a:pt x="36055" y="1066800"/>
                  </a:lnTo>
                  <a:lnTo>
                    <a:pt x="33159" y="1054100"/>
                  </a:lnTo>
                  <a:close/>
                </a:path>
                <a:path w="219075" h="1943100">
                  <a:moveTo>
                    <a:pt x="21805" y="1041400"/>
                  </a:moveTo>
                  <a:lnTo>
                    <a:pt x="673" y="1041400"/>
                  </a:lnTo>
                  <a:lnTo>
                    <a:pt x="3175" y="1054100"/>
                  </a:lnTo>
                  <a:lnTo>
                    <a:pt x="24358" y="1054100"/>
                  </a:lnTo>
                  <a:lnTo>
                    <a:pt x="21805" y="1041400"/>
                  </a:lnTo>
                  <a:close/>
                </a:path>
                <a:path w="219075" h="1943100">
                  <a:moveTo>
                    <a:pt x="23964" y="1041400"/>
                  </a:moveTo>
                  <a:lnTo>
                    <a:pt x="24358" y="1054100"/>
                  </a:lnTo>
                  <a:lnTo>
                    <a:pt x="25057" y="1054100"/>
                  </a:lnTo>
                  <a:lnTo>
                    <a:pt x="23964" y="1041400"/>
                  </a:lnTo>
                  <a:close/>
                </a:path>
                <a:path w="219075" h="1943100">
                  <a:moveTo>
                    <a:pt x="22085" y="1016000"/>
                  </a:moveTo>
                  <a:lnTo>
                    <a:pt x="406" y="1016000"/>
                  </a:lnTo>
                  <a:lnTo>
                    <a:pt x="50" y="1028700"/>
                  </a:lnTo>
                  <a:lnTo>
                    <a:pt x="0" y="1041400"/>
                  </a:lnTo>
                  <a:lnTo>
                    <a:pt x="22123" y="1041400"/>
                  </a:lnTo>
                  <a:lnTo>
                    <a:pt x="21729" y="1028700"/>
                  </a:lnTo>
                  <a:lnTo>
                    <a:pt x="22085" y="1016000"/>
                  </a:lnTo>
                  <a:close/>
                </a:path>
                <a:path w="219075" h="1943100">
                  <a:moveTo>
                    <a:pt x="22364" y="1016000"/>
                  </a:moveTo>
                  <a:lnTo>
                    <a:pt x="22085" y="1016000"/>
                  </a:lnTo>
                  <a:lnTo>
                    <a:pt x="21996" y="1028700"/>
                  </a:lnTo>
                  <a:lnTo>
                    <a:pt x="22364" y="1016000"/>
                  </a:lnTo>
                  <a:close/>
                </a:path>
                <a:path w="219075" h="1943100">
                  <a:moveTo>
                    <a:pt x="27559" y="1003300"/>
                  </a:moveTo>
                  <a:lnTo>
                    <a:pt x="3098" y="1003300"/>
                  </a:lnTo>
                  <a:lnTo>
                    <a:pt x="1295" y="1016000"/>
                  </a:lnTo>
                  <a:lnTo>
                    <a:pt x="26606" y="1016000"/>
                  </a:lnTo>
                  <a:lnTo>
                    <a:pt x="27559" y="1003300"/>
                  </a:lnTo>
                  <a:close/>
                </a:path>
                <a:path w="219075" h="1943100">
                  <a:moveTo>
                    <a:pt x="35686" y="990600"/>
                  </a:moveTo>
                  <a:lnTo>
                    <a:pt x="10426" y="990600"/>
                  </a:lnTo>
                  <a:lnTo>
                    <a:pt x="7899" y="1003300"/>
                  </a:lnTo>
                  <a:lnTo>
                    <a:pt x="31381" y="1003300"/>
                  </a:lnTo>
                  <a:lnTo>
                    <a:pt x="35686" y="990600"/>
                  </a:lnTo>
                  <a:close/>
                </a:path>
                <a:path w="219075" h="1943100">
                  <a:moveTo>
                    <a:pt x="41592" y="977900"/>
                  </a:moveTo>
                  <a:lnTo>
                    <a:pt x="16332" y="977900"/>
                  </a:lnTo>
                  <a:lnTo>
                    <a:pt x="11798" y="990600"/>
                  </a:lnTo>
                  <a:lnTo>
                    <a:pt x="37744" y="990600"/>
                  </a:lnTo>
                  <a:lnTo>
                    <a:pt x="41592" y="977900"/>
                  </a:lnTo>
                  <a:close/>
                </a:path>
                <a:path w="219075" h="1943100">
                  <a:moveTo>
                    <a:pt x="47548" y="965200"/>
                  </a:moveTo>
                  <a:lnTo>
                    <a:pt x="22555" y="965200"/>
                  </a:lnTo>
                  <a:lnTo>
                    <a:pt x="18592" y="977900"/>
                  </a:lnTo>
                  <a:lnTo>
                    <a:pt x="43954" y="977900"/>
                  </a:lnTo>
                  <a:lnTo>
                    <a:pt x="47548" y="965200"/>
                  </a:lnTo>
                  <a:close/>
                </a:path>
                <a:path w="219075" h="1943100">
                  <a:moveTo>
                    <a:pt x="53238" y="952500"/>
                  </a:moveTo>
                  <a:lnTo>
                    <a:pt x="27457" y="952500"/>
                  </a:lnTo>
                  <a:lnTo>
                    <a:pt x="23901" y="965200"/>
                  </a:lnTo>
                  <a:lnTo>
                    <a:pt x="49644" y="965200"/>
                  </a:lnTo>
                  <a:lnTo>
                    <a:pt x="53238" y="952500"/>
                  </a:lnTo>
                  <a:close/>
                </a:path>
                <a:path w="219075" h="1943100">
                  <a:moveTo>
                    <a:pt x="55460" y="901700"/>
                  </a:moveTo>
                  <a:lnTo>
                    <a:pt x="33985" y="901700"/>
                  </a:lnTo>
                  <a:lnTo>
                    <a:pt x="34023" y="927100"/>
                  </a:lnTo>
                  <a:lnTo>
                    <a:pt x="33007" y="939800"/>
                  </a:lnTo>
                  <a:lnTo>
                    <a:pt x="32613" y="939800"/>
                  </a:lnTo>
                  <a:lnTo>
                    <a:pt x="29006" y="952500"/>
                  </a:lnTo>
                  <a:lnTo>
                    <a:pt x="53581" y="952500"/>
                  </a:lnTo>
                  <a:lnTo>
                    <a:pt x="54292" y="939800"/>
                  </a:lnTo>
                  <a:lnTo>
                    <a:pt x="55435" y="927100"/>
                  </a:lnTo>
                  <a:lnTo>
                    <a:pt x="55460" y="901700"/>
                  </a:lnTo>
                  <a:close/>
                </a:path>
                <a:path w="219075" h="1943100">
                  <a:moveTo>
                    <a:pt x="29438" y="596900"/>
                  </a:moveTo>
                  <a:lnTo>
                    <a:pt x="11074" y="596900"/>
                  </a:lnTo>
                  <a:lnTo>
                    <a:pt x="12865" y="622300"/>
                  </a:lnTo>
                  <a:lnTo>
                    <a:pt x="13970" y="635000"/>
                  </a:lnTo>
                  <a:lnTo>
                    <a:pt x="17132" y="673100"/>
                  </a:lnTo>
                  <a:lnTo>
                    <a:pt x="18923" y="698500"/>
                  </a:lnTo>
                  <a:lnTo>
                    <a:pt x="19989" y="711200"/>
                  </a:lnTo>
                  <a:lnTo>
                    <a:pt x="21755" y="723900"/>
                  </a:lnTo>
                  <a:lnTo>
                    <a:pt x="22440" y="736600"/>
                  </a:lnTo>
                  <a:lnTo>
                    <a:pt x="24244" y="762000"/>
                  </a:lnTo>
                  <a:lnTo>
                    <a:pt x="24930" y="774700"/>
                  </a:lnTo>
                  <a:lnTo>
                    <a:pt x="27787" y="800100"/>
                  </a:lnTo>
                  <a:lnTo>
                    <a:pt x="28486" y="812800"/>
                  </a:lnTo>
                  <a:lnTo>
                    <a:pt x="30988" y="838200"/>
                  </a:lnTo>
                  <a:lnTo>
                    <a:pt x="30899" y="850900"/>
                  </a:lnTo>
                  <a:lnTo>
                    <a:pt x="32334" y="863600"/>
                  </a:lnTo>
                  <a:lnTo>
                    <a:pt x="32931" y="876300"/>
                  </a:lnTo>
                  <a:lnTo>
                    <a:pt x="33642" y="901700"/>
                  </a:lnTo>
                  <a:lnTo>
                    <a:pt x="55092" y="901700"/>
                  </a:lnTo>
                  <a:lnTo>
                    <a:pt x="54330" y="876300"/>
                  </a:lnTo>
                  <a:lnTo>
                    <a:pt x="53505" y="863600"/>
                  </a:lnTo>
                  <a:lnTo>
                    <a:pt x="52070" y="850900"/>
                  </a:lnTo>
                  <a:lnTo>
                    <a:pt x="51790" y="838200"/>
                  </a:lnTo>
                  <a:lnTo>
                    <a:pt x="49784" y="838200"/>
                  </a:lnTo>
                  <a:lnTo>
                    <a:pt x="47282" y="812800"/>
                  </a:lnTo>
                  <a:lnTo>
                    <a:pt x="46545" y="800100"/>
                  </a:lnTo>
                  <a:lnTo>
                    <a:pt x="43637" y="774700"/>
                  </a:lnTo>
                  <a:lnTo>
                    <a:pt x="42900" y="762000"/>
                  </a:lnTo>
                  <a:lnTo>
                    <a:pt x="41084" y="736600"/>
                  </a:lnTo>
                  <a:lnTo>
                    <a:pt x="40335" y="723900"/>
                  </a:lnTo>
                  <a:lnTo>
                    <a:pt x="38506" y="711200"/>
                  </a:lnTo>
                  <a:lnTo>
                    <a:pt x="37414" y="698500"/>
                  </a:lnTo>
                  <a:lnTo>
                    <a:pt x="35598" y="673100"/>
                  </a:lnTo>
                  <a:lnTo>
                    <a:pt x="34442" y="660400"/>
                  </a:lnTo>
                  <a:lnTo>
                    <a:pt x="31229" y="622300"/>
                  </a:lnTo>
                  <a:lnTo>
                    <a:pt x="29438" y="596900"/>
                  </a:lnTo>
                  <a:close/>
                </a:path>
                <a:path w="219075" h="1943100">
                  <a:moveTo>
                    <a:pt x="11074" y="596900"/>
                  </a:moveTo>
                  <a:lnTo>
                    <a:pt x="9347" y="596900"/>
                  </a:lnTo>
                  <a:lnTo>
                    <a:pt x="11214" y="609600"/>
                  </a:lnTo>
                  <a:lnTo>
                    <a:pt x="11074" y="596900"/>
                  </a:lnTo>
                  <a:close/>
                </a:path>
                <a:path w="219075" h="1943100">
                  <a:moveTo>
                    <a:pt x="35928" y="228600"/>
                  </a:moveTo>
                  <a:lnTo>
                    <a:pt x="16179" y="228600"/>
                  </a:lnTo>
                  <a:lnTo>
                    <a:pt x="12839" y="254000"/>
                  </a:lnTo>
                  <a:lnTo>
                    <a:pt x="12090" y="266700"/>
                  </a:lnTo>
                  <a:lnTo>
                    <a:pt x="9182" y="292100"/>
                  </a:lnTo>
                  <a:lnTo>
                    <a:pt x="8343" y="292100"/>
                  </a:lnTo>
                  <a:lnTo>
                    <a:pt x="7277" y="317500"/>
                  </a:lnTo>
                  <a:lnTo>
                    <a:pt x="6502" y="330200"/>
                  </a:lnTo>
                  <a:lnTo>
                    <a:pt x="6477" y="355600"/>
                  </a:lnTo>
                  <a:lnTo>
                    <a:pt x="6096" y="368300"/>
                  </a:lnTo>
                  <a:lnTo>
                    <a:pt x="5714" y="393700"/>
                  </a:lnTo>
                  <a:lnTo>
                    <a:pt x="4610" y="419100"/>
                  </a:lnTo>
                  <a:lnTo>
                    <a:pt x="4241" y="444500"/>
                  </a:lnTo>
                  <a:lnTo>
                    <a:pt x="3860" y="457200"/>
                  </a:lnTo>
                  <a:lnTo>
                    <a:pt x="3492" y="482600"/>
                  </a:lnTo>
                  <a:lnTo>
                    <a:pt x="3479" y="495300"/>
                  </a:lnTo>
                  <a:lnTo>
                    <a:pt x="3835" y="520700"/>
                  </a:lnTo>
                  <a:lnTo>
                    <a:pt x="3860" y="533400"/>
                  </a:lnTo>
                  <a:lnTo>
                    <a:pt x="4940" y="546100"/>
                  </a:lnTo>
                  <a:lnTo>
                    <a:pt x="6680" y="558800"/>
                  </a:lnTo>
                  <a:lnTo>
                    <a:pt x="7391" y="571500"/>
                  </a:lnTo>
                  <a:lnTo>
                    <a:pt x="9207" y="596900"/>
                  </a:lnTo>
                  <a:lnTo>
                    <a:pt x="29845" y="596900"/>
                  </a:lnTo>
                  <a:lnTo>
                    <a:pt x="28054" y="571500"/>
                  </a:lnTo>
                  <a:lnTo>
                    <a:pt x="27330" y="558800"/>
                  </a:lnTo>
                  <a:lnTo>
                    <a:pt x="25552" y="546100"/>
                  </a:lnTo>
                  <a:lnTo>
                    <a:pt x="25476" y="533400"/>
                  </a:lnTo>
                  <a:lnTo>
                    <a:pt x="24434" y="533400"/>
                  </a:lnTo>
                  <a:lnTo>
                    <a:pt x="24422" y="520700"/>
                  </a:lnTo>
                  <a:lnTo>
                    <a:pt x="24053" y="495300"/>
                  </a:lnTo>
                  <a:lnTo>
                    <a:pt x="24041" y="482600"/>
                  </a:lnTo>
                  <a:lnTo>
                    <a:pt x="24396" y="457200"/>
                  </a:lnTo>
                  <a:lnTo>
                    <a:pt x="26123" y="393700"/>
                  </a:lnTo>
                  <a:lnTo>
                    <a:pt x="26479" y="368300"/>
                  </a:lnTo>
                  <a:lnTo>
                    <a:pt x="26809" y="355600"/>
                  </a:lnTo>
                  <a:lnTo>
                    <a:pt x="26796" y="330200"/>
                  </a:lnTo>
                  <a:lnTo>
                    <a:pt x="27457" y="317500"/>
                  </a:lnTo>
                  <a:lnTo>
                    <a:pt x="28549" y="304800"/>
                  </a:lnTo>
                  <a:lnTo>
                    <a:pt x="29146" y="292100"/>
                  </a:lnTo>
                  <a:lnTo>
                    <a:pt x="32054" y="266700"/>
                  </a:lnTo>
                  <a:lnTo>
                    <a:pt x="32613" y="254000"/>
                  </a:lnTo>
                  <a:lnTo>
                    <a:pt x="35839" y="241300"/>
                  </a:lnTo>
                  <a:lnTo>
                    <a:pt x="35928" y="228600"/>
                  </a:lnTo>
                  <a:close/>
                </a:path>
                <a:path w="219075" h="1943100">
                  <a:moveTo>
                    <a:pt x="74269" y="63500"/>
                  </a:moveTo>
                  <a:lnTo>
                    <a:pt x="56959" y="63500"/>
                  </a:lnTo>
                  <a:lnTo>
                    <a:pt x="52247" y="76200"/>
                  </a:lnTo>
                  <a:lnTo>
                    <a:pt x="49479" y="76200"/>
                  </a:lnTo>
                  <a:lnTo>
                    <a:pt x="45451" y="87943"/>
                  </a:lnTo>
                  <a:lnTo>
                    <a:pt x="42760" y="101600"/>
                  </a:lnTo>
                  <a:lnTo>
                    <a:pt x="38760" y="114300"/>
                  </a:lnTo>
                  <a:lnTo>
                    <a:pt x="38912" y="114300"/>
                  </a:lnTo>
                  <a:lnTo>
                    <a:pt x="36537" y="127000"/>
                  </a:lnTo>
                  <a:lnTo>
                    <a:pt x="32207" y="139700"/>
                  </a:lnTo>
                  <a:lnTo>
                    <a:pt x="30314" y="152400"/>
                  </a:lnTo>
                  <a:lnTo>
                    <a:pt x="26301" y="165100"/>
                  </a:lnTo>
                  <a:lnTo>
                    <a:pt x="24307" y="177800"/>
                  </a:lnTo>
                  <a:lnTo>
                    <a:pt x="21399" y="190500"/>
                  </a:lnTo>
                  <a:lnTo>
                    <a:pt x="16967" y="228600"/>
                  </a:lnTo>
                  <a:lnTo>
                    <a:pt x="36487" y="228600"/>
                  </a:lnTo>
                  <a:lnTo>
                    <a:pt x="39344" y="203200"/>
                  </a:lnTo>
                  <a:lnTo>
                    <a:pt x="40690" y="190500"/>
                  </a:lnTo>
                  <a:lnTo>
                    <a:pt x="43446" y="177800"/>
                  </a:lnTo>
                  <a:lnTo>
                    <a:pt x="45148" y="165100"/>
                  </a:lnTo>
                  <a:lnTo>
                    <a:pt x="49098" y="152400"/>
                  </a:lnTo>
                  <a:lnTo>
                    <a:pt x="50774" y="139700"/>
                  </a:lnTo>
                  <a:lnTo>
                    <a:pt x="55016" y="127000"/>
                  </a:lnTo>
                  <a:lnTo>
                    <a:pt x="57086" y="127000"/>
                  </a:lnTo>
                  <a:lnTo>
                    <a:pt x="61099" y="101600"/>
                  </a:lnTo>
                  <a:lnTo>
                    <a:pt x="62992" y="101600"/>
                  </a:lnTo>
                  <a:lnTo>
                    <a:pt x="67348" y="88900"/>
                  </a:lnTo>
                  <a:lnTo>
                    <a:pt x="66992" y="88900"/>
                  </a:lnTo>
                  <a:lnTo>
                    <a:pt x="69621" y="76200"/>
                  </a:lnTo>
                  <a:lnTo>
                    <a:pt x="74269" y="63500"/>
                  </a:lnTo>
                  <a:close/>
                </a:path>
                <a:path w="219075" h="1943100">
                  <a:moveTo>
                    <a:pt x="84137" y="38100"/>
                  </a:moveTo>
                  <a:lnTo>
                    <a:pt x="65862" y="38100"/>
                  </a:lnTo>
                  <a:lnTo>
                    <a:pt x="57353" y="63500"/>
                  </a:lnTo>
                  <a:lnTo>
                    <a:pt x="76314" y="63500"/>
                  </a:lnTo>
                  <a:lnTo>
                    <a:pt x="82042" y="50800"/>
                  </a:lnTo>
                  <a:lnTo>
                    <a:pt x="84137" y="38100"/>
                  </a:lnTo>
                  <a:close/>
                </a:path>
                <a:path w="219075" h="1943100">
                  <a:moveTo>
                    <a:pt x="92595" y="25400"/>
                  </a:moveTo>
                  <a:lnTo>
                    <a:pt x="75095" y="25400"/>
                  </a:lnTo>
                  <a:lnTo>
                    <a:pt x="68516" y="38100"/>
                  </a:lnTo>
                  <a:lnTo>
                    <a:pt x="84137" y="38100"/>
                  </a:lnTo>
                  <a:lnTo>
                    <a:pt x="83604" y="50800"/>
                  </a:lnTo>
                  <a:lnTo>
                    <a:pt x="90055" y="38100"/>
                  </a:lnTo>
                  <a:lnTo>
                    <a:pt x="92595" y="25400"/>
                  </a:lnTo>
                  <a:close/>
                </a:path>
                <a:path w="219075" h="1943100">
                  <a:moveTo>
                    <a:pt x="100952" y="12700"/>
                  </a:moveTo>
                  <a:lnTo>
                    <a:pt x="83718" y="12700"/>
                  </a:lnTo>
                  <a:lnTo>
                    <a:pt x="77927" y="25400"/>
                  </a:lnTo>
                  <a:lnTo>
                    <a:pt x="98475" y="25400"/>
                  </a:lnTo>
                  <a:lnTo>
                    <a:pt x="99201" y="23058"/>
                  </a:lnTo>
                  <a:lnTo>
                    <a:pt x="100952" y="12700"/>
                  </a:lnTo>
                  <a:close/>
                </a:path>
                <a:path w="219075" h="1943100">
                  <a:moveTo>
                    <a:pt x="104686" y="12700"/>
                  </a:moveTo>
                  <a:lnTo>
                    <a:pt x="102412" y="12700"/>
                  </a:lnTo>
                  <a:lnTo>
                    <a:pt x="99201" y="23058"/>
                  </a:lnTo>
                  <a:lnTo>
                    <a:pt x="98806" y="25400"/>
                  </a:lnTo>
                  <a:lnTo>
                    <a:pt x="104686" y="12700"/>
                  </a:lnTo>
                  <a:close/>
                </a:path>
                <a:path w="219075" h="1943100">
                  <a:moveTo>
                    <a:pt x="112737" y="12700"/>
                  </a:moveTo>
                  <a:lnTo>
                    <a:pt x="109334" y="12700"/>
                  </a:lnTo>
                  <a:lnTo>
                    <a:pt x="114427" y="25400"/>
                  </a:lnTo>
                  <a:lnTo>
                    <a:pt x="116624" y="25400"/>
                  </a:lnTo>
                  <a:lnTo>
                    <a:pt x="112737" y="12700"/>
                  </a:lnTo>
                  <a:close/>
                </a:path>
                <a:path w="219075" h="1943100">
                  <a:moveTo>
                    <a:pt x="124091" y="12700"/>
                  </a:moveTo>
                  <a:lnTo>
                    <a:pt x="112737" y="12700"/>
                  </a:lnTo>
                  <a:lnTo>
                    <a:pt x="116738" y="25400"/>
                  </a:lnTo>
                  <a:lnTo>
                    <a:pt x="119786" y="25400"/>
                  </a:lnTo>
                  <a:lnTo>
                    <a:pt x="124091" y="12700"/>
                  </a:lnTo>
                  <a:close/>
                </a:path>
                <a:path w="219075" h="1943100">
                  <a:moveTo>
                    <a:pt x="90380" y="1310"/>
                  </a:moveTo>
                  <a:lnTo>
                    <a:pt x="86804" y="12700"/>
                  </a:lnTo>
                  <a:lnTo>
                    <a:pt x="89674" y="12700"/>
                  </a:lnTo>
                  <a:lnTo>
                    <a:pt x="90380" y="1310"/>
                  </a:lnTo>
                  <a:close/>
                </a:path>
                <a:path w="219075" h="1943100">
                  <a:moveTo>
                    <a:pt x="90792" y="0"/>
                  </a:moveTo>
                  <a:lnTo>
                    <a:pt x="90380" y="1310"/>
                  </a:lnTo>
                  <a:lnTo>
                    <a:pt x="89674" y="12700"/>
                  </a:lnTo>
                  <a:lnTo>
                    <a:pt x="90676" y="1310"/>
                  </a:lnTo>
                  <a:lnTo>
                    <a:pt x="90792" y="0"/>
                  </a:lnTo>
                  <a:close/>
                </a:path>
                <a:path w="219075" h="1943100">
                  <a:moveTo>
                    <a:pt x="120256" y="0"/>
                  </a:moveTo>
                  <a:lnTo>
                    <a:pt x="90792" y="0"/>
                  </a:lnTo>
                  <a:lnTo>
                    <a:pt x="89674" y="12700"/>
                  </a:lnTo>
                  <a:lnTo>
                    <a:pt x="121386" y="12700"/>
                  </a:lnTo>
                  <a:lnTo>
                    <a:pt x="120372" y="1310"/>
                  </a:lnTo>
                  <a:lnTo>
                    <a:pt x="120256" y="0"/>
                  </a:lnTo>
                  <a:close/>
                </a:path>
                <a:path w="219075" h="1943100">
                  <a:moveTo>
                    <a:pt x="90792" y="0"/>
                  </a:moveTo>
                  <a:lnTo>
                    <a:pt x="90462" y="0"/>
                  </a:lnTo>
                  <a:lnTo>
                    <a:pt x="90380" y="1310"/>
                  </a:lnTo>
                  <a:lnTo>
                    <a:pt x="90792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2165" y="1311528"/>
              <a:ext cx="568071" cy="2604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1569" y="1301369"/>
              <a:ext cx="641236" cy="25869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33600" y="2705100"/>
              <a:ext cx="403860" cy="114300"/>
            </a:xfrm>
            <a:custGeom>
              <a:avLst/>
              <a:gdLst/>
              <a:ahLst/>
              <a:cxnLst/>
              <a:rect l="l" t="t" r="r" b="b"/>
              <a:pathLst>
                <a:path w="403860" h="114300">
                  <a:moveTo>
                    <a:pt x="289051" y="0"/>
                  </a:moveTo>
                  <a:lnTo>
                    <a:pt x="289051" y="114300"/>
                  </a:lnTo>
                  <a:lnTo>
                    <a:pt x="365251" y="76200"/>
                  </a:lnTo>
                  <a:lnTo>
                    <a:pt x="308101" y="76200"/>
                  </a:lnTo>
                  <a:lnTo>
                    <a:pt x="308101" y="38100"/>
                  </a:lnTo>
                  <a:lnTo>
                    <a:pt x="365251" y="38100"/>
                  </a:lnTo>
                  <a:lnTo>
                    <a:pt x="289051" y="0"/>
                  </a:lnTo>
                  <a:close/>
                </a:path>
                <a:path w="403860" h="114300">
                  <a:moveTo>
                    <a:pt x="28905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9051" y="76200"/>
                  </a:lnTo>
                  <a:lnTo>
                    <a:pt x="289051" y="38100"/>
                  </a:lnTo>
                  <a:close/>
                </a:path>
                <a:path w="403860" h="114300">
                  <a:moveTo>
                    <a:pt x="365251" y="38100"/>
                  </a:moveTo>
                  <a:lnTo>
                    <a:pt x="308101" y="38100"/>
                  </a:lnTo>
                  <a:lnTo>
                    <a:pt x="308101" y="76200"/>
                  </a:lnTo>
                  <a:lnTo>
                    <a:pt x="365251" y="76200"/>
                  </a:lnTo>
                  <a:lnTo>
                    <a:pt x="403351" y="57150"/>
                  </a:lnTo>
                  <a:lnTo>
                    <a:pt x="365251" y="3810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5491" y="849248"/>
              <a:ext cx="216027" cy="35432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371850" y="2695575"/>
              <a:ext cx="1322070" cy="114300"/>
            </a:xfrm>
            <a:custGeom>
              <a:avLst/>
              <a:gdLst/>
              <a:ahLst/>
              <a:cxnLst/>
              <a:rect l="l" t="t" r="r" b="b"/>
              <a:pathLst>
                <a:path w="1322070" h="114300">
                  <a:moveTo>
                    <a:pt x="1207515" y="0"/>
                  </a:moveTo>
                  <a:lnTo>
                    <a:pt x="1207515" y="114300"/>
                  </a:lnTo>
                  <a:lnTo>
                    <a:pt x="1283715" y="76200"/>
                  </a:lnTo>
                  <a:lnTo>
                    <a:pt x="1226565" y="76200"/>
                  </a:lnTo>
                  <a:lnTo>
                    <a:pt x="1226565" y="38100"/>
                  </a:lnTo>
                  <a:lnTo>
                    <a:pt x="1283715" y="38100"/>
                  </a:lnTo>
                  <a:lnTo>
                    <a:pt x="1207515" y="0"/>
                  </a:lnTo>
                  <a:close/>
                </a:path>
                <a:path w="1322070" h="114300">
                  <a:moveTo>
                    <a:pt x="12075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207515" y="76200"/>
                  </a:lnTo>
                  <a:lnTo>
                    <a:pt x="1207515" y="38100"/>
                  </a:lnTo>
                  <a:close/>
                </a:path>
                <a:path w="1322070" h="114300">
                  <a:moveTo>
                    <a:pt x="1283715" y="38100"/>
                  </a:moveTo>
                  <a:lnTo>
                    <a:pt x="1226565" y="38100"/>
                  </a:lnTo>
                  <a:lnTo>
                    <a:pt x="1226565" y="76200"/>
                  </a:lnTo>
                  <a:lnTo>
                    <a:pt x="1283715" y="76200"/>
                  </a:lnTo>
                  <a:lnTo>
                    <a:pt x="1321815" y="57150"/>
                  </a:lnTo>
                  <a:lnTo>
                    <a:pt x="1283715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501266" y="749173"/>
              <a:ext cx="125095" cy="330200"/>
            </a:xfrm>
            <a:custGeom>
              <a:avLst/>
              <a:gdLst/>
              <a:ahLst/>
              <a:cxnLst/>
              <a:rect l="l" t="t" r="r" b="b"/>
              <a:pathLst>
                <a:path w="125094" h="330200">
                  <a:moveTo>
                    <a:pt x="118999" y="308610"/>
                  </a:moveTo>
                  <a:lnTo>
                    <a:pt x="48768" y="308610"/>
                  </a:lnTo>
                  <a:lnTo>
                    <a:pt x="51943" y="311150"/>
                  </a:lnTo>
                  <a:lnTo>
                    <a:pt x="53975" y="312420"/>
                  </a:lnTo>
                  <a:lnTo>
                    <a:pt x="62611" y="316229"/>
                  </a:lnTo>
                  <a:lnTo>
                    <a:pt x="62992" y="316229"/>
                  </a:lnTo>
                  <a:lnTo>
                    <a:pt x="66929" y="318770"/>
                  </a:lnTo>
                  <a:lnTo>
                    <a:pt x="68580" y="318770"/>
                  </a:lnTo>
                  <a:lnTo>
                    <a:pt x="77597" y="321310"/>
                  </a:lnTo>
                  <a:lnTo>
                    <a:pt x="76708" y="321310"/>
                  </a:lnTo>
                  <a:lnTo>
                    <a:pt x="80645" y="322579"/>
                  </a:lnTo>
                  <a:lnTo>
                    <a:pt x="82677" y="322579"/>
                  </a:lnTo>
                  <a:lnTo>
                    <a:pt x="91059" y="325120"/>
                  </a:lnTo>
                  <a:lnTo>
                    <a:pt x="94107" y="325120"/>
                  </a:lnTo>
                  <a:lnTo>
                    <a:pt x="99822" y="326389"/>
                  </a:lnTo>
                  <a:lnTo>
                    <a:pt x="101092" y="326389"/>
                  </a:lnTo>
                  <a:lnTo>
                    <a:pt x="105029" y="327660"/>
                  </a:lnTo>
                  <a:lnTo>
                    <a:pt x="106553" y="328929"/>
                  </a:lnTo>
                  <a:lnTo>
                    <a:pt x="107823" y="328929"/>
                  </a:lnTo>
                  <a:lnTo>
                    <a:pt x="108585" y="330200"/>
                  </a:lnTo>
                  <a:lnTo>
                    <a:pt x="119253" y="330200"/>
                  </a:lnTo>
                  <a:lnTo>
                    <a:pt x="121539" y="327660"/>
                  </a:lnTo>
                  <a:lnTo>
                    <a:pt x="123952" y="325120"/>
                  </a:lnTo>
                  <a:lnTo>
                    <a:pt x="125095" y="321310"/>
                  </a:lnTo>
                  <a:lnTo>
                    <a:pt x="124840" y="318770"/>
                  </a:lnTo>
                  <a:lnTo>
                    <a:pt x="124756" y="316229"/>
                  </a:lnTo>
                  <a:lnTo>
                    <a:pt x="124587" y="313689"/>
                  </a:lnTo>
                  <a:lnTo>
                    <a:pt x="122428" y="311150"/>
                  </a:lnTo>
                  <a:lnTo>
                    <a:pt x="118999" y="308610"/>
                  </a:lnTo>
                  <a:close/>
                </a:path>
                <a:path w="125094" h="330200">
                  <a:moveTo>
                    <a:pt x="48641" y="280670"/>
                  </a:moveTo>
                  <a:lnTo>
                    <a:pt x="19431" y="280670"/>
                  </a:lnTo>
                  <a:lnTo>
                    <a:pt x="22987" y="285750"/>
                  </a:lnTo>
                  <a:lnTo>
                    <a:pt x="25527" y="289560"/>
                  </a:lnTo>
                  <a:lnTo>
                    <a:pt x="26543" y="290829"/>
                  </a:lnTo>
                  <a:lnTo>
                    <a:pt x="29083" y="293370"/>
                  </a:lnTo>
                  <a:lnTo>
                    <a:pt x="32258" y="295910"/>
                  </a:lnTo>
                  <a:lnTo>
                    <a:pt x="34671" y="298450"/>
                  </a:lnTo>
                  <a:lnTo>
                    <a:pt x="35814" y="299720"/>
                  </a:lnTo>
                  <a:lnTo>
                    <a:pt x="40347" y="302387"/>
                  </a:lnTo>
                  <a:lnTo>
                    <a:pt x="39789" y="302387"/>
                  </a:lnTo>
                  <a:lnTo>
                    <a:pt x="42418" y="303529"/>
                  </a:lnTo>
                  <a:lnTo>
                    <a:pt x="43053" y="304800"/>
                  </a:lnTo>
                  <a:lnTo>
                    <a:pt x="49530" y="308610"/>
                  </a:lnTo>
                  <a:lnTo>
                    <a:pt x="118745" y="308610"/>
                  </a:lnTo>
                  <a:lnTo>
                    <a:pt x="117094" y="307339"/>
                  </a:lnTo>
                  <a:lnTo>
                    <a:pt x="114935" y="306070"/>
                  </a:lnTo>
                  <a:lnTo>
                    <a:pt x="112395" y="306070"/>
                  </a:lnTo>
                  <a:lnTo>
                    <a:pt x="110871" y="304800"/>
                  </a:lnTo>
                  <a:lnTo>
                    <a:pt x="107950" y="304800"/>
                  </a:lnTo>
                  <a:lnTo>
                    <a:pt x="105791" y="303529"/>
                  </a:lnTo>
                  <a:lnTo>
                    <a:pt x="104140" y="303529"/>
                  </a:lnTo>
                  <a:lnTo>
                    <a:pt x="98996" y="302387"/>
                  </a:lnTo>
                  <a:lnTo>
                    <a:pt x="95504" y="300989"/>
                  </a:lnTo>
                  <a:lnTo>
                    <a:pt x="88646" y="300989"/>
                  </a:lnTo>
                  <a:lnTo>
                    <a:pt x="84709" y="299720"/>
                  </a:lnTo>
                  <a:lnTo>
                    <a:pt x="83947" y="298450"/>
                  </a:lnTo>
                  <a:lnTo>
                    <a:pt x="79438" y="297179"/>
                  </a:lnTo>
                  <a:lnTo>
                    <a:pt x="76581" y="297179"/>
                  </a:lnTo>
                  <a:lnTo>
                    <a:pt x="74612" y="295910"/>
                  </a:lnTo>
                  <a:lnTo>
                    <a:pt x="73025" y="295910"/>
                  </a:lnTo>
                  <a:lnTo>
                    <a:pt x="66548" y="292100"/>
                  </a:lnTo>
                  <a:lnTo>
                    <a:pt x="66294" y="292100"/>
                  </a:lnTo>
                  <a:lnTo>
                    <a:pt x="64389" y="290829"/>
                  </a:lnTo>
                  <a:lnTo>
                    <a:pt x="64642" y="290829"/>
                  </a:lnTo>
                  <a:lnTo>
                    <a:pt x="62992" y="289560"/>
                  </a:lnTo>
                  <a:lnTo>
                    <a:pt x="62357" y="289560"/>
                  </a:lnTo>
                  <a:lnTo>
                    <a:pt x="57499" y="285750"/>
                  </a:lnTo>
                  <a:lnTo>
                    <a:pt x="56388" y="285750"/>
                  </a:lnTo>
                  <a:lnTo>
                    <a:pt x="53467" y="283210"/>
                  </a:lnTo>
                  <a:lnTo>
                    <a:pt x="52959" y="283210"/>
                  </a:lnTo>
                  <a:lnTo>
                    <a:pt x="48641" y="280670"/>
                  </a:lnTo>
                  <a:close/>
                </a:path>
                <a:path w="125094" h="330200">
                  <a:moveTo>
                    <a:pt x="86741" y="299720"/>
                  </a:moveTo>
                  <a:lnTo>
                    <a:pt x="88646" y="300989"/>
                  </a:lnTo>
                  <a:lnTo>
                    <a:pt x="94996" y="300989"/>
                  </a:lnTo>
                  <a:lnTo>
                    <a:pt x="86741" y="299720"/>
                  </a:lnTo>
                  <a:close/>
                </a:path>
                <a:path w="125094" h="330200">
                  <a:moveTo>
                    <a:pt x="74930" y="295910"/>
                  </a:moveTo>
                  <a:lnTo>
                    <a:pt x="76581" y="297179"/>
                  </a:lnTo>
                  <a:lnTo>
                    <a:pt x="79438" y="297179"/>
                  </a:lnTo>
                  <a:lnTo>
                    <a:pt x="74930" y="295910"/>
                  </a:lnTo>
                  <a:close/>
                </a:path>
                <a:path w="125094" h="330200">
                  <a:moveTo>
                    <a:pt x="72644" y="294639"/>
                  </a:moveTo>
                  <a:lnTo>
                    <a:pt x="73025" y="295910"/>
                  </a:lnTo>
                  <a:lnTo>
                    <a:pt x="74612" y="295910"/>
                  </a:lnTo>
                  <a:lnTo>
                    <a:pt x="72644" y="294639"/>
                  </a:lnTo>
                  <a:close/>
                </a:path>
                <a:path w="125094" h="330200">
                  <a:moveTo>
                    <a:pt x="65468" y="291464"/>
                  </a:moveTo>
                  <a:lnTo>
                    <a:pt x="66294" y="292100"/>
                  </a:lnTo>
                  <a:lnTo>
                    <a:pt x="66548" y="292100"/>
                  </a:lnTo>
                  <a:lnTo>
                    <a:pt x="65468" y="291464"/>
                  </a:lnTo>
                  <a:close/>
                </a:path>
                <a:path w="125094" h="330200">
                  <a:moveTo>
                    <a:pt x="64642" y="290829"/>
                  </a:moveTo>
                  <a:lnTo>
                    <a:pt x="64389" y="290829"/>
                  </a:lnTo>
                  <a:lnTo>
                    <a:pt x="65468" y="291464"/>
                  </a:lnTo>
                  <a:lnTo>
                    <a:pt x="64642" y="290829"/>
                  </a:lnTo>
                  <a:close/>
                </a:path>
                <a:path w="125094" h="330200">
                  <a:moveTo>
                    <a:pt x="55880" y="284479"/>
                  </a:moveTo>
                  <a:lnTo>
                    <a:pt x="56388" y="285750"/>
                  </a:lnTo>
                  <a:lnTo>
                    <a:pt x="57499" y="285750"/>
                  </a:lnTo>
                  <a:lnTo>
                    <a:pt x="55880" y="284479"/>
                  </a:lnTo>
                  <a:close/>
                </a:path>
                <a:path w="125094" h="330200">
                  <a:moveTo>
                    <a:pt x="3810" y="160020"/>
                  </a:moveTo>
                  <a:lnTo>
                    <a:pt x="1651" y="175260"/>
                  </a:lnTo>
                  <a:lnTo>
                    <a:pt x="1524" y="176529"/>
                  </a:lnTo>
                  <a:lnTo>
                    <a:pt x="1143" y="182879"/>
                  </a:lnTo>
                  <a:lnTo>
                    <a:pt x="508" y="195579"/>
                  </a:lnTo>
                  <a:lnTo>
                    <a:pt x="381" y="196850"/>
                  </a:lnTo>
                  <a:lnTo>
                    <a:pt x="381" y="201929"/>
                  </a:lnTo>
                  <a:lnTo>
                    <a:pt x="0" y="214629"/>
                  </a:lnTo>
                  <a:lnTo>
                    <a:pt x="0" y="220979"/>
                  </a:lnTo>
                  <a:lnTo>
                    <a:pt x="1143" y="231139"/>
                  </a:lnTo>
                  <a:lnTo>
                    <a:pt x="1143" y="232410"/>
                  </a:lnTo>
                  <a:lnTo>
                    <a:pt x="1905" y="236220"/>
                  </a:lnTo>
                  <a:lnTo>
                    <a:pt x="2032" y="237489"/>
                  </a:lnTo>
                  <a:lnTo>
                    <a:pt x="4571" y="247650"/>
                  </a:lnTo>
                  <a:lnTo>
                    <a:pt x="4953" y="248920"/>
                  </a:lnTo>
                  <a:lnTo>
                    <a:pt x="6350" y="252729"/>
                  </a:lnTo>
                  <a:lnTo>
                    <a:pt x="9525" y="261620"/>
                  </a:lnTo>
                  <a:lnTo>
                    <a:pt x="10794" y="264608"/>
                  </a:lnTo>
                  <a:lnTo>
                    <a:pt x="16129" y="275589"/>
                  </a:lnTo>
                  <a:lnTo>
                    <a:pt x="17018" y="276860"/>
                  </a:lnTo>
                  <a:lnTo>
                    <a:pt x="19558" y="280670"/>
                  </a:lnTo>
                  <a:lnTo>
                    <a:pt x="49784" y="280670"/>
                  </a:lnTo>
                  <a:lnTo>
                    <a:pt x="48514" y="279400"/>
                  </a:lnTo>
                  <a:lnTo>
                    <a:pt x="47879" y="279400"/>
                  </a:lnTo>
                  <a:lnTo>
                    <a:pt x="44068" y="275589"/>
                  </a:lnTo>
                  <a:lnTo>
                    <a:pt x="43180" y="274743"/>
                  </a:lnTo>
                  <a:lnTo>
                    <a:pt x="42799" y="274320"/>
                  </a:lnTo>
                  <a:lnTo>
                    <a:pt x="41783" y="273050"/>
                  </a:lnTo>
                  <a:lnTo>
                    <a:pt x="42037" y="273050"/>
                  </a:lnTo>
                  <a:lnTo>
                    <a:pt x="38354" y="267970"/>
                  </a:lnTo>
                  <a:lnTo>
                    <a:pt x="35814" y="264160"/>
                  </a:lnTo>
                  <a:lnTo>
                    <a:pt x="36104" y="264160"/>
                  </a:lnTo>
                  <a:lnTo>
                    <a:pt x="32512" y="256539"/>
                  </a:lnTo>
                  <a:lnTo>
                    <a:pt x="31242" y="254000"/>
                  </a:lnTo>
                  <a:lnTo>
                    <a:pt x="31115" y="254000"/>
                  </a:lnTo>
                  <a:lnTo>
                    <a:pt x="30719" y="253012"/>
                  </a:lnTo>
                  <a:lnTo>
                    <a:pt x="29228" y="248920"/>
                  </a:lnTo>
                  <a:lnTo>
                    <a:pt x="27813" y="245110"/>
                  </a:lnTo>
                  <a:lnTo>
                    <a:pt x="26289" y="241300"/>
                  </a:lnTo>
                  <a:lnTo>
                    <a:pt x="26670" y="241300"/>
                  </a:lnTo>
                  <a:lnTo>
                    <a:pt x="24434" y="233476"/>
                  </a:lnTo>
                  <a:lnTo>
                    <a:pt x="23621" y="228600"/>
                  </a:lnTo>
                  <a:lnTo>
                    <a:pt x="22859" y="220979"/>
                  </a:lnTo>
                  <a:lnTo>
                    <a:pt x="22733" y="219710"/>
                  </a:lnTo>
                  <a:lnTo>
                    <a:pt x="22606" y="219710"/>
                  </a:lnTo>
                  <a:lnTo>
                    <a:pt x="22606" y="214629"/>
                  </a:lnTo>
                  <a:lnTo>
                    <a:pt x="22987" y="201929"/>
                  </a:lnTo>
                  <a:lnTo>
                    <a:pt x="22936" y="195579"/>
                  </a:lnTo>
                  <a:lnTo>
                    <a:pt x="23621" y="184150"/>
                  </a:lnTo>
                  <a:lnTo>
                    <a:pt x="23805" y="179569"/>
                  </a:lnTo>
                  <a:lnTo>
                    <a:pt x="23876" y="177800"/>
                  </a:lnTo>
                  <a:lnTo>
                    <a:pt x="24055" y="177800"/>
                  </a:lnTo>
                  <a:lnTo>
                    <a:pt x="26035" y="163829"/>
                  </a:lnTo>
                  <a:lnTo>
                    <a:pt x="26289" y="161289"/>
                  </a:lnTo>
                  <a:lnTo>
                    <a:pt x="3810" y="161289"/>
                  </a:lnTo>
                  <a:lnTo>
                    <a:pt x="3810" y="160020"/>
                  </a:lnTo>
                  <a:close/>
                </a:path>
                <a:path w="125094" h="330200">
                  <a:moveTo>
                    <a:pt x="47244" y="278129"/>
                  </a:moveTo>
                  <a:lnTo>
                    <a:pt x="47879" y="279400"/>
                  </a:lnTo>
                  <a:lnTo>
                    <a:pt x="48514" y="279400"/>
                  </a:lnTo>
                  <a:lnTo>
                    <a:pt x="47244" y="278129"/>
                  </a:lnTo>
                  <a:close/>
                </a:path>
                <a:path w="125094" h="330200">
                  <a:moveTo>
                    <a:pt x="36104" y="264160"/>
                  </a:moveTo>
                  <a:lnTo>
                    <a:pt x="35814" y="264160"/>
                  </a:lnTo>
                  <a:lnTo>
                    <a:pt x="36587" y="265264"/>
                  </a:lnTo>
                  <a:lnTo>
                    <a:pt x="36315" y="264608"/>
                  </a:lnTo>
                  <a:lnTo>
                    <a:pt x="36104" y="264160"/>
                  </a:lnTo>
                  <a:close/>
                </a:path>
                <a:path w="125094" h="330200">
                  <a:moveTo>
                    <a:pt x="30748" y="253012"/>
                  </a:moveTo>
                  <a:lnTo>
                    <a:pt x="31115" y="254000"/>
                  </a:lnTo>
                  <a:lnTo>
                    <a:pt x="31242" y="254000"/>
                  </a:lnTo>
                  <a:lnTo>
                    <a:pt x="30748" y="253012"/>
                  </a:lnTo>
                  <a:close/>
                </a:path>
                <a:path w="125094" h="330200">
                  <a:moveTo>
                    <a:pt x="22606" y="218439"/>
                  </a:moveTo>
                  <a:lnTo>
                    <a:pt x="22606" y="219710"/>
                  </a:lnTo>
                  <a:lnTo>
                    <a:pt x="22733" y="219710"/>
                  </a:lnTo>
                  <a:lnTo>
                    <a:pt x="22606" y="218439"/>
                  </a:lnTo>
                  <a:close/>
                </a:path>
                <a:path w="125094" h="330200">
                  <a:moveTo>
                    <a:pt x="24055" y="177800"/>
                  </a:moveTo>
                  <a:lnTo>
                    <a:pt x="23876" y="177800"/>
                  </a:lnTo>
                  <a:lnTo>
                    <a:pt x="23876" y="178718"/>
                  </a:lnTo>
                  <a:lnTo>
                    <a:pt x="24055" y="177800"/>
                  </a:lnTo>
                  <a:close/>
                </a:path>
                <a:path w="125094" h="330200">
                  <a:moveTo>
                    <a:pt x="97047" y="19176"/>
                  </a:moveTo>
                  <a:lnTo>
                    <a:pt x="61080" y="19176"/>
                  </a:lnTo>
                  <a:lnTo>
                    <a:pt x="58546" y="21589"/>
                  </a:lnTo>
                  <a:lnTo>
                    <a:pt x="52451" y="29210"/>
                  </a:lnTo>
                  <a:lnTo>
                    <a:pt x="52070" y="29210"/>
                  </a:lnTo>
                  <a:lnTo>
                    <a:pt x="49911" y="31750"/>
                  </a:lnTo>
                  <a:lnTo>
                    <a:pt x="45085" y="40639"/>
                  </a:lnTo>
                  <a:lnTo>
                    <a:pt x="43180" y="43179"/>
                  </a:lnTo>
                  <a:lnTo>
                    <a:pt x="38862" y="50800"/>
                  </a:lnTo>
                  <a:lnTo>
                    <a:pt x="38100" y="52070"/>
                  </a:lnTo>
                  <a:lnTo>
                    <a:pt x="36576" y="55879"/>
                  </a:lnTo>
                  <a:lnTo>
                    <a:pt x="36957" y="55879"/>
                  </a:lnTo>
                  <a:lnTo>
                    <a:pt x="32131" y="66039"/>
                  </a:lnTo>
                  <a:lnTo>
                    <a:pt x="29845" y="71120"/>
                  </a:lnTo>
                  <a:lnTo>
                    <a:pt x="29591" y="71120"/>
                  </a:lnTo>
                  <a:lnTo>
                    <a:pt x="26836" y="78694"/>
                  </a:lnTo>
                  <a:lnTo>
                    <a:pt x="24618" y="85135"/>
                  </a:lnTo>
                  <a:lnTo>
                    <a:pt x="22586" y="89915"/>
                  </a:lnTo>
                  <a:lnTo>
                    <a:pt x="22479" y="90170"/>
                  </a:lnTo>
                  <a:lnTo>
                    <a:pt x="22225" y="90170"/>
                  </a:lnTo>
                  <a:lnTo>
                    <a:pt x="17526" y="104139"/>
                  </a:lnTo>
                  <a:lnTo>
                    <a:pt x="15621" y="109220"/>
                  </a:lnTo>
                  <a:lnTo>
                    <a:pt x="11071" y="123339"/>
                  </a:lnTo>
                  <a:lnTo>
                    <a:pt x="10393" y="125700"/>
                  </a:lnTo>
                  <a:lnTo>
                    <a:pt x="9976" y="127000"/>
                  </a:lnTo>
                  <a:lnTo>
                    <a:pt x="7493" y="137160"/>
                  </a:lnTo>
                  <a:lnTo>
                    <a:pt x="6950" y="140775"/>
                  </a:lnTo>
                  <a:lnTo>
                    <a:pt x="6853" y="142263"/>
                  </a:lnTo>
                  <a:lnTo>
                    <a:pt x="4699" y="153670"/>
                  </a:lnTo>
                  <a:lnTo>
                    <a:pt x="4571" y="154939"/>
                  </a:lnTo>
                  <a:lnTo>
                    <a:pt x="3810" y="161289"/>
                  </a:lnTo>
                  <a:lnTo>
                    <a:pt x="26289" y="161289"/>
                  </a:lnTo>
                  <a:lnTo>
                    <a:pt x="26670" y="157479"/>
                  </a:lnTo>
                  <a:lnTo>
                    <a:pt x="28829" y="146050"/>
                  </a:lnTo>
                  <a:lnTo>
                    <a:pt x="28829" y="144779"/>
                  </a:lnTo>
                  <a:lnTo>
                    <a:pt x="29464" y="139700"/>
                  </a:lnTo>
                  <a:lnTo>
                    <a:pt x="29671" y="139700"/>
                  </a:lnTo>
                  <a:lnTo>
                    <a:pt x="33020" y="127000"/>
                  </a:lnTo>
                  <a:lnTo>
                    <a:pt x="37592" y="112304"/>
                  </a:lnTo>
                  <a:lnTo>
                    <a:pt x="38227" y="110489"/>
                  </a:lnTo>
                  <a:lnTo>
                    <a:pt x="44492" y="93556"/>
                  </a:lnTo>
                  <a:lnTo>
                    <a:pt x="45846" y="90170"/>
                  </a:lnTo>
                  <a:lnTo>
                    <a:pt x="49942" y="78694"/>
                  </a:lnTo>
                  <a:lnTo>
                    <a:pt x="49803" y="78694"/>
                  </a:lnTo>
                  <a:lnTo>
                    <a:pt x="51943" y="73660"/>
                  </a:lnTo>
                  <a:lnTo>
                    <a:pt x="52149" y="73660"/>
                  </a:lnTo>
                  <a:lnTo>
                    <a:pt x="56261" y="64770"/>
                  </a:lnTo>
                  <a:lnTo>
                    <a:pt x="56769" y="63500"/>
                  </a:lnTo>
                  <a:lnTo>
                    <a:pt x="58166" y="59689"/>
                  </a:lnTo>
                  <a:lnTo>
                    <a:pt x="58716" y="59689"/>
                  </a:lnTo>
                  <a:lnTo>
                    <a:pt x="61595" y="54610"/>
                  </a:lnTo>
                  <a:lnTo>
                    <a:pt x="63500" y="50800"/>
                  </a:lnTo>
                  <a:lnTo>
                    <a:pt x="63246" y="50800"/>
                  </a:lnTo>
                  <a:lnTo>
                    <a:pt x="67564" y="43179"/>
                  </a:lnTo>
                  <a:lnTo>
                    <a:pt x="68029" y="43179"/>
                  </a:lnTo>
                  <a:lnTo>
                    <a:pt x="69469" y="40639"/>
                  </a:lnTo>
                  <a:lnTo>
                    <a:pt x="69850" y="40639"/>
                  </a:lnTo>
                  <a:lnTo>
                    <a:pt x="73914" y="35560"/>
                  </a:lnTo>
                  <a:lnTo>
                    <a:pt x="73279" y="35560"/>
                  </a:lnTo>
                  <a:lnTo>
                    <a:pt x="75692" y="33020"/>
                  </a:lnTo>
                  <a:lnTo>
                    <a:pt x="75565" y="33020"/>
                  </a:lnTo>
                  <a:lnTo>
                    <a:pt x="80899" y="27939"/>
                  </a:lnTo>
                  <a:lnTo>
                    <a:pt x="81153" y="27939"/>
                  </a:lnTo>
                  <a:lnTo>
                    <a:pt x="82041" y="26670"/>
                  </a:lnTo>
                  <a:lnTo>
                    <a:pt x="81661" y="26670"/>
                  </a:lnTo>
                  <a:lnTo>
                    <a:pt x="82931" y="25400"/>
                  </a:lnTo>
                  <a:lnTo>
                    <a:pt x="83185" y="25400"/>
                  </a:lnTo>
                  <a:lnTo>
                    <a:pt x="86233" y="22860"/>
                  </a:lnTo>
                  <a:lnTo>
                    <a:pt x="86741" y="22860"/>
                  </a:lnTo>
                  <a:lnTo>
                    <a:pt x="88519" y="21589"/>
                  </a:lnTo>
                  <a:lnTo>
                    <a:pt x="86106" y="21589"/>
                  </a:lnTo>
                  <a:lnTo>
                    <a:pt x="90043" y="20320"/>
                  </a:lnTo>
                  <a:lnTo>
                    <a:pt x="94932" y="20320"/>
                  </a:lnTo>
                  <a:lnTo>
                    <a:pt x="97047" y="19176"/>
                  </a:lnTo>
                  <a:close/>
                </a:path>
                <a:path w="125094" h="330200">
                  <a:moveTo>
                    <a:pt x="29671" y="139700"/>
                  </a:moveTo>
                  <a:lnTo>
                    <a:pt x="29464" y="139700"/>
                  </a:lnTo>
                  <a:lnTo>
                    <a:pt x="29356" y="140775"/>
                  </a:lnTo>
                  <a:lnTo>
                    <a:pt x="29671" y="139700"/>
                  </a:lnTo>
                  <a:close/>
                </a:path>
                <a:path w="125094" h="330200">
                  <a:moveTo>
                    <a:pt x="50568" y="76937"/>
                  </a:moveTo>
                  <a:lnTo>
                    <a:pt x="49803" y="78694"/>
                  </a:lnTo>
                  <a:lnTo>
                    <a:pt x="49942" y="78694"/>
                  </a:lnTo>
                  <a:lnTo>
                    <a:pt x="50568" y="76937"/>
                  </a:lnTo>
                  <a:close/>
                </a:path>
                <a:path w="125094" h="330200">
                  <a:moveTo>
                    <a:pt x="52149" y="73660"/>
                  </a:moveTo>
                  <a:lnTo>
                    <a:pt x="51943" y="73660"/>
                  </a:lnTo>
                  <a:lnTo>
                    <a:pt x="51784" y="74189"/>
                  </a:lnTo>
                  <a:lnTo>
                    <a:pt x="52149" y="73660"/>
                  </a:lnTo>
                  <a:close/>
                </a:path>
                <a:path w="125094" h="330200">
                  <a:moveTo>
                    <a:pt x="58716" y="59689"/>
                  </a:moveTo>
                  <a:lnTo>
                    <a:pt x="58166" y="59689"/>
                  </a:lnTo>
                  <a:lnTo>
                    <a:pt x="57347" y="62027"/>
                  </a:lnTo>
                  <a:lnTo>
                    <a:pt x="58716" y="59689"/>
                  </a:lnTo>
                  <a:close/>
                </a:path>
                <a:path w="125094" h="330200">
                  <a:moveTo>
                    <a:pt x="68029" y="43179"/>
                  </a:moveTo>
                  <a:lnTo>
                    <a:pt x="67564" y="43179"/>
                  </a:lnTo>
                  <a:lnTo>
                    <a:pt x="67310" y="44450"/>
                  </a:lnTo>
                  <a:lnTo>
                    <a:pt x="68029" y="43179"/>
                  </a:lnTo>
                  <a:close/>
                </a:path>
                <a:path w="125094" h="330200">
                  <a:moveTo>
                    <a:pt x="69850" y="40639"/>
                  </a:moveTo>
                  <a:lnTo>
                    <a:pt x="69469" y="40639"/>
                  </a:lnTo>
                  <a:lnTo>
                    <a:pt x="68982" y="41612"/>
                  </a:lnTo>
                  <a:lnTo>
                    <a:pt x="69850" y="40639"/>
                  </a:lnTo>
                  <a:close/>
                </a:path>
                <a:path w="125094" h="330200">
                  <a:moveTo>
                    <a:pt x="82931" y="25400"/>
                  </a:moveTo>
                  <a:lnTo>
                    <a:pt x="81661" y="26670"/>
                  </a:lnTo>
                  <a:lnTo>
                    <a:pt x="82575" y="25908"/>
                  </a:lnTo>
                  <a:lnTo>
                    <a:pt x="82931" y="25400"/>
                  </a:lnTo>
                  <a:close/>
                </a:path>
                <a:path w="125094" h="330200">
                  <a:moveTo>
                    <a:pt x="82575" y="25908"/>
                  </a:moveTo>
                  <a:lnTo>
                    <a:pt x="81661" y="26670"/>
                  </a:lnTo>
                  <a:lnTo>
                    <a:pt x="82041" y="26670"/>
                  </a:lnTo>
                  <a:lnTo>
                    <a:pt x="82575" y="25908"/>
                  </a:lnTo>
                  <a:close/>
                </a:path>
                <a:path w="125094" h="330200">
                  <a:moveTo>
                    <a:pt x="83185" y="25400"/>
                  </a:moveTo>
                  <a:lnTo>
                    <a:pt x="82931" y="25400"/>
                  </a:lnTo>
                  <a:lnTo>
                    <a:pt x="82575" y="25908"/>
                  </a:lnTo>
                  <a:lnTo>
                    <a:pt x="83185" y="25400"/>
                  </a:lnTo>
                  <a:close/>
                </a:path>
                <a:path w="125094" h="330200">
                  <a:moveTo>
                    <a:pt x="90043" y="20320"/>
                  </a:moveTo>
                  <a:lnTo>
                    <a:pt x="86106" y="21589"/>
                  </a:lnTo>
                  <a:lnTo>
                    <a:pt x="88455" y="21589"/>
                  </a:lnTo>
                  <a:lnTo>
                    <a:pt x="90043" y="20320"/>
                  </a:lnTo>
                  <a:close/>
                </a:path>
                <a:path w="125094" h="330200">
                  <a:moveTo>
                    <a:pt x="94932" y="20320"/>
                  </a:moveTo>
                  <a:lnTo>
                    <a:pt x="90043" y="20320"/>
                  </a:lnTo>
                  <a:lnTo>
                    <a:pt x="88455" y="21589"/>
                  </a:lnTo>
                  <a:lnTo>
                    <a:pt x="92583" y="21589"/>
                  </a:lnTo>
                  <a:lnTo>
                    <a:pt x="94932" y="20320"/>
                  </a:lnTo>
                  <a:close/>
                </a:path>
                <a:path w="125094" h="330200">
                  <a:moveTo>
                    <a:pt x="88646" y="2539"/>
                  </a:moveTo>
                  <a:lnTo>
                    <a:pt x="82169" y="2539"/>
                  </a:lnTo>
                  <a:lnTo>
                    <a:pt x="80391" y="3810"/>
                  </a:lnTo>
                  <a:lnTo>
                    <a:pt x="76073" y="6350"/>
                  </a:lnTo>
                  <a:lnTo>
                    <a:pt x="74295" y="7620"/>
                  </a:lnTo>
                  <a:lnTo>
                    <a:pt x="74041" y="7620"/>
                  </a:lnTo>
                  <a:lnTo>
                    <a:pt x="69342" y="11429"/>
                  </a:lnTo>
                  <a:lnTo>
                    <a:pt x="68580" y="11429"/>
                  </a:lnTo>
                  <a:lnTo>
                    <a:pt x="66675" y="12700"/>
                  </a:lnTo>
                  <a:lnTo>
                    <a:pt x="59817" y="20320"/>
                  </a:lnTo>
                  <a:lnTo>
                    <a:pt x="61080" y="19176"/>
                  </a:lnTo>
                  <a:lnTo>
                    <a:pt x="97904" y="19176"/>
                  </a:lnTo>
                  <a:lnTo>
                    <a:pt x="100838" y="16510"/>
                  </a:lnTo>
                  <a:lnTo>
                    <a:pt x="102362" y="13970"/>
                  </a:lnTo>
                  <a:lnTo>
                    <a:pt x="104775" y="10160"/>
                  </a:lnTo>
                  <a:lnTo>
                    <a:pt x="104140" y="5079"/>
                  </a:lnTo>
                  <a:lnTo>
                    <a:pt x="86614" y="5079"/>
                  </a:lnTo>
                  <a:lnTo>
                    <a:pt x="88646" y="2539"/>
                  </a:lnTo>
                  <a:close/>
                </a:path>
                <a:path w="125094" h="330200">
                  <a:moveTo>
                    <a:pt x="97028" y="0"/>
                  </a:moveTo>
                  <a:lnTo>
                    <a:pt x="91948" y="0"/>
                  </a:lnTo>
                  <a:lnTo>
                    <a:pt x="88646" y="2539"/>
                  </a:lnTo>
                  <a:lnTo>
                    <a:pt x="86614" y="5079"/>
                  </a:lnTo>
                  <a:lnTo>
                    <a:pt x="89789" y="2539"/>
                  </a:lnTo>
                  <a:lnTo>
                    <a:pt x="100584" y="2539"/>
                  </a:lnTo>
                  <a:lnTo>
                    <a:pt x="97028" y="0"/>
                  </a:lnTo>
                  <a:close/>
                </a:path>
                <a:path w="125094" h="330200">
                  <a:moveTo>
                    <a:pt x="100584" y="2539"/>
                  </a:moveTo>
                  <a:lnTo>
                    <a:pt x="89789" y="2539"/>
                  </a:lnTo>
                  <a:lnTo>
                    <a:pt x="86614" y="5079"/>
                  </a:lnTo>
                  <a:lnTo>
                    <a:pt x="104140" y="5079"/>
                  </a:lnTo>
                  <a:lnTo>
                    <a:pt x="100584" y="25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15007" y="841501"/>
              <a:ext cx="276098" cy="28130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77481" y="762508"/>
              <a:ext cx="314563" cy="4064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0" y="704850"/>
              <a:ext cx="2438400" cy="3857625"/>
            </a:xfrm>
            <a:custGeom>
              <a:avLst/>
              <a:gdLst/>
              <a:ahLst/>
              <a:cxnLst/>
              <a:rect l="l" t="t" r="r" b="b"/>
              <a:pathLst>
                <a:path w="2438400" h="3857625">
                  <a:moveTo>
                    <a:pt x="2438400" y="0"/>
                  </a:moveTo>
                  <a:lnTo>
                    <a:pt x="0" y="0"/>
                  </a:lnTo>
                  <a:lnTo>
                    <a:pt x="0" y="3857625"/>
                  </a:lnTo>
                  <a:lnTo>
                    <a:pt x="2438400" y="3857625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14675" y="1581150"/>
              <a:ext cx="180975" cy="1809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05600" y="42900"/>
              <a:ext cx="1657350" cy="12001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14609" y="1318749"/>
              <a:ext cx="1704085" cy="30454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24988" y="1626972"/>
              <a:ext cx="165480" cy="17919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60953" y="1617827"/>
              <a:ext cx="250571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957573" y="246380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693" y="0"/>
                  </a:moveTo>
                  <a:lnTo>
                    <a:pt x="85089" y="7493"/>
                  </a:lnTo>
                  <a:lnTo>
                    <a:pt x="105155" y="24892"/>
                  </a:lnTo>
                  <a:lnTo>
                    <a:pt x="0" y="24892"/>
                  </a:lnTo>
                  <a:lnTo>
                    <a:pt x="0" y="36702"/>
                  </a:lnTo>
                  <a:lnTo>
                    <a:pt x="105155" y="36702"/>
                  </a:lnTo>
                  <a:lnTo>
                    <a:pt x="85089" y="54229"/>
                  </a:lnTo>
                  <a:lnTo>
                    <a:pt x="91693" y="61722"/>
                  </a:lnTo>
                  <a:lnTo>
                    <a:pt x="123316" y="34417"/>
                  </a:lnTo>
                  <a:lnTo>
                    <a:pt x="123316" y="27177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265420" y="3201162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91305" y="3177456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66801" y="939800"/>
            <a:ext cx="6362700" cy="2565400"/>
            <a:chOff x="800100" y="704850"/>
            <a:chExt cx="4772025" cy="1924050"/>
          </a:xfrm>
        </p:grpSpPr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0100" y="704850"/>
              <a:ext cx="171450" cy="1714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86100" y="1628775"/>
              <a:ext cx="171450" cy="1809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05225" y="2447925"/>
              <a:ext cx="180975" cy="1809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400675" y="2381250"/>
              <a:ext cx="171450" cy="180975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33547" y="402979"/>
            <a:ext cx="673100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Multiple</a:t>
            </a:r>
            <a:r>
              <a:rPr spc="-80" dirty="0"/>
              <a:t> </a:t>
            </a:r>
            <a:r>
              <a:rPr dirty="0"/>
              <a:t>hidden</a:t>
            </a:r>
            <a:r>
              <a:rPr spc="-140" dirty="0"/>
              <a:t> </a:t>
            </a:r>
            <a:r>
              <a:rPr spc="-13" dirty="0"/>
              <a:t>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261687" y="236084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89" y="7492"/>
                </a:lnTo>
                <a:lnTo>
                  <a:pt x="105181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81" y="36829"/>
                </a:lnTo>
                <a:lnTo>
                  <a:pt x="85089" y="54228"/>
                </a:lnTo>
                <a:lnTo>
                  <a:pt x="91744" y="61721"/>
                </a:lnTo>
                <a:lnTo>
                  <a:pt x="123266" y="34543"/>
                </a:lnTo>
                <a:lnTo>
                  <a:pt x="123266" y="27304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143001" y="1663784"/>
            <a:ext cx="3455247" cy="1905000"/>
            <a:chOff x="857250" y="1247838"/>
            <a:chExt cx="2591435" cy="1428750"/>
          </a:xfrm>
        </p:grpSpPr>
        <p:sp>
          <p:nvSpPr>
            <p:cNvPr id="5" name="object 5"/>
            <p:cNvSpPr/>
            <p:nvPr/>
          </p:nvSpPr>
          <p:spPr>
            <a:xfrm>
              <a:off x="871537" y="1262125"/>
              <a:ext cx="553085" cy="1400175"/>
            </a:xfrm>
            <a:custGeom>
              <a:avLst/>
              <a:gdLst/>
              <a:ahLst/>
              <a:cxnLst/>
              <a:rect l="l" t="t" r="r" b="b"/>
              <a:pathLst>
                <a:path w="553085" h="1400175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460311" y="0"/>
                  </a:lnTo>
                  <a:lnTo>
                    <a:pt x="496202" y="7225"/>
                  </a:lnTo>
                  <a:lnTo>
                    <a:pt x="525510" y="26939"/>
                  </a:lnTo>
                  <a:lnTo>
                    <a:pt x="545268" y="56203"/>
                  </a:lnTo>
                  <a:lnTo>
                    <a:pt x="552513" y="92075"/>
                  </a:lnTo>
                  <a:lnTo>
                    <a:pt x="552513" y="1307973"/>
                  </a:lnTo>
                  <a:lnTo>
                    <a:pt x="545268" y="1343864"/>
                  </a:lnTo>
                  <a:lnTo>
                    <a:pt x="525510" y="1373171"/>
                  </a:lnTo>
                  <a:lnTo>
                    <a:pt x="496202" y="1392930"/>
                  </a:lnTo>
                  <a:lnTo>
                    <a:pt x="460311" y="1400175"/>
                  </a:lnTo>
                  <a:lnTo>
                    <a:pt x="92075" y="1400175"/>
                  </a:lnTo>
                  <a:lnTo>
                    <a:pt x="56235" y="1392930"/>
                  </a:lnTo>
                  <a:lnTo>
                    <a:pt x="26968" y="1373171"/>
                  </a:lnTo>
                  <a:lnTo>
                    <a:pt x="7235" y="1343864"/>
                  </a:lnTo>
                  <a:lnTo>
                    <a:pt x="0" y="13079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1347850"/>
              <a:ext cx="372110" cy="1228725"/>
            </a:xfrm>
            <a:custGeom>
              <a:avLst/>
              <a:gdLst/>
              <a:ahLst/>
              <a:cxnLst/>
              <a:rect l="l" t="t" r="r" b="b"/>
              <a:pathLst>
                <a:path w="372109" h="1228725">
                  <a:moveTo>
                    <a:pt x="0" y="185674"/>
                  </a:moveTo>
                  <a:lnTo>
                    <a:pt x="6634" y="136289"/>
                  </a:lnTo>
                  <a:lnTo>
                    <a:pt x="25359" y="91929"/>
                  </a:lnTo>
                  <a:lnTo>
                    <a:pt x="54402" y="54355"/>
                  </a:lnTo>
                  <a:lnTo>
                    <a:pt x="91993" y="25334"/>
                  </a:lnTo>
                  <a:lnTo>
                    <a:pt x="136361" y="6627"/>
                  </a:lnTo>
                  <a:lnTo>
                    <a:pt x="185737" y="0"/>
                  </a:lnTo>
                  <a:lnTo>
                    <a:pt x="235117" y="6627"/>
                  </a:lnTo>
                  <a:lnTo>
                    <a:pt x="279498" y="25334"/>
                  </a:lnTo>
                  <a:lnTo>
                    <a:pt x="317104" y="54356"/>
                  </a:lnTo>
                  <a:lnTo>
                    <a:pt x="346162" y="91929"/>
                  </a:lnTo>
                  <a:lnTo>
                    <a:pt x="364898" y="136289"/>
                  </a:lnTo>
                  <a:lnTo>
                    <a:pt x="371538" y="185674"/>
                  </a:lnTo>
                  <a:lnTo>
                    <a:pt x="364898" y="235067"/>
                  </a:lnTo>
                  <a:lnTo>
                    <a:pt x="346162" y="279451"/>
                  </a:lnTo>
                  <a:lnTo>
                    <a:pt x="317104" y="317055"/>
                  </a:lnTo>
                  <a:lnTo>
                    <a:pt x="279498" y="346107"/>
                  </a:lnTo>
                  <a:lnTo>
                    <a:pt x="235117" y="364838"/>
                  </a:lnTo>
                  <a:lnTo>
                    <a:pt x="185737" y="371475"/>
                  </a:lnTo>
                  <a:lnTo>
                    <a:pt x="136361" y="364838"/>
                  </a:lnTo>
                  <a:lnTo>
                    <a:pt x="91993" y="346107"/>
                  </a:lnTo>
                  <a:lnTo>
                    <a:pt x="54402" y="317055"/>
                  </a:lnTo>
                  <a:lnTo>
                    <a:pt x="25359" y="279451"/>
                  </a:lnTo>
                  <a:lnTo>
                    <a:pt x="6634" y="235067"/>
                  </a:lnTo>
                  <a:lnTo>
                    <a:pt x="0" y="185674"/>
                  </a:lnTo>
                  <a:close/>
                </a:path>
                <a:path w="372109" h="1228725">
                  <a:moveTo>
                    <a:pt x="0" y="623824"/>
                  </a:moveTo>
                  <a:lnTo>
                    <a:pt x="6634" y="574439"/>
                  </a:lnTo>
                  <a:lnTo>
                    <a:pt x="25359" y="530079"/>
                  </a:lnTo>
                  <a:lnTo>
                    <a:pt x="54402" y="492506"/>
                  </a:lnTo>
                  <a:lnTo>
                    <a:pt x="91993" y="463484"/>
                  </a:lnTo>
                  <a:lnTo>
                    <a:pt x="136361" y="444777"/>
                  </a:lnTo>
                  <a:lnTo>
                    <a:pt x="185737" y="438150"/>
                  </a:lnTo>
                  <a:lnTo>
                    <a:pt x="235117" y="444777"/>
                  </a:lnTo>
                  <a:lnTo>
                    <a:pt x="279498" y="463484"/>
                  </a:lnTo>
                  <a:lnTo>
                    <a:pt x="317104" y="492506"/>
                  </a:lnTo>
                  <a:lnTo>
                    <a:pt x="346162" y="530079"/>
                  </a:lnTo>
                  <a:lnTo>
                    <a:pt x="364898" y="574439"/>
                  </a:lnTo>
                  <a:lnTo>
                    <a:pt x="371538" y="623824"/>
                  </a:lnTo>
                  <a:lnTo>
                    <a:pt x="364898" y="673217"/>
                  </a:lnTo>
                  <a:lnTo>
                    <a:pt x="346162" y="717601"/>
                  </a:lnTo>
                  <a:lnTo>
                    <a:pt x="317104" y="755205"/>
                  </a:lnTo>
                  <a:lnTo>
                    <a:pt x="279498" y="784257"/>
                  </a:lnTo>
                  <a:lnTo>
                    <a:pt x="235117" y="802988"/>
                  </a:lnTo>
                  <a:lnTo>
                    <a:pt x="185737" y="809625"/>
                  </a:lnTo>
                  <a:lnTo>
                    <a:pt x="136361" y="802988"/>
                  </a:lnTo>
                  <a:lnTo>
                    <a:pt x="91993" y="784257"/>
                  </a:lnTo>
                  <a:lnTo>
                    <a:pt x="54402" y="755205"/>
                  </a:lnTo>
                  <a:lnTo>
                    <a:pt x="25359" y="717601"/>
                  </a:lnTo>
                  <a:lnTo>
                    <a:pt x="6634" y="673217"/>
                  </a:lnTo>
                  <a:lnTo>
                    <a:pt x="0" y="623824"/>
                  </a:lnTo>
                  <a:close/>
                </a:path>
                <a:path w="372109" h="1228725">
                  <a:moveTo>
                    <a:pt x="9525" y="1047750"/>
                  </a:moveTo>
                  <a:lnTo>
                    <a:pt x="15989" y="999595"/>
                  </a:lnTo>
                  <a:lnTo>
                    <a:pt x="34233" y="956352"/>
                  </a:lnTo>
                  <a:lnTo>
                    <a:pt x="62531" y="919734"/>
                  </a:lnTo>
                  <a:lnTo>
                    <a:pt x="99158" y="891455"/>
                  </a:lnTo>
                  <a:lnTo>
                    <a:pt x="142389" y="873230"/>
                  </a:lnTo>
                  <a:lnTo>
                    <a:pt x="190500" y="866775"/>
                  </a:lnTo>
                  <a:lnTo>
                    <a:pt x="238614" y="873230"/>
                  </a:lnTo>
                  <a:lnTo>
                    <a:pt x="281857" y="891455"/>
                  </a:lnTo>
                  <a:lnTo>
                    <a:pt x="318500" y="919733"/>
                  </a:lnTo>
                  <a:lnTo>
                    <a:pt x="346813" y="956352"/>
                  </a:lnTo>
                  <a:lnTo>
                    <a:pt x="365069" y="999595"/>
                  </a:lnTo>
                  <a:lnTo>
                    <a:pt x="371538" y="1047750"/>
                  </a:lnTo>
                  <a:lnTo>
                    <a:pt x="365069" y="1095860"/>
                  </a:lnTo>
                  <a:lnTo>
                    <a:pt x="346813" y="1139091"/>
                  </a:lnTo>
                  <a:lnTo>
                    <a:pt x="318500" y="1175718"/>
                  </a:lnTo>
                  <a:lnTo>
                    <a:pt x="281857" y="1204016"/>
                  </a:lnTo>
                  <a:lnTo>
                    <a:pt x="238614" y="1222260"/>
                  </a:lnTo>
                  <a:lnTo>
                    <a:pt x="190500" y="1228725"/>
                  </a:lnTo>
                  <a:lnTo>
                    <a:pt x="142389" y="1222260"/>
                  </a:lnTo>
                  <a:lnTo>
                    <a:pt x="99158" y="1204016"/>
                  </a:lnTo>
                  <a:lnTo>
                    <a:pt x="62531" y="1175718"/>
                  </a:lnTo>
                  <a:lnTo>
                    <a:pt x="34233" y="1139091"/>
                  </a:lnTo>
                  <a:lnTo>
                    <a:pt x="15989" y="1095860"/>
                  </a:lnTo>
                  <a:lnTo>
                    <a:pt x="9525" y="10477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871725" y="1443100"/>
              <a:ext cx="552450" cy="1000125"/>
            </a:xfrm>
            <a:custGeom>
              <a:avLst/>
              <a:gdLst/>
              <a:ahLst/>
              <a:cxnLst/>
              <a:rect l="l" t="t" r="r" b="b"/>
              <a:pathLst>
                <a:path w="552450" h="100012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907923"/>
                  </a:lnTo>
                  <a:lnTo>
                    <a:pt x="545205" y="943814"/>
                  </a:lnTo>
                  <a:lnTo>
                    <a:pt x="525446" y="973121"/>
                  </a:lnTo>
                  <a:lnTo>
                    <a:pt x="496139" y="992880"/>
                  </a:lnTo>
                  <a:lnTo>
                    <a:pt x="460248" y="1000125"/>
                  </a:lnTo>
                  <a:lnTo>
                    <a:pt x="92075" y="1000125"/>
                  </a:lnTo>
                  <a:lnTo>
                    <a:pt x="56203" y="992880"/>
                  </a:lnTo>
                  <a:lnTo>
                    <a:pt x="26939" y="973121"/>
                  </a:lnTo>
                  <a:lnTo>
                    <a:pt x="7225" y="943814"/>
                  </a:lnTo>
                  <a:lnTo>
                    <a:pt x="0" y="90792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966975" y="1528825"/>
              <a:ext cx="371475" cy="771525"/>
            </a:xfrm>
            <a:custGeom>
              <a:avLst/>
              <a:gdLst/>
              <a:ahLst/>
              <a:cxnLst/>
              <a:rect l="l" t="t" r="r" b="b"/>
              <a:pathLst>
                <a:path w="371475" h="77152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8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  <a:path w="371475" h="771525">
                  <a:moveTo>
                    <a:pt x="0" y="590550"/>
                  </a:moveTo>
                  <a:lnTo>
                    <a:pt x="6627" y="542395"/>
                  </a:lnTo>
                  <a:lnTo>
                    <a:pt x="25334" y="499152"/>
                  </a:lnTo>
                  <a:lnTo>
                    <a:pt x="54356" y="462534"/>
                  </a:lnTo>
                  <a:lnTo>
                    <a:pt x="91929" y="434255"/>
                  </a:lnTo>
                  <a:lnTo>
                    <a:pt x="136289" y="416030"/>
                  </a:lnTo>
                  <a:lnTo>
                    <a:pt x="185674" y="409575"/>
                  </a:lnTo>
                  <a:lnTo>
                    <a:pt x="235067" y="416030"/>
                  </a:lnTo>
                  <a:lnTo>
                    <a:pt x="279451" y="434255"/>
                  </a:lnTo>
                  <a:lnTo>
                    <a:pt x="317055" y="462533"/>
                  </a:lnTo>
                  <a:lnTo>
                    <a:pt x="346107" y="499152"/>
                  </a:lnTo>
                  <a:lnTo>
                    <a:pt x="364838" y="542395"/>
                  </a:lnTo>
                  <a:lnTo>
                    <a:pt x="371475" y="590550"/>
                  </a:lnTo>
                  <a:lnTo>
                    <a:pt x="364838" y="638660"/>
                  </a:lnTo>
                  <a:lnTo>
                    <a:pt x="346107" y="681891"/>
                  </a:lnTo>
                  <a:lnTo>
                    <a:pt x="317055" y="718518"/>
                  </a:lnTo>
                  <a:lnTo>
                    <a:pt x="279451" y="746816"/>
                  </a:lnTo>
                  <a:lnTo>
                    <a:pt x="235067" y="765060"/>
                  </a:lnTo>
                  <a:lnTo>
                    <a:pt x="185674" y="771525"/>
                  </a:lnTo>
                  <a:lnTo>
                    <a:pt x="136289" y="765060"/>
                  </a:lnTo>
                  <a:lnTo>
                    <a:pt x="91929" y="746816"/>
                  </a:lnTo>
                  <a:lnTo>
                    <a:pt x="54356" y="718518"/>
                  </a:lnTo>
                  <a:lnTo>
                    <a:pt x="25334" y="681891"/>
                  </a:lnTo>
                  <a:lnTo>
                    <a:pt x="6627" y="638660"/>
                  </a:lnTo>
                  <a:lnTo>
                    <a:pt x="0" y="5905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881376" y="1643125"/>
              <a:ext cx="552450" cy="542925"/>
            </a:xfrm>
            <a:custGeom>
              <a:avLst/>
              <a:gdLst/>
              <a:ahLst/>
              <a:cxnLst/>
              <a:rect l="l" t="t" r="r" b="b"/>
              <a:pathLst>
                <a:path w="552450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61899" y="0"/>
                  </a:lnTo>
                  <a:lnTo>
                    <a:pt x="497157" y="7110"/>
                  </a:lnTo>
                  <a:lnTo>
                    <a:pt x="525938" y="26495"/>
                  </a:lnTo>
                  <a:lnTo>
                    <a:pt x="545338" y="55239"/>
                  </a:lnTo>
                  <a:lnTo>
                    <a:pt x="552450" y="90424"/>
                  </a:lnTo>
                  <a:lnTo>
                    <a:pt x="552450" y="452374"/>
                  </a:lnTo>
                  <a:lnTo>
                    <a:pt x="545338" y="487578"/>
                  </a:lnTo>
                  <a:lnTo>
                    <a:pt x="525938" y="516366"/>
                  </a:lnTo>
                  <a:lnTo>
                    <a:pt x="497157" y="535795"/>
                  </a:lnTo>
                  <a:lnTo>
                    <a:pt x="461899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6626" y="1719325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8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466850" y="1866899"/>
              <a:ext cx="1365885" cy="114300"/>
            </a:xfrm>
            <a:custGeom>
              <a:avLst/>
              <a:gdLst/>
              <a:ahLst/>
              <a:cxnLst/>
              <a:rect l="l" t="t" r="r" b="b"/>
              <a:pathLst>
                <a:path w="1365885" h="114300">
                  <a:moveTo>
                    <a:pt x="365760" y="57150"/>
                  </a:moveTo>
                  <a:lnTo>
                    <a:pt x="327660" y="38100"/>
                  </a:lnTo>
                  <a:lnTo>
                    <a:pt x="251460" y="0"/>
                  </a:lnTo>
                  <a:lnTo>
                    <a:pt x="25146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114300"/>
                  </a:lnTo>
                  <a:lnTo>
                    <a:pt x="327660" y="76200"/>
                  </a:lnTo>
                  <a:lnTo>
                    <a:pt x="365760" y="57150"/>
                  </a:lnTo>
                  <a:close/>
                </a:path>
                <a:path w="1365885" h="114300">
                  <a:moveTo>
                    <a:pt x="1365885" y="57150"/>
                  </a:moveTo>
                  <a:lnTo>
                    <a:pt x="1327785" y="38100"/>
                  </a:lnTo>
                  <a:lnTo>
                    <a:pt x="1251585" y="0"/>
                  </a:lnTo>
                  <a:lnTo>
                    <a:pt x="1251585" y="38100"/>
                  </a:lnTo>
                  <a:lnTo>
                    <a:pt x="1000125" y="38100"/>
                  </a:lnTo>
                  <a:lnTo>
                    <a:pt x="1000125" y="76200"/>
                  </a:lnTo>
                  <a:lnTo>
                    <a:pt x="1251585" y="76200"/>
                  </a:lnTo>
                  <a:lnTo>
                    <a:pt x="1251585" y="114300"/>
                  </a:lnTo>
                  <a:lnTo>
                    <a:pt x="1327785" y="76200"/>
                  </a:lnTo>
                  <a:lnTo>
                    <a:pt x="1365885" y="5715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549654" y="1637664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20"/>
                  </a:lnTo>
                  <a:lnTo>
                    <a:pt x="105156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90" y="54229"/>
                  </a:lnTo>
                  <a:lnTo>
                    <a:pt x="91821" y="61849"/>
                  </a:lnTo>
                  <a:lnTo>
                    <a:pt x="123316" y="34544"/>
                  </a:lnTo>
                  <a:lnTo>
                    <a:pt x="123316" y="27305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/>
          <p:nvPr/>
        </p:nvSpPr>
        <p:spPr>
          <a:xfrm>
            <a:off x="4660900" y="2489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20700" y="2489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230716" y="2116758"/>
            <a:ext cx="711200" cy="1038874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0479">
              <a:spcBef>
                <a:spcPts val="1420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6933">
              <a:spcBef>
                <a:spcPts val="1013"/>
              </a:spcBef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8654" y="4184650"/>
            <a:ext cx="941493" cy="644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6933" marR="6773">
              <a:lnSpc>
                <a:spcPct val="105100"/>
              </a:lnSpc>
              <a:spcBef>
                <a:spcPts val="40"/>
              </a:spcBef>
            </a:pPr>
            <a:r>
              <a:rPr sz="2067" spc="-13" dirty="0">
                <a:solidFill>
                  <a:srgbClr val="585858"/>
                </a:solidFill>
                <a:latin typeface="Verdana"/>
                <a:cs typeface="Verdana"/>
              </a:rPr>
              <a:t>hidden 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1006" y="4184650"/>
            <a:ext cx="941493" cy="644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6933" marR="6773">
              <a:lnSpc>
                <a:spcPct val="105100"/>
              </a:lnSpc>
              <a:spcBef>
                <a:spcPts val="40"/>
              </a:spcBef>
            </a:pPr>
            <a:r>
              <a:rPr sz="2067" spc="-13" dirty="0">
                <a:solidFill>
                  <a:srgbClr val="585858"/>
                </a:solidFill>
                <a:latin typeface="Verdana"/>
                <a:cs typeface="Verdana"/>
              </a:rPr>
              <a:t>hidden 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7440" y="3077209"/>
            <a:ext cx="900853" cy="645455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 marR="6773">
              <a:lnSpc>
                <a:spcPct val="105000"/>
              </a:lnSpc>
              <a:spcBef>
                <a:spcPts val="47"/>
              </a:spcBef>
            </a:pPr>
            <a:r>
              <a:rPr sz="2067" spc="-13" dirty="0">
                <a:solidFill>
                  <a:srgbClr val="FF40FF"/>
                </a:solidFill>
                <a:latin typeface="Verdana"/>
                <a:cs typeface="Verdana"/>
              </a:rPr>
              <a:t>output 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5929" y="4647438"/>
            <a:ext cx="938953" cy="644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6933" marR="6773">
              <a:lnSpc>
                <a:spcPct val="105100"/>
              </a:lnSpc>
              <a:spcBef>
                <a:spcPts val="40"/>
              </a:spcBef>
            </a:pPr>
            <a:r>
              <a:rPr sz="2067" spc="-13" dirty="0">
                <a:solidFill>
                  <a:srgbClr val="585858"/>
                </a:solidFill>
                <a:latin typeface="Verdana"/>
                <a:cs typeface="Verdana"/>
              </a:rPr>
              <a:t>hidden 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6973" y="4659968"/>
            <a:ext cx="938953" cy="645455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 marR="6773">
              <a:lnSpc>
                <a:spcPct val="105000"/>
              </a:lnSpc>
              <a:spcBef>
                <a:spcPts val="47"/>
              </a:spcBef>
            </a:pPr>
            <a:r>
              <a:rPr sz="2067" spc="-13" dirty="0">
                <a:solidFill>
                  <a:srgbClr val="585858"/>
                </a:solidFill>
                <a:latin typeface="Verdana"/>
                <a:cs typeface="Verdana"/>
              </a:rPr>
              <a:t>hidden 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49324" y="4647438"/>
            <a:ext cx="941493" cy="644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6933" marR="6773">
              <a:lnSpc>
                <a:spcPct val="105100"/>
              </a:lnSpc>
              <a:spcBef>
                <a:spcPts val="40"/>
              </a:spcBef>
            </a:pPr>
            <a:r>
              <a:rPr sz="2067" spc="-13" dirty="0">
                <a:solidFill>
                  <a:srgbClr val="585858"/>
                </a:solidFill>
                <a:latin typeface="Verdana"/>
                <a:cs typeface="Verdana"/>
              </a:rPr>
              <a:t>hidden layer</a:t>
            </a:r>
            <a:endParaRPr sz="2067">
              <a:latin typeface="Verdana"/>
              <a:cs typeface="Verdan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223" y="3695461"/>
            <a:ext cx="532416" cy="4242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509" y="4185751"/>
            <a:ext cx="460699" cy="33324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9287" y="4174743"/>
            <a:ext cx="557615" cy="41080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3211" y="4131226"/>
            <a:ext cx="564896" cy="44179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8082" y="3817451"/>
            <a:ext cx="459908" cy="37388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627627" y="5557943"/>
            <a:ext cx="4781972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dirty="0">
                <a:latin typeface="Verdana"/>
                <a:cs typeface="Verdana"/>
              </a:rPr>
              <a:t>neural</a:t>
            </a:r>
            <a:r>
              <a:rPr sz="2667" spc="-11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network</a:t>
            </a:r>
            <a:r>
              <a:rPr sz="2667" spc="-73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architecture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11800" y="1181100"/>
            <a:ext cx="0" cy="4267200"/>
          </a:xfrm>
          <a:custGeom>
            <a:avLst/>
            <a:gdLst/>
            <a:ahLst/>
            <a:cxnLst/>
            <a:rect l="l" t="t" r="r" b="b"/>
            <a:pathLst>
              <a:path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ln w="381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5698913" y="2634319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493"/>
                </a:lnTo>
                <a:lnTo>
                  <a:pt x="105282" y="25018"/>
                </a:lnTo>
                <a:lnTo>
                  <a:pt x="0" y="25018"/>
                </a:lnTo>
                <a:lnTo>
                  <a:pt x="0" y="36830"/>
                </a:lnTo>
                <a:lnTo>
                  <a:pt x="105282" y="36830"/>
                </a:lnTo>
                <a:lnTo>
                  <a:pt x="85089" y="54229"/>
                </a:lnTo>
                <a:lnTo>
                  <a:pt x="91820" y="61722"/>
                </a:lnTo>
                <a:lnTo>
                  <a:pt x="123316" y="34543"/>
                </a:lnTo>
                <a:lnTo>
                  <a:pt x="123316" y="27305"/>
                </a:lnTo>
                <a:lnTo>
                  <a:pt x="91820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5687906" y="2548974"/>
            <a:ext cx="200660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540584" y="1181184"/>
            <a:ext cx="4800600" cy="2870200"/>
            <a:chOff x="4905438" y="885888"/>
            <a:chExt cx="3600450" cy="2152650"/>
          </a:xfrm>
        </p:grpSpPr>
        <p:sp>
          <p:nvSpPr>
            <p:cNvPr id="32" name="object 32"/>
            <p:cNvSpPr/>
            <p:nvPr/>
          </p:nvSpPr>
          <p:spPr>
            <a:xfrm>
              <a:off x="4919726" y="1224025"/>
              <a:ext cx="552450" cy="1781175"/>
            </a:xfrm>
            <a:custGeom>
              <a:avLst/>
              <a:gdLst/>
              <a:ahLst/>
              <a:cxnLst/>
              <a:rect l="l" t="t" r="r" b="b"/>
              <a:pathLst>
                <a:path w="552450" h="178117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688973"/>
                  </a:lnTo>
                  <a:lnTo>
                    <a:pt x="545205" y="1724864"/>
                  </a:lnTo>
                  <a:lnTo>
                    <a:pt x="525446" y="1754171"/>
                  </a:lnTo>
                  <a:lnTo>
                    <a:pt x="496139" y="1773930"/>
                  </a:lnTo>
                  <a:lnTo>
                    <a:pt x="460248" y="1781175"/>
                  </a:lnTo>
                  <a:lnTo>
                    <a:pt x="92075" y="1781175"/>
                  </a:lnTo>
                  <a:lnTo>
                    <a:pt x="56203" y="1773930"/>
                  </a:lnTo>
                  <a:lnTo>
                    <a:pt x="26939" y="1754171"/>
                  </a:lnTo>
                  <a:lnTo>
                    <a:pt x="7225" y="1724864"/>
                  </a:lnTo>
                  <a:lnTo>
                    <a:pt x="0" y="16889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005451" y="1309750"/>
              <a:ext cx="371475" cy="1581150"/>
            </a:xfrm>
            <a:custGeom>
              <a:avLst/>
              <a:gdLst/>
              <a:ahLst/>
              <a:cxnLst/>
              <a:rect l="l" t="t" r="r" b="b"/>
              <a:pathLst>
                <a:path w="371475" h="1581150">
                  <a:moveTo>
                    <a:pt x="9525" y="180975"/>
                  </a:moveTo>
                  <a:lnTo>
                    <a:pt x="15980" y="132820"/>
                  </a:lnTo>
                  <a:lnTo>
                    <a:pt x="34205" y="89577"/>
                  </a:lnTo>
                  <a:lnTo>
                    <a:pt x="62484" y="52959"/>
                  </a:lnTo>
                  <a:lnTo>
                    <a:pt x="99102" y="24680"/>
                  </a:lnTo>
                  <a:lnTo>
                    <a:pt x="142345" y="6455"/>
                  </a:lnTo>
                  <a:lnTo>
                    <a:pt x="190500" y="0"/>
                  </a:lnTo>
                  <a:lnTo>
                    <a:pt x="238610" y="6455"/>
                  </a:lnTo>
                  <a:lnTo>
                    <a:pt x="281841" y="24680"/>
                  </a:lnTo>
                  <a:lnTo>
                    <a:pt x="318468" y="52959"/>
                  </a:lnTo>
                  <a:lnTo>
                    <a:pt x="346766" y="89577"/>
                  </a:lnTo>
                  <a:lnTo>
                    <a:pt x="365010" y="132820"/>
                  </a:lnTo>
                  <a:lnTo>
                    <a:pt x="371475" y="180975"/>
                  </a:lnTo>
                  <a:lnTo>
                    <a:pt x="365010" y="229085"/>
                  </a:lnTo>
                  <a:lnTo>
                    <a:pt x="346766" y="272316"/>
                  </a:lnTo>
                  <a:lnTo>
                    <a:pt x="318468" y="308943"/>
                  </a:lnTo>
                  <a:lnTo>
                    <a:pt x="281841" y="337241"/>
                  </a:lnTo>
                  <a:lnTo>
                    <a:pt x="238610" y="355485"/>
                  </a:lnTo>
                  <a:lnTo>
                    <a:pt x="190500" y="361950"/>
                  </a:lnTo>
                  <a:lnTo>
                    <a:pt x="142345" y="355485"/>
                  </a:lnTo>
                  <a:lnTo>
                    <a:pt x="99102" y="337241"/>
                  </a:lnTo>
                  <a:lnTo>
                    <a:pt x="62484" y="308943"/>
                  </a:lnTo>
                  <a:lnTo>
                    <a:pt x="34205" y="272316"/>
                  </a:lnTo>
                  <a:lnTo>
                    <a:pt x="15980" y="229085"/>
                  </a:lnTo>
                  <a:lnTo>
                    <a:pt x="9525" y="180975"/>
                  </a:lnTo>
                  <a:close/>
                </a:path>
                <a:path w="371475" h="1581150">
                  <a:moveTo>
                    <a:pt x="0" y="585724"/>
                  </a:moveTo>
                  <a:lnTo>
                    <a:pt x="6627" y="536339"/>
                  </a:lnTo>
                  <a:lnTo>
                    <a:pt x="25334" y="491979"/>
                  </a:lnTo>
                  <a:lnTo>
                    <a:pt x="54356" y="454405"/>
                  </a:lnTo>
                  <a:lnTo>
                    <a:pt x="91929" y="425384"/>
                  </a:lnTo>
                  <a:lnTo>
                    <a:pt x="136289" y="406677"/>
                  </a:lnTo>
                  <a:lnTo>
                    <a:pt x="185674" y="400050"/>
                  </a:lnTo>
                  <a:lnTo>
                    <a:pt x="235067" y="406677"/>
                  </a:lnTo>
                  <a:lnTo>
                    <a:pt x="279451" y="425384"/>
                  </a:lnTo>
                  <a:lnTo>
                    <a:pt x="317055" y="454406"/>
                  </a:lnTo>
                  <a:lnTo>
                    <a:pt x="346107" y="491979"/>
                  </a:lnTo>
                  <a:lnTo>
                    <a:pt x="364838" y="536339"/>
                  </a:lnTo>
                  <a:lnTo>
                    <a:pt x="371475" y="585724"/>
                  </a:lnTo>
                  <a:lnTo>
                    <a:pt x="364838" y="635117"/>
                  </a:lnTo>
                  <a:lnTo>
                    <a:pt x="346107" y="679501"/>
                  </a:lnTo>
                  <a:lnTo>
                    <a:pt x="317055" y="717105"/>
                  </a:lnTo>
                  <a:lnTo>
                    <a:pt x="279451" y="746157"/>
                  </a:lnTo>
                  <a:lnTo>
                    <a:pt x="235067" y="764888"/>
                  </a:lnTo>
                  <a:lnTo>
                    <a:pt x="185674" y="771525"/>
                  </a:lnTo>
                  <a:lnTo>
                    <a:pt x="136289" y="764888"/>
                  </a:lnTo>
                  <a:lnTo>
                    <a:pt x="91929" y="746157"/>
                  </a:lnTo>
                  <a:lnTo>
                    <a:pt x="54355" y="717105"/>
                  </a:lnTo>
                  <a:lnTo>
                    <a:pt x="25334" y="679501"/>
                  </a:lnTo>
                  <a:lnTo>
                    <a:pt x="6627" y="635117"/>
                  </a:lnTo>
                  <a:lnTo>
                    <a:pt x="0" y="585724"/>
                  </a:lnTo>
                  <a:close/>
                </a:path>
                <a:path w="371475" h="1581150">
                  <a:moveTo>
                    <a:pt x="0" y="1000125"/>
                  </a:moveTo>
                  <a:lnTo>
                    <a:pt x="6627" y="951970"/>
                  </a:lnTo>
                  <a:lnTo>
                    <a:pt x="25334" y="908727"/>
                  </a:lnTo>
                  <a:lnTo>
                    <a:pt x="54356" y="872109"/>
                  </a:lnTo>
                  <a:lnTo>
                    <a:pt x="91929" y="843830"/>
                  </a:lnTo>
                  <a:lnTo>
                    <a:pt x="136289" y="825605"/>
                  </a:lnTo>
                  <a:lnTo>
                    <a:pt x="185674" y="819150"/>
                  </a:lnTo>
                  <a:lnTo>
                    <a:pt x="235067" y="825605"/>
                  </a:lnTo>
                  <a:lnTo>
                    <a:pt x="279451" y="843830"/>
                  </a:lnTo>
                  <a:lnTo>
                    <a:pt x="317055" y="872108"/>
                  </a:lnTo>
                  <a:lnTo>
                    <a:pt x="346107" y="908727"/>
                  </a:lnTo>
                  <a:lnTo>
                    <a:pt x="364838" y="951970"/>
                  </a:lnTo>
                  <a:lnTo>
                    <a:pt x="371475" y="1000125"/>
                  </a:lnTo>
                  <a:lnTo>
                    <a:pt x="364838" y="1048235"/>
                  </a:lnTo>
                  <a:lnTo>
                    <a:pt x="346107" y="1091466"/>
                  </a:lnTo>
                  <a:lnTo>
                    <a:pt x="317055" y="1128093"/>
                  </a:lnTo>
                  <a:lnTo>
                    <a:pt x="279451" y="1156391"/>
                  </a:lnTo>
                  <a:lnTo>
                    <a:pt x="235067" y="1174635"/>
                  </a:lnTo>
                  <a:lnTo>
                    <a:pt x="185674" y="1181100"/>
                  </a:lnTo>
                  <a:lnTo>
                    <a:pt x="136289" y="1174635"/>
                  </a:lnTo>
                  <a:lnTo>
                    <a:pt x="91929" y="1156391"/>
                  </a:lnTo>
                  <a:lnTo>
                    <a:pt x="54355" y="1128093"/>
                  </a:lnTo>
                  <a:lnTo>
                    <a:pt x="25334" y="1091466"/>
                  </a:lnTo>
                  <a:lnTo>
                    <a:pt x="6627" y="1048235"/>
                  </a:lnTo>
                  <a:lnTo>
                    <a:pt x="0" y="1000125"/>
                  </a:lnTo>
                  <a:close/>
                </a:path>
                <a:path w="371475" h="1581150">
                  <a:moveTo>
                    <a:pt x="0" y="1400175"/>
                  </a:moveTo>
                  <a:lnTo>
                    <a:pt x="6627" y="1352020"/>
                  </a:lnTo>
                  <a:lnTo>
                    <a:pt x="25334" y="1308777"/>
                  </a:lnTo>
                  <a:lnTo>
                    <a:pt x="54356" y="1272159"/>
                  </a:lnTo>
                  <a:lnTo>
                    <a:pt x="91929" y="1243880"/>
                  </a:lnTo>
                  <a:lnTo>
                    <a:pt x="136289" y="1225655"/>
                  </a:lnTo>
                  <a:lnTo>
                    <a:pt x="185674" y="1219200"/>
                  </a:lnTo>
                  <a:lnTo>
                    <a:pt x="235067" y="1225655"/>
                  </a:lnTo>
                  <a:lnTo>
                    <a:pt x="279451" y="1243880"/>
                  </a:lnTo>
                  <a:lnTo>
                    <a:pt x="317055" y="1272158"/>
                  </a:lnTo>
                  <a:lnTo>
                    <a:pt x="346107" y="1308777"/>
                  </a:lnTo>
                  <a:lnTo>
                    <a:pt x="364838" y="1352020"/>
                  </a:lnTo>
                  <a:lnTo>
                    <a:pt x="371475" y="1400175"/>
                  </a:lnTo>
                  <a:lnTo>
                    <a:pt x="364838" y="1448285"/>
                  </a:lnTo>
                  <a:lnTo>
                    <a:pt x="346107" y="1491516"/>
                  </a:lnTo>
                  <a:lnTo>
                    <a:pt x="317055" y="1528143"/>
                  </a:lnTo>
                  <a:lnTo>
                    <a:pt x="279451" y="1556441"/>
                  </a:lnTo>
                  <a:lnTo>
                    <a:pt x="235067" y="1574685"/>
                  </a:lnTo>
                  <a:lnTo>
                    <a:pt x="185674" y="1581150"/>
                  </a:lnTo>
                  <a:lnTo>
                    <a:pt x="136289" y="1574685"/>
                  </a:lnTo>
                  <a:lnTo>
                    <a:pt x="91929" y="1556441"/>
                  </a:lnTo>
                  <a:lnTo>
                    <a:pt x="54355" y="1528143"/>
                  </a:lnTo>
                  <a:lnTo>
                    <a:pt x="25334" y="1491516"/>
                  </a:lnTo>
                  <a:lnTo>
                    <a:pt x="6627" y="1448285"/>
                  </a:lnTo>
                  <a:lnTo>
                    <a:pt x="0" y="140017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929501" y="1481200"/>
              <a:ext cx="542925" cy="1323975"/>
            </a:xfrm>
            <a:custGeom>
              <a:avLst/>
              <a:gdLst/>
              <a:ahLst/>
              <a:cxnLst/>
              <a:rect l="l" t="t" r="r" b="b"/>
              <a:pathLst>
                <a:path w="542925" h="132397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52374" y="0"/>
                  </a:lnTo>
                  <a:lnTo>
                    <a:pt x="487578" y="7110"/>
                  </a:lnTo>
                  <a:lnTo>
                    <a:pt x="516366" y="26495"/>
                  </a:lnTo>
                  <a:lnTo>
                    <a:pt x="535795" y="55239"/>
                  </a:lnTo>
                  <a:lnTo>
                    <a:pt x="542925" y="90424"/>
                  </a:lnTo>
                  <a:lnTo>
                    <a:pt x="542925" y="1233424"/>
                  </a:lnTo>
                  <a:lnTo>
                    <a:pt x="535795" y="1268628"/>
                  </a:lnTo>
                  <a:lnTo>
                    <a:pt x="516366" y="1297416"/>
                  </a:lnTo>
                  <a:lnTo>
                    <a:pt x="487578" y="1316845"/>
                  </a:lnTo>
                  <a:lnTo>
                    <a:pt x="452374" y="1323975"/>
                  </a:lnTo>
                  <a:lnTo>
                    <a:pt x="90424" y="1323975"/>
                  </a:lnTo>
                  <a:lnTo>
                    <a:pt x="55239" y="1316845"/>
                  </a:lnTo>
                  <a:lnTo>
                    <a:pt x="26495" y="1297416"/>
                  </a:lnTo>
                  <a:lnTo>
                    <a:pt x="7110" y="1268628"/>
                  </a:lnTo>
                  <a:lnTo>
                    <a:pt x="0" y="123342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015226" y="1538350"/>
              <a:ext cx="371475" cy="762000"/>
            </a:xfrm>
            <a:custGeom>
              <a:avLst/>
              <a:gdLst/>
              <a:ahLst/>
              <a:cxnLst/>
              <a:rect l="l" t="t" r="r" b="b"/>
              <a:pathLst>
                <a:path w="371475" h="76200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8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71475" h="762000">
                  <a:moveTo>
                    <a:pt x="0" y="581025"/>
                  </a:moveTo>
                  <a:lnTo>
                    <a:pt x="6627" y="532870"/>
                  </a:lnTo>
                  <a:lnTo>
                    <a:pt x="25334" y="489627"/>
                  </a:lnTo>
                  <a:lnTo>
                    <a:pt x="54355" y="453009"/>
                  </a:lnTo>
                  <a:lnTo>
                    <a:pt x="91929" y="424730"/>
                  </a:lnTo>
                  <a:lnTo>
                    <a:pt x="136289" y="406505"/>
                  </a:lnTo>
                  <a:lnTo>
                    <a:pt x="185674" y="400050"/>
                  </a:lnTo>
                  <a:lnTo>
                    <a:pt x="235067" y="406505"/>
                  </a:lnTo>
                  <a:lnTo>
                    <a:pt x="279451" y="424730"/>
                  </a:lnTo>
                  <a:lnTo>
                    <a:pt x="317055" y="453008"/>
                  </a:lnTo>
                  <a:lnTo>
                    <a:pt x="346107" y="489627"/>
                  </a:lnTo>
                  <a:lnTo>
                    <a:pt x="364838" y="532870"/>
                  </a:lnTo>
                  <a:lnTo>
                    <a:pt x="371475" y="581025"/>
                  </a:lnTo>
                  <a:lnTo>
                    <a:pt x="364838" y="629135"/>
                  </a:lnTo>
                  <a:lnTo>
                    <a:pt x="346107" y="672366"/>
                  </a:lnTo>
                  <a:lnTo>
                    <a:pt x="317055" y="708993"/>
                  </a:lnTo>
                  <a:lnTo>
                    <a:pt x="279451" y="737291"/>
                  </a:lnTo>
                  <a:lnTo>
                    <a:pt x="235067" y="755535"/>
                  </a:lnTo>
                  <a:lnTo>
                    <a:pt x="185674" y="762000"/>
                  </a:lnTo>
                  <a:lnTo>
                    <a:pt x="136289" y="755535"/>
                  </a:lnTo>
                  <a:lnTo>
                    <a:pt x="91929" y="737291"/>
                  </a:lnTo>
                  <a:lnTo>
                    <a:pt x="54355" y="708993"/>
                  </a:lnTo>
                  <a:lnTo>
                    <a:pt x="25334" y="672366"/>
                  </a:lnTo>
                  <a:lnTo>
                    <a:pt x="6627" y="629135"/>
                  </a:lnTo>
                  <a:lnTo>
                    <a:pt x="0" y="58102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7939151" y="186220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460248"/>
                  </a:lnTo>
                  <a:lnTo>
                    <a:pt x="545205" y="496139"/>
                  </a:lnTo>
                  <a:lnTo>
                    <a:pt x="525446" y="525446"/>
                  </a:lnTo>
                  <a:lnTo>
                    <a:pt x="496139" y="545205"/>
                  </a:lnTo>
                  <a:lnTo>
                    <a:pt x="460248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8024876" y="1947925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180975"/>
                  </a:moveTo>
                  <a:lnTo>
                    <a:pt x="6627" y="132820"/>
                  </a:lnTo>
                  <a:lnTo>
                    <a:pt x="25334" y="89577"/>
                  </a:lnTo>
                  <a:lnTo>
                    <a:pt x="54355" y="52959"/>
                  </a:lnTo>
                  <a:lnTo>
                    <a:pt x="91929" y="24680"/>
                  </a:lnTo>
                  <a:lnTo>
                    <a:pt x="136289" y="6455"/>
                  </a:lnTo>
                  <a:lnTo>
                    <a:pt x="185674" y="0"/>
                  </a:lnTo>
                  <a:lnTo>
                    <a:pt x="235067" y="6455"/>
                  </a:lnTo>
                  <a:lnTo>
                    <a:pt x="279451" y="24680"/>
                  </a:lnTo>
                  <a:lnTo>
                    <a:pt x="317055" y="52958"/>
                  </a:lnTo>
                  <a:lnTo>
                    <a:pt x="346107" y="89577"/>
                  </a:lnTo>
                  <a:lnTo>
                    <a:pt x="364838" y="132820"/>
                  </a:lnTo>
                  <a:lnTo>
                    <a:pt x="371475" y="180975"/>
                  </a:lnTo>
                  <a:lnTo>
                    <a:pt x="364838" y="229085"/>
                  </a:lnTo>
                  <a:lnTo>
                    <a:pt x="346107" y="272316"/>
                  </a:lnTo>
                  <a:lnTo>
                    <a:pt x="317055" y="308943"/>
                  </a:lnTo>
                  <a:lnTo>
                    <a:pt x="279451" y="337241"/>
                  </a:lnTo>
                  <a:lnTo>
                    <a:pt x="235067" y="355485"/>
                  </a:lnTo>
                  <a:lnTo>
                    <a:pt x="185674" y="361950"/>
                  </a:lnTo>
                  <a:lnTo>
                    <a:pt x="136289" y="355485"/>
                  </a:lnTo>
                  <a:lnTo>
                    <a:pt x="91929" y="337241"/>
                  </a:lnTo>
                  <a:lnTo>
                    <a:pt x="54355" y="308943"/>
                  </a:lnTo>
                  <a:lnTo>
                    <a:pt x="25334" y="272316"/>
                  </a:lnTo>
                  <a:lnTo>
                    <a:pt x="6627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514975" y="2066924"/>
              <a:ext cx="2375535" cy="133350"/>
            </a:xfrm>
            <a:custGeom>
              <a:avLst/>
              <a:gdLst/>
              <a:ahLst/>
              <a:cxnLst/>
              <a:rect l="l" t="t" r="r" b="b"/>
              <a:pathLst>
                <a:path w="2375534" h="133350">
                  <a:moveTo>
                    <a:pt x="365760" y="57150"/>
                  </a:moveTo>
                  <a:lnTo>
                    <a:pt x="327660" y="38100"/>
                  </a:lnTo>
                  <a:lnTo>
                    <a:pt x="251460" y="0"/>
                  </a:lnTo>
                  <a:lnTo>
                    <a:pt x="25146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114300"/>
                  </a:lnTo>
                  <a:lnTo>
                    <a:pt x="327660" y="76200"/>
                  </a:lnTo>
                  <a:lnTo>
                    <a:pt x="365760" y="57150"/>
                  </a:lnTo>
                  <a:close/>
                </a:path>
                <a:path w="2375534" h="133350">
                  <a:moveTo>
                    <a:pt x="2375535" y="76200"/>
                  </a:moveTo>
                  <a:lnTo>
                    <a:pt x="2337435" y="57150"/>
                  </a:lnTo>
                  <a:lnTo>
                    <a:pt x="2261235" y="19050"/>
                  </a:lnTo>
                  <a:lnTo>
                    <a:pt x="2261235" y="57150"/>
                  </a:lnTo>
                  <a:lnTo>
                    <a:pt x="2009775" y="57150"/>
                  </a:lnTo>
                  <a:lnTo>
                    <a:pt x="2009775" y="95250"/>
                  </a:lnTo>
                  <a:lnTo>
                    <a:pt x="2261235" y="95250"/>
                  </a:lnTo>
                  <a:lnTo>
                    <a:pt x="2261235" y="133350"/>
                  </a:lnTo>
                  <a:lnTo>
                    <a:pt x="2337435" y="95250"/>
                  </a:lnTo>
                  <a:lnTo>
                    <a:pt x="2375535" y="762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929376" y="900175"/>
              <a:ext cx="561975" cy="2124075"/>
            </a:xfrm>
            <a:custGeom>
              <a:avLst/>
              <a:gdLst/>
              <a:ahLst/>
              <a:cxnLst/>
              <a:rect l="l" t="t" r="r" b="b"/>
              <a:pathLst>
                <a:path w="561975" h="2124075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9" y="0"/>
                  </a:lnTo>
                  <a:lnTo>
                    <a:pt x="468249" y="0"/>
                  </a:lnTo>
                  <a:lnTo>
                    <a:pt x="504699" y="7356"/>
                  </a:lnTo>
                  <a:lnTo>
                    <a:pt x="534495" y="27416"/>
                  </a:lnTo>
                  <a:lnTo>
                    <a:pt x="554599" y="57167"/>
                  </a:lnTo>
                  <a:lnTo>
                    <a:pt x="561975" y="93599"/>
                  </a:lnTo>
                  <a:lnTo>
                    <a:pt x="561975" y="2030349"/>
                  </a:lnTo>
                  <a:lnTo>
                    <a:pt x="554599" y="2066799"/>
                  </a:lnTo>
                  <a:lnTo>
                    <a:pt x="534495" y="2096595"/>
                  </a:lnTo>
                  <a:lnTo>
                    <a:pt x="504699" y="2116699"/>
                  </a:lnTo>
                  <a:lnTo>
                    <a:pt x="468249" y="2124075"/>
                  </a:lnTo>
                  <a:lnTo>
                    <a:pt x="93599" y="2124075"/>
                  </a:lnTo>
                  <a:lnTo>
                    <a:pt x="57167" y="2116699"/>
                  </a:lnTo>
                  <a:lnTo>
                    <a:pt x="27416" y="2096595"/>
                  </a:lnTo>
                  <a:lnTo>
                    <a:pt x="7356" y="2066799"/>
                  </a:lnTo>
                  <a:lnTo>
                    <a:pt x="0" y="2030349"/>
                  </a:lnTo>
                  <a:lnTo>
                    <a:pt x="0" y="93599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034151" y="957325"/>
              <a:ext cx="361950" cy="2000250"/>
            </a:xfrm>
            <a:custGeom>
              <a:avLst/>
              <a:gdLst/>
              <a:ahLst/>
              <a:cxnLst/>
              <a:rect l="l" t="t" r="r" b="b"/>
              <a:pathLst>
                <a:path w="361950" h="2000250">
                  <a:moveTo>
                    <a:pt x="0" y="585724"/>
                  </a:moveTo>
                  <a:lnTo>
                    <a:pt x="6455" y="536339"/>
                  </a:lnTo>
                  <a:lnTo>
                    <a:pt x="24680" y="491979"/>
                  </a:lnTo>
                  <a:lnTo>
                    <a:pt x="52959" y="454405"/>
                  </a:lnTo>
                  <a:lnTo>
                    <a:pt x="89577" y="425384"/>
                  </a:lnTo>
                  <a:lnTo>
                    <a:pt x="132820" y="406677"/>
                  </a:lnTo>
                  <a:lnTo>
                    <a:pt x="180975" y="400050"/>
                  </a:lnTo>
                  <a:lnTo>
                    <a:pt x="229085" y="406677"/>
                  </a:lnTo>
                  <a:lnTo>
                    <a:pt x="272316" y="425384"/>
                  </a:lnTo>
                  <a:lnTo>
                    <a:pt x="308943" y="454406"/>
                  </a:lnTo>
                  <a:lnTo>
                    <a:pt x="337241" y="491979"/>
                  </a:lnTo>
                  <a:lnTo>
                    <a:pt x="355485" y="536339"/>
                  </a:lnTo>
                  <a:lnTo>
                    <a:pt x="361950" y="585724"/>
                  </a:lnTo>
                  <a:lnTo>
                    <a:pt x="355485" y="635117"/>
                  </a:lnTo>
                  <a:lnTo>
                    <a:pt x="337241" y="679501"/>
                  </a:lnTo>
                  <a:lnTo>
                    <a:pt x="308943" y="717105"/>
                  </a:lnTo>
                  <a:lnTo>
                    <a:pt x="272316" y="746157"/>
                  </a:lnTo>
                  <a:lnTo>
                    <a:pt x="229085" y="764888"/>
                  </a:lnTo>
                  <a:lnTo>
                    <a:pt x="180975" y="771525"/>
                  </a:lnTo>
                  <a:lnTo>
                    <a:pt x="132820" y="764888"/>
                  </a:lnTo>
                  <a:lnTo>
                    <a:pt x="89577" y="746157"/>
                  </a:lnTo>
                  <a:lnTo>
                    <a:pt x="52959" y="717105"/>
                  </a:lnTo>
                  <a:lnTo>
                    <a:pt x="24680" y="679501"/>
                  </a:lnTo>
                  <a:lnTo>
                    <a:pt x="6455" y="635117"/>
                  </a:lnTo>
                  <a:lnTo>
                    <a:pt x="0" y="585724"/>
                  </a:lnTo>
                  <a:close/>
                </a:path>
                <a:path w="361950" h="2000250">
                  <a:moveTo>
                    <a:pt x="0" y="995299"/>
                  </a:moveTo>
                  <a:lnTo>
                    <a:pt x="6455" y="945914"/>
                  </a:lnTo>
                  <a:lnTo>
                    <a:pt x="24680" y="901554"/>
                  </a:lnTo>
                  <a:lnTo>
                    <a:pt x="52959" y="863981"/>
                  </a:lnTo>
                  <a:lnTo>
                    <a:pt x="89577" y="834959"/>
                  </a:lnTo>
                  <a:lnTo>
                    <a:pt x="132820" y="816252"/>
                  </a:lnTo>
                  <a:lnTo>
                    <a:pt x="180975" y="809625"/>
                  </a:lnTo>
                  <a:lnTo>
                    <a:pt x="229085" y="816252"/>
                  </a:lnTo>
                  <a:lnTo>
                    <a:pt x="272316" y="834959"/>
                  </a:lnTo>
                  <a:lnTo>
                    <a:pt x="308943" y="863981"/>
                  </a:lnTo>
                  <a:lnTo>
                    <a:pt x="337241" y="901554"/>
                  </a:lnTo>
                  <a:lnTo>
                    <a:pt x="355485" y="945914"/>
                  </a:lnTo>
                  <a:lnTo>
                    <a:pt x="361950" y="995299"/>
                  </a:lnTo>
                  <a:lnTo>
                    <a:pt x="355485" y="1044692"/>
                  </a:lnTo>
                  <a:lnTo>
                    <a:pt x="337241" y="1089076"/>
                  </a:lnTo>
                  <a:lnTo>
                    <a:pt x="308943" y="1126680"/>
                  </a:lnTo>
                  <a:lnTo>
                    <a:pt x="272316" y="1155732"/>
                  </a:lnTo>
                  <a:lnTo>
                    <a:pt x="229085" y="1174463"/>
                  </a:lnTo>
                  <a:lnTo>
                    <a:pt x="180975" y="1181100"/>
                  </a:lnTo>
                  <a:lnTo>
                    <a:pt x="132820" y="1174463"/>
                  </a:lnTo>
                  <a:lnTo>
                    <a:pt x="89577" y="1155732"/>
                  </a:lnTo>
                  <a:lnTo>
                    <a:pt x="52959" y="1126680"/>
                  </a:lnTo>
                  <a:lnTo>
                    <a:pt x="24680" y="1089076"/>
                  </a:lnTo>
                  <a:lnTo>
                    <a:pt x="6455" y="1044692"/>
                  </a:lnTo>
                  <a:lnTo>
                    <a:pt x="0" y="995299"/>
                  </a:lnTo>
                  <a:close/>
                </a:path>
                <a:path w="361950" h="2000250">
                  <a:moveTo>
                    <a:pt x="0" y="1404874"/>
                  </a:moveTo>
                  <a:lnTo>
                    <a:pt x="6455" y="1355489"/>
                  </a:lnTo>
                  <a:lnTo>
                    <a:pt x="24680" y="1311129"/>
                  </a:lnTo>
                  <a:lnTo>
                    <a:pt x="52959" y="1273556"/>
                  </a:lnTo>
                  <a:lnTo>
                    <a:pt x="89577" y="1244534"/>
                  </a:lnTo>
                  <a:lnTo>
                    <a:pt x="132820" y="1225827"/>
                  </a:lnTo>
                  <a:lnTo>
                    <a:pt x="180975" y="1219200"/>
                  </a:lnTo>
                  <a:lnTo>
                    <a:pt x="229085" y="1225827"/>
                  </a:lnTo>
                  <a:lnTo>
                    <a:pt x="272316" y="1244534"/>
                  </a:lnTo>
                  <a:lnTo>
                    <a:pt x="308943" y="1273556"/>
                  </a:lnTo>
                  <a:lnTo>
                    <a:pt x="337241" y="1311129"/>
                  </a:lnTo>
                  <a:lnTo>
                    <a:pt x="355485" y="1355489"/>
                  </a:lnTo>
                  <a:lnTo>
                    <a:pt x="361950" y="1404874"/>
                  </a:lnTo>
                  <a:lnTo>
                    <a:pt x="355485" y="1454267"/>
                  </a:lnTo>
                  <a:lnTo>
                    <a:pt x="337241" y="1498651"/>
                  </a:lnTo>
                  <a:lnTo>
                    <a:pt x="308943" y="1536255"/>
                  </a:lnTo>
                  <a:lnTo>
                    <a:pt x="272316" y="1565307"/>
                  </a:lnTo>
                  <a:lnTo>
                    <a:pt x="229085" y="1584038"/>
                  </a:lnTo>
                  <a:lnTo>
                    <a:pt x="180975" y="1590675"/>
                  </a:lnTo>
                  <a:lnTo>
                    <a:pt x="132820" y="1584038"/>
                  </a:lnTo>
                  <a:lnTo>
                    <a:pt x="89577" y="1565307"/>
                  </a:lnTo>
                  <a:lnTo>
                    <a:pt x="52959" y="1536255"/>
                  </a:lnTo>
                  <a:lnTo>
                    <a:pt x="24680" y="1498651"/>
                  </a:lnTo>
                  <a:lnTo>
                    <a:pt x="6455" y="1454267"/>
                  </a:lnTo>
                  <a:lnTo>
                    <a:pt x="0" y="1404874"/>
                  </a:lnTo>
                  <a:close/>
                </a:path>
                <a:path w="361950" h="2000250">
                  <a:moveTo>
                    <a:pt x="0" y="1814449"/>
                  </a:moveTo>
                  <a:lnTo>
                    <a:pt x="6455" y="1765064"/>
                  </a:lnTo>
                  <a:lnTo>
                    <a:pt x="24680" y="1720704"/>
                  </a:lnTo>
                  <a:lnTo>
                    <a:pt x="52959" y="1683131"/>
                  </a:lnTo>
                  <a:lnTo>
                    <a:pt x="89577" y="1654109"/>
                  </a:lnTo>
                  <a:lnTo>
                    <a:pt x="132820" y="1635402"/>
                  </a:lnTo>
                  <a:lnTo>
                    <a:pt x="180975" y="1628775"/>
                  </a:lnTo>
                  <a:lnTo>
                    <a:pt x="229085" y="1635402"/>
                  </a:lnTo>
                  <a:lnTo>
                    <a:pt x="272316" y="1654109"/>
                  </a:lnTo>
                  <a:lnTo>
                    <a:pt x="308943" y="1683131"/>
                  </a:lnTo>
                  <a:lnTo>
                    <a:pt x="337241" y="1720704"/>
                  </a:lnTo>
                  <a:lnTo>
                    <a:pt x="355485" y="1765064"/>
                  </a:lnTo>
                  <a:lnTo>
                    <a:pt x="361950" y="1814449"/>
                  </a:lnTo>
                  <a:lnTo>
                    <a:pt x="355485" y="1863842"/>
                  </a:lnTo>
                  <a:lnTo>
                    <a:pt x="337241" y="1908226"/>
                  </a:lnTo>
                  <a:lnTo>
                    <a:pt x="308943" y="1945830"/>
                  </a:lnTo>
                  <a:lnTo>
                    <a:pt x="272316" y="1974882"/>
                  </a:lnTo>
                  <a:lnTo>
                    <a:pt x="229085" y="1993613"/>
                  </a:lnTo>
                  <a:lnTo>
                    <a:pt x="180975" y="2000250"/>
                  </a:lnTo>
                  <a:lnTo>
                    <a:pt x="132820" y="1993613"/>
                  </a:lnTo>
                  <a:lnTo>
                    <a:pt x="89577" y="1974882"/>
                  </a:lnTo>
                  <a:lnTo>
                    <a:pt x="52959" y="1945830"/>
                  </a:lnTo>
                  <a:lnTo>
                    <a:pt x="24680" y="1908226"/>
                  </a:lnTo>
                  <a:lnTo>
                    <a:pt x="6455" y="1863842"/>
                  </a:lnTo>
                  <a:lnTo>
                    <a:pt x="0" y="1814449"/>
                  </a:lnTo>
                  <a:close/>
                </a:path>
                <a:path w="361950" h="20002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524625" y="2066925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59" h="114300">
                  <a:moveTo>
                    <a:pt x="251459" y="0"/>
                  </a:moveTo>
                  <a:lnTo>
                    <a:pt x="251459" y="114300"/>
                  </a:lnTo>
                  <a:lnTo>
                    <a:pt x="327659" y="76200"/>
                  </a:lnTo>
                  <a:lnTo>
                    <a:pt x="270509" y="76200"/>
                  </a:lnTo>
                  <a:lnTo>
                    <a:pt x="270509" y="38100"/>
                  </a:lnTo>
                  <a:lnTo>
                    <a:pt x="327659" y="38100"/>
                  </a:lnTo>
                  <a:lnTo>
                    <a:pt x="251459" y="0"/>
                  </a:lnTo>
                  <a:close/>
                </a:path>
                <a:path w="365759" h="114300">
                  <a:moveTo>
                    <a:pt x="25145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59" y="76200"/>
                  </a:lnTo>
                  <a:lnTo>
                    <a:pt x="251459" y="38100"/>
                  </a:lnTo>
                  <a:close/>
                </a:path>
                <a:path w="365759" h="114300">
                  <a:moveTo>
                    <a:pt x="327659" y="38100"/>
                  </a:moveTo>
                  <a:lnTo>
                    <a:pt x="270509" y="38100"/>
                  </a:lnTo>
                  <a:lnTo>
                    <a:pt x="270509" y="76200"/>
                  </a:lnTo>
                  <a:lnTo>
                    <a:pt x="327659" y="76200"/>
                  </a:lnTo>
                  <a:lnTo>
                    <a:pt x="365759" y="57150"/>
                  </a:lnTo>
                  <a:lnTo>
                    <a:pt x="327659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015226" y="233845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5" y="54356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5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3" name="object 43"/>
          <p:cNvSpPr/>
          <p:nvPr/>
        </p:nvSpPr>
        <p:spPr>
          <a:xfrm>
            <a:off x="11404600" y="27813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5930900" y="27559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2051474" y="2097193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32726" y="221538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620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6" y="36830"/>
                </a:lnTo>
                <a:lnTo>
                  <a:pt x="85089" y="54229"/>
                </a:lnTo>
                <a:lnTo>
                  <a:pt x="91820" y="61849"/>
                </a:lnTo>
                <a:lnTo>
                  <a:pt x="123317" y="34544"/>
                </a:lnTo>
                <a:lnTo>
                  <a:pt x="123317" y="27305"/>
                </a:lnTo>
                <a:lnTo>
                  <a:pt x="9182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object 47"/>
          <p:cNvSpPr txBox="1"/>
          <p:nvPr/>
        </p:nvSpPr>
        <p:spPr>
          <a:xfrm>
            <a:off x="3419347" y="2129790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pic>
        <p:nvPicPr>
          <p:cNvPr id="48" name="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9565" y="5173506"/>
            <a:ext cx="765251" cy="25184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7221" y="5199277"/>
            <a:ext cx="688476" cy="27103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41297" y="5165800"/>
            <a:ext cx="1734311" cy="328709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0596"/>
            <a:ext cx="12192000" cy="6407573"/>
            <a:chOff x="0" y="337947"/>
            <a:chExt cx="9144000" cy="4805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971550"/>
              <a:ext cx="1800225" cy="1752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23950" y="1504950"/>
              <a:ext cx="4686300" cy="3009900"/>
            </a:xfrm>
            <a:custGeom>
              <a:avLst/>
              <a:gdLst/>
              <a:ahLst/>
              <a:cxnLst/>
              <a:rect l="l" t="t" r="r" b="b"/>
              <a:pathLst>
                <a:path w="4686300" h="3009900">
                  <a:moveTo>
                    <a:pt x="0" y="0"/>
                  </a:moveTo>
                  <a:lnTo>
                    <a:pt x="1379220" y="3009900"/>
                  </a:lnTo>
                  <a:lnTo>
                    <a:pt x="4686300" y="3009900"/>
                  </a:lnTo>
                  <a:lnTo>
                    <a:pt x="4676648" y="614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2783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7833" y="643636"/>
              <a:ext cx="623316" cy="2852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4169" y="1890013"/>
              <a:ext cx="487298" cy="1601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4916" y="1837944"/>
              <a:ext cx="553847" cy="1969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5748" y="1904364"/>
              <a:ext cx="250388" cy="1325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7857" y="1396111"/>
              <a:ext cx="1008380" cy="215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0438" y="3528441"/>
              <a:ext cx="401660" cy="1678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8754" y="3527679"/>
              <a:ext cx="439800" cy="13601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20823" y="2191511"/>
              <a:ext cx="3241675" cy="2277745"/>
            </a:xfrm>
            <a:custGeom>
              <a:avLst/>
              <a:gdLst/>
              <a:ahLst/>
              <a:cxnLst/>
              <a:rect l="l" t="t" r="r" b="b"/>
              <a:pathLst>
                <a:path w="3241675" h="2277745">
                  <a:moveTo>
                    <a:pt x="652144" y="0"/>
                  </a:moveTo>
                  <a:lnTo>
                    <a:pt x="652144" y="2277427"/>
                  </a:lnTo>
                </a:path>
                <a:path w="3241675" h="2277745">
                  <a:moveTo>
                    <a:pt x="1297939" y="0"/>
                  </a:moveTo>
                  <a:lnTo>
                    <a:pt x="1297939" y="2277427"/>
                  </a:lnTo>
                </a:path>
                <a:path w="3241675" h="2277745">
                  <a:moveTo>
                    <a:pt x="1943735" y="0"/>
                  </a:moveTo>
                  <a:lnTo>
                    <a:pt x="1943735" y="2277427"/>
                  </a:lnTo>
                </a:path>
                <a:path w="3241675" h="2277745">
                  <a:moveTo>
                    <a:pt x="2589529" y="0"/>
                  </a:moveTo>
                  <a:lnTo>
                    <a:pt x="2589529" y="2277427"/>
                  </a:lnTo>
                </a:path>
                <a:path w="3241675" h="2277745">
                  <a:moveTo>
                    <a:pt x="0" y="459231"/>
                  </a:moveTo>
                  <a:lnTo>
                    <a:pt x="3241675" y="459231"/>
                  </a:lnTo>
                </a:path>
                <a:path w="3241675" h="2277745">
                  <a:moveTo>
                    <a:pt x="0" y="912240"/>
                  </a:moveTo>
                  <a:lnTo>
                    <a:pt x="3241675" y="912240"/>
                  </a:lnTo>
                </a:path>
                <a:path w="3241675" h="2277745">
                  <a:moveTo>
                    <a:pt x="0" y="1365123"/>
                  </a:moveTo>
                  <a:lnTo>
                    <a:pt x="3241675" y="1365123"/>
                  </a:lnTo>
                </a:path>
                <a:path w="3241675" h="2277745">
                  <a:moveTo>
                    <a:pt x="0" y="1818132"/>
                  </a:moveTo>
                  <a:lnTo>
                    <a:pt x="3241675" y="1818132"/>
                  </a:lnTo>
                </a:path>
                <a:path w="3241675" h="2277745">
                  <a:moveTo>
                    <a:pt x="6350" y="0"/>
                  </a:moveTo>
                  <a:lnTo>
                    <a:pt x="6350" y="2277427"/>
                  </a:lnTo>
                </a:path>
                <a:path w="3241675" h="2277745">
                  <a:moveTo>
                    <a:pt x="3235325" y="0"/>
                  </a:moveTo>
                  <a:lnTo>
                    <a:pt x="3235325" y="2277427"/>
                  </a:lnTo>
                </a:path>
                <a:path w="3241675" h="2277745">
                  <a:moveTo>
                    <a:pt x="0" y="6350"/>
                  </a:moveTo>
                  <a:lnTo>
                    <a:pt x="3241675" y="6350"/>
                  </a:lnTo>
                </a:path>
                <a:path w="3241675" h="2277745">
                  <a:moveTo>
                    <a:pt x="0" y="2271077"/>
                  </a:moveTo>
                  <a:lnTo>
                    <a:pt x="3241675" y="22710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5923" y="2358517"/>
              <a:ext cx="441451" cy="2465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315563" y="2364358"/>
              <a:ext cx="31115" cy="173990"/>
            </a:xfrm>
            <a:custGeom>
              <a:avLst/>
              <a:gdLst/>
              <a:ahLst/>
              <a:cxnLst/>
              <a:rect l="l" t="t" r="r" b="b"/>
              <a:pathLst>
                <a:path w="31114" h="173989">
                  <a:moveTo>
                    <a:pt x="3327" y="17435"/>
                  </a:moveTo>
                  <a:lnTo>
                    <a:pt x="3442" y="19304"/>
                  </a:lnTo>
                  <a:lnTo>
                    <a:pt x="4343" y="29210"/>
                  </a:lnTo>
                  <a:lnTo>
                    <a:pt x="5299" y="37582"/>
                  </a:lnTo>
                  <a:lnTo>
                    <a:pt x="5337" y="37979"/>
                  </a:lnTo>
                  <a:lnTo>
                    <a:pt x="6123" y="51562"/>
                  </a:lnTo>
                  <a:lnTo>
                    <a:pt x="6248" y="53721"/>
                  </a:lnTo>
                  <a:lnTo>
                    <a:pt x="6375" y="54356"/>
                  </a:lnTo>
                  <a:lnTo>
                    <a:pt x="7191" y="61349"/>
                  </a:lnTo>
                  <a:lnTo>
                    <a:pt x="7264" y="61973"/>
                  </a:lnTo>
                  <a:lnTo>
                    <a:pt x="7349" y="62708"/>
                  </a:lnTo>
                  <a:lnTo>
                    <a:pt x="8178" y="75966"/>
                  </a:lnTo>
                  <a:lnTo>
                    <a:pt x="8799" y="84963"/>
                  </a:lnTo>
                  <a:lnTo>
                    <a:pt x="8922" y="86613"/>
                  </a:lnTo>
                  <a:lnTo>
                    <a:pt x="9859" y="103251"/>
                  </a:lnTo>
                  <a:lnTo>
                    <a:pt x="9804" y="110617"/>
                  </a:lnTo>
                  <a:lnTo>
                    <a:pt x="10171" y="124460"/>
                  </a:lnTo>
                  <a:lnTo>
                    <a:pt x="10164" y="130429"/>
                  </a:lnTo>
                  <a:lnTo>
                    <a:pt x="9835" y="140398"/>
                  </a:lnTo>
                  <a:lnTo>
                    <a:pt x="9214" y="146685"/>
                  </a:lnTo>
                  <a:lnTo>
                    <a:pt x="8788" y="151892"/>
                  </a:lnTo>
                  <a:lnTo>
                    <a:pt x="8490" y="154178"/>
                  </a:lnTo>
                  <a:lnTo>
                    <a:pt x="8407" y="169418"/>
                  </a:lnTo>
                  <a:lnTo>
                    <a:pt x="13106" y="173990"/>
                  </a:lnTo>
                  <a:lnTo>
                    <a:pt x="24409" y="173990"/>
                  </a:lnTo>
                  <a:lnTo>
                    <a:pt x="28981" y="169418"/>
                  </a:lnTo>
                  <a:lnTo>
                    <a:pt x="29108" y="156083"/>
                  </a:lnTo>
                  <a:lnTo>
                    <a:pt x="29327" y="154813"/>
                  </a:lnTo>
                  <a:lnTo>
                    <a:pt x="29362" y="154559"/>
                  </a:lnTo>
                  <a:lnTo>
                    <a:pt x="29489" y="154178"/>
                  </a:lnTo>
                  <a:lnTo>
                    <a:pt x="30124" y="146685"/>
                  </a:lnTo>
                  <a:lnTo>
                    <a:pt x="30505" y="142621"/>
                  </a:lnTo>
                  <a:lnTo>
                    <a:pt x="30557" y="140398"/>
                  </a:lnTo>
                  <a:lnTo>
                    <a:pt x="30886" y="130429"/>
                  </a:lnTo>
                  <a:lnTo>
                    <a:pt x="30886" y="124460"/>
                  </a:lnTo>
                  <a:lnTo>
                    <a:pt x="30508" y="110617"/>
                  </a:lnTo>
                  <a:lnTo>
                    <a:pt x="30389" y="104333"/>
                  </a:lnTo>
                  <a:lnTo>
                    <a:pt x="30378" y="103251"/>
                  </a:lnTo>
                  <a:lnTo>
                    <a:pt x="29356" y="87122"/>
                  </a:lnTo>
                  <a:lnTo>
                    <a:pt x="29235" y="84963"/>
                  </a:lnTo>
                  <a:lnTo>
                    <a:pt x="28726" y="79805"/>
                  </a:lnTo>
                  <a:lnTo>
                    <a:pt x="27507" y="62708"/>
                  </a:lnTo>
                  <a:lnTo>
                    <a:pt x="27420" y="61349"/>
                  </a:lnTo>
                  <a:lnTo>
                    <a:pt x="27330" y="59943"/>
                  </a:lnTo>
                  <a:lnTo>
                    <a:pt x="27203" y="59055"/>
                  </a:lnTo>
                  <a:lnTo>
                    <a:pt x="26084" y="52451"/>
                  </a:lnTo>
                  <a:lnTo>
                    <a:pt x="26026" y="52212"/>
                  </a:lnTo>
                  <a:lnTo>
                    <a:pt x="25933" y="51562"/>
                  </a:lnTo>
                  <a:lnTo>
                    <a:pt x="25042" y="37979"/>
                  </a:lnTo>
                  <a:lnTo>
                    <a:pt x="24917" y="35560"/>
                  </a:lnTo>
                  <a:lnTo>
                    <a:pt x="23704" y="27315"/>
                  </a:lnTo>
                  <a:lnTo>
                    <a:pt x="23730" y="26914"/>
                  </a:lnTo>
                  <a:lnTo>
                    <a:pt x="23009" y="20574"/>
                  </a:lnTo>
                  <a:lnTo>
                    <a:pt x="9423" y="20574"/>
                  </a:lnTo>
                  <a:lnTo>
                    <a:pt x="5613" y="18542"/>
                  </a:lnTo>
                  <a:lnTo>
                    <a:pt x="3327" y="17435"/>
                  </a:lnTo>
                  <a:close/>
                </a:path>
                <a:path w="31114" h="173989">
                  <a:moveTo>
                    <a:pt x="5613" y="18542"/>
                  </a:moveTo>
                  <a:lnTo>
                    <a:pt x="9423" y="20574"/>
                  </a:lnTo>
                  <a:lnTo>
                    <a:pt x="14122" y="19304"/>
                  </a:lnTo>
                  <a:lnTo>
                    <a:pt x="11455" y="19304"/>
                  </a:lnTo>
                  <a:lnTo>
                    <a:pt x="9169" y="19050"/>
                  </a:lnTo>
                  <a:lnTo>
                    <a:pt x="5613" y="18542"/>
                  </a:lnTo>
                  <a:close/>
                </a:path>
                <a:path w="31114" h="173989">
                  <a:moveTo>
                    <a:pt x="15455" y="1651"/>
                  </a:moveTo>
                  <a:lnTo>
                    <a:pt x="14884" y="1651"/>
                  </a:lnTo>
                  <a:lnTo>
                    <a:pt x="17387" y="4616"/>
                  </a:lnTo>
                  <a:lnTo>
                    <a:pt x="19202" y="6604"/>
                  </a:lnTo>
                  <a:lnTo>
                    <a:pt x="19583" y="11049"/>
                  </a:lnTo>
                  <a:lnTo>
                    <a:pt x="17297" y="14351"/>
                  </a:lnTo>
                  <a:lnTo>
                    <a:pt x="14122" y="19304"/>
                  </a:lnTo>
                  <a:lnTo>
                    <a:pt x="9423" y="20574"/>
                  </a:lnTo>
                  <a:lnTo>
                    <a:pt x="23009" y="20574"/>
                  </a:lnTo>
                  <a:lnTo>
                    <a:pt x="22865" y="19304"/>
                  </a:lnTo>
                  <a:lnTo>
                    <a:pt x="22778" y="18542"/>
                  </a:lnTo>
                  <a:lnTo>
                    <a:pt x="22652" y="17435"/>
                  </a:lnTo>
                  <a:lnTo>
                    <a:pt x="22562" y="16637"/>
                  </a:lnTo>
                  <a:lnTo>
                    <a:pt x="22504" y="15748"/>
                  </a:lnTo>
                  <a:lnTo>
                    <a:pt x="21989" y="12446"/>
                  </a:lnTo>
                  <a:lnTo>
                    <a:pt x="21865" y="11684"/>
                  </a:lnTo>
                  <a:lnTo>
                    <a:pt x="21762" y="11049"/>
                  </a:lnTo>
                  <a:lnTo>
                    <a:pt x="20345" y="7493"/>
                  </a:lnTo>
                  <a:lnTo>
                    <a:pt x="17170" y="2413"/>
                  </a:lnTo>
                  <a:lnTo>
                    <a:pt x="15455" y="1651"/>
                  </a:lnTo>
                  <a:close/>
                </a:path>
                <a:path w="31114" h="173989">
                  <a:moveTo>
                    <a:pt x="3419" y="14351"/>
                  </a:moveTo>
                  <a:lnTo>
                    <a:pt x="3422" y="16637"/>
                  </a:lnTo>
                  <a:lnTo>
                    <a:pt x="5613" y="18542"/>
                  </a:lnTo>
                  <a:lnTo>
                    <a:pt x="9169" y="19050"/>
                  </a:lnTo>
                  <a:lnTo>
                    <a:pt x="11455" y="19304"/>
                  </a:lnTo>
                  <a:lnTo>
                    <a:pt x="10473" y="19304"/>
                  </a:lnTo>
                  <a:lnTo>
                    <a:pt x="5968" y="15748"/>
                  </a:lnTo>
                  <a:lnTo>
                    <a:pt x="3962" y="15748"/>
                  </a:lnTo>
                  <a:lnTo>
                    <a:pt x="3419" y="14351"/>
                  </a:lnTo>
                  <a:close/>
                </a:path>
                <a:path w="31114" h="173989">
                  <a:moveTo>
                    <a:pt x="18616" y="12446"/>
                  </a:moveTo>
                  <a:lnTo>
                    <a:pt x="3327" y="12446"/>
                  </a:lnTo>
                  <a:lnTo>
                    <a:pt x="3522" y="13462"/>
                  </a:lnTo>
                  <a:lnTo>
                    <a:pt x="3603" y="13880"/>
                  </a:lnTo>
                  <a:lnTo>
                    <a:pt x="10473" y="19304"/>
                  </a:lnTo>
                  <a:lnTo>
                    <a:pt x="14122" y="19304"/>
                  </a:lnTo>
                  <a:lnTo>
                    <a:pt x="17297" y="14351"/>
                  </a:lnTo>
                  <a:lnTo>
                    <a:pt x="18616" y="12446"/>
                  </a:lnTo>
                  <a:close/>
                </a:path>
                <a:path w="31114" h="173989">
                  <a:moveTo>
                    <a:pt x="3422" y="16637"/>
                  </a:moveTo>
                  <a:lnTo>
                    <a:pt x="3327" y="17435"/>
                  </a:lnTo>
                  <a:lnTo>
                    <a:pt x="5613" y="18542"/>
                  </a:lnTo>
                  <a:lnTo>
                    <a:pt x="3422" y="16637"/>
                  </a:lnTo>
                  <a:close/>
                </a:path>
                <a:path w="31114" h="173989">
                  <a:moveTo>
                    <a:pt x="1016" y="9209"/>
                  </a:moveTo>
                  <a:lnTo>
                    <a:pt x="88" y="11684"/>
                  </a:lnTo>
                  <a:lnTo>
                    <a:pt x="0" y="12446"/>
                  </a:lnTo>
                  <a:lnTo>
                    <a:pt x="1676" y="16637"/>
                  </a:lnTo>
                  <a:lnTo>
                    <a:pt x="3327" y="17435"/>
                  </a:lnTo>
                  <a:lnTo>
                    <a:pt x="3327" y="16637"/>
                  </a:lnTo>
                  <a:lnTo>
                    <a:pt x="2838" y="16129"/>
                  </a:lnTo>
                  <a:lnTo>
                    <a:pt x="2628" y="15748"/>
                  </a:lnTo>
                  <a:lnTo>
                    <a:pt x="1803" y="12446"/>
                  </a:lnTo>
                  <a:lnTo>
                    <a:pt x="1676" y="11684"/>
                  </a:lnTo>
                  <a:lnTo>
                    <a:pt x="1016" y="9209"/>
                  </a:lnTo>
                  <a:close/>
                </a:path>
                <a:path w="31114" h="173989">
                  <a:moveTo>
                    <a:pt x="11728" y="395"/>
                  </a:moveTo>
                  <a:lnTo>
                    <a:pt x="7256" y="1203"/>
                  </a:lnTo>
                  <a:lnTo>
                    <a:pt x="5994" y="1905"/>
                  </a:lnTo>
                  <a:lnTo>
                    <a:pt x="3408" y="3290"/>
                  </a:lnTo>
                  <a:lnTo>
                    <a:pt x="3156" y="3504"/>
                  </a:lnTo>
                  <a:lnTo>
                    <a:pt x="2859" y="3655"/>
                  </a:lnTo>
                  <a:lnTo>
                    <a:pt x="1634" y="7493"/>
                  </a:lnTo>
                  <a:lnTo>
                    <a:pt x="1016" y="9209"/>
                  </a:lnTo>
                  <a:lnTo>
                    <a:pt x="1676" y="11684"/>
                  </a:lnTo>
                  <a:lnTo>
                    <a:pt x="1803" y="12446"/>
                  </a:lnTo>
                  <a:lnTo>
                    <a:pt x="2628" y="15748"/>
                  </a:lnTo>
                  <a:lnTo>
                    <a:pt x="2838" y="16129"/>
                  </a:lnTo>
                  <a:lnTo>
                    <a:pt x="3422" y="16637"/>
                  </a:lnTo>
                  <a:lnTo>
                    <a:pt x="3327" y="14115"/>
                  </a:lnTo>
                  <a:lnTo>
                    <a:pt x="3236" y="13880"/>
                  </a:lnTo>
                  <a:lnTo>
                    <a:pt x="3151" y="13662"/>
                  </a:lnTo>
                  <a:lnTo>
                    <a:pt x="3073" y="13462"/>
                  </a:lnTo>
                  <a:lnTo>
                    <a:pt x="3327" y="13462"/>
                  </a:lnTo>
                  <a:lnTo>
                    <a:pt x="3327" y="12446"/>
                  </a:lnTo>
                  <a:lnTo>
                    <a:pt x="18616" y="12446"/>
                  </a:lnTo>
                  <a:lnTo>
                    <a:pt x="19583" y="11049"/>
                  </a:lnTo>
                  <a:lnTo>
                    <a:pt x="19425" y="9209"/>
                  </a:lnTo>
                  <a:lnTo>
                    <a:pt x="19311" y="7874"/>
                  </a:lnTo>
                  <a:lnTo>
                    <a:pt x="19202" y="6604"/>
                  </a:lnTo>
                  <a:lnTo>
                    <a:pt x="17554" y="4799"/>
                  </a:lnTo>
                  <a:lnTo>
                    <a:pt x="9494" y="1651"/>
                  </a:lnTo>
                  <a:lnTo>
                    <a:pt x="8026" y="1651"/>
                  </a:lnTo>
                  <a:lnTo>
                    <a:pt x="12049" y="1203"/>
                  </a:lnTo>
                  <a:lnTo>
                    <a:pt x="11615" y="1203"/>
                  </a:lnTo>
                  <a:lnTo>
                    <a:pt x="12514" y="1070"/>
                  </a:lnTo>
                  <a:lnTo>
                    <a:pt x="13478" y="1070"/>
                  </a:lnTo>
                  <a:lnTo>
                    <a:pt x="12539" y="762"/>
                  </a:lnTo>
                  <a:lnTo>
                    <a:pt x="13868" y="762"/>
                  </a:lnTo>
                  <a:lnTo>
                    <a:pt x="11728" y="395"/>
                  </a:lnTo>
                  <a:close/>
                </a:path>
                <a:path w="31114" h="173989">
                  <a:moveTo>
                    <a:pt x="3327" y="13662"/>
                  </a:moveTo>
                  <a:lnTo>
                    <a:pt x="3419" y="14351"/>
                  </a:lnTo>
                  <a:lnTo>
                    <a:pt x="3962" y="15748"/>
                  </a:lnTo>
                  <a:lnTo>
                    <a:pt x="3693" y="14351"/>
                  </a:lnTo>
                  <a:lnTo>
                    <a:pt x="3603" y="13880"/>
                  </a:lnTo>
                  <a:lnTo>
                    <a:pt x="3327" y="13662"/>
                  </a:lnTo>
                  <a:close/>
                </a:path>
                <a:path w="31114" h="173989">
                  <a:moveTo>
                    <a:pt x="3603" y="13880"/>
                  </a:moveTo>
                  <a:lnTo>
                    <a:pt x="3962" y="15748"/>
                  </a:lnTo>
                  <a:lnTo>
                    <a:pt x="5968" y="15748"/>
                  </a:lnTo>
                  <a:lnTo>
                    <a:pt x="3603" y="13880"/>
                  </a:lnTo>
                  <a:close/>
                </a:path>
                <a:path w="31114" h="173989">
                  <a:moveTo>
                    <a:pt x="3073" y="13462"/>
                  </a:moveTo>
                  <a:lnTo>
                    <a:pt x="3151" y="13662"/>
                  </a:lnTo>
                  <a:lnTo>
                    <a:pt x="3236" y="13880"/>
                  </a:lnTo>
                  <a:lnTo>
                    <a:pt x="3327" y="13662"/>
                  </a:lnTo>
                  <a:lnTo>
                    <a:pt x="3073" y="13462"/>
                  </a:lnTo>
                  <a:close/>
                </a:path>
                <a:path w="31114" h="173989">
                  <a:moveTo>
                    <a:pt x="3327" y="12446"/>
                  </a:moveTo>
                  <a:lnTo>
                    <a:pt x="3327" y="13662"/>
                  </a:lnTo>
                  <a:lnTo>
                    <a:pt x="3603" y="13880"/>
                  </a:lnTo>
                  <a:lnTo>
                    <a:pt x="3327" y="12446"/>
                  </a:lnTo>
                  <a:close/>
                </a:path>
                <a:path w="31114" h="173989">
                  <a:moveTo>
                    <a:pt x="3327" y="13462"/>
                  </a:moveTo>
                  <a:lnTo>
                    <a:pt x="3073" y="13462"/>
                  </a:lnTo>
                  <a:lnTo>
                    <a:pt x="3327" y="13662"/>
                  </a:lnTo>
                  <a:lnTo>
                    <a:pt x="3327" y="13462"/>
                  </a:lnTo>
                  <a:close/>
                </a:path>
                <a:path w="31114" h="173989">
                  <a:moveTo>
                    <a:pt x="3408" y="3290"/>
                  </a:moveTo>
                  <a:lnTo>
                    <a:pt x="2438" y="3810"/>
                  </a:lnTo>
                  <a:lnTo>
                    <a:pt x="827" y="7493"/>
                  </a:lnTo>
                  <a:lnTo>
                    <a:pt x="728" y="8128"/>
                  </a:lnTo>
                  <a:lnTo>
                    <a:pt x="1016" y="9209"/>
                  </a:lnTo>
                  <a:lnTo>
                    <a:pt x="1422" y="8128"/>
                  </a:lnTo>
                  <a:lnTo>
                    <a:pt x="1930" y="6604"/>
                  </a:lnTo>
                  <a:lnTo>
                    <a:pt x="2810" y="3810"/>
                  </a:lnTo>
                  <a:lnTo>
                    <a:pt x="3408" y="3290"/>
                  </a:lnTo>
                  <a:close/>
                </a:path>
                <a:path w="31114" h="173989">
                  <a:moveTo>
                    <a:pt x="13455" y="762"/>
                  </a:moveTo>
                  <a:lnTo>
                    <a:pt x="12539" y="762"/>
                  </a:lnTo>
                  <a:lnTo>
                    <a:pt x="13421" y="1070"/>
                  </a:lnTo>
                  <a:lnTo>
                    <a:pt x="14849" y="1651"/>
                  </a:lnTo>
                  <a:lnTo>
                    <a:pt x="9494" y="1651"/>
                  </a:lnTo>
                  <a:lnTo>
                    <a:pt x="17554" y="4799"/>
                  </a:lnTo>
                  <a:lnTo>
                    <a:pt x="14271" y="1203"/>
                  </a:lnTo>
                  <a:lnTo>
                    <a:pt x="14150" y="1070"/>
                  </a:lnTo>
                  <a:lnTo>
                    <a:pt x="13455" y="762"/>
                  </a:lnTo>
                  <a:close/>
                </a:path>
                <a:path w="31114" h="173989">
                  <a:moveTo>
                    <a:pt x="7256" y="1203"/>
                  </a:moveTo>
                  <a:lnTo>
                    <a:pt x="4784" y="1651"/>
                  </a:lnTo>
                  <a:lnTo>
                    <a:pt x="5336" y="1651"/>
                  </a:lnTo>
                  <a:lnTo>
                    <a:pt x="3408" y="3290"/>
                  </a:lnTo>
                  <a:lnTo>
                    <a:pt x="5994" y="1905"/>
                  </a:lnTo>
                  <a:lnTo>
                    <a:pt x="7256" y="1203"/>
                  </a:lnTo>
                  <a:close/>
                </a:path>
                <a:path w="31114" h="173989">
                  <a:moveTo>
                    <a:pt x="13421" y="1070"/>
                  </a:moveTo>
                  <a:lnTo>
                    <a:pt x="12514" y="1070"/>
                  </a:lnTo>
                  <a:lnTo>
                    <a:pt x="11615" y="1203"/>
                  </a:lnTo>
                  <a:lnTo>
                    <a:pt x="12049" y="1203"/>
                  </a:lnTo>
                  <a:lnTo>
                    <a:pt x="8026" y="1651"/>
                  </a:lnTo>
                  <a:lnTo>
                    <a:pt x="14680" y="1651"/>
                  </a:lnTo>
                  <a:lnTo>
                    <a:pt x="16176" y="3290"/>
                  </a:lnTo>
                  <a:lnTo>
                    <a:pt x="15527" y="2413"/>
                  </a:lnTo>
                  <a:lnTo>
                    <a:pt x="14884" y="1651"/>
                  </a:lnTo>
                  <a:lnTo>
                    <a:pt x="13421" y="1070"/>
                  </a:lnTo>
                  <a:close/>
                </a:path>
                <a:path w="31114" h="173989">
                  <a:moveTo>
                    <a:pt x="14150" y="1070"/>
                  </a:moveTo>
                  <a:lnTo>
                    <a:pt x="14680" y="1651"/>
                  </a:lnTo>
                  <a:lnTo>
                    <a:pt x="15455" y="1651"/>
                  </a:lnTo>
                  <a:lnTo>
                    <a:pt x="14150" y="1070"/>
                  </a:lnTo>
                  <a:close/>
                </a:path>
                <a:path w="31114" h="173989">
                  <a:moveTo>
                    <a:pt x="9423" y="0"/>
                  </a:moveTo>
                  <a:lnTo>
                    <a:pt x="7256" y="1203"/>
                  </a:lnTo>
                  <a:lnTo>
                    <a:pt x="9700" y="762"/>
                  </a:lnTo>
                  <a:lnTo>
                    <a:pt x="12539" y="762"/>
                  </a:lnTo>
                  <a:lnTo>
                    <a:pt x="11424" y="395"/>
                  </a:lnTo>
                  <a:lnTo>
                    <a:pt x="11728" y="395"/>
                  </a:lnTo>
                  <a:lnTo>
                    <a:pt x="9423" y="0"/>
                  </a:lnTo>
                  <a:close/>
                </a:path>
                <a:path w="31114" h="173989">
                  <a:moveTo>
                    <a:pt x="14598" y="762"/>
                  </a:moveTo>
                  <a:lnTo>
                    <a:pt x="13868" y="762"/>
                  </a:lnTo>
                  <a:lnTo>
                    <a:pt x="14150" y="1070"/>
                  </a:lnTo>
                  <a:lnTo>
                    <a:pt x="12514" y="1070"/>
                  </a:lnTo>
                  <a:lnTo>
                    <a:pt x="14598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26078" y="2369692"/>
              <a:ext cx="279273" cy="19037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36238" y="2353055"/>
              <a:ext cx="444753" cy="19431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09084" y="2445130"/>
              <a:ext cx="303675" cy="958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01637" y="3171698"/>
              <a:ext cx="65895" cy="2895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03925" y="4208119"/>
              <a:ext cx="290198" cy="754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18484" y="4140758"/>
              <a:ext cx="395295" cy="20918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52843" y="344297"/>
              <a:ext cx="599440" cy="3721100"/>
            </a:xfrm>
            <a:custGeom>
              <a:avLst/>
              <a:gdLst/>
              <a:ahLst/>
              <a:cxnLst/>
              <a:rect l="l" t="t" r="r" b="b"/>
              <a:pathLst>
                <a:path w="599440" h="3721100">
                  <a:moveTo>
                    <a:pt x="0" y="377189"/>
                  </a:moveTo>
                  <a:lnTo>
                    <a:pt x="599185" y="377189"/>
                  </a:lnTo>
                </a:path>
                <a:path w="599440" h="3721100">
                  <a:moveTo>
                    <a:pt x="0" y="748029"/>
                  </a:moveTo>
                  <a:lnTo>
                    <a:pt x="599185" y="748029"/>
                  </a:lnTo>
                </a:path>
                <a:path w="599440" h="3721100">
                  <a:moveTo>
                    <a:pt x="0" y="1118869"/>
                  </a:moveTo>
                  <a:lnTo>
                    <a:pt x="599185" y="1118869"/>
                  </a:lnTo>
                </a:path>
                <a:path w="599440" h="3721100">
                  <a:moveTo>
                    <a:pt x="0" y="1489710"/>
                  </a:moveTo>
                  <a:lnTo>
                    <a:pt x="599185" y="1489710"/>
                  </a:lnTo>
                </a:path>
                <a:path w="599440" h="3721100">
                  <a:moveTo>
                    <a:pt x="0" y="1860550"/>
                  </a:moveTo>
                  <a:lnTo>
                    <a:pt x="599185" y="1860550"/>
                  </a:lnTo>
                </a:path>
                <a:path w="599440" h="3721100">
                  <a:moveTo>
                    <a:pt x="0" y="2231390"/>
                  </a:moveTo>
                  <a:lnTo>
                    <a:pt x="599185" y="2231390"/>
                  </a:lnTo>
                </a:path>
                <a:path w="599440" h="3721100">
                  <a:moveTo>
                    <a:pt x="0" y="2602229"/>
                  </a:moveTo>
                  <a:lnTo>
                    <a:pt x="599185" y="2602229"/>
                  </a:lnTo>
                </a:path>
                <a:path w="599440" h="3721100">
                  <a:moveTo>
                    <a:pt x="0" y="2973070"/>
                  </a:moveTo>
                  <a:lnTo>
                    <a:pt x="599185" y="2973070"/>
                  </a:lnTo>
                </a:path>
                <a:path w="599440" h="3721100">
                  <a:moveTo>
                    <a:pt x="0" y="3343909"/>
                  </a:moveTo>
                  <a:lnTo>
                    <a:pt x="599185" y="3343909"/>
                  </a:lnTo>
                </a:path>
                <a:path w="599440" h="3721100">
                  <a:moveTo>
                    <a:pt x="6350" y="0"/>
                  </a:moveTo>
                  <a:lnTo>
                    <a:pt x="6350" y="3721036"/>
                  </a:lnTo>
                </a:path>
                <a:path w="599440" h="3721100">
                  <a:moveTo>
                    <a:pt x="592835" y="0"/>
                  </a:moveTo>
                  <a:lnTo>
                    <a:pt x="592835" y="372103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52843" y="344297"/>
              <a:ext cx="599185" cy="31419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339497" y="806704"/>
              <a:ext cx="31115" cy="173990"/>
            </a:xfrm>
            <a:custGeom>
              <a:avLst/>
              <a:gdLst/>
              <a:ahLst/>
              <a:cxnLst/>
              <a:rect l="l" t="t" r="r" b="b"/>
              <a:pathLst>
                <a:path w="31115" h="173990">
                  <a:moveTo>
                    <a:pt x="3548" y="17462"/>
                  </a:moveTo>
                  <a:lnTo>
                    <a:pt x="3631" y="19176"/>
                  </a:lnTo>
                  <a:lnTo>
                    <a:pt x="4531" y="29083"/>
                  </a:lnTo>
                  <a:lnTo>
                    <a:pt x="4531" y="29337"/>
                  </a:lnTo>
                  <a:lnTo>
                    <a:pt x="5368" y="37470"/>
                  </a:lnTo>
                  <a:lnTo>
                    <a:pt x="5420" y="37971"/>
                  </a:lnTo>
                  <a:lnTo>
                    <a:pt x="5501" y="38758"/>
                  </a:lnTo>
                  <a:lnTo>
                    <a:pt x="6293" y="51435"/>
                  </a:lnTo>
                  <a:lnTo>
                    <a:pt x="6335" y="52103"/>
                  </a:lnTo>
                  <a:lnTo>
                    <a:pt x="6436" y="53721"/>
                  </a:lnTo>
                  <a:lnTo>
                    <a:pt x="6563" y="54356"/>
                  </a:lnTo>
                  <a:lnTo>
                    <a:pt x="7378" y="61222"/>
                  </a:lnTo>
                  <a:lnTo>
                    <a:pt x="7452" y="61846"/>
                  </a:lnTo>
                  <a:lnTo>
                    <a:pt x="7536" y="62555"/>
                  </a:lnTo>
                  <a:lnTo>
                    <a:pt x="8373" y="75946"/>
                  </a:lnTo>
                  <a:lnTo>
                    <a:pt x="8987" y="84836"/>
                  </a:lnTo>
                  <a:lnTo>
                    <a:pt x="9103" y="86487"/>
                  </a:lnTo>
                  <a:lnTo>
                    <a:pt x="10047" y="103124"/>
                  </a:lnTo>
                  <a:lnTo>
                    <a:pt x="9992" y="110871"/>
                  </a:lnTo>
                  <a:lnTo>
                    <a:pt x="10373" y="124587"/>
                  </a:lnTo>
                  <a:lnTo>
                    <a:pt x="10246" y="129794"/>
                  </a:lnTo>
                  <a:lnTo>
                    <a:pt x="9886" y="140585"/>
                  </a:lnTo>
                  <a:lnTo>
                    <a:pt x="9804" y="142494"/>
                  </a:lnTo>
                  <a:lnTo>
                    <a:pt x="8849" y="151892"/>
                  </a:lnTo>
                  <a:lnTo>
                    <a:pt x="8650" y="154178"/>
                  </a:lnTo>
                  <a:lnTo>
                    <a:pt x="8595" y="169418"/>
                  </a:lnTo>
                  <a:lnTo>
                    <a:pt x="13167" y="173990"/>
                  </a:lnTo>
                  <a:lnTo>
                    <a:pt x="24470" y="173990"/>
                  </a:lnTo>
                  <a:lnTo>
                    <a:pt x="29169" y="169418"/>
                  </a:lnTo>
                  <a:lnTo>
                    <a:pt x="29296" y="156083"/>
                  </a:lnTo>
                  <a:lnTo>
                    <a:pt x="29500" y="154812"/>
                  </a:lnTo>
                  <a:lnTo>
                    <a:pt x="30693" y="142494"/>
                  </a:lnTo>
                  <a:lnTo>
                    <a:pt x="30739" y="140585"/>
                  </a:lnTo>
                  <a:lnTo>
                    <a:pt x="31074" y="130429"/>
                  </a:lnTo>
                  <a:lnTo>
                    <a:pt x="30947" y="124587"/>
                  </a:lnTo>
                  <a:lnTo>
                    <a:pt x="30580" y="110871"/>
                  </a:lnTo>
                  <a:lnTo>
                    <a:pt x="30566" y="103124"/>
                  </a:lnTo>
                  <a:lnTo>
                    <a:pt x="29504" y="86487"/>
                  </a:lnTo>
                  <a:lnTo>
                    <a:pt x="29423" y="84836"/>
                  </a:lnTo>
                  <a:lnTo>
                    <a:pt x="28534" y="75946"/>
                  </a:lnTo>
                  <a:lnTo>
                    <a:pt x="27578" y="62555"/>
                  </a:lnTo>
                  <a:lnTo>
                    <a:pt x="27482" y="61222"/>
                  </a:lnTo>
                  <a:lnTo>
                    <a:pt x="27391" y="59055"/>
                  </a:lnTo>
                  <a:lnTo>
                    <a:pt x="26269" y="52324"/>
                  </a:lnTo>
                  <a:lnTo>
                    <a:pt x="26217" y="52103"/>
                  </a:lnTo>
                  <a:lnTo>
                    <a:pt x="26121" y="51435"/>
                  </a:lnTo>
                  <a:lnTo>
                    <a:pt x="25287" y="38758"/>
                  </a:lnTo>
                  <a:lnTo>
                    <a:pt x="25195" y="37470"/>
                  </a:lnTo>
                  <a:lnTo>
                    <a:pt x="25105" y="36195"/>
                  </a:lnTo>
                  <a:lnTo>
                    <a:pt x="24978" y="35433"/>
                  </a:lnTo>
                  <a:lnTo>
                    <a:pt x="23869" y="27173"/>
                  </a:lnTo>
                  <a:lnTo>
                    <a:pt x="23835" y="26926"/>
                  </a:lnTo>
                  <a:lnTo>
                    <a:pt x="23726" y="26113"/>
                  </a:lnTo>
                  <a:lnTo>
                    <a:pt x="23147" y="20447"/>
                  </a:lnTo>
                  <a:lnTo>
                    <a:pt x="9611" y="20447"/>
                  </a:lnTo>
                  <a:lnTo>
                    <a:pt x="6031" y="18682"/>
                  </a:lnTo>
                  <a:lnTo>
                    <a:pt x="6165" y="18682"/>
                  </a:lnTo>
                  <a:lnTo>
                    <a:pt x="3548" y="17462"/>
                  </a:lnTo>
                  <a:close/>
                </a:path>
                <a:path w="31115" h="173990">
                  <a:moveTo>
                    <a:pt x="3600" y="14350"/>
                  </a:moveTo>
                  <a:lnTo>
                    <a:pt x="3515" y="16454"/>
                  </a:lnTo>
                  <a:lnTo>
                    <a:pt x="5106" y="17907"/>
                  </a:lnTo>
                  <a:lnTo>
                    <a:pt x="6031" y="18682"/>
                  </a:lnTo>
                  <a:lnTo>
                    <a:pt x="9611" y="20447"/>
                  </a:lnTo>
                  <a:lnTo>
                    <a:pt x="14183" y="19176"/>
                  </a:lnTo>
                  <a:lnTo>
                    <a:pt x="10352" y="19176"/>
                  </a:lnTo>
                  <a:lnTo>
                    <a:pt x="6477" y="18682"/>
                  </a:lnTo>
                  <a:lnTo>
                    <a:pt x="9771" y="18682"/>
                  </a:lnTo>
                  <a:lnTo>
                    <a:pt x="6044" y="15621"/>
                  </a:lnTo>
                  <a:lnTo>
                    <a:pt x="4023" y="15621"/>
                  </a:lnTo>
                  <a:lnTo>
                    <a:pt x="3600" y="14350"/>
                  </a:lnTo>
                  <a:close/>
                </a:path>
                <a:path w="31115" h="173990">
                  <a:moveTo>
                    <a:pt x="14402" y="874"/>
                  </a:moveTo>
                  <a:lnTo>
                    <a:pt x="14138" y="874"/>
                  </a:lnTo>
                  <a:lnTo>
                    <a:pt x="14681" y="1494"/>
                  </a:lnTo>
                  <a:lnTo>
                    <a:pt x="15072" y="1650"/>
                  </a:lnTo>
                  <a:lnTo>
                    <a:pt x="17621" y="4754"/>
                  </a:lnTo>
                  <a:lnTo>
                    <a:pt x="19390" y="6604"/>
                  </a:lnTo>
                  <a:lnTo>
                    <a:pt x="19435" y="7366"/>
                  </a:lnTo>
                  <a:lnTo>
                    <a:pt x="19531" y="9004"/>
                  </a:lnTo>
                  <a:lnTo>
                    <a:pt x="19644" y="10922"/>
                  </a:lnTo>
                  <a:lnTo>
                    <a:pt x="17485" y="14350"/>
                  </a:lnTo>
                  <a:lnTo>
                    <a:pt x="14183" y="19176"/>
                  </a:lnTo>
                  <a:lnTo>
                    <a:pt x="9611" y="20447"/>
                  </a:lnTo>
                  <a:lnTo>
                    <a:pt x="23147" y="20447"/>
                  </a:lnTo>
                  <a:lnTo>
                    <a:pt x="23017" y="19176"/>
                  </a:lnTo>
                  <a:lnTo>
                    <a:pt x="22966" y="18682"/>
                  </a:lnTo>
                  <a:lnTo>
                    <a:pt x="22841" y="17462"/>
                  </a:lnTo>
                  <a:lnTo>
                    <a:pt x="22738" y="16454"/>
                  </a:lnTo>
                  <a:lnTo>
                    <a:pt x="22692" y="15621"/>
                  </a:lnTo>
                  <a:lnTo>
                    <a:pt x="22184" y="12446"/>
                  </a:lnTo>
                  <a:lnTo>
                    <a:pt x="22057" y="11684"/>
                  </a:lnTo>
                  <a:lnTo>
                    <a:pt x="21930" y="10922"/>
                  </a:lnTo>
                  <a:lnTo>
                    <a:pt x="20533" y="7366"/>
                  </a:lnTo>
                  <a:lnTo>
                    <a:pt x="19263" y="5334"/>
                  </a:lnTo>
                  <a:lnTo>
                    <a:pt x="17358" y="2412"/>
                  </a:lnTo>
                  <a:lnTo>
                    <a:pt x="14402" y="874"/>
                  </a:lnTo>
                  <a:close/>
                </a:path>
                <a:path w="31115" h="173990">
                  <a:moveTo>
                    <a:pt x="9771" y="18682"/>
                  </a:moveTo>
                  <a:lnTo>
                    <a:pt x="6477" y="18682"/>
                  </a:lnTo>
                  <a:lnTo>
                    <a:pt x="10352" y="19176"/>
                  </a:lnTo>
                  <a:lnTo>
                    <a:pt x="9771" y="18682"/>
                  </a:lnTo>
                  <a:close/>
                </a:path>
                <a:path w="31115" h="173990">
                  <a:moveTo>
                    <a:pt x="18685" y="12446"/>
                  </a:moveTo>
                  <a:lnTo>
                    <a:pt x="3535" y="12446"/>
                  </a:lnTo>
                  <a:lnTo>
                    <a:pt x="3671" y="13335"/>
                  </a:lnTo>
                  <a:lnTo>
                    <a:pt x="3731" y="13720"/>
                  </a:lnTo>
                  <a:lnTo>
                    <a:pt x="10373" y="19176"/>
                  </a:lnTo>
                  <a:lnTo>
                    <a:pt x="14183" y="19176"/>
                  </a:lnTo>
                  <a:lnTo>
                    <a:pt x="16596" y="15621"/>
                  </a:lnTo>
                  <a:lnTo>
                    <a:pt x="17485" y="14350"/>
                  </a:lnTo>
                  <a:lnTo>
                    <a:pt x="18685" y="12446"/>
                  </a:lnTo>
                  <a:close/>
                </a:path>
                <a:path w="31115" h="173990">
                  <a:moveTo>
                    <a:pt x="3515" y="16454"/>
                  </a:moveTo>
                  <a:lnTo>
                    <a:pt x="3548" y="17462"/>
                  </a:lnTo>
                  <a:lnTo>
                    <a:pt x="6165" y="18682"/>
                  </a:lnTo>
                  <a:lnTo>
                    <a:pt x="5955" y="18682"/>
                  </a:lnTo>
                  <a:lnTo>
                    <a:pt x="3515" y="16454"/>
                  </a:lnTo>
                  <a:close/>
                </a:path>
                <a:path w="31115" h="173990">
                  <a:moveTo>
                    <a:pt x="1173" y="9004"/>
                  </a:moveTo>
                  <a:lnTo>
                    <a:pt x="0" y="12446"/>
                  </a:lnTo>
                  <a:lnTo>
                    <a:pt x="188" y="12446"/>
                  </a:lnTo>
                  <a:lnTo>
                    <a:pt x="1791" y="16454"/>
                  </a:lnTo>
                  <a:lnTo>
                    <a:pt x="1864" y="16637"/>
                  </a:lnTo>
                  <a:lnTo>
                    <a:pt x="3547" y="17462"/>
                  </a:lnTo>
                  <a:lnTo>
                    <a:pt x="3515" y="16454"/>
                  </a:lnTo>
                  <a:lnTo>
                    <a:pt x="3019" y="16001"/>
                  </a:lnTo>
                  <a:lnTo>
                    <a:pt x="2814" y="15621"/>
                  </a:lnTo>
                  <a:lnTo>
                    <a:pt x="1991" y="12446"/>
                  </a:lnTo>
                  <a:lnTo>
                    <a:pt x="1864" y="11684"/>
                  </a:lnTo>
                  <a:lnTo>
                    <a:pt x="1173" y="9004"/>
                  </a:lnTo>
                  <a:close/>
                </a:path>
                <a:path w="31115" h="173990">
                  <a:moveTo>
                    <a:pt x="11924" y="387"/>
                  </a:moveTo>
                  <a:lnTo>
                    <a:pt x="11605" y="387"/>
                  </a:lnTo>
                  <a:lnTo>
                    <a:pt x="7586" y="1084"/>
                  </a:lnTo>
                  <a:lnTo>
                    <a:pt x="6055" y="1905"/>
                  </a:lnTo>
                  <a:lnTo>
                    <a:pt x="3546" y="3206"/>
                  </a:lnTo>
                  <a:lnTo>
                    <a:pt x="3333" y="3386"/>
                  </a:lnTo>
                  <a:lnTo>
                    <a:pt x="3051" y="3527"/>
                  </a:lnTo>
                  <a:lnTo>
                    <a:pt x="1173" y="9004"/>
                  </a:lnTo>
                  <a:lnTo>
                    <a:pt x="1864" y="11684"/>
                  </a:lnTo>
                  <a:lnTo>
                    <a:pt x="1991" y="12446"/>
                  </a:lnTo>
                  <a:lnTo>
                    <a:pt x="2814" y="15621"/>
                  </a:lnTo>
                  <a:lnTo>
                    <a:pt x="3019" y="16001"/>
                  </a:lnTo>
                  <a:lnTo>
                    <a:pt x="3515" y="16454"/>
                  </a:lnTo>
                  <a:lnTo>
                    <a:pt x="3390" y="13720"/>
                  </a:lnTo>
                  <a:lnTo>
                    <a:pt x="3331" y="13543"/>
                  </a:lnTo>
                  <a:lnTo>
                    <a:pt x="3261" y="13335"/>
                  </a:lnTo>
                  <a:lnTo>
                    <a:pt x="3515" y="13335"/>
                  </a:lnTo>
                  <a:lnTo>
                    <a:pt x="3515" y="12446"/>
                  </a:lnTo>
                  <a:lnTo>
                    <a:pt x="18685" y="12446"/>
                  </a:lnTo>
                  <a:lnTo>
                    <a:pt x="19644" y="10922"/>
                  </a:lnTo>
                  <a:lnTo>
                    <a:pt x="19531" y="9004"/>
                  </a:lnTo>
                  <a:lnTo>
                    <a:pt x="19435" y="7366"/>
                  </a:lnTo>
                  <a:lnTo>
                    <a:pt x="19390" y="6604"/>
                  </a:lnTo>
                  <a:lnTo>
                    <a:pt x="17621" y="4754"/>
                  </a:lnTo>
                  <a:lnTo>
                    <a:pt x="17770" y="4754"/>
                  </a:lnTo>
                  <a:lnTo>
                    <a:pt x="9602" y="1494"/>
                  </a:lnTo>
                  <a:lnTo>
                    <a:pt x="8576" y="1494"/>
                  </a:lnTo>
                  <a:lnTo>
                    <a:pt x="11854" y="1084"/>
                  </a:lnTo>
                  <a:lnTo>
                    <a:pt x="11662" y="1084"/>
                  </a:lnTo>
                  <a:lnTo>
                    <a:pt x="13130" y="874"/>
                  </a:lnTo>
                  <a:lnTo>
                    <a:pt x="11924" y="387"/>
                  </a:lnTo>
                  <a:close/>
                </a:path>
                <a:path w="31115" h="173990">
                  <a:moveTo>
                    <a:pt x="3515" y="13543"/>
                  </a:moveTo>
                  <a:lnTo>
                    <a:pt x="3600" y="14350"/>
                  </a:lnTo>
                  <a:lnTo>
                    <a:pt x="4023" y="15621"/>
                  </a:lnTo>
                  <a:lnTo>
                    <a:pt x="3828" y="14350"/>
                  </a:lnTo>
                  <a:lnTo>
                    <a:pt x="3731" y="13720"/>
                  </a:lnTo>
                  <a:lnTo>
                    <a:pt x="3515" y="13543"/>
                  </a:lnTo>
                  <a:close/>
                </a:path>
                <a:path w="31115" h="173990">
                  <a:moveTo>
                    <a:pt x="3731" y="13720"/>
                  </a:moveTo>
                  <a:lnTo>
                    <a:pt x="4023" y="15621"/>
                  </a:lnTo>
                  <a:lnTo>
                    <a:pt x="6044" y="15621"/>
                  </a:lnTo>
                  <a:lnTo>
                    <a:pt x="3731" y="13720"/>
                  </a:lnTo>
                  <a:close/>
                </a:path>
                <a:path w="31115" h="173990">
                  <a:moveTo>
                    <a:pt x="3261" y="13335"/>
                  </a:moveTo>
                  <a:lnTo>
                    <a:pt x="3331" y="13543"/>
                  </a:lnTo>
                  <a:lnTo>
                    <a:pt x="3390" y="13720"/>
                  </a:lnTo>
                  <a:lnTo>
                    <a:pt x="3515" y="13543"/>
                  </a:lnTo>
                  <a:lnTo>
                    <a:pt x="3261" y="13335"/>
                  </a:lnTo>
                  <a:close/>
                </a:path>
                <a:path w="31115" h="173990">
                  <a:moveTo>
                    <a:pt x="3535" y="12446"/>
                  </a:moveTo>
                  <a:lnTo>
                    <a:pt x="3515" y="13543"/>
                  </a:lnTo>
                  <a:lnTo>
                    <a:pt x="3731" y="13720"/>
                  </a:lnTo>
                  <a:lnTo>
                    <a:pt x="3535" y="12446"/>
                  </a:lnTo>
                  <a:close/>
                </a:path>
                <a:path w="31115" h="173990">
                  <a:moveTo>
                    <a:pt x="3515" y="13335"/>
                  </a:moveTo>
                  <a:lnTo>
                    <a:pt x="3261" y="13335"/>
                  </a:lnTo>
                  <a:lnTo>
                    <a:pt x="3515" y="13543"/>
                  </a:lnTo>
                  <a:lnTo>
                    <a:pt x="3515" y="13335"/>
                  </a:lnTo>
                  <a:close/>
                </a:path>
                <a:path w="31115" h="173990">
                  <a:moveTo>
                    <a:pt x="3546" y="3206"/>
                  </a:moveTo>
                  <a:lnTo>
                    <a:pt x="2626" y="3683"/>
                  </a:lnTo>
                  <a:lnTo>
                    <a:pt x="848" y="7747"/>
                  </a:lnTo>
                  <a:lnTo>
                    <a:pt x="1173" y="9004"/>
                  </a:lnTo>
                  <a:lnTo>
                    <a:pt x="2998" y="3683"/>
                  </a:lnTo>
                  <a:lnTo>
                    <a:pt x="3546" y="3206"/>
                  </a:lnTo>
                  <a:close/>
                </a:path>
                <a:path w="31115" h="173990">
                  <a:moveTo>
                    <a:pt x="13198" y="874"/>
                  </a:moveTo>
                  <a:lnTo>
                    <a:pt x="11662" y="1084"/>
                  </a:lnTo>
                  <a:lnTo>
                    <a:pt x="11854" y="1084"/>
                  </a:lnTo>
                  <a:lnTo>
                    <a:pt x="8576" y="1494"/>
                  </a:lnTo>
                  <a:lnTo>
                    <a:pt x="9602" y="1494"/>
                  </a:lnTo>
                  <a:lnTo>
                    <a:pt x="17770" y="4754"/>
                  </a:lnTo>
                  <a:lnTo>
                    <a:pt x="17621" y="4754"/>
                  </a:lnTo>
                  <a:lnTo>
                    <a:pt x="16460" y="3527"/>
                  </a:lnTo>
                  <a:lnTo>
                    <a:pt x="14681" y="1494"/>
                  </a:lnTo>
                  <a:lnTo>
                    <a:pt x="13198" y="874"/>
                  </a:lnTo>
                  <a:close/>
                </a:path>
                <a:path w="31115" h="173990">
                  <a:moveTo>
                    <a:pt x="14681" y="1494"/>
                  </a:moveTo>
                  <a:lnTo>
                    <a:pt x="16596" y="3683"/>
                  </a:lnTo>
                  <a:lnTo>
                    <a:pt x="17621" y="4754"/>
                  </a:lnTo>
                  <a:lnTo>
                    <a:pt x="15072" y="1650"/>
                  </a:lnTo>
                  <a:lnTo>
                    <a:pt x="14681" y="1494"/>
                  </a:lnTo>
                  <a:close/>
                </a:path>
                <a:path w="31115" h="173990">
                  <a:moveTo>
                    <a:pt x="7586" y="1084"/>
                  </a:moveTo>
                  <a:lnTo>
                    <a:pt x="5100" y="1494"/>
                  </a:lnTo>
                  <a:lnTo>
                    <a:pt x="5559" y="1494"/>
                  </a:lnTo>
                  <a:lnTo>
                    <a:pt x="3546" y="3206"/>
                  </a:lnTo>
                  <a:lnTo>
                    <a:pt x="6055" y="1905"/>
                  </a:lnTo>
                  <a:lnTo>
                    <a:pt x="7586" y="1084"/>
                  </a:lnTo>
                  <a:close/>
                </a:path>
                <a:path w="31115" h="173990">
                  <a:moveTo>
                    <a:pt x="12827" y="387"/>
                  </a:moveTo>
                  <a:lnTo>
                    <a:pt x="11924" y="387"/>
                  </a:lnTo>
                  <a:lnTo>
                    <a:pt x="13198" y="874"/>
                  </a:lnTo>
                  <a:lnTo>
                    <a:pt x="14681" y="1494"/>
                  </a:lnTo>
                  <a:lnTo>
                    <a:pt x="14138" y="874"/>
                  </a:lnTo>
                  <a:lnTo>
                    <a:pt x="14663" y="874"/>
                  </a:lnTo>
                  <a:lnTo>
                    <a:pt x="12827" y="387"/>
                  </a:lnTo>
                  <a:close/>
                </a:path>
                <a:path w="31115" h="173990">
                  <a:moveTo>
                    <a:pt x="9611" y="0"/>
                  </a:moveTo>
                  <a:lnTo>
                    <a:pt x="7586" y="1084"/>
                  </a:lnTo>
                  <a:lnTo>
                    <a:pt x="11605" y="387"/>
                  </a:lnTo>
                  <a:lnTo>
                    <a:pt x="11855" y="38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50201" y="812038"/>
              <a:ext cx="279146" cy="1902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12659" y="1199261"/>
              <a:ext cx="444443" cy="19431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08240" y="1514347"/>
              <a:ext cx="66022" cy="2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19433" y="2988817"/>
              <a:ext cx="66149" cy="2895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52843" y="3791966"/>
              <a:ext cx="599185" cy="2733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03082" y="477558"/>
              <a:ext cx="991489" cy="34671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74357" y="2035429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90" h="62230">
                  <a:moveTo>
                    <a:pt x="91694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90" y="54228"/>
                  </a:lnTo>
                  <a:lnTo>
                    <a:pt x="91694" y="61848"/>
                  </a:lnTo>
                  <a:lnTo>
                    <a:pt x="123190" y="34543"/>
                  </a:lnTo>
                  <a:lnTo>
                    <a:pt x="123190" y="27304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7918" y="974173"/>
            <a:ext cx="51431" cy="2015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94605" y="974684"/>
            <a:ext cx="521876" cy="204553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8891355" y="2629323"/>
            <a:ext cx="545253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2667" spc="113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667" spc="-67" dirty="0">
                <a:latin typeface="Cambria Math"/>
                <a:cs typeface="Cambria Math"/>
              </a:rPr>
              <a:t>=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5028" y="704258"/>
            <a:ext cx="10011833" cy="5097780"/>
            <a:chOff x="236270" y="528193"/>
            <a:chExt cx="7508875" cy="3823335"/>
          </a:xfrm>
        </p:grpSpPr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366127" y="1897253"/>
              <a:ext cx="333121" cy="2260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02294" y="2286507"/>
              <a:ext cx="306732" cy="2677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405751" y="2657347"/>
              <a:ext cx="100965" cy="25273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78470" y="2671444"/>
              <a:ext cx="152146" cy="2095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620767" y="4147781"/>
              <a:ext cx="32639" cy="1930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55332" y="3426713"/>
              <a:ext cx="32639" cy="19304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69039" y="3417950"/>
              <a:ext cx="275547" cy="21247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58013" y="2162175"/>
              <a:ext cx="3467146" cy="89382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08290" y="528193"/>
              <a:ext cx="125330" cy="8509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57047" y="1924939"/>
              <a:ext cx="149694" cy="94741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45197" y="3411600"/>
              <a:ext cx="116585" cy="62103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80817" y="3962400"/>
              <a:ext cx="2339213" cy="3890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36270" y="980312"/>
              <a:ext cx="115815" cy="13207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33574" y="2627629"/>
              <a:ext cx="120776" cy="127000"/>
            </a:xfrm>
            <a:prstGeom prst="rect">
              <a:avLst/>
            </a:prstGeom>
          </p:spPr>
        </p:pic>
      </p:grpSp>
      <p:sp>
        <p:nvSpPr>
          <p:cNvPr id="49" name="object 49" descr="$PPTXTitle"/>
          <p:cNvSpPr txBox="1">
            <a:spLocks noGrp="1"/>
          </p:cNvSpPr>
          <p:nvPr>
            <p:ph type="title"/>
          </p:nvPr>
        </p:nvSpPr>
        <p:spPr>
          <a:xfrm>
            <a:off x="3572594" y="228142"/>
            <a:ext cx="504613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Face</a:t>
            </a:r>
            <a:r>
              <a:rPr spc="-47" dirty="0"/>
              <a:t> </a:t>
            </a:r>
            <a:r>
              <a:rPr spc="-13" dirty="0"/>
              <a:t>recognition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72594" y="228142"/>
            <a:ext cx="504613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Face</a:t>
            </a:r>
            <a:r>
              <a:rPr spc="-47" dirty="0"/>
              <a:t> </a:t>
            </a:r>
            <a:r>
              <a:rPr spc="-13" dirty="0"/>
              <a:t>recognition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29369" y="377714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90" y="7493"/>
                </a:lnTo>
                <a:lnTo>
                  <a:pt x="105181" y="24892"/>
                </a:lnTo>
                <a:lnTo>
                  <a:pt x="0" y="24892"/>
                </a:lnTo>
                <a:lnTo>
                  <a:pt x="0" y="36702"/>
                </a:lnTo>
                <a:lnTo>
                  <a:pt x="105181" y="36702"/>
                </a:lnTo>
                <a:lnTo>
                  <a:pt x="85090" y="54229"/>
                </a:lnTo>
                <a:lnTo>
                  <a:pt x="91744" y="61721"/>
                </a:lnTo>
                <a:lnTo>
                  <a:pt x="123266" y="34417"/>
                </a:lnTo>
                <a:lnTo>
                  <a:pt x="123266" y="27177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124200" y="2578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2590801" y="1003384"/>
            <a:ext cx="6494780" cy="4521200"/>
            <a:chOff x="1943100" y="752538"/>
            <a:chExt cx="4871085" cy="33909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100" y="3181349"/>
              <a:ext cx="1476375" cy="9620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6150" y="3105149"/>
              <a:ext cx="1485900" cy="1028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8250" y="3181349"/>
              <a:ext cx="1581150" cy="9620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63" y="752538"/>
              <a:ext cx="3004121" cy="24206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5236" y="1076388"/>
              <a:ext cx="990473" cy="215068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69856" y="3694429"/>
            <a:ext cx="711200" cy="72669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360671">
              <a:lnSpc>
                <a:spcPts val="3147"/>
              </a:lnSpc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6933">
              <a:lnSpc>
                <a:spcPts val="2427"/>
              </a:lnSpc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74467" y="1796203"/>
            <a:ext cx="1684020" cy="339474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067" dirty="0">
                <a:solidFill>
                  <a:srgbClr val="FF40FF"/>
                </a:solidFill>
                <a:latin typeface="Verdana"/>
                <a:cs typeface="Verdana"/>
              </a:rPr>
              <a:t>output</a:t>
            </a:r>
            <a:r>
              <a:rPr sz="2067" spc="160" dirty="0">
                <a:solidFill>
                  <a:srgbClr val="FF40FF"/>
                </a:solidFill>
                <a:latin typeface="Verdana"/>
                <a:cs typeface="Verdana"/>
              </a:rPr>
              <a:t> </a:t>
            </a:r>
            <a:r>
              <a:rPr sz="2067" spc="-27" dirty="0">
                <a:solidFill>
                  <a:srgbClr val="FF40FF"/>
                </a:solidFill>
                <a:latin typeface="Verdana"/>
                <a:cs typeface="Verdana"/>
              </a:rPr>
              <a:t>layer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7735" y="2387515"/>
            <a:ext cx="276860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847"/>
              </a:lnSpc>
              <a:spcBef>
                <a:spcPts val="133"/>
              </a:spcBef>
            </a:pPr>
            <a:r>
              <a:rPr sz="2400" dirty="0">
                <a:solidFill>
                  <a:srgbClr val="FF40FF"/>
                </a:solidFill>
                <a:latin typeface="Century Schoolbook"/>
                <a:cs typeface="Century Schoolbook"/>
              </a:rPr>
              <a:t>probability</a:t>
            </a:r>
            <a:r>
              <a:rPr sz="2400" spc="-6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400" dirty="0">
                <a:solidFill>
                  <a:srgbClr val="FF40FF"/>
                </a:solidFill>
                <a:latin typeface="Century Schoolbook"/>
                <a:cs typeface="Century Schoolbook"/>
              </a:rPr>
              <a:t>of</a:t>
            </a:r>
            <a:r>
              <a:rPr sz="2400" spc="-6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400" spc="-13" dirty="0">
                <a:solidFill>
                  <a:srgbClr val="FF40FF"/>
                </a:solidFill>
                <a:latin typeface="Century Schoolbook"/>
                <a:cs typeface="Century Schoolbook"/>
              </a:rPr>
              <a:t>being</a:t>
            </a:r>
            <a:endParaRPr sz="2400">
              <a:latin typeface="Century Schoolbook"/>
              <a:cs typeface="Century Schoolbook"/>
            </a:endParaRPr>
          </a:p>
          <a:p>
            <a:pPr marL="16933">
              <a:lnSpc>
                <a:spcPts val="2847"/>
              </a:lnSpc>
            </a:pPr>
            <a:r>
              <a:rPr sz="2400" dirty="0">
                <a:solidFill>
                  <a:srgbClr val="FF40FF"/>
                </a:solidFill>
                <a:latin typeface="Cambria"/>
                <a:cs typeface="Cambria"/>
              </a:rPr>
              <a:t>person</a:t>
            </a:r>
            <a:r>
              <a:rPr sz="2400" spc="393" dirty="0">
                <a:solidFill>
                  <a:srgbClr val="FF40F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FF40FF"/>
                </a:solidFill>
                <a:latin typeface="Cambria"/>
                <a:cs typeface="Cambria"/>
              </a:rPr>
              <a:t>‘XYZ’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4800" y="1295400"/>
            <a:ext cx="10220960" cy="4241800"/>
            <a:chOff x="228600" y="971550"/>
            <a:chExt cx="7665720" cy="318135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" y="971550"/>
              <a:ext cx="1800225" cy="1752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2812" y="2807970"/>
              <a:ext cx="1102645" cy="22555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1363" y="3151251"/>
              <a:ext cx="558926" cy="2193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90332" y="3113277"/>
              <a:ext cx="403987" cy="1955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5259" y="3395852"/>
              <a:ext cx="327532" cy="30607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47232" y="3364229"/>
              <a:ext cx="321563" cy="2984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32754" y="3880866"/>
              <a:ext cx="293878" cy="271779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26759" y="3800857"/>
            <a:ext cx="449164" cy="16831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730484" y="4138844"/>
            <a:ext cx="1158483" cy="29125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047067" y="2381250"/>
            <a:ext cx="14054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09353" y="2206498"/>
            <a:ext cx="14054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0662" y="2389293"/>
            <a:ext cx="14139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0816" y="889000"/>
            <a:ext cx="6559973" cy="4379805"/>
            <a:chOff x="338112" y="666750"/>
            <a:chExt cx="4919980" cy="3284854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38324" y="3148457"/>
              <a:ext cx="860425" cy="3037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280" y="1420494"/>
              <a:ext cx="498134" cy="3421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76624" y="3076575"/>
              <a:ext cx="417957" cy="32410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29100" y="3719042"/>
              <a:ext cx="212216" cy="23240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28900" y="666749"/>
              <a:ext cx="1285875" cy="457200"/>
            </a:xfrm>
            <a:custGeom>
              <a:avLst/>
              <a:gdLst/>
              <a:ahLst/>
              <a:cxnLst/>
              <a:rect l="l" t="t" r="r" b="b"/>
              <a:pathLst>
                <a:path w="1285875" h="457200">
                  <a:moveTo>
                    <a:pt x="180975" y="371475"/>
                  </a:moveTo>
                  <a:lnTo>
                    <a:pt x="173863" y="338099"/>
                  </a:lnTo>
                  <a:lnTo>
                    <a:pt x="154470" y="310857"/>
                  </a:lnTo>
                  <a:lnTo>
                    <a:pt x="125730" y="292493"/>
                  </a:lnTo>
                  <a:lnTo>
                    <a:pt x="90551" y="285750"/>
                  </a:lnTo>
                  <a:lnTo>
                    <a:pt x="55283" y="292493"/>
                  </a:lnTo>
                  <a:lnTo>
                    <a:pt x="26504" y="310857"/>
                  </a:lnTo>
                  <a:lnTo>
                    <a:pt x="7112" y="338099"/>
                  </a:lnTo>
                  <a:lnTo>
                    <a:pt x="0" y="371475"/>
                  </a:lnTo>
                  <a:lnTo>
                    <a:pt x="7112" y="404863"/>
                  </a:lnTo>
                  <a:lnTo>
                    <a:pt x="26504" y="432104"/>
                  </a:lnTo>
                  <a:lnTo>
                    <a:pt x="55283" y="450469"/>
                  </a:lnTo>
                  <a:lnTo>
                    <a:pt x="90551" y="457200"/>
                  </a:lnTo>
                  <a:lnTo>
                    <a:pt x="125730" y="450469"/>
                  </a:lnTo>
                  <a:lnTo>
                    <a:pt x="154470" y="432104"/>
                  </a:lnTo>
                  <a:lnTo>
                    <a:pt x="173863" y="404863"/>
                  </a:lnTo>
                  <a:lnTo>
                    <a:pt x="180975" y="371475"/>
                  </a:lnTo>
                  <a:close/>
                </a:path>
                <a:path w="1285875" h="457200">
                  <a:moveTo>
                    <a:pt x="1285875" y="90424"/>
                  </a:moveTo>
                  <a:lnTo>
                    <a:pt x="1278763" y="55245"/>
                  </a:lnTo>
                  <a:lnTo>
                    <a:pt x="1259370" y="26504"/>
                  </a:lnTo>
                  <a:lnTo>
                    <a:pt x="1230630" y="7112"/>
                  </a:lnTo>
                  <a:lnTo>
                    <a:pt x="1195451" y="0"/>
                  </a:lnTo>
                  <a:lnTo>
                    <a:pt x="1160183" y="7112"/>
                  </a:lnTo>
                  <a:lnTo>
                    <a:pt x="1131404" y="26504"/>
                  </a:lnTo>
                  <a:lnTo>
                    <a:pt x="1112012" y="55245"/>
                  </a:lnTo>
                  <a:lnTo>
                    <a:pt x="1104900" y="90424"/>
                  </a:lnTo>
                  <a:lnTo>
                    <a:pt x="1112012" y="125691"/>
                  </a:lnTo>
                  <a:lnTo>
                    <a:pt x="1131404" y="154470"/>
                  </a:lnTo>
                  <a:lnTo>
                    <a:pt x="1160183" y="173863"/>
                  </a:lnTo>
                  <a:lnTo>
                    <a:pt x="1195451" y="180975"/>
                  </a:lnTo>
                  <a:lnTo>
                    <a:pt x="1230630" y="173863"/>
                  </a:lnTo>
                  <a:lnTo>
                    <a:pt x="1259370" y="154470"/>
                  </a:lnTo>
                  <a:lnTo>
                    <a:pt x="1278763" y="125691"/>
                  </a:lnTo>
                  <a:lnTo>
                    <a:pt x="1285875" y="90424"/>
                  </a:lnTo>
                  <a:close/>
                </a:path>
              </a:pathLst>
            </a:custGeom>
            <a:solidFill>
              <a:srgbClr val="00FA00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95825" y="1114425"/>
              <a:ext cx="180975" cy="1809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76825" y="3143250"/>
              <a:ext cx="180975" cy="1809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57474" y="11334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90550" y="0"/>
                  </a:moveTo>
                  <a:lnTo>
                    <a:pt x="55292" y="7110"/>
                  </a:lnTo>
                  <a:lnTo>
                    <a:pt x="26511" y="26495"/>
                  </a:lnTo>
                  <a:lnTo>
                    <a:pt x="7112" y="55239"/>
                  </a:lnTo>
                  <a:lnTo>
                    <a:pt x="0" y="90424"/>
                  </a:lnTo>
                  <a:lnTo>
                    <a:pt x="7112" y="125682"/>
                  </a:lnTo>
                  <a:lnTo>
                    <a:pt x="26511" y="154463"/>
                  </a:lnTo>
                  <a:lnTo>
                    <a:pt x="55292" y="173862"/>
                  </a:lnTo>
                  <a:lnTo>
                    <a:pt x="90550" y="180975"/>
                  </a:lnTo>
                  <a:lnTo>
                    <a:pt x="125735" y="173862"/>
                  </a:lnTo>
                  <a:lnTo>
                    <a:pt x="154479" y="154463"/>
                  </a:lnTo>
                  <a:lnTo>
                    <a:pt x="173864" y="125682"/>
                  </a:lnTo>
                  <a:lnTo>
                    <a:pt x="180975" y="90424"/>
                  </a:lnTo>
                  <a:lnTo>
                    <a:pt x="173864" y="55239"/>
                  </a:lnTo>
                  <a:lnTo>
                    <a:pt x="154479" y="26495"/>
                  </a:lnTo>
                  <a:lnTo>
                    <a:pt x="125735" y="7110"/>
                  </a:lnTo>
                  <a:lnTo>
                    <a:pt x="90550" y="0"/>
                  </a:lnTo>
                  <a:close/>
                </a:path>
              </a:pathLst>
            </a:custGeom>
            <a:solidFill>
              <a:srgbClr val="00FA00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3297" y="2405379"/>
              <a:ext cx="146613" cy="1397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95700" y="857250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90550" y="0"/>
                  </a:moveTo>
                  <a:lnTo>
                    <a:pt x="55292" y="7110"/>
                  </a:lnTo>
                  <a:lnTo>
                    <a:pt x="26511" y="26495"/>
                  </a:lnTo>
                  <a:lnTo>
                    <a:pt x="7112" y="55239"/>
                  </a:lnTo>
                  <a:lnTo>
                    <a:pt x="0" y="90424"/>
                  </a:lnTo>
                  <a:lnTo>
                    <a:pt x="7112" y="125682"/>
                  </a:lnTo>
                  <a:lnTo>
                    <a:pt x="26511" y="154463"/>
                  </a:lnTo>
                  <a:lnTo>
                    <a:pt x="55292" y="173862"/>
                  </a:lnTo>
                  <a:lnTo>
                    <a:pt x="90550" y="180975"/>
                  </a:lnTo>
                  <a:lnTo>
                    <a:pt x="125735" y="173862"/>
                  </a:lnTo>
                  <a:lnTo>
                    <a:pt x="154479" y="154463"/>
                  </a:lnTo>
                  <a:lnTo>
                    <a:pt x="173864" y="125682"/>
                  </a:lnTo>
                  <a:lnTo>
                    <a:pt x="180975" y="90424"/>
                  </a:lnTo>
                  <a:lnTo>
                    <a:pt x="173864" y="55239"/>
                  </a:lnTo>
                  <a:lnTo>
                    <a:pt x="154479" y="26495"/>
                  </a:lnTo>
                  <a:lnTo>
                    <a:pt x="125735" y="7110"/>
                  </a:lnTo>
                  <a:lnTo>
                    <a:pt x="90550" y="0"/>
                  </a:lnTo>
                  <a:close/>
                </a:path>
              </a:pathLst>
            </a:custGeom>
            <a:solidFill>
              <a:srgbClr val="00FA00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48866" y="2263902"/>
              <a:ext cx="270637" cy="25781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57725" y="1285875"/>
              <a:ext cx="180975" cy="1809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8112" y="1892300"/>
              <a:ext cx="607148" cy="73278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4986" y="5542947"/>
            <a:ext cx="9427633" cy="4629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02499"/>
              </a:lnSpc>
              <a:spcBef>
                <a:spcPts val="133"/>
              </a:spcBef>
            </a:pPr>
            <a:r>
              <a:rPr sz="1467" dirty="0">
                <a:latin typeface="Verdana"/>
                <a:cs typeface="Verdana"/>
              </a:rPr>
              <a:t>source:</a:t>
            </a:r>
            <a:r>
              <a:rPr sz="1467" spc="-207" dirty="0">
                <a:latin typeface="Verdana"/>
                <a:cs typeface="Verdana"/>
              </a:rPr>
              <a:t> </a:t>
            </a:r>
            <a:r>
              <a:rPr sz="1467" spc="-13" dirty="0">
                <a:latin typeface="Arial"/>
                <a:cs typeface="Arial"/>
              </a:rPr>
              <a:t>Convolutional</a:t>
            </a:r>
            <a:r>
              <a:rPr sz="1467" spc="6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Deep </a:t>
            </a:r>
            <a:r>
              <a:rPr sz="1467" spc="-13" dirty="0">
                <a:latin typeface="Arial"/>
                <a:cs typeface="Arial"/>
              </a:rPr>
              <a:t>Belief</a:t>
            </a:r>
            <a:r>
              <a:rPr sz="1467" spc="-6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Networks</a:t>
            </a:r>
            <a:r>
              <a:rPr sz="1467" spc="8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for</a:t>
            </a:r>
            <a:r>
              <a:rPr sz="1467" spc="-6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Scalable</a:t>
            </a:r>
            <a:r>
              <a:rPr sz="1467" spc="-8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Unsupervised Learning</a:t>
            </a:r>
            <a:r>
              <a:rPr sz="1467" spc="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of</a:t>
            </a:r>
            <a:r>
              <a:rPr sz="1467" spc="-6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Hierarchical</a:t>
            </a:r>
            <a:r>
              <a:rPr sz="1467" spc="7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Representations </a:t>
            </a:r>
            <a:r>
              <a:rPr sz="1467" dirty="0">
                <a:latin typeface="Arial"/>
                <a:cs typeface="Arial"/>
              </a:rPr>
              <a:t>by</a:t>
            </a:r>
            <a:r>
              <a:rPr sz="1467" spc="-10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Honglak Lee, Roger</a:t>
            </a:r>
            <a:r>
              <a:rPr sz="1467" spc="-7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Grosse,</a:t>
            </a:r>
            <a:r>
              <a:rPr sz="1467" spc="-10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Ranganath</a:t>
            </a:r>
            <a:r>
              <a:rPr sz="1467" spc="-1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Andrew</a:t>
            </a:r>
            <a:r>
              <a:rPr sz="1467" spc="2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Y. </a:t>
            </a:r>
            <a:r>
              <a:rPr sz="1467" spc="-33" dirty="0">
                <a:latin typeface="Arial"/>
                <a:cs typeface="Arial"/>
              </a:rPr>
              <a:t>Ng</a:t>
            </a:r>
            <a:endParaRPr sz="1467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0801" y="1003384"/>
            <a:ext cx="7883313" cy="4521200"/>
            <a:chOff x="1943100" y="752538"/>
            <a:chExt cx="5912485" cy="3390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100" y="3181349"/>
              <a:ext cx="1476375" cy="9620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9975" y="3219449"/>
              <a:ext cx="1457325" cy="9048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7325" y="3219449"/>
              <a:ext cx="1362075" cy="895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52812" y="2807970"/>
              <a:ext cx="1102645" cy="2255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1363" y="3151251"/>
              <a:ext cx="558926" cy="2193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09950" y="1933575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60" h="114300">
                  <a:moveTo>
                    <a:pt x="251460" y="0"/>
                  </a:moveTo>
                  <a:lnTo>
                    <a:pt x="251460" y="114300"/>
                  </a:lnTo>
                  <a:lnTo>
                    <a:pt x="327660" y="76200"/>
                  </a:lnTo>
                  <a:lnTo>
                    <a:pt x="270510" y="76200"/>
                  </a:lnTo>
                  <a:lnTo>
                    <a:pt x="270510" y="38100"/>
                  </a:lnTo>
                  <a:lnTo>
                    <a:pt x="327660" y="38100"/>
                  </a:lnTo>
                  <a:lnTo>
                    <a:pt x="251460" y="0"/>
                  </a:lnTo>
                  <a:close/>
                </a:path>
                <a:path w="365760" h="114300">
                  <a:moveTo>
                    <a:pt x="25146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38100"/>
                  </a:lnTo>
                  <a:close/>
                </a:path>
                <a:path w="365760" h="114300">
                  <a:moveTo>
                    <a:pt x="327660" y="38100"/>
                  </a:moveTo>
                  <a:lnTo>
                    <a:pt x="270510" y="38100"/>
                  </a:lnTo>
                  <a:lnTo>
                    <a:pt x="270510" y="76200"/>
                  </a:lnTo>
                  <a:lnTo>
                    <a:pt x="327660" y="76200"/>
                  </a:lnTo>
                  <a:lnTo>
                    <a:pt x="365760" y="57150"/>
                  </a:lnTo>
                  <a:lnTo>
                    <a:pt x="327660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63" y="752538"/>
              <a:ext cx="3004121" cy="242068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137735" y="2387515"/>
            <a:ext cx="1916853" cy="754908"/>
          </a:xfrm>
          <a:prstGeom prst="rect">
            <a:avLst/>
          </a:prstGeom>
        </p:spPr>
        <p:txBody>
          <a:bodyPr vert="horz" wrap="square" lIns="0" tIns="36407" rIns="0" bIns="0" rtlCol="0">
            <a:spAutoFit/>
          </a:bodyPr>
          <a:lstStyle/>
          <a:p>
            <a:pPr marL="16933" marR="6773">
              <a:lnSpc>
                <a:spcPts val="2813"/>
              </a:lnSpc>
              <a:spcBef>
                <a:spcPts val="287"/>
              </a:spcBef>
            </a:pPr>
            <a:r>
              <a:rPr sz="2400" dirty="0">
                <a:solidFill>
                  <a:srgbClr val="FF40FF"/>
                </a:solidFill>
                <a:latin typeface="Century Schoolbook"/>
                <a:cs typeface="Century Schoolbook"/>
              </a:rPr>
              <a:t>probability</a:t>
            </a:r>
            <a:r>
              <a:rPr sz="2400" spc="-6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400" spc="-33" dirty="0">
                <a:solidFill>
                  <a:srgbClr val="FF40FF"/>
                </a:solidFill>
                <a:latin typeface="Century Schoolbook"/>
                <a:cs typeface="Century Schoolbook"/>
              </a:rPr>
              <a:t>of </a:t>
            </a:r>
            <a:r>
              <a:rPr sz="2400" dirty="0">
                <a:solidFill>
                  <a:srgbClr val="FF40FF"/>
                </a:solidFill>
                <a:latin typeface="Century Schoolbook"/>
                <a:cs typeface="Century Schoolbook"/>
              </a:rPr>
              <a:t>car</a:t>
            </a:r>
            <a:r>
              <a:rPr sz="2400" spc="-40" dirty="0">
                <a:solidFill>
                  <a:srgbClr val="FF40FF"/>
                </a:solidFill>
                <a:latin typeface="Century Schoolbook"/>
                <a:cs typeface="Century Schoolbook"/>
              </a:rPr>
              <a:t> </a:t>
            </a:r>
            <a:r>
              <a:rPr sz="2400" spc="-13" dirty="0">
                <a:solidFill>
                  <a:srgbClr val="FF40FF"/>
                </a:solidFill>
                <a:latin typeface="Century Schoolbook"/>
                <a:cs typeface="Century Schoolbook"/>
              </a:rPr>
              <a:t>detected</a:t>
            </a:r>
            <a:endParaRPr sz="2400">
              <a:latin typeface="Century Schoolbook"/>
              <a:cs typeface="Century Schoolboo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3701" y="1879601"/>
            <a:ext cx="2298700" cy="1638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26759" y="3800857"/>
            <a:ext cx="449164" cy="16831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7110" y="4151036"/>
            <a:ext cx="538649" cy="26077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30484" y="4138844"/>
            <a:ext cx="1158483" cy="291253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508926" y="228142"/>
            <a:ext cx="5182447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Car</a:t>
            </a:r>
            <a:r>
              <a:rPr spc="-7" dirty="0"/>
              <a:t> </a:t>
            </a:r>
            <a:r>
              <a:rPr spc="-13" dirty="0"/>
              <a:t>classification</a:t>
            </a:r>
          </a:p>
        </p:txBody>
      </p:sp>
      <p:sp>
        <p:nvSpPr>
          <p:cNvPr id="16" name="object 16"/>
          <p:cNvSpPr/>
          <p:nvPr/>
        </p:nvSpPr>
        <p:spPr>
          <a:xfrm>
            <a:off x="3124200" y="2578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7374467" y="1796203"/>
            <a:ext cx="1684020" cy="339474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067" dirty="0">
                <a:solidFill>
                  <a:srgbClr val="FF40FF"/>
                </a:solidFill>
                <a:latin typeface="Verdana"/>
                <a:cs typeface="Verdana"/>
              </a:rPr>
              <a:t>output</a:t>
            </a:r>
            <a:r>
              <a:rPr sz="2067" spc="160" dirty="0">
                <a:solidFill>
                  <a:srgbClr val="FF40FF"/>
                </a:solidFill>
                <a:latin typeface="Verdana"/>
                <a:cs typeface="Verdana"/>
              </a:rPr>
              <a:t> </a:t>
            </a:r>
            <a:r>
              <a:rPr sz="2067" spc="-27" dirty="0">
                <a:solidFill>
                  <a:srgbClr val="FF40FF"/>
                </a:solidFill>
                <a:latin typeface="Verdana"/>
                <a:cs typeface="Verdana"/>
              </a:rPr>
              <a:t>layer</a:t>
            </a:r>
            <a:endParaRPr sz="2067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13648" y="1435185"/>
            <a:ext cx="1057995" cy="286757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047067" y="2381250"/>
            <a:ext cx="14054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09353" y="2206498"/>
            <a:ext cx="14054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30662" y="2389293"/>
            <a:ext cx="14139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latin typeface="Cambria Math"/>
                <a:cs typeface="Cambria Math"/>
              </a:rPr>
              <a:t>⋮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77394" y="4546769"/>
            <a:ext cx="4090247" cy="731520"/>
            <a:chOff x="2908045" y="3410077"/>
            <a:chExt cx="3067685" cy="54864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08045" y="3435731"/>
              <a:ext cx="286385" cy="26543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15484" y="3410077"/>
              <a:ext cx="195199" cy="20447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99380" y="3753713"/>
              <a:ext cx="194818" cy="20446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15507" y="3646690"/>
              <a:ext cx="260095" cy="24257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4986" y="5542947"/>
            <a:ext cx="9427633" cy="4629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02499"/>
              </a:lnSpc>
              <a:spcBef>
                <a:spcPts val="133"/>
              </a:spcBef>
            </a:pPr>
            <a:r>
              <a:rPr sz="1467" dirty="0">
                <a:latin typeface="Verdana"/>
                <a:cs typeface="Verdana"/>
              </a:rPr>
              <a:t>source:</a:t>
            </a:r>
            <a:r>
              <a:rPr sz="1467" spc="-207" dirty="0">
                <a:latin typeface="Verdana"/>
                <a:cs typeface="Verdana"/>
              </a:rPr>
              <a:t> </a:t>
            </a:r>
            <a:r>
              <a:rPr sz="1467" spc="-13" dirty="0">
                <a:latin typeface="Arial"/>
                <a:cs typeface="Arial"/>
              </a:rPr>
              <a:t>Convolutional</a:t>
            </a:r>
            <a:r>
              <a:rPr sz="1467" spc="6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Deep </a:t>
            </a:r>
            <a:r>
              <a:rPr sz="1467" spc="-13" dirty="0">
                <a:latin typeface="Arial"/>
                <a:cs typeface="Arial"/>
              </a:rPr>
              <a:t>Belief</a:t>
            </a:r>
            <a:r>
              <a:rPr sz="1467" spc="-6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Networks</a:t>
            </a:r>
            <a:r>
              <a:rPr sz="1467" spc="8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for</a:t>
            </a:r>
            <a:r>
              <a:rPr sz="1467" spc="-6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Scalable</a:t>
            </a:r>
            <a:r>
              <a:rPr sz="1467" spc="-8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Unsupervised Learning</a:t>
            </a:r>
            <a:r>
              <a:rPr sz="1467" spc="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of</a:t>
            </a:r>
            <a:r>
              <a:rPr sz="1467" spc="-6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Hierarchical</a:t>
            </a:r>
            <a:r>
              <a:rPr sz="1467" spc="7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Representations </a:t>
            </a:r>
            <a:r>
              <a:rPr sz="1467" dirty="0">
                <a:latin typeface="Arial"/>
                <a:cs typeface="Arial"/>
              </a:rPr>
              <a:t>by</a:t>
            </a:r>
            <a:r>
              <a:rPr sz="1467" spc="-10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Honglak Lee, Roger</a:t>
            </a:r>
            <a:r>
              <a:rPr sz="1467" spc="-7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Grosse,</a:t>
            </a:r>
            <a:r>
              <a:rPr sz="1467" spc="-10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Ranganath</a:t>
            </a:r>
            <a:r>
              <a:rPr sz="1467" spc="-1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Andrew</a:t>
            </a:r>
            <a:r>
              <a:rPr sz="1467" spc="2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Y. </a:t>
            </a:r>
            <a:r>
              <a:rPr sz="1467" spc="-33" dirty="0">
                <a:latin typeface="Arial"/>
                <a:cs typeface="Arial"/>
              </a:rPr>
              <a:t>Ng</a:t>
            </a:r>
            <a:endParaRPr sz="1467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1" y="903902"/>
            <a:ext cx="10375900" cy="4862405"/>
            <a:chOff x="504825" y="677926"/>
            <a:chExt cx="7781925" cy="3646804"/>
          </a:xfrm>
        </p:grpSpPr>
        <p:sp>
          <p:nvSpPr>
            <p:cNvPr id="3" name="object 3"/>
            <p:cNvSpPr/>
            <p:nvPr/>
          </p:nvSpPr>
          <p:spPr>
            <a:xfrm>
              <a:off x="947737" y="843026"/>
              <a:ext cx="553085" cy="1571625"/>
            </a:xfrm>
            <a:custGeom>
              <a:avLst/>
              <a:gdLst/>
              <a:ahLst/>
              <a:cxnLst/>
              <a:rect l="l" t="t" r="r" b="b"/>
              <a:pathLst>
                <a:path w="553085" h="1571625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460311" y="0"/>
                  </a:lnTo>
                  <a:lnTo>
                    <a:pt x="496202" y="7225"/>
                  </a:lnTo>
                  <a:lnTo>
                    <a:pt x="525510" y="26939"/>
                  </a:lnTo>
                  <a:lnTo>
                    <a:pt x="545268" y="56203"/>
                  </a:lnTo>
                  <a:lnTo>
                    <a:pt x="552513" y="92075"/>
                  </a:lnTo>
                  <a:lnTo>
                    <a:pt x="552513" y="1479423"/>
                  </a:lnTo>
                  <a:lnTo>
                    <a:pt x="545268" y="1515314"/>
                  </a:lnTo>
                  <a:lnTo>
                    <a:pt x="525510" y="1544621"/>
                  </a:lnTo>
                  <a:lnTo>
                    <a:pt x="496202" y="1564380"/>
                  </a:lnTo>
                  <a:lnTo>
                    <a:pt x="460311" y="1571625"/>
                  </a:lnTo>
                  <a:lnTo>
                    <a:pt x="92075" y="1571625"/>
                  </a:lnTo>
                  <a:lnTo>
                    <a:pt x="56235" y="1564380"/>
                  </a:lnTo>
                  <a:lnTo>
                    <a:pt x="26968" y="1544621"/>
                  </a:lnTo>
                  <a:lnTo>
                    <a:pt x="7235" y="1515314"/>
                  </a:lnTo>
                  <a:lnTo>
                    <a:pt x="0" y="147942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33462" y="966851"/>
              <a:ext cx="372110" cy="1343025"/>
            </a:xfrm>
            <a:custGeom>
              <a:avLst/>
              <a:gdLst/>
              <a:ahLst/>
              <a:cxnLst/>
              <a:rect l="l" t="t" r="r" b="b"/>
              <a:pathLst>
                <a:path w="372109" h="1343025">
                  <a:moveTo>
                    <a:pt x="9525" y="185674"/>
                  </a:moveTo>
                  <a:lnTo>
                    <a:pt x="15989" y="136289"/>
                  </a:lnTo>
                  <a:lnTo>
                    <a:pt x="34233" y="91929"/>
                  </a:lnTo>
                  <a:lnTo>
                    <a:pt x="62531" y="54355"/>
                  </a:lnTo>
                  <a:lnTo>
                    <a:pt x="99158" y="25334"/>
                  </a:lnTo>
                  <a:lnTo>
                    <a:pt x="142389" y="6627"/>
                  </a:lnTo>
                  <a:lnTo>
                    <a:pt x="190500" y="0"/>
                  </a:lnTo>
                  <a:lnTo>
                    <a:pt x="238636" y="6627"/>
                  </a:lnTo>
                  <a:lnTo>
                    <a:pt x="281885" y="25334"/>
                  </a:lnTo>
                  <a:lnTo>
                    <a:pt x="318523" y="54356"/>
                  </a:lnTo>
                  <a:lnTo>
                    <a:pt x="346827" y="91929"/>
                  </a:lnTo>
                  <a:lnTo>
                    <a:pt x="365073" y="136289"/>
                  </a:lnTo>
                  <a:lnTo>
                    <a:pt x="371538" y="185674"/>
                  </a:lnTo>
                  <a:lnTo>
                    <a:pt x="365073" y="235067"/>
                  </a:lnTo>
                  <a:lnTo>
                    <a:pt x="346827" y="279451"/>
                  </a:lnTo>
                  <a:lnTo>
                    <a:pt x="318523" y="317055"/>
                  </a:lnTo>
                  <a:lnTo>
                    <a:pt x="281885" y="346107"/>
                  </a:lnTo>
                  <a:lnTo>
                    <a:pt x="238636" y="364838"/>
                  </a:lnTo>
                  <a:lnTo>
                    <a:pt x="190500" y="371475"/>
                  </a:lnTo>
                  <a:lnTo>
                    <a:pt x="142389" y="364838"/>
                  </a:lnTo>
                  <a:lnTo>
                    <a:pt x="99158" y="346107"/>
                  </a:lnTo>
                  <a:lnTo>
                    <a:pt x="62531" y="317055"/>
                  </a:lnTo>
                  <a:lnTo>
                    <a:pt x="34233" y="279451"/>
                  </a:lnTo>
                  <a:lnTo>
                    <a:pt x="15989" y="235067"/>
                  </a:lnTo>
                  <a:lnTo>
                    <a:pt x="9525" y="185674"/>
                  </a:lnTo>
                  <a:close/>
                </a:path>
                <a:path w="372109" h="1343025">
                  <a:moveTo>
                    <a:pt x="0" y="666750"/>
                  </a:moveTo>
                  <a:lnTo>
                    <a:pt x="6634" y="618595"/>
                  </a:lnTo>
                  <a:lnTo>
                    <a:pt x="25359" y="575352"/>
                  </a:lnTo>
                  <a:lnTo>
                    <a:pt x="54402" y="538734"/>
                  </a:lnTo>
                  <a:lnTo>
                    <a:pt x="91993" y="510455"/>
                  </a:lnTo>
                  <a:lnTo>
                    <a:pt x="136361" y="492230"/>
                  </a:lnTo>
                  <a:lnTo>
                    <a:pt x="185737" y="485775"/>
                  </a:lnTo>
                  <a:lnTo>
                    <a:pt x="235131" y="492230"/>
                  </a:lnTo>
                  <a:lnTo>
                    <a:pt x="279515" y="510455"/>
                  </a:lnTo>
                  <a:lnTo>
                    <a:pt x="317119" y="538734"/>
                  </a:lnTo>
                  <a:lnTo>
                    <a:pt x="346171" y="575352"/>
                  </a:lnTo>
                  <a:lnTo>
                    <a:pt x="364901" y="618595"/>
                  </a:lnTo>
                  <a:lnTo>
                    <a:pt x="371538" y="666750"/>
                  </a:lnTo>
                  <a:lnTo>
                    <a:pt x="364901" y="714860"/>
                  </a:lnTo>
                  <a:lnTo>
                    <a:pt x="346171" y="758091"/>
                  </a:lnTo>
                  <a:lnTo>
                    <a:pt x="317119" y="794718"/>
                  </a:lnTo>
                  <a:lnTo>
                    <a:pt x="279515" y="823016"/>
                  </a:lnTo>
                  <a:lnTo>
                    <a:pt x="235131" y="841260"/>
                  </a:lnTo>
                  <a:lnTo>
                    <a:pt x="185737" y="847725"/>
                  </a:lnTo>
                  <a:lnTo>
                    <a:pt x="136361" y="841260"/>
                  </a:lnTo>
                  <a:lnTo>
                    <a:pt x="91993" y="823016"/>
                  </a:lnTo>
                  <a:lnTo>
                    <a:pt x="54402" y="794718"/>
                  </a:lnTo>
                  <a:lnTo>
                    <a:pt x="25359" y="758091"/>
                  </a:lnTo>
                  <a:lnTo>
                    <a:pt x="6634" y="714860"/>
                  </a:lnTo>
                  <a:lnTo>
                    <a:pt x="0" y="666750"/>
                  </a:lnTo>
                  <a:close/>
                </a:path>
                <a:path w="372109" h="1343025">
                  <a:moveTo>
                    <a:pt x="0" y="1162050"/>
                  </a:moveTo>
                  <a:lnTo>
                    <a:pt x="6464" y="1113895"/>
                  </a:lnTo>
                  <a:lnTo>
                    <a:pt x="24708" y="1070652"/>
                  </a:lnTo>
                  <a:lnTo>
                    <a:pt x="53006" y="1034034"/>
                  </a:lnTo>
                  <a:lnTo>
                    <a:pt x="89633" y="1005755"/>
                  </a:lnTo>
                  <a:lnTo>
                    <a:pt x="132864" y="987530"/>
                  </a:lnTo>
                  <a:lnTo>
                    <a:pt x="180975" y="981075"/>
                  </a:lnTo>
                  <a:lnTo>
                    <a:pt x="229111" y="987530"/>
                  </a:lnTo>
                  <a:lnTo>
                    <a:pt x="272360" y="1005755"/>
                  </a:lnTo>
                  <a:lnTo>
                    <a:pt x="308998" y="1034033"/>
                  </a:lnTo>
                  <a:lnTo>
                    <a:pt x="337302" y="1070652"/>
                  </a:lnTo>
                  <a:lnTo>
                    <a:pt x="355548" y="1113895"/>
                  </a:lnTo>
                  <a:lnTo>
                    <a:pt x="362013" y="1162050"/>
                  </a:lnTo>
                  <a:lnTo>
                    <a:pt x="355548" y="1210160"/>
                  </a:lnTo>
                  <a:lnTo>
                    <a:pt x="337302" y="1253391"/>
                  </a:lnTo>
                  <a:lnTo>
                    <a:pt x="308998" y="1290018"/>
                  </a:lnTo>
                  <a:lnTo>
                    <a:pt x="272360" y="1318316"/>
                  </a:lnTo>
                  <a:lnTo>
                    <a:pt x="229111" y="1336560"/>
                  </a:lnTo>
                  <a:lnTo>
                    <a:pt x="180975" y="1343025"/>
                  </a:lnTo>
                  <a:lnTo>
                    <a:pt x="132864" y="1336560"/>
                  </a:lnTo>
                  <a:lnTo>
                    <a:pt x="89633" y="1318316"/>
                  </a:lnTo>
                  <a:lnTo>
                    <a:pt x="53006" y="1290018"/>
                  </a:lnTo>
                  <a:lnTo>
                    <a:pt x="24708" y="1253391"/>
                  </a:lnTo>
                  <a:lnTo>
                    <a:pt x="6464" y="1210160"/>
                  </a:lnTo>
                  <a:lnTo>
                    <a:pt x="0" y="11620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128900" y="144310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460248"/>
                  </a:lnTo>
                  <a:lnTo>
                    <a:pt x="545205" y="496139"/>
                  </a:lnTo>
                  <a:lnTo>
                    <a:pt x="525446" y="525446"/>
                  </a:lnTo>
                  <a:lnTo>
                    <a:pt x="496139" y="545205"/>
                  </a:lnTo>
                  <a:lnTo>
                    <a:pt x="460248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233676" y="1519301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8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695575" y="1647825"/>
              <a:ext cx="453390" cy="114300"/>
            </a:xfrm>
            <a:custGeom>
              <a:avLst/>
              <a:gdLst/>
              <a:ahLst/>
              <a:cxnLst/>
              <a:rect l="l" t="t" r="r" b="b"/>
              <a:pathLst>
                <a:path w="453389" h="114300">
                  <a:moveTo>
                    <a:pt x="338581" y="0"/>
                  </a:moveTo>
                  <a:lnTo>
                    <a:pt x="338581" y="114300"/>
                  </a:lnTo>
                  <a:lnTo>
                    <a:pt x="414781" y="76200"/>
                  </a:lnTo>
                  <a:lnTo>
                    <a:pt x="357631" y="76200"/>
                  </a:lnTo>
                  <a:lnTo>
                    <a:pt x="357631" y="38100"/>
                  </a:lnTo>
                  <a:lnTo>
                    <a:pt x="414781" y="38100"/>
                  </a:lnTo>
                  <a:lnTo>
                    <a:pt x="338581" y="0"/>
                  </a:lnTo>
                  <a:close/>
                </a:path>
                <a:path w="453389" h="114300">
                  <a:moveTo>
                    <a:pt x="33858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38581" y="76200"/>
                  </a:lnTo>
                  <a:lnTo>
                    <a:pt x="338581" y="38100"/>
                  </a:lnTo>
                  <a:close/>
                </a:path>
                <a:path w="453389" h="114300">
                  <a:moveTo>
                    <a:pt x="414781" y="38100"/>
                  </a:moveTo>
                  <a:lnTo>
                    <a:pt x="357631" y="38100"/>
                  </a:lnTo>
                  <a:lnTo>
                    <a:pt x="357631" y="76200"/>
                  </a:lnTo>
                  <a:lnTo>
                    <a:pt x="414781" y="76200"/>
                  </a:lnTo>
                  <a:lnTo>
                    <a:pt x="452881" y="57150"/>
                  </a:lnTo>
                  <a:lnTo>
                    <a:pt x="414781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524000" y="1657476"/>
              <a:ext cx="600710" cy="114300"/>
            </a:xfrm>
            <a:custGeom>
              <a:avLst/>
              <a:gdLst/>
              <a:ahLst/>
              <a:cxnLst/>
              <a:rect l="l" t="t" r="r" b="b"/>
              <a:pathLst>
                <a:path w="600710" h="114300">
                  <a:moveTo>
                    <a:pt x="486410" y="0"/>
                  </a:moveTo>
                  <a:lnTo>
                    <a:pt x="486410" y="114300"/>
                  </a:lnTo>
                  <a:lnTo>
                    <a:pt x="562412" y="76214"/>
                  </a:lnTo>
                  <a:lnTo>
                    <a:pt x="505460" y="76214"/>
                  </a:lnTo>
                  <a:lnTo>
                    <a:pt x="505460" y="38114"/>
                  </a:lnTo>
                  <a:lnTo>
                    <a:pt x="562808" y="38114"/>
                  </a:lnTo>
                  <a:lnTo>
                    <a:pt x="486410" y="0"/>
                  </a:lnTo>
                  <a:close/>
                </a:path>
                <a:path w="600710" h="114300">
                  <a:moveTo>
                    <a:pt x="486410" y="38114"/>
                  </a:moveTo>
                  <a:lnTo>
                    <a:pt x="0" y="38481"/>
                  </a:lnTo>
                  <a:lnTo>
                    <a:pt x="0" y="76581"/>
                  </a:lnTo>
                  <a:lnTo>
                    <a:pt x="486410" y="76214"/>
                  </a:lnTo>
                  <a:lnTo>
                    <a:pt x="486410" y="38114"/>
                  </a:lnTo>
                  <a:close/>
                </a:path>
                <a:path w="600710" h="114300">
                  <a:moveTo>
                    <a:pt x="562808" y="38114"/>
                  </a:moveTo>
                  <a:lnTo>
                    <a:pt x="505460" y="38114"/>
                  </a:lnTo>
                  <a:lnTo>
                    <a:pt x="505460" y="76214"/>
                  </a:lnTo>
                  <a:lnTo>
                    <a:pt x="562412" y="76214"/>
                  </a:lnTo>
                  <a:lnTo>
                    <a:pt x="600710" y="57023"/>
                  </a:lnTo>
                  <a:lnTo>
                    <a:pt x="562808" y="3811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04825" y="1657350"/>
              <a:ext cx="403860" cy="114300"/>
            </a:xfrm>
            <a:custGeom>
              <a:avLst/>
              <a:gdLst/>
              <a:ahLst/>
              <a:cxnLst/>
              <a:rect l="l" t="t" r="r" b="b"/>
              <a:pathLst>
                <a:path w="403859" h="114300">
                  <a:moveTo>
                    <a:pt x="289115" y="0"/>
                  </a:moveTo>
                  <a:lnTo>
                    <a:pt x="289115" y="114300"/>
                  </a:lnTo>
                  <a:lnTo>
                    <a:pt x="365315" y="76200"/>
                  </a:lnTo>
                  <a:lnTo>
                    <a:pt x="308165" y="76200"/>
                  </a:lnTo>
                  <a:lnTo>
                    <a:pt x="308165" y="38100"/>
                  </a:lnTo>
                  <a:lnTo>
                    <a:pt x="365315" y="38100"/>
                  </a:lnTo>
                  <a:lnTo>
                    <a:pt x="289115" y="0"/>
                  </a:lnTo>
                  <a:close/>
                </a:path>
                <a:path w="403859" h="114300">
                  <a:moveTo>
                    <a:pt x="2891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9115" y="76200"/>
                  </a:lnTo>
                  <a:lnTo>
                    <a:pt x="289115" y="38100"/>
                  </a:lnTo>
                  <a:close/>
                </a:path>
                <a:path w="403859" h="114300">
                  <a:moveTo>
                    <a:pt x="365315" y="38100"/>
                  </a:moveTo>
                  <a:lnTo>
                    <a:pt x="308165" y="38100"/>
                  </a:lnTo>
                  <a:lnTo>
                    <a:pt x="308165" y="76200"/>
                  </a:lnTo>
                  <a:lnTo>
                    <a:pt x="365315" y="76200"/>
                  </a:lnTo>
                  <a:lnTo>
                    <a:pt x="403415" y="57150"/>
                  </a:lnTo>
                  <a:lnTo>
                    <a:pt x="365315" y="3810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728662" y="690626"/>
              <a:ext cx="1047750" cy="1800225"/>
            </a:xfrm>
            <a:custGeom>
              <a:avLst/>
              <a:gdLst/>
              <a:ahLst/>
              <a:cxnLst/>
              <a:rect l="l" t="t" r="r" b="b"/>
              <a:pathLst>
                <a:path w="1047750" h="1800225">
                  <a:moveTo>
                    <a:pt x="0" y="1800225"/>
                  </a:moveTo>
                  <a:lnTo>
                    <a:pt x="1047750" y="1800225"/>
                  </a:lnTo>
                  <a:lnTo>
                    <a:pt x="1047750" y="0"/>
                  </a:lnTo>
                  <a:lnTo>
                    <a:pt x="0" y="0"/>
                  </a:lnTo>
                  <a:lnTo>
                    <a:pt x="0" y="1800225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8975" y="1314450"/>
              <a:ext cx="4429125" cy="2990850"/>
            </a:xfrm>
            <a:custGeom>
              <a:avLst/>
              <a:gdLst/>
              <a:ahLst/>
              <a:cxnLst/>
              <a:rect l="l" t="t" r="r" b="b"/>
              <a:pathLst>
                <a:path w="4429125" h="2990850">
                  <a:moveTo>
                    <a:pt x="0" y="2990850"/>
                  </a:moveTo>
                  <a:lnTo>
                    <a:pt x="4429125" y="2990850"/>
                  </a:lnTo>
                  <a:lnTo>
                    <a:pt x="4429125" y="0"/>
                  </a:lnTo>
                  <a:lnTo>
                    <a:pt x="0" y="0"/>
                  </a:lnTo>
                  <a:lnTo>
                    <a:pt x="0" y="2990850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00526" y="1566926"/>
              <a:ext cx="552450" cy="2362200"/>
            </a:xfrm>
            <a:custGeom>
              <a:avLst/>
              <a:gdLst/>
              <a:ahLst/>
              <a:cxnLst/>
              <a:rect l="l" t="t" r="r" b="b"/>
              <a:pathLst>
                <a:path w="552450" h="236220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2269998"/>
                  </a:lnTo>
                  <a:lnTo>
                    <a:pt x="545205" y="2305874"/>
                  </a:lnTo>
                  <a:lnTo>
                    <a:pt x="525446" y="2335160"/>
                  </a:lnTo>
                  <a:lnTo>
                    <a:pt x="496139" y="2354899"/>
                  </a:lnTo>
                  <a:lnTo>
                    <a:pt x="460248" y="2362136"/>
                  </a:lnTo>
                  <a:lnTo>
                    <a:pt x="92075" y="2362136"/>
                  </a:lnTo>
                  <a:lnTo>
                    <a:pt x="56203" y="2354899"/>
                  </a:lnTo>
                  <a:lnTo>
                    <a:pt x="26939" y="2335160"/>
                  </a:lnTo>
                  <a:lnTo>
                    <a:pt x="7225" y="2305874"/>
                  </a:lnTo>
                  <a:lnTo>
                    <a:pt x="0" y="22699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6251" y="1776476"/>
              <a:ext cx="371475" cy="1990725"/>
            </a:xfrm>
            <a:custGeom>
              <a:avLst/>
              <a:gdLst/>
              <a:ahLst/>
              <a:cxnLst/>
              <a:rect l="l" t="t" r="r" b="b"/>
              <a:pathLst>
                <a:path w="371475" h="1990725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71475" h="1990725">
                  <a:moveTo>
                    <a:pt x="0" y="952500"/>
                  </a:moveTo>
                  <a:lnTo>
                    <a:pt x="6627" y="904345"/>
                  </a:lnTo>
                  <a:lnTo>
                    <a:pt x="25334" y="861102"/>
                  </a:lnTo>
                  <a:lnTo>
                    <a:pt x="54356" y="824484"/>
                  </a:lnTo>
                  <a:lnTo>
                    <a:pt x="91929" y="796205"/>
                  </a:lnTo>
                  <a:lnTo>
                    <a:pt x="136289" y="777980"/>
                  </a:lnTo>
                  <a:lnTo>
                    <a:pt x="185674" y="771525"/>
                  </a:lnTo>
                  <a:lnTo>
                    <a:pt x="235067" y="777980"/>
                  </a:lnTo>
                  <a:lnTo>
                    <a:pt x="279451" y="796205"/>
                  </a:lnTo>
                  <a:lnTo>
                    <a:pt x="317055" y="824483"/>
                  </a:lnTo>
                  <a:lnTo>
                    <a:pt x="346107" y="861102"/>
                  </a:lnTo>
                  <a:lnTo>
                    <a:pt x="364838" y="904345"/>
                  </a:lnTo>
                  <a:lnTo>
                    <a:pt x="371475" y="952500"/>
                  </a:lnTo>
                  <a:lnTo>
                    <a:pt x="364838" y="1000610"/>
                  </a:lnTo>
                  <a:lnTo>
                    <a:pt x="346107" y="1043841"/>
                  </a:lnTo>
                  <a:lnTo>
                    <a:pt x="317055" y="1080468"/>
                  </a:lnTo>
                  <a:lnTo>
                    <a:pt x="279451" y="1108766"/>
                  </a:lnTo>
                  <a:lnTo>
                    <a:pt x="235067" y="1127010"/>
                  </a:lnTo>
                  <a:lnTo>
                    <a:pt x="185674" y="1133475"/>
                  </a:lnTo>
                  <a:lnTo>
                    <a:pt x="136289" y="1127010"/>
                  </a:lnTo>
                  <a:lnTo>
                    <a:pt x="91929" y="1108766"/>
                  </a:lnTo>
                  <a:lnTo>
                    <a:pt x="54355" y="1080468"/>
                  </a:lnTo>
                  <a:lnTo>
                    <a:pt x="25334" y="1043841"/>
                  </a:lnTo>
                  <a:lnTo>
                    <a:pt x="6627" y="1000610"/>
                  </a:lnTo>
                  <a:lnTo>
                    <a:pt x="0" y="952500"/>
                  </a:lnTo>
                  <a:close/>
                </a:path>
                <a:path w="371475" h="1990725">
                  <a:moveTo>
                    <a:pt x="9525" y="1809750"/>
                  </a:moveTo>
                  <a:lnTo>
                    <a:pt x="15980" y="1761595"/>
                  </a:lnTo>
                  <a:lnTo>
                    <a:pt x="34205" y="1718352"/>
                  </a:lnTo>
                  <a:lnTo>
                    <a:pt x="62484" y="1681734"/>
                  </a:lnTo>
                  <a:lnTo>
                    <a:pt x="99102" y="1653455"/>
                  </a:lnTo>
                  <a:lnTo>
                    <a:pt x="142345" y="1635230"/>
                  </a:lnTo>
                  <a:lnTo>
                    <a:pt x="190500" y="1628775"/>
                  </a:lnTo>
                  <a:lnTo>
                    <a:pt x="238610" y="1635230"/>
                  </a:lnTo>
                  <a:lnTo>
                    <a:pt x="281841" y="1653455"/>
                  </a:lnTo>
                  <a:lnTo>
                    <a:pt x="318468" y="1681733"/>
                  </a:lnTo>
                  <a:lnTo>
                    <a:pt x="346766" y="1718352"/>
                  </a:lnTo>
                  <a:lnTo>
                    <a:pt x="365010" y="1761595"/>
                  </a:lnTo>
                  <a:lnTo>
                    <a:pt x="371475" y="1809750"/>
                  </a:lnTo>
                  <a:lnTo>
                    <a:pt x="365010" y="1857860"/>
                  </a:lnTo>
                  <a:lnTo>
                    <a:pt x="346766" y="1901091"/>
                  </a:lnTo>
                  <a:lnTo>
                    <a:pt x="318468" y="1937718"/>
                  </a:lnTo>
                  <a:lnTo>
                    <a:pt x="281841" y="1966016"/>
                  </a:lnTo>
                  <a:lnTo>
                    <a:pt x="238610" y="1984260"/>
                  </a:lnTo>
                  <a:lnTo>
                    <a:pt x="190500" y="1990725"/>
                  </a:lnTo>
                  <a:lnTo>
                    <a:pt x="142345" y="1984260"/>
                  </a:lnTo>
                  <a:lnTo>
                    <a:pt x="99102" y="1966016"/>
                  </a:lnTo>
                  <a:lnTo>
                    <a:pt x="62484" y="1937718"/>
                  </a:lnTo>
                  <a:lnTo>
                    <a:pt x="34205" y="1901091"/>
                  </a:lnTo>
                  <a:lnTo>
                    <a:pt x="15980" y="1857860"/>
                  </a:lnTo>
                  <a:lnTo>
                    <a:pt x="9525" y="18097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6725" y="2752724"/>
              <a:ext cx="4010025" cy="114300"/>
            </a:xfrm>
            <a:custGeom>
              <a:avLst/>
              <a:gdLst/>
              <a:ahLst/>
              <a:cxnLst/>
              <a:rect l="l" t="t" r="r" b="b"/>
              <a:pathLst>
                <a:path w="4010025" h="114300">
                  <a:moveTo>
                    <a:pt x="3895344" y="0"/>
                  </a:moveTo>
                  <a:lnTo>
                    <a:pt x="3895344" y="114300"/>
                  </a:lnTo>
                  <a:lnTo>
                    <a:pt x="3971544" y="76200"/>
                  </a:lnTo>
                  <a:lnTo>
                    <a:pt x="3914394" y="76200"/>
                  </a:lnTo>
                  <a:lnTo>
                    <a:pt x="3914394" y="38100"/>
                  </a:lnTo>
                  <a:lnTo>
                    <a:pt x="3971544" y="38100"/>
                  </a:lnTo>
                  <a:lnTo>
                    <a:pt x="3895344" y="0"/>
                  </a:lnTo>
                  <a:close/>
                </a:path>
                <a:path w="4010025" h="114300">
                  <a:moveTo>
                    <a:pt x="3895344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895344" y="76200"/>
                  </a:lnTo>
                  <a:lnTo>
                    <a:pt x="3895344" y="38100"/>
                  </a:lnTo>
                  <a:close/>
                </a:path>
                <a:path w="4010025" h="114300">
                  <a:moveTo>
                    <a:pt x="3971544" y="38100"/>
                  </a:moveTo>
                  <a:lnTo>
                    <a:pt x="3914394" y="38100"/>
                  </a:lnTo>
                  <a:lnTo>
                    <a:pt x="3914394" y="76200"/>
                  </a:lnTo>
                  <a:lnTo>
                    <a:pt x="3971544" y="76200"/>
                  </a:lnTo>
                  <a:lnTo>
                    <a:pt x="4009644" y="57150"/>
                  </a:lnTo>
                  <a:lnTo>
                    <a:pt x="3971544" y="381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257550" y="2537840"/>
              <a:ext cx="403860" cy="329565"/>
            </a:xfrm>
            <a:custGeom>
              <a:avLst/>
              <a:gdLst/>
              <a:ahLst/>
              <a:cxnLst/>
              <a:rect l="l" t="t" r="r" b="b"/>
              <a:pathLst>
                <a:path w="403860" h="329564">
                  <a:moveTo>
                    <a:pt x="225933" y="27305"/>
                  </a:moveTo>
                  <a:lnTo>
                    <a:pt x="194437" y="0"/>
                  </a:lnTo>
                  <a:lnTo>
                    <a:pt x="187706" y="7620"/>
                  </a:lnTo>
                  <a:lnTo>
                    <a:pt x="207772" y="25019"/>
                  </a:lnTo>
                  <a:lnTo>
                    <a:pt x="102616" y="25019"/>
                  </a:lnTo>
                  <a:lnTo>
                    <a:pt x="102616" y="36830"/>
                  </a:lnTo>
                  <a:lnTo>
                    <a:pt x="207772" y="36830"/>
                  </a:lnTo>
                  <a:lnTo>
                    <a:pt x="187706" y="54229"/>
                  </a:lnTo>
                  <a:lnTo>
                    <a:pt x="194437" y="61849"/>
                  </a:lnTo>
                  <a:lnTo>
                    <a:pt x="225933" y="34544"/>
                  </a:lnTo>
                  <a:lnTo>
                    <a:pt x="225933" y="27305"/>
                  </a:lnTo>
                  <a:close/>
                </a:path>
                <a:path w="403860" h="329564">
                  <a:moveTo>
                    <a:pt x="403352" y="272034"/>
                  </a:moveTo>
                  <a:lnTo>
                    <a:pt x="365252" y="252984"/>
                  </a:lnTo>
                  <a:lnTo>
                    <a:pt x="289052" y="214884"/>
                  </a:lnTo>
                  <a:lnTo>
                    <a:pt x="289052" y="252984"/>
                  </a:lnTo>
                  <a:lnTo>
                    <a:pt x="0" y="252984"/>
                  </a:lnTo>
                  <a:lnTo>
                    <a:pt x="0" y="291084"/>
                  </a:lnTo>
                  <a:lnTo>
                    <a:pt x="289052" y="291084"/>
                  </a:lnTo>
                  <a:lnTo>
                    <a:pt x="289052" y="329184"/>
                  </a:lnTo>
                  <a:lnTo>
                    <a:pt x="365252" y="291084"/>
                  </a:lnTo>
                  <a:lnTo>
                    <a:pt x="403352" y="272034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/>
          <p:nvPr/>
        </p:nvSpPr>
        <p:spPr>
          <a:xfrm>
            <a:off x="297045" y="210938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89" y="7493"/>
                </a:lnTo>
                <a:lnTo>
                  <a:pt x="105181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81" y="36702"/>
                </a:lnTo>
                <a:lnTo>
                  <a:pt x="85089" y="54228"/>
                </a:lnTo>
                <a:lnTo>
                  <a:pt x="91744" y="61722"/>
                </a:lnTo>
                <a:lnTo>
                  <a:pt x="123266" y="34544"/>
                </a:lnTo>
                <a:lnTo>
                  <a:pt x="123266" y="27177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280246" y="2023449"/>
            <a:ext cx="200660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7861" y="3300222"/>
            <a:ext cx="200660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51400" y="2286000"/>
            <a:ext cx="939800" cy="482600"/>
            <a:chOff x="3638550" y="1714500"/>
            <a:chExt cx="704850" cy="361950"/>
          </a:xfrm>
        </p:grpSpPr>
        <p:sp>
          <p:nvSpPr>
            <p:cNvPr id="20" name="object 20"/>
            <p:cNvSpPr/>
            <p:nvPr/>
          </p:nvSpPr>
          <p:spPr>
            <a:xfrm>
              <a:off x="3638550" y="1714500"/>
              <a:ext cx="704850" cy="361950"/>
            </a:xfrm>
            <a:custGeom>
              <a:avLst/>
              <a:gdLst/>
              <a:ahLst/>
              <a:cxnLst/>
              <a:rect l="l" t="t" r="r" b="b"/>
              <a:pathLst>
                <a:path w="704850" h="361950">
                  <a:moveTo>
                    <a:pt x="704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704850" y="3619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738626" y="1831594"/>
              <a:ext cx="123825" cy="43815"/>
            </a:xfrm>
            <a:custGeom>
              <a:avLst/>
              <a:gdLst/>
              <a:ahLst/>
              <a:cxnLst/>
              <a:rect l="l" t="t" r="r" b="b"/>
              <a:pathLst>
                <a:path w="123825" h="43814">
                  <a:moveTo>
                    <a:pt x="101600" y="0"/>
                  </a:moveTo>
                  <a:lnTo>
                    <a:pt x="96900" y="5333"/>
                  </a:lnTo>
                  <a:lnTo>
                    <a:pt x="1109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10998" y="25907"/>
                  </a:lnTo>
                  <a:lnTo>
                    <a:pt x="96900" y="38226"/>
                  </a:lnTo>
                  <a:lnTo>
                    <a:pt x="101600" y="43560"/>
                  </a:lnTo>
                  <a:lnTo>
                    <a:pt x="123825" y="24383"/>
                  </a:lnTo>
                  <a:lnTo>
                    <a:pt x="123825" y="19176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26246" y="2378371"/>
            <a:ext cx="84497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  <a:tabLst>
                <a:tab pos="482588" algn="l"/>
              </a:tabLst>
            </a:pPr>
            <a:r>
              <a:rPr sz="1867" spc="-67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	,</a:t>
            </a:r>
            <a:r>
              <a:rPr sz="1867" spc="-200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867" spc="-33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49" baseline="-23809" dirty="0">
                <a:solidFill>
                  <a:srgbClr val="FFFFFF"/>
                </a:solidFill>
                <a:latin typeface="Cambria Math"/>
                <a:cs typeface="Cambria Math"/>
              </a:rPr>
              <a:t>1</a:t>
            </a:r>
            <a:endParaRPr sz="2100" baseline="-23809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00601" y="3124201"/>
            <a:ext cx="977900" cy="495300"/>
            <a:chOff x="3600450" y="2343150"/>
            <a:chExt cx="733425" cy="371475"/>
          </a:xfrm>
        </p:grpSpPr>
        <p:sp>
          <p:nvSpPr>
            <p:cNvPr id="24" name="object 24"/>
            <p:cNvSpPr/>
            <p:nvPr/>
          </p:nvSpPr>
          <p:spPr>
            <a:xfrm>
              <a:off x="3600450" y="2343150"/>
              <a:ext cx="733425" cy="371475"/>
            </a:xfrm>
            <a:custGeom>
              <a:avLst/>
              <a:gdLst/>
              <a:ahLst/>
              <a:cxnLst/>
              <a:rect l="l" t="t" r="r" b="b"/>
              <a:pathLst>
                <a:path w="733425" h="371475">
                  <a:moveTo>
                    <a:pt x="733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33425" y="3714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690365" y="2453259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4"/>
                  </a:lnTo>
                  <a:lnTo>
                    <a:pt x="130048" y="17526"/>
                  </a:lnTo>
                  <a:lnTo>
                    <a:pt x="0" y="17526"/>
                  </a:lnTo>
                  <a:lnTo>
                    <a:pt x="0" y="25908"/>
                  </a:lnTo>
                  <a:lnTo>
                    <a:pt x="130048" y="25908"/>
                  </a:lnTo>
                  <a:lnTo>
                    <a:pt x="115950" y="38227"/>
                  </a:lnTo>
                  <a:lnTo>
                    <a:pt x="120650" y="43434"/>
                  </a:lnTo>
                  <a:lnTo>
                    <a:pt x="142748" y="24257"/>
                  </a:lnTo>
                  <a:lnTo>
                    <a:pt x="142748" y="19177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57835" y="3208782"/>
            <a:ext cx="87460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spcBef>
                <a:spcPts val="167"/>
              </a:spcBef>
            </a:pP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449" baseline="-23809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1867" spc="-187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867" spc="-33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49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endParaRPr sz="2100" baseline="-23809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13300" y="4470401"/>
            <a:ext cx="965200" cy="495300"/>
            <a:chOff x="3609975" y="3352800"/>
            <a:chExt cx="723900" cy="371475"/>
          </a:xfrm>
        </p:grpSpPr>
        <p:sp>
          <p:nvSpPr>
            <p:cNvPr id="28" name="object 28"/>
            <p:cNvSpPr/>
            <p:nvPr/>
          </p:nvSpPr>
          <p:spPr>
            <a:xfrm>
              <a:off x="3609975" y="3352800"/>
              <a:ext cx="723900" cy="371475"/>
            </a:xfrm>
            <a:custGeom>
              <a:avLst/>
              <a:gdLst/>
              <a:ahLst/>
              <a:cxnLst/>
              <a:rect l="l" t="t" r="r" b="b"/>
              <a:pathLst>
                <a:path w="723900" h="371475">
                  <a:moveTo>
                    <a:pt x="7239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23900" y="371475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3704081" y="3468496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3"/>
                  </a:lnTo>
                  <a:lnTo>
                    <a:pt x="130175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175" y="25907"/>
                  </a:lnTo>
                  <a:lnTo>
                    <a:pt x="115950" y="38226"/>
                  </a:lnTo>
                  <a:lnTo>
                    <a:pt x="120650" y="43560"/>
                  </a:lnTo>
                  <a:lnTo>
                    <a:pt x="142875" y="24383"/>
                  </a:lnTo>
                  <a:lnTo>
                    <a:pt x="142875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76293" y="4564803"/>
            <a:ext cx="87460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spcBef>
                <a:spcPts val="167"/>
              </a:spcBef>
            </a:pP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spc="449" baseline="-23809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1867" spc="-187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867" spc="-33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49" baseline="-23809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2100" baseline="-23809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36756" y="4653279"/>
            <a:ext cx="711200" cy="58420"/>
            <a:chOff x="5052567" y="3489959"/>
            <a:chExt cx="533400" cy="43815"/>
          </a:xfrm>
        </p:grpSpPr>
        <p:sp>
          <p:nvSpPr>
            <p:cNvPr id="32" name="object 32"/>
            <p:cNvSpPr/>
            <p:nvPr/>
          </p:nvSpPr>
          <p:spPr>
            <a:xfrm>
              <a:off x="5052567" y="3489959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1" y="5333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1" y="38099"/>
                  </a:lnTo>
                  <a:lnTo>
                    <a:pt x="120650" y="43433"/>
                  </a:lnTo>
                  <a:lnTo>
                    <a:pt x="142748" y="24256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500242" y="3489959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1" y="5333"/>
                  </a:lnTo>
                  <a:lnTo>
                    <a:pt x="7289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1" y="38099"/>
                  </a:lnTo>
                  <a:lnTo>
                    <a:pt x="63500" y="43433"/>
                  </a:lnTo>
                  <a:lnTo>
                    <a:pt x="85598" y="24256"/>
                  </a:lnTo>
                  <a:lnTo>
                    <a:pt x="85598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59271" y="4598670"/>
            <a:ext cx="242570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spcBef>
                <a:spcPts val="167"/>
              </a:spcBef>
              <a:tabLst>
                <a:tab pos="1354633" algn="l"/>
              </a:tabLst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spc="520" baseline="-23809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160" baseline="1984" dirty="0">
                <a:latin typeface="Cambria Math"/>
                <a:cs typeface="Cambria Math"/>
              </a:rPr>
              <a:t> </a:t>
            </a:r>
            <a:r>
              <a:rPr sz="2800" spc="-40" baseline="1984" dirty="0">
                <a:latin typeface="Cambria Math"/>
                <a:cs typeface="Cambria Math"/>
              </a:rPr>
              <a:t>𝑔(</a:t>
            </a:r>
            <a:r>
              <a:rPr sz="2800" spc="-4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1164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2800" spc="-59" baseline="1984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5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spc="469" baseline="-21164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2800" spc="-10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7700" y="4703571"/>
            <a:ext cx="394037" cy="17102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0394189" y="1228004"/>
            <a:ext cx="1308100" cy="298027"/>
            <a:chOff x="7795641" y="921003"/>
            <a:chExt cx="981075" cy="223520"/>
          </a:xfrm>
        </p:grpSpPr>
        <p:sp>
          <p:nvSpPr>
            <p:cNvPr id="37" name="object 37"/>
            <p:cNvSpPr/>
            <p:nvPr/>
          </p:nvSpPr>
          <p:spPr>
            <a:xfrm>
              <a:off x="7795641" y="921003"/>
              <a:ext cx="981075" cy="19050"/>
            </a:xfrm>
            <a:custGeom>
              <a:avLst/>
              <a:gdLst/>
              <a:ahLst/>
              <a:cxnLst/>
              <a:rect l="l" t="t" r="r" b="b"/>
              <a:pathLst>
                <a:path w="981075" h="19050">
                  <a:moveTo>
                    <a:pt x="981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81075" y="19050"/>
                  </a:lnTo>
                  <a:lnTo>
                    <a:pt x="981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6305" y="967485"/>
              <a:ext cx="217043" cy="17652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0947401" y="729318"/>
            <a:ext cx="224367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latin typeface="Cambria Math"/>
                <a:cs typeface="Cambria Math"/>
              </a:rPr>
              <a:t>1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48141" y="984588"/>
            <a:ext cx="2410460" cy="688223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lnSpc>
                <a:spcPts val="2552"/>
              </a:lnSpc>
              <a:spcBef>
                <a:spcPts val="167"/>
              </a:spcBef>
            </a:pPr>
            <a:r>
              <a:rPr sz="2667" dirty="0">
                <a:latin typeface="Cambria Math"/>
                <a:cs typeface="Cambria Math"/>
              </a:rPr>
              <a:t>𝑔(</a:t>
            </a:r>
            <a:r>
              <a:rPr sz="2667" dirty="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sz="2667" dirty="0">
                <a:latin typeface="Cambria Math"/>
                <a:cs typeface="Cambria Math"/>
              </a:rPr>
              <a:t>)</a:t>
            </a:r>
            <a:r>
              <a:rPr sz="2667" spc="147" dirty="0">
                <a:latin typeface="Cambria Math"/>
                <a:cs typeface="Cambria Math"/>
              </a:rPr>
              <a:t> </a:t>
            </a:r>
            <a:r>
              <a:rPr sz="2667" spc="-67" dirty="0">
                <a:latin typeface="Cambria Math"/>
                <a:cs typeface="Cambria Math"/>
              </a:rPr>
              <a:t>=</a:t>
            </a:r>
            <a:endParaRPr sz="2667">
              <a:latin typeface="Cambria Math"/>
              <a:cs typeface="Cambria Math"/>
            </a:endParaRPr>
          </a:p>
          <a:p>
            <a:pPr marL="1156518">
              <a:lnSpc>
                <a:spcPts val="2552"/>
              </a:lnSpc>
            </a:pPr>
            <a:r>
              <a:rPr sz="2667" dirty="0">
                <a:latin typeface="Cambria Math"/>
                <a:cs typeface="Cambria Math"/>
              </a:rPr>
              <a:t>1</a:t>
            </a:r>
            <a:r>
              <a:rPr sz="2667" spc="-60" dirty="0"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+</a:t>
            </a:r>
            <a:r>
              <a:rPr sz="2667" spc="33" dirty="0"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𝑒</a:t>
            </a:r>
            <a:r>
              <a:rPr sz="3000" baseline="22222" dirty="0">
                <a:latin typeface="Cambria Math"/>
                <a:cs typeface="Cambria Math"/>
              </a:rPr>
              <a:t>−</a:t>
            </a:r>
            <a:r>
              <a:rPr sz="3000" spc="669" baseline="22222" dirty="0">
                <a:latin typeface="Cambria Math"/>
                <a:cs typeface="Cambria Math"/>
              </a:rPr>
              <a:t> </a:t>
            </a:r>
            <a:r>
              <a:rPr sz="3000" spc="29" baseline="22222" dirty="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3000" baseline="22222">
              <a:latin typeface="Cambria Math"/>
              <a:cs typeface="Cambria Math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2873078" y="322207"/>
            <a:ext cx="645837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Neural</a:t>
            </a:r>
            <a:r>
              <a:rPr spc="-113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3" dirty="0"/>
              <a:t>layer</a:t>
            </a:r>
          </a:p>
        </p:txBody>
      </p:sp>
      <p:grpSp>
        <p:nvGrpSpPr>
          <p:cNvPr id="42" name="object 42"/>
          <p:cNvGrpSpPr/>
          <p:nvPr/>
        </p:nvGrpSpPr>
        <p:grpSpPr>
          <a:xfrm>
            <a:off x="6753352" y="3262714"/>
            <a:ext cx="711200" cy="58420"/>
            <a:chOff x="5065014" y="2447035"/>
            <a:chExt cx="533400" cy="43815"/>
          </a:xfrm>
        </p:grpSpPr>
        <p:sp>
          <p:nvSpPr>
            <p:cNvPr id="43" name="object 43"/>
            <p:cNvSpPr/>
            <p:nvPr/>
          </p:nvSpPr>
          <p:spPr>
            <a:xfrm>
              <a:off x="5065014" y="2447035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3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226"/>
                  </a:lnTo>
                  <a:lnTo>
                    <a:pt x="120650" y="43433"/>
                  </a:lnTo>
                  <a:lnTo>
                    <a:pt x="142748" y="24256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5512689" y="2447035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0" y="5333"/>
                  </a:lnTo>
                  <a:lnTo>
                    <a:pt x="728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226"/>
                  </a:lnTo>
                  <a:lnTo>
                    <a:pt x="63500" y="43433"/>
                  </a:lnTo>
                  <a:lnTo>
                    <a:pt x="85598" y="24256"/>
                  </a:lnTo>
                  <a:lnTo>
                    <a:pt x="85598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886873" y="3200315"/>
            <a:ext cx="241554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spcBef>
                <a:spcPts val="167"/>
              </a:spcBef>
              <a:tabLst>
                <a:tab pos="1342780" algn="l"/>
              </a:tabLst>
            </a:pP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389" baseline="-21164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1867" dirty="0">
                <a:latin typeface="Cambria Math"/>
                <a:cs typeface="Cambria Math"/>
              </a:rPr>
              <a:t>=</a:t>
            </a:r>
            <a:r>
              <a:rPr sz="1867" spc="107" dirty="0">
                <a:latin typeface="Cambria Math"/>
                <a:cs typeface="Cambria Math"/>
              </a:rPr>
              <a:t> </a:t>
            </a:r>
            <a:r>
              <a:rPr sz="1867" spc="-27" dirty="0">
                <a:latin typeface="Cambria Math"/>
                <a:cs typeface="Cambria Math"/>
              </a:rPr>
              <a:t>𝑔(</a:t>
            </a:r>
            <a:r>
              <a:rPr sz="1867" spc="-2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867" spc="67" dirty="0">
                <a:latin typeface="Cambria Math"/>
                <a:cs typeface="Cambria Math"/>
              </a:rPr>
              <a:t>∙</a:t>
            </a:r>
            <a:r>
              <a:rPr sz="1867" spc="40" dirty="0">
                <a:latin typeface="Cambria Math"/>
                <a:cs typeface="Cambria Math"/>
              </a:rPr>
              <a:t> </a:t>
            </a:r>
            <a:r>
              <a:rPr sz="18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1867" spc="-4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67" dirty="0">
                <a:latin typeface="Cambria Math"/>
                <a:cs typeface="Cambria Math"/>
              </a:rPr>
              <a:t>+</a:t>
            </a:r>
            <a:r>
              <a:rPr sz="1867" spc="-40" dirty="0">
                <a:latin typeface="Cambria Math"/>
                <a:cs typeface="Cambria Math"/>
              </a:rPr>
              <a:t> 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469" baseline="-23809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1867" spc="-67" dirty="0">
                <a:latin typeface="Cambria Math"/>
                <a:cs typeface="Cambria Math"/>
              </a:rPr>
              <a:t>)</a:t>
            </a:r>
            <a:endParaRPr sz="1867">
              <a:latin typeface="Cambria Math"/>
              <a:cs typeface="Cambria Math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54061" y="3229694"/>
            <a:ext cx="415881" cy="203708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5933102" y="2352463"/>
            <a:ext cx="16933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spc="-67" dirty="0">
                <a:latin typeface="Cambria Math"/>
                <a:cs typeface="Cambria Math"/>
              </a:rPr>
              <a:t>𝑎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729646" y="2382519"/>
            <a:ext cx="190500" cy="58420"/>
          </a:xfrm>
          <a:custGeom>
            <a:avLst/>
            <a:gdLst/>
            <a:ahLst/>
            <a:cxnLst/>
            <a:rect l="l" t="t" r="r" b="b"/>
            <a:pathLst>
              <a:path w="142875" h="43814">
                <a:moveTo>
                  <a:pt x="120523" y="0"/>
                </a:moveTo>
                <a:lnTo>
                  <a:pt x="115950" y="5334"/>
                </a:lnTo>
                <a:lnTo>
                  <a:pt x="130048" y="17525"/>
                </a:lnTo>
                <a:lnTo>
                  <a:pt x="0" y="17525"/>
                </a:lnTo>
                <a:lnTo>
                  <a:pt x="0" y="25908"/>
                </a:lnTo>
                <a:lnTo>
                  <a:pt x="130048" y="25908"/>
                </a:lnTo>
                <a:lnTo>
                  <a:pt x="115950" y="38226"/>
                </a:lnTo>
                <a:lnTo>
                  <a:pt x="120523" y="43434"/>
                </a:lnTo>
                <a:lnTo>
                  <a:pt x="142748" y="24257"/>
                </a:lnTo>
                <a:lnTo>
                  <a:pt x="142748" y="19176"/>
                </a:lnTo>
                <a:lnTo>
                  <a:pt x="12052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9" name="object 49"/>
          <p:cNvSpPr txBox="1"/>
          <p:nvPr/>
        </p:nvSpPr>
        <p:spPr>
          <a:xfrm>
            <a:off x="6223846" y="2318597"/>
            <a:ext cx="71712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Cambria Math"/>
                <a:cs typeface="Cambria Math"/>
              </a:rPr>
              <a:t>=</a:t>
            </a:r>
            <a:r>
              <a:rPr sz="1867" spc="80" dirty="0">
                <a:latin typeface="Cambria Math"/>
                <a:cs typeface="Cambria Math"/>
              </a:rPr>
              <a:t> </a:t>
            </a:r>
            <a:r>
              <a:rPr sz="1867" spc="-33" dirty="0">
                <a:latin typeface="Cambria Math"/>
                <a:cs typeface="Cambria Math"/>
              </a:rPr>
              <a:t>𝑔(</a:t>
            </a:r>
            <a:r>
              <a:rPr sz="1867" spc="-33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326546" y="2382519"/>
            <a:ext cx="114300" cy="58420"/>
          </a:xfrm>
          <a:custGeom>
            <a:avLst/>
            <a:gdLst/>
            <a:ahLst/>
            <a:cxnLst/>
            <a:rect l="l" t="t" r="r" b="b"/>
            <a:pathLst>
              <a:path w="85725" h="43814">
                <a:moveTo>
                  <a:pt x="63373" y="0"/>
                </a:moveTo>
                <a:lnTo>
                  <a:pt x="58800" y="5334"/>
                </a:lnTo>
                <a:lnTo>
                  <a:pt x="72898" y="17525"/>
                </a:lnTo>
                <a:lnTo>
                  <a:pt x="0" y="17525"/>
                </a:lnTo>
                <a:lnTo>
                  <a:pt x="0" y="25908"/>
                </a:lnTo>
                <a:lnTo>
                  <a:pt x="72898" y="25908"/>
                </a:lnTo>
                <a:lnTo>
                  <a:pt x="58800" y="38226"/>
                </a:lnTo>
                <a:lnTo>
                  <a:pt x="63373" y="43434"/>
                </a:lnTo>
                <a:lnTo>
                  <a:pt x="85598" y="24257"/>
                </a:lnTo>
                <a:lnTo>
                  <a:pt x="85598" y="19176"/>
                </a:lnTo>
                <a:lnTo>
                  <a:pt x="6337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1" name="object 51"/>
          <p:cNvSpPr txBox="1"/>
          <p:nvPr/>
        </p:nvSpPr>
        <p:spPr>
          <a:xfrm>
            <a:off x="7189894" y="2318597"/>
            <a:ext cx="103716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44776" indent="-127843">
              <a:spcBef>
                <a:spcPts val="167"/>
              </a:spcBef>
              <a:buClr>
                <a:srgbClr val="000000"/>
              </a:buClr>
              <a:buChar char="∙"/>
              <a:tabLst>
                <a:tab pos="144776" algn="l"/>
                <a:tab pos="918610" algn="l"/>
              </a:tabLst>
            </a:pPr>
            <a:r>
              <a:rPr sz="18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1867" spc="-20" dirty="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sz="1867" dirty="0">
                <a:latin typeface="Cambria Math"/>
                <a:cs typeface="Cambria Math"/>
              </a:rPr>
              <a:t>+</a:t>
            </a:r>
            <a:r>
              <a:rPr sz="1867" spc="-20" dirty="0">
                <a:latin typeface="Cambria Math"/>
                <a:cs typeface="Cambria Math"/>
              </a:rPr>
              <a:t> </a:t>
            </a:r>
            <a:r>
              <a:rPr sz="1867" spc="-67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sz="1867" spc="-67" dirty="0">
                <a:latin typeface="Cambria Math"/>
                <a:cs typeface="Cambria Math"/>
              </a:rPr>
              <a:t>)</a:t>
            </a:r>
            <a:endParaRPr sz="1867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01701" y="952501"/>
            <a:ext cx="9329420" cy="4767580"/>
            <a:chOff x="676275" y="714375"/>
            <a:chExt cx="6997065" cy="3575685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9033" y="1772158"/>
              <a:ext cx="283486" cy="14897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8548" y="2198242"/>
              <a:ext cx="218462" cy="11607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85800" y="723900"/>
              <a:ext cx="6978015" cy="3556635"/>
            </a:xfrm>
            <a:custGeom>
              <a:avLst/>
              <a:gdLst/>
              <a:ahLst/>
              <a:cxnLst/>
              <a:rect l="l" t="t" r="r" b="b"/>
              <a:pathLst>
                <a:path w="6978015" h="3556635">
                  <a:moveTo>
                    <a:pt x="0" y="1771650"/>
                  </a:moveTo>
                  <a:lnTo>
                    <a:pt x="2586863" y="3556393"/>
                  </a:lnTo>
                </a:path>
                <a:path w="6978015" h="3556635">
                  <a:moveTo>
                    <a:pt x="1019175" y="0"/>
                  </a:moveTo>
                  <a:lnTo>
                    <a:pt x="6978015" y="581025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195493" y="4056803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endParaRPr sz="1867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384300" y="2323761"/>
            <a:ext cx="9652000" cy="2974340"/>
            <a:chOff x="1038225" y="1742820"/>
            <a:chExt cx="7239000" cy="2230755"/>
          </a:xfrm>
        </p:grpSpPr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5184" y="2418661"/>
              <a:ext cx="839015" cy="131463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30560" y="2860494"/>
              <a:ext cx="646156" cy="101839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1384" y="1929475"/>
              <a:ext cx="179919" cy="17992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8193" y="2039425"/>
              <a:ext cx="141509" cy="14727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4360" y="2641419"/>
              <a:ext cx="179919" cy="17981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6689" y="3793075"/>
              <a:ext cx="179865" cy="17991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8225" y="2457449"/>
              <a:ext cx="180975" cy="1809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5560" y="1762886"/>
              <a:ext cx="159638" cy="2931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92216" y="1757933"/>
              <a:ext cx="160073" cy="30492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39996" y="1775205"/>
              <a:ext cx="159638" cy="26047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62498" y="1742820"/>
              <a:ext cx="191083" cy="27698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40479" y="2394711"/>
              <a:ext cx="159766" cy="15113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80040" y="2397251"/>
              <a:ext cx="159676" cy="15113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57357" y="2377439"/>
              <a:ext cx="159549" cy="15113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12079" y="2387218"/>
              <a:ext cx="159766" cy="15113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33929" y="2412364"/>
              <a:ext cx="159657" cy="15113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65563" y="3424300"/>
              <a:ext cx="159447" cy="15113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05205" y="3427729"/>
              <a:ext cx="159657" cy="14985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37670" y="3444113"/>
              <a:ext cx="159424" cy="15113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99686" y="3416807"/>
              <a:ext cx="159460" cy="15113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01189" y="3348354"/>
              <a:ext cx="159631" cy="15113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7729855" y="2501010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90" h="62230">
                  <a:moveTo>
                    <a:pt x="91694" y="0"/>
                  </a:moveTo>
                  <a:lnTo>
                    <a:pt x="85090" y="7493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5" y="36830"/>
                  </a:lnTo>
                  <a:lnTo>
                    <a:pt x="85090" y="54228"/>
                  </a:lnTo>
                  <a:lnTo>
                    <a:pt x="91694" y="61721"/>
                  </a:lnTo>
                  <a:lnTo>
                    <a:pt x="123190" y="34543"/>
                  </a:lnTo>
                  <a:lnTo>
                    <a:pt x="123190" y="27305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800773" y="2761742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2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3283" y="2751243"/>
            <a:ext cx="86360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0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300039" y="3251116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440431" y="1813222"/>
            <a:ext cx="8240607" cy="1565487"/>
            <a:chOff x="1830323" y="1359916"/>
            <a:chExt cx="6180455" cy="1174115"/>
          </a:xfrm>
        </p:grpSpPr>
        <p:pic>
          <p:nvPicPr>
            <p:cNvPr id="84" name="object 8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73763" y="2381013"/>
              <a:ext cx="136490" cy="15274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830323" y="1359916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3" y="0"/>
                  </a:moveTo>
                  <a:lnTo>
                    <a:pt x="85089" y="7493"/>
                  </a:lnTo>
                  <a:lnTo>
                    <a:pt x="105156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89" y="54229"/>
                  </a:lnTo>
                  <a:lnTo>
                    <a:pt x="91693" y="61722"/>
                  </a:lnTo>
                  <a:lnTo>
                    <a:pt x="123189" y="34544"/>
                  </a:lnTo>
                  <a:lnTo>
                    <a:pt x="123189" y="27178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426039" y="1726777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832947" y="1688338"/>
            <a:ext cx="1236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67" dirty="0">
                <a:solidFill>
                  <a:srgbClr val="FFFFFF"/>
                </a:solidFill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009344" y="1653055"/>
            <a:ext cx="9780693" cy="3254587"/>
            <a:chOff x="757008" y="1239791"/>
            <a:chExt cx="7335520" cy="2440940"/>
          </a:xfrm>
        </p:grpSpPr>
        <p:pic>
          <p:nvPicPr>
            <p:cNvPr id="89" name="object 8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74105" y="1239791"/>
              <a:ext cx="136490" cy="15312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912554" y="2603446"/>
              <a:ext cx="179921" cy="17991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916043" y="1762887"/>
              <a:ext cx="1205865" cy="41071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7008" y="3346269"/>
              <a:ext cx="516558" cy="334063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287867" y="5177367"/>
            <a:ext cx="2111587" cy="599308"/>
          </a:xfrm>
          <a:prstGeom prst="rect">
            <a:avLst/>
          </a:prstGeom>
        </p:spPr>
        <p:txBody>
          <a:bodyPr vert="horz" wrap="square" lIns="0" tIns="34712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72"/>
              </a:spcBef>
            </a:pPr>
            <a:r>
              <a:rPr sz="1867" dirty="0">
                <a:latin typeface="Verdana"/>
                <a:cs typeface="Verdana"/>
              </a:rPr>
              <a:t>notation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for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27" dirty="0">
                <a:latin typeface="Verdana"/>
                <a:cs typeface="Verdana"/>
              </a:rPr>
              <a:t>layer </a:t>
            </a:r>
            <a:r>
              <a:rPr sz="1867" spc="-13" dirty="0">
                <a:latin typeface="Verdana"/>
                <a:cs typeface="Verdana"/>
              </a:rPr>
              <a:t>numbering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814473" y="2550922"/>
            <a:ext cx="1234440" cy="1001129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Verdana"/>
                <a:cs typeface="Verdana"/>
              </a:rPr>
              <a:t>vector</a:t>
            </a:r>
            <a:r>
              <a:rPr sz="1600" spc="-27" dirty="0">
                <a:latin typeface="Verdana"/>
                <a:cs typeface="Verdana"/>
              </a:rPr>
              <a:t> </a:t>
            </a:r>
            <a:r>
              <a:rPr sz="1600" spc="-33" dirty="0">
                <a:latin typeface="Verdana"/>
                <a:cs typeface="Verdana"/>
              </a:rPr>
              <a:t>of </a:t>
            </a:r>
            <a:r>
              <a:rPr sz="1600" spc="-13" dirty="0">
                <a:latin typeface="Verdana"/>
                <a:cs typeface="Verdana"/>
              </a:rPr>
              <a:t>activation </a:t>
            </a:r>
            <a:r>
              <a:rPr sz="1600" dirty="0">
                <a:latin typeface="Verdana"/>
                <a:cs typeface="Verdana"/>
              </a:rPr>
              <a:t>values</a:t>
            </a:r>
            <a:r>
              <a:rPr sz="1600" spc="-80" dirty="0">
                <a:latin typeface="Verdana"/>
                <a:cs typeface="Verdana"/>
              </a:rPr>
              <a:t> </a:t>
            </a:r>
            <a:r>
              <a:rPr sz="1600" spc="-27" dirty="0">
                <a:latin typeface="Verdana"/>
                <a:cs typeface="Verdana"/>
              </a:rPr>
              <a:t>from </a:t>
            </a:r>
            <a:r>
              <a:rPr sz="1600" dirty="0">
                <a:latin typeface="Verdana"/>
                <a:cs typeface="Verdana"/>
              </a:rPr>
              <a:t>layer</a:t>
            </a:r>
            <a:r>
              <a:rPr sz="1600" spc="-87" dirty="0">
                <a:latin typeface="Verdana"/>
                <a:cs typeface="Verdana"/>
              </a:rPr>
              <a:t> </a:t>
            </a:r>
            <a:r>
              <a:rPr sz="1600" spc="-67" dirty="0"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95" name="object 9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824229" y="4614163"/>
            <a:ext cx="358479" cy="330707"/>
          </a:xfrm>
          <a:prstGeom prst="rect">
            <a:avLst/>
          </a:prstGeom>
        </p:spPr>
      </p:pic>
      <p:sp>
        <p:nvSpPr>
          <p:cNvPr id="96" name="object 96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0" y="1104985"/>
            <a:ext cx="10336107" cy="4660900"/>
            <a:chOff x="504825" y="828738"/>
            <a:chExt cx="7752080" cy="3495675"/>
          </a:xfrm>
        </p:grpSpPr>
        <p:sp>
          <p:nvSpPr>
            <p:cNvPr id="3" name="object 3"/>
            <p:cNvSpPr/>
            <p:nvPr/>
          </p:nvSpPr>
          <p:spPr>
            <a:xfrm>
              <a:off x="947737" y="843025"/>
              <a:ext cx="553085" cy="1571625"/>
            </a:xfrm>
            <a:custGeom>
              <a:avLst/>
              <a:gdLst/>
              <a:ahLst/>
              <a:cxnLst/>
              <a:rect l="l" t="t" r="r" b="b"/>
              <a:pathLst>
                <a:path w="553085" h="1571625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460311" y="0"/>
                  </a:lnTo>
                  <a:lnTo>
                    <a:pt x="496202" y="7225"/>
                  </a:lnTo>
                  <a:lnTo>
                    <a:pt x="525510" y="26939"/>
                  </a:lnTo>
                  <a:lnTo>
                    <a:pt x="545268" y="56203"/>
                  </a:lnTo>
                  <a:lnTo>
                    <a:pt x="552513" y="92075"/>
                  </a:lnTo>
                  <a:lnTo>
                    <a:pt x="552513" y="1479423"/>
                  </a:lnTo>
                  <a:lnTo>
                    <a:pt x="545268" y="1515314"/>
                  </a:lnTo>
                  <a:lnTo>
                    <a:pt x="525510" y="1544621"/>
                  </a:lnTo>
                  <a:lnTo>
                    <a:pt x="496202" y="1564380"/>
                  </a:lnTo>
                  <a:lnTo>
                    <a:pt x="460311" y="1571625"/>
                  </a:lnTo>
                  <a:lnTo>
                    <a:pt x="92075" y="1571625"/>
                  </a:lnTo>
                  <a:lnTo>
                    <a:pt x="56235" y="1564380"/>
                  </a:lnTo>
                  <a:lnTo>
                    <a:pt x="26968" y="1544621"/>
                  </a:lnTo>
                  <a:lnTo>
                    <a:pt x="7235" y="1515314"/>
                  </a:lnTo>
                  <a:lnTo>
                    <a:pt x="0" y="147942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33462" y="966850"/>
              <a:ext cx="372110" cy="1343025"/>
            </a:xfrm>
            <a:custGeom>
              <a:avLst/>
              <a:gdLst/>
              <a:ahLst/>
              <a:cxnLst/>
              <a:rect l="l" t="t" r="r" b="b"/>
              <a:pathLst>
                <a:path w="372109" h="1343025">
                  <a:moveTo>
                    <a:pt x="9525" y="185674"/>
                  </a:moveTo>
                  <a:lnTo>
                    <a:pt x="15989" y="136289"/>
                  </a:lnTo>
                  <a:lnTo>
                    <a:pt x="34233" y="91929"/>
                  </a:lnTo>
                  <a:lnTo>
                    <a:pt x="62531" y="54355"/>
                  </a:lnTo>
                  <a:lnTo>
                    <a:pt x="99158" y="25334"/>
                  </a:lnTo>
                  <a:lnTo>
                    <a:pt x="142389" y="6627"/>
                  </a:lnTo>
                  <a:lnTo>
                    <a:pt x="190500" y="0"/>
                  </a:lnTo>
                  <a:lnTo>
                    <a:pt x="238636" y="6627"/>
                  </a:lnTo>
                  <a:lnTo>
                    <a:pt x="281885" y="25334"/>
                  </a:lnTo>
                  <a:lnTo>
                    <a:pt x="318523" y="54356"/>
                  </a:lnTo>
                  <a:lnTo>
                    <a:pt x="346827" y="91929"/>
                  </a:lnTo>
                  <a:lnTo>
                    <a:pt x="365073" y="136289"/>
                  </a:lnTo>
                  <a:lnTo>
                    <a:pt x="371538" y="185674"/>
                  </a:lnTo>
                  <a:lnTo>
                    <a:pt x="365073" y="235067"/>
                  </a:lnTo>
                  <a:lnTo>
                    <a:pt x="346827" y="279451"/>
                  </a:lnTo>
                  <a:lnTo>
                    <a:pt x="318523" y="317055"/>
                  </a:lnTo>
                  <a:lnTo>
                    <a:pt x="281885" y="346107"/>
                  </a:lnTo>
                  <a:lnTo>
                    <a:pt x="238636" y="364838"/>
                  </a:lnTo>
                  <a:lnTo>
                    <a:pt x="190500" y="371475"/>
                  </a:lnTo>
                  <a:lnTo>
                    <a:pt x="142389" y="364838"/>
                  </a:lnTo>
                  <a:lnTo>
                    <a:pt x="99158" y="346107"/>
                  </a:lnTo>
                  <a:lnTo>
                    <a:pt x="62531" y="317055"/>
                  </a:lnTo>
                  <a:lnTo>
                    <a:pt x="34233" y="279451"/>
                  </a:lnTo>
                  <a:lnTo>
                    <a:pt x="15989" y="235067"/>
                  </a:lnTo>
                  <a:lnTo>
                    <a:pt x="9525" y="185674"/>
                  </a:lnTo>
                  <a:close/>
                </a:path>
                <a:path w="372109" h="1343025">
                  <a:moveTo>
                    <a:pt x="0" y="666750"/>
                  </a:moveTo>
                  <a:lnTo>
                    <a:pt x="6634" y="618595"/>
                  </a:lnTo>
                  <a:lnTo>
                    <a:pt x="25359" y="575352"/>
                  </a:lnTo>
                  <a:lnTo>
                    <a:pt x="54402" y="538734"/>
                  </a:lnTo>
                  <a:lnTo>
                    <a:pt x="91993" y="510455"/>
                  </a:lnTo>
                  <a:lnTo>
                    <a:pt x="136361" y="492230"/>
                  </a:lnTo>
                  <a:lnTo>
                    <a:pt x="185737" y="485775"/>
                  </a:lnTo>
                  <a:lnTo>
                    <a:pt x="235131" y="492230"/>
                  </a:lnTo>
                  <a:lnTo>
                    <a:pt x="279515" y="510455"/>
                  </a:lnTo>
                  <a:lnTo>
                    <a:pt x="317119" y="538734"/>
                  </a:lnTo>
                  <a:lnTo>
                    <a:pt x="346171" y="575352"/>
                  </a:lnTo>
                  <a:lnTo>
                    <a:pt x="364901" y="618595"/>
                  </a:lnTo>
                  <a:lnTo>
                    <a:pt x="371538" y="666750"/>
                  </a:lnTo>
                  <a:lnTo>
                    <a:pt x="364901" y="714860"/>
                  </a:lnTo>
                  <a:lnTo>
                    <a:pt x="346171" y="758091"/>
                  </a:lnTo>
                  <a:lnTo>
                    <a:pt x="317119" y="794718"/>
                  </a:lnTo>
                  <a:lnTo>
                    <a:pt x="279515" y="823016"/>
                  </a:lnTo>
                  <a:lnTo>
                    <a:pt x="235131" y="841260"/>
                  </a:lnTo>
                  <a:lnTo>
                    <a:pt x="185737" y="847725"/>
                  </a:lnTo>
                  <a:lnTo>
                    <a:pt x="136361" y="841260"/>
                  </a:lnTo>
                  <a:lnTo>
                    <a:pt x="91993" y="823016"/>
                  </a:lnTo>
                  <a:lnTo>
                    <a:pt x="54402" y="794718"/>
                  </a:lnTo>
                  <a:lnTo>
                    <a:pt x="25359" y="758091"/>
                  </a:lnTo>
                  <a:lnTo>
                    <a:pt x="6634" y="714860"/>
                  </a:lnTo>
                  <a:lnTo>
                    <a:pt x="0" y="666750"/>
                  </a:lnTo>
                  <a:close/>
                </a:path>
                <a:path w="372109" h="1343025">
                  <a:moveTo>
                    <a:pt x="0" y="1162050"/>
                  </a:moveTo>
                  <a:lnTo>
                    <a:pt x="6464" y="1113895"/>
                  </a:lnTo>
                  <a:lnTo>
                    <a:pt x="24708" y="1070652"/>
                  </a:lnTo>
                  <a:lnTo>
                    <a:pt x="53006" y="1034034"/>
                  </a:lnTo>
                  <a:lnTo>
                    <a:pt x="89633" y="1005755"/>
                  </a:lnTo>
                  <a:lnTo>
                    <a:pt x="132864" y="987530"/>
                  </a:lnTo>
                  <a:lnTo>
                    <a:pt x="180975" y="981075"/>
                  </a:lnTo>
                  <a:lnTo>
                    <a:pt x="229111" y="987530"/>
                  </a:lnTo>
                  <a:lnTo>
                    <a:pt x="272360" y="1005755"/>
                  </a:lnTo>
                  <a:lnTo>
                    <a:pt x="308998" y="1034033"/>
                  </a:lnTo>
                  <a:lnTo>
                    <a:pt x="337302" y="1070652"/>
                  </a:lnTo>
                  <a:lnTo>
                    <a:pt x="355548" y="1113895"/>
                  </a:lnTo>
                  <a:lnTo>
                    <a:pt x="362013" y="1162050"/>
                  </a:lnTo>
                  <a:lnTo>
                    <a:pt x="355548" y="1210160"/>
                  </a:lnTo>
                  <a:lnTo>
                    <a:pt x="337302" y="1253391"/>
                  </a:lnTo>
                  <a:lnTo>
                    <a:pt x="308998" y="1290018"/>
                  </a:lnTo>
                  <a:lnTo>
                    <a:pt x="272360" y="1318316"/>
                  </a:lnTo>
                  <a:lnTo>
                    <a:pt x="229111" y="1336560"/>
                  </a:lnTo>
                  <a:lnTo>
                    <a:pt x="180975" y="1343025"/>
                  </a:lnTo>
                  <a:lnTo>
                    <a:pt x="132864" y="1336560"/>
                  </a:lnTo>
                  <a:lnTo>
                    <a:pt x="89633" y="1318316"/>
                  </a:lnTo>
                  <a:lnTo>
                    <a:pt x="53006" y="1290018"/>
                  </a:lnTo>
                  <a:lnTo>
                    <a:pt x="24708" y="1253391"/>
                  </a:lnTo>
                  <a:lnTo>
                    <a:pt x="6464" y="1210160"/>
                  </a:lnTo>
                  <a:lnTo>
                    <a:pt x="0" y="11620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995550" y="1443100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460248"/>
                  </a:lnTo>
                  <a:lnTo>
                    <a:pt x="545205" y="496139"/>
                  </a:lnTo>
                  <a:lnTo>
                    <a:pt x="525446" y="525446"/>
                  </a:lnTo>
                  <a:lnTo>
                    <a:pt x="496139" y="545205"/>
                  </a:lnTo>
                  <a:lnTo>
                    <a:pt x="460248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090800" y="152882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8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543175" y="1647825"/>
              <a:ext cx="453390" cy="114300"/>
            </a:xfrm>
            <a:custGeom>
              <a:avLst/>
              <a:gdLst/>
              <a:ahLst/>
              <a:cxnLst/>
              <a:rect l="l" t="t" r="r" b="b"/>
              <a:pathLst>
                <a:path w="453389" h="114300">
                  <a:moveTo>
                    <a:pt x="338581" y="0"/>
                  </a:moveTo>
                  <a:lnTo>
                    <a:pt x="338581" y="114300"/>
                  </a:lnTo>
                  <a:lnTo>
                    <a:pt x="414781" y="76200"/>
                  </a:lnTo>
                  <a:lnTo>
                    <a:pt x="357631" y="76200"/>
                  </a:lnTo>
                  <a:lnTo>
                    <a:pt x="357631" y="38100"/>
                  </a:lnTo>
                  <a:lnTo>
                    <a:pt x="414781" y="38100"/>
                  </a:lnTo>
                  <a:lnTo>
                    <a:pt x="338581" y="0"/>
                  </a:lnTo>
                  <a:close/>
                </a:path>
                <a:path w="453389" h="114300">
                  <a:moveTo>
                    <a:pt x="33858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38581" y="76200"/>
                  </a:lnTo>
                  <a:lnTo>
                    <a:pt x="338581" y="38100"/>
                  </a:lnTo>
                  <a:close/>
                </a:path>
                <a:path w="453389" h="114300">
                  <a:moveTo>
                    <a:pt x="414781" y="38100"/>
                  </a:moveTo>
                  <a:lnTo>
                    <a:pt x="357631" y="38100"/>
                  </a:lnTo>
                  <a:lnTo>
                    <a:pt x="357631" y="76200"/>
                  </a:lnTo>
                  <a:lnTo>
                    <a:pt x="414781" y="76200"/>
                  </a:lnTo>
                  <a:lnTo>
                    <a:pt x="452881" y="57150"/>
                  </a:lnTo>
                  <a:lnTo>
                    <a:pt x="414781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524000" y="1657350"/>
              <a:ext cx="466090" cy="114300"/>
            </a:xfrm>
            <a:custGeom>
              <a:avLst/>
              <a:gdLst/>
              <a:ahLst/>
              <a:cxnLst/>
              <a:rect l="l" t="t" r="r" b="b"/>
              <a:pathLst>
                <a:path w="466089" h="114300">
                  <a:moveTo>
                    <a:pt x="351536" y="0"/>
                  </a:moveTo>
                  <a:lnTo>
                    <a:pt x="351536" y="114300"/>
                  </a:lnTo>
                  <a:lnTo>
                    <a:pt x="427736" y="76200"/>
                  </a:lnTo>
                  <a:lnTo>
                    <a:pt x="370586" y="76200"/>
                  </a:lnTo>
                  <a:lnTo>
                    <a:pt x="370586" y="38100"/>
                  </a:lnTo>
                  <a:lnTo>
                    <a:pt x="427736" y="38100"/>
                  </a:lnTo>
                  <a:lnTo>
                    <a:pt x="351536" y="0"/>
                  </a:lnTo>
                  <a:close/>
                </a:path>
                <a:path w="466089" h="114300">
                  <a:moveTo>
                    <a:pt x="35153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51536" y="76200"/>
                  </a:lnTo>
                  <a:lnTo>
                    <a:pt x="351536" y="38100"/>
                  </a:lnTo>
                  <a:close/>
                </a:path>
                <a:path w="466089" h="114300">
                  <a:moveTo>
                    <a:pt x="427736" y="38100"/>
                  </a:moveTo>
                  <a:lnTo>
                    <a:pt x="370586" y="38100"/>
                  </a:lnTo>
                  <a:lnTo>
                    <a:pt x="370586" y="76200"/>
                  </a:lnTo>
                  <a:lnTo>
                    <a:pt x="427736" y="76200"/>
                  </a:lnTo>
                  <a:lnTo>
                    <a:pt x="465836" y="57150"/>
                  </a:lnTo>
                  <a:lnTo>
                    <a:pt x="427736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04825" y="1657350"/>
              <a:ext cx="403860" cy="114300"/>
            </a:xfrm>
            <a:custGeom>
              <a:avLst/>
              <a:gdLst/>
              <a:ahLst/>
              <a:cxnLst/>
              <a:rect l="l" t="t" r="r" b="b"/>
              <a:pathLst>
                <a:path w="403859" h="114300">
                  <a:moveTo>
                    <a:pt x="289115" y="0"/>
                  </a:moveTo>
                  <a:lnTo>
                    <a:pt x="289115" y="114300"/>
                  </a:lnTo>
                  <a:lnTo>
                    <a:pt x="365315" y="76200"/>
                  </a:lnTo>
                  <a:lnTo>
                    <a:pt x="308165" y="76200"/>
                  </a:lnTo>
                  <a:lnTo>
                    <a:pt x="308165" y="38100"/>
                  </a:lnTo>
                  <a:lnTo>
                    <a:pt x="365315" y="38100"/>
                  </a:lnTo>
                  <a:lnTo>
                    <a:pt x="289115" y="0"/>
                  </a:lnTo>
                  <a:close/>
                </a:path>
                <a:path w="403859" h="114300">
                  <a:moveTo>
                    <a:pt x="2891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9115" y="76200"/>
                  </a:lnTo>
                  <a:lnTo>
                    <a:pt x="289115" y="38100"/>
                  </a:lnTo>
                  <a:close/>
                </a:path>
                <a:path w="403859" h="114300">
                  <a:moveTo>
                    <a:pt x="365315" y="38100"/>
                  </a:moveTo>
                  <a:lnTo>
                    <a:pt x="308165" y="38100"/>
                  </a:lnTo>
                  <a:lnTo>
                    <a:pt x="308165" y="76200"/>
                  </a:lnTo>
                  <a:lnTo>
                    <a:pt x="365315" y="76200"/>
                  </a:lnTo>
                  <a:lnTo>
                    <a:pt x="403415" y="57150"/>
                  </a:lnTo>
                  <a:lnTo>
                    <a:pt x="365315" y="3810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8975" y="1314449"/>
              <a:ext cx="4429125" cy="2990850"/>
            </a:xfrm>
            <a:custGeom>
              <a:avLst/>
              <a:gdLst/>
              <a:ahLst/>
              <a:cxnLst/>
              <a:rect l="l" t="t" r="r" b="b"/>
              <a:pathLst>
                <a:path w="4429125" h="2990850">
                  <a:moveTo>
                    <a:pt x="0" y="2990850"/>
                  </a:moveTo>
                  <a:lnTo>
                    <a:pt x="4429125" y="2990850"/>
                  </a:lnTo>
                  <a:lnTo>
                    <a:pt x="4429125" y="0"/>
                  </a:lnTo>
                  <a:lnTo>
                    <a:pt x="0" y="0"/>
                  </a:lnTo>
                  <a:lnTo>
                    <a:pt x="0" y="2990850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00526" y="1995550"/>
              <a:ext cx="723900" cy="1114425"/>
            </a:xfrm>
            <a:custGeom>
              <a:avLst/>
              <a:gdLst/>
              <a:ahLst/>
              <a:cxnLst/>
              <a:rect l="l" t="t" r="r" b="b"/>
              <a:pathLst>
                <a:path w="723900" h="1114425">
                  <a:moveTo>
                    <a:pt x="0" y="120650"/>
                  </a:moveTo>
                  <a:lnTo>
                    <a:pt x="9475" y="73669"/>
                  </a:lnTo>
                  <a:lnTo>
                    <a:pt x="35321" y="35321"/>
                  </a:lnTo>
                  <a:lnTo>
                    <a:pt x="73669" y="9475"/>
                  </a:lnTo>
                  <a:lnTo>
                    <a:pt x="120650" y="0"/>
                  </a:lnTo>
                  <a:lnTo>
                    <a:pt x="603123" y="0"/>
                  </a:lnTo>
                  <a:lnTo>
                    <a:pt x="650122" y="9475"/>
                  </a:lnTo>
                  <a:lnTo>
                    <a:pt x="688514" y="35321"/>
                  </a:lnTo>
                  <a:lnTo>
                    <a:pt x="714404" y="73669"/>
                  </a:lnTo>
                  <a:lnTo>
                    <a:pt x="723900" y="120650"/>
                  </a:lnTo>
                  <a:lnTo>
                    <a:pt x="723900" y="993648"/>
                  </a:lnTo>
                  <a:lnTo>
                    <a:pt x="714404" y="1040647"/>
                  </a:lnTo>
                  <a:lnTo>
                    <a:pt x="688514" y="1079039"/>
                  </a:lnTo>
                  <a:lnTo>
                    <a:pt x="650122" y="1104929"/>
                  </a:lnTo>
                  <a:lnTo>
                    <a:pt x="603123" y="1114425"/>
                  </a:lnTo>
                  <a:lnTo>
                    <a:pt x="120650" y="1114425"/>
                  </a:lnTo>
                  <a:lnTo>
                    <a:pt x="73669" y="1104929"/>
                  </a:lnTo>
                  <a:lnTo>
                    <a:pt x="35321" y="1079039"/>
                  </a:lnTo>
                  <a:lnTo>
                    <a:pt x="9475" y="1040647"/>
                  </a:lnTo>
                  <a:lnTo>
                    <a:pt x="0" y="993648"/>
                  </a:lnTo>
                  <a:lnTo>
                    <a:pt x="0" y="120650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1026" y="2548000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180975"/>
                  </a:moveTo>
                  <a:lnTo>
                    <a:pt x="6627" y="132820"/>
                  </a:lnTo>
                  <a:lnTo>
                    <a:pt x="25334" y="89577"/>
                  </a:lnTo>
                  <a:lnTo>
                    <a:pt x="54356" y="52959"/>
                  </a:lnTo>
                  <a:lnTo>
                    <a:pt x="91929" y="24680"/>
                  </a:lnTo>
                  <a:lnTo>
                    <a:pt x="136289" y="6455"/>
                  </a:lnTo>
                  <a:lnTo>
                    <a:pt x="185674" y="0"/>
                  </a:lnTo>
                  <a:lnTo>
                    <a:pt x="235067" y="6455"/>
                  </a:lnTo>
                  <a:lnTo>
                    <a:pt x="279451" y="24680"/>
                  </a:lnTo>
                  <a:lnTo>
                    <a:pt x="317055" y="52958"/>
                  </a:lnTo>
                  <a:lnTo>
                    <a:pt x="346107" y="89577"/>
                  </a:lnTo>
                  <a:lnTo>
                    <a:pt x="364838" y="132820"/>
                  </a:lnTo>
                  <a:lnTo>
                    <a:pt x="371475" y="180975"/>
                  </a:lnTo>
                  <a:lnTo>
                    <a:pt x="364838" y="229085"/>
                  </a:lnTo>
                  <a:lnTo>
                    <a:pt x="346107" y="272316"/>
                  </a:lnTo>
                  <a:lnTo>
                    <a:pt x="317055" y="308943"/>
                  </a:lnTo>
                  <a:lnTo>
                    <a:pt x="279451" y="337241"/>
                  </a:lnTo>
                  <a:lnTo>
                    <a:pt x="235067" y="355485"/>
                  </a:lnTo>
                  <a:lnTo>
                    <a:pt x="185674" y="361950"/>
                  </a:lnTo>
                  <a:lnTo>
                    <a:pt x="136289" y="355485"/>
                  </a:lnTo>
                  <a:lnTo>
                    <a:pt x="91929" y="337241"/>
                  </a:lnTo>
                  <a:lnTo>
                    <a:pt x="54355" y="308943"/>
                  </a:lnTo>
                  <a:lnTo>
                    <a:pt x="25334" y="272316"/>
                  </a:lnTo>
                  <a:lnTo>
                    <a:pt x="6627" y="229085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257550" y="2752724"/>
              <a:ext cx="4999355" cy="126364"/>
            </a:xfrm>
            <a:custGeom>
              <a:avLst/>
              <a:gdLst/>
              <a:ahLst/>
              <a:cxnLst/>
              <a:rect l="l" t="t" r="r" b="b"/>
              <a:pathLst>
                <a:path w="4999355" h="126364">
                  <a:moveTo>
                    <a:pt x="403352" y="57150"/>
                  </a:moveTo>
                  <a:lnTo>
                    <a:pt x="365252" y="38100"/>
                  </a:lnTo>
                  <a:lnTo>
                    <a:pt x="289052" y="0"/>
                  </a:lnTo>
                  <a:lnTo>
                    <a:pt x="289052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89052" y="76200"/>
                  </a:lnTo>
                  <a:lnTo>
                    <a:pt x="289052" y="114300"/>
                  </a:lnTo>
                  <a:lnTo>
                    <a:pt x="365252" y="76200"/>
                  </a:lnTo>
                  <a:lnTo>
                    <a:pt x="403352" y="57150"/>
                  </a:lnTo>
                  <a:close/>
                </a:path>
                <a:path w="4999355" h="126364">
                  <a:moveTo>
                    <a:pt x="4999228" y="69977"/>
                  </a:moveTo>
                  <a:lnTo>
                    <a:pt x="4960493" y="50292"/>
                  </a:lnTo>
                  <a:lnTo>
                    <a:pt x="4885309" y="12065"/>
                  </a:lnTo>
                  <a:lnTo>
                    <a:pt x="4885042" y="50190"/>
                  </a:lnTo>
                  <a:lnTo>
                    <a:pt x="1200277" y="28575"/>
                  </a:lnTo>
                  <a:lnTo>
                    <a:pt x="1200124" y="50292"/>
                  </a:lnTo>
                  <a:lnTo>
                    <a:pt x="1200023" y="66675"/>
                  </a:lnTo>
                  <a:lnTo>
                    <a:pt x="4884788" y="88290"/>
                  </a:lnTo>
                  <a:lnTo>
                    <a:pt x="4903851" y="88392"/>
                  </a:lnTo>
                  <a:lnTo>
                    <a:pt x="4884788" y="88392"/>
                  </a:lnTo>
                  <a:lnTo>
                    <a:pt x="4884547" y="126365"/>
                  </a:lnTo>
                  <a:lnTo>
                    <a:pt x="4961775" y="88392"/>
                  </a:lnTo>
                  <a:lnTo>
                    <a:pt x="4999228" y="69977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600" y="2181225"/>
              <a:ext cx="704850" cy="361950"/>
            </a:xfrm>
            <a:custGeom>
              <a:avLst/>
              <a:gdLst/>
              <a:ahLst/>
              <a:cxnLst/>
              <a:rect l="l" t="t" r="r" b="b"/>
              <a:pathLst>
                <a:path w="704850" h="361950">
                  <a:moveTo>
                    <a:pt x="704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704850" y="3619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6278" y="2296286"/>
              <a:ext cx="123825" cy="43815"/>
            </a:xfrm>
            <a:custGeom>
              <a:avLst/>
              <a:gdLst/>
              <a:ahLst/>
              <a:cxnLst/>
              <a:rect l="l" t="t" r="r" b="b"/>
              <a:pathLst>
                <a:path w="123825" h="43814">
                  <a:moveTo>
                    <a:pt x="101600" y="0"/>
                  </a:moveTo>
                  <a:lnTo>
                    <a:pt x="96900" y="5333"/>
                  </a:lnTo>
                  <a:lnTo>
                    <a:pt x="1109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10998" y="25907"/>
                  </a:lnTo>
                  <a:lnTo>
                    <a:pt x="96900" y="38226"/>
                  </a:lnTo>
                  <a:lnTo>
                    <a:pt x="101600" y="43433"/>
                  </a:lnTo>
                  <a:lnTo>
                    <a:pt x="123698" y="24256"/>
                  </a:lnTo>
                  <a:lnTo>
                    <a:pt x="123698" y="19176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/>
          <p:nvPr/>
        </p:nvSpPr>
        <p:spPr>
          <a:xfrm>
            <a:off x="297045" y="210938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89" y="7493"/>
                </a:lnTo>
                <a:lnTo>
                  <a:pt x="105181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81" y="36702"/>
                </a:lnTo>
                <a:lnTo>
                  <a:pt x="85089" y="54228"/>
                </a:lnTo>
                <a:lnTo>
                  <a:pt x="91744" y="61722"/>
                </a:lnTo>
                <a:lnTo>
                  <a:pt x="123266" y="34544"/>
                </a:lnTo>
                <a:lnTo>
                  <a:pt x="123266" y="27177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280246" y="2023449"/>
            <a:ext cx="200660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50121" y="2998809"/>
            <a:ext cx="82719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spc="440" baseline="-23809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1867" spc="-207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1867" spc="-33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49" baseline="-23809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2100" baseline="-23809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36708" y="3238585"/>
            <a:ext cx="240453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40FF"/>
                </a:solidFill>
                <a:latin typeface="Verdana"/>
                <a:cs typeface="Verdana"/>
              </a:rPr>
              <a:t>a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2873078" y="322207"/>
            <a:ext cx="645837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Neural</a:t>
            </a:r>
            <a:r>
              <a:rPr spc="-113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3" dirty="0"/>
              <a:t>layer</a:t>
            </a:r>
          </a:p>
        </p:txBody>
      </p:sp>
      <p:sp>
        <p:nvSpPr>
          <p:cNvPr id="21" name="object 21"/>
          <p:cNvSpPr/>
          <p:nvPr/>
        </p:nvSpPr>
        <p:spPr>
          <a:xfrm>
            <a:off x="4409439" y="3325536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4" y="0"/>
                </a:moveTo>
                <a:lnTo>
                  <a:pt x="85090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6" y="36830"/>
                </a:lnTo>
                <a:lnTo>
                  <a:pt x="85090" y="54229"/>
                </a:lnTo>
                <a:lnTo>
                  <a:pt x="91694" y="61722"/>
                </a:lnTo>
                <a:lnTo>
                  <a:pt x="123190" y="34544"/>
                </a:lnTo>
                <a:lnTo>
                  <a:pt x="123190" y="27305"/>
                </a:lnTo>
                <a:lnTo>
                  <a:pt x="9169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4363213" y="3114463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97700" y="3074077"/>
            <a:ext cx="711200" cy="58420"/>
            <a:chOff x="5248275" y="2305557"/>
            <a:chExt cx="533400" cy="43815"/>
          </a:xfrm>
        </p:grpSpPr>
        <p:sp>
          <p:nvSpPr>
            <p:cNvPr id="24" name="object 24"/>
            <p:cNvSpPr/>
            <p:nvPr/>
          </p:nvSpPr>
          <p:spPr>
            <a:xfrm>
              <a:off x="5248275" y="230555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4"/>
                  </a:lnTo>
                  <a:lnTo>
                    <a:pt x="130048" y="17653"/>
                  </a:lnTo>
                  <a:lnTo>
                    <a:pt x="0" y="17653"/>
                  </a:lnTo>
                  <a:lnTo>
                    <a:pt x="0" y="25908"/>
                  </a:lnTo>
                  <a:lnTo>
                    <a:pt x="130048" y="25908"/>
                  </a:lnTo>
                  <a:lnTo>
                    <a:pt x="115950" y="38227"/>
                  </a:lnTo>
                  <a:lnTo>
                    <a:pt x="120650" y="43561"/>
                  </a:lnTo>
                  <a:lnTo>
                    <a:pt x="142748" y="24384"/>
                  </a:lnTo>
                  <a:lnTo>
                    <a:pt x="142748" y="19177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695950" y="2305557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0" y="5334"/>
                  </a:lnTo>
                  <a:lnTo>
                    <a:pt x="72898" y="17653"/>
                  </a:lnTo>
                  <a:lnTo>
                    <a:pt x="0" y="17653"/>
                  </a:lnTo>
                  <a:lnTo>
                    <a:pt x="0" y="25908"/>
                  </a:lnTo>
                  <a:lnTo>
                    <a:pt x="72898" y="25908"/>
                  </a:lnTo>
                  <a:lnTo>
                    <a:pt x="58800" y="38227"/>
                  </a:lnTo>
                  <a:lnTo>
                    <a:pt x="63500" y="43561"/>
                  </a:lnTo>
                  <a:lnTo>
                    <a:pt x="85598" y="24384"/>
                  </a:lnTo>
                  <a:lnTo>
                    <a:pt x="85598" y="19177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37488" y="3015825"/>
            <a:ext cx="2620433" cy="30955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  <a:tabLst>
                <a:tab pos="1349553" algn="l"/>
              </a:tabLst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spc="520" baseline="-23809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160" baseline="1984" dirty="0">
                <a:latin typeface="Cambria Math"/>
                <a:cs typeface="Cambria Math"/>
              </a:rPr>
              <a:t> </a:t>
            </a:r>
            <a:r>
              <a:rPr sz="2800" spc="-40" baseline="1984" dirty="0">
                <a:latin typeface="Cambria Math"/>
                <a:cs typeface="Cambria Math"/>
              </a:rPr>
              <a:t>𝑔(</a:t>
            </a:r>
            <a:r>
              <a:rPr sz="2800" spc="-4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1164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10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r>
              <a:rPr sz="2100" spc="260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5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spc="389" baseline="-21164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2800" spc="-10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044701" y="1228004"/>
            <a:ext cx="9657927" cy="4521200"/>
            <a:chOff x="1533525" y="921003"/>
            <a:chExt cx="7243445" cy="339090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8952" y="2516250"/>
              <a:ext cx="1024017" cy="2166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543050" y="2181225"/>
              <a:ext cx="1687830" cy="2120900"/>
            </a:xfrm>
            <a:custGeom>
              <a:avLst/>
              <a:gdLst/>
              <a:ahLst/>
              <a:cxnLst/>
              <a:rect l="l" t="t" r="r" b="b"/>
              <a:pathLst>
                <a:path w="1687830" h="2120900">
                  <a:moveTo>
                    <a:pt x="0" y="0"/>
                  </a:moveTo>
                  <a:lnTo>
                    <a:pt x="1687576" y="2120798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795640" y="921003"/>
              <a:ext cx="981075" cy="19050"/>
            </a:xfrm>
            <a:custGeom>
              <a:avLst/>
              <a:gdLst/>
              <a:ahLst/>
              <a:cxnLst/>
              <a:rect l="l" t="t" r="r" b="b"/>
              <a:pathLst>
                <a:path w="981075" h="19050">
                  <a:moveTo>
                    <a:pt x="981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981075" y="19050"/>
                  </a:lnTo>
                  <a:lnTo>
                    <a:pt x="981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6305" y="967485"/>
              <a:ext cx="217043" cy="17652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947401" y="729318"/>
            <a:ext cx="224367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latin typeface="Cambria Math"/>
                <a:cs typeface="Cambria Math"/>
              </a:rPr>
              <a:t>1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248141" y="984588"/>
            <a:ext cx="2410460" cy="688223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lnSpc>
                <a:spcPts val="2552"/>
              </a:lnSpc>
              <a:spcBef>
                <a:spcPts val="167"/>
              </a:spcBef>
            </a:pPr>
            <a:r>
              <a:rPr sz="2667" dirty="0">
                <a:latin typeface="Cambria Math"/>
                <a:cs typeface="Cambria Math"/>
              </a:rPr>
              <a:t>𝑔(</a:t>
            </a:r>
            <a:r>
              <a:rPr sz="2667" dirty="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sz="2667" dirty="0">
                <a:latin typeface="Cambria Math"/>
                <a:cs typeface="Cambria Math"/>
              </a:rPr>
              <a:t>)</a:t>
            </a:r>
            <a:r>
              <a:rPr sz="2667" spc="147" dirty="0">
                <a:latin typeface="Cambria Math"/>
                <a:cs typeface="Cambria Math"/>
              </a:rPr>
              <a:t> </a:t>
            </a:r>
            <a:r>
              <a:rPr sz="2667" spc="-67" dirty="0">
                <a:latin typeface="Cambria Math"/>
                <a:cs typeface="Cambria Math"/>
              </a:rPr>
              <a:t>=</a:t>
            </a:r>
            <a:endParaRPr sz="2667">
              <a:latin typeface="Cambria Math"/>
              <a:cs typeface="Cambria Math"/>
            </a:endParaRPr>
          </a:p>
          <a:p>
            <a:pPr marL="1156518">
              <a:lnSpc>
                <a:spcPts val="2552"/>
              </a:lnSpc>
            </a:pPr>
            <a:r>
              <a:rPr sz="2667" dirty="0">
                <a:latin typeface="Cambria Math"/>
                <a:cs typeface="Cambria Math"/>
              </a:rPr>
              <a:t>1</a:t>
            </a:r>
            <a:r>
              <a:rPr sz="2667" spc="-60" dirty="0"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+</a:t>
            </a:r>
            <a:r>
              <a:rPr sz="2667" spc="33" dirty="0"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𝑒</a:t>
            </a:r>
            <a:r>
              <a:rPr sz="3000" baseline="22222" dirty="0">
                <a:latin typeface="Cambria Math"/>
                <a:cs typeface="Cambria Math"/>
              </a:rPr>
              <a:t>−</a:t>
            </a:r>
            <a:r>
              <a:rPr sz="3000" spc="669" baseline="22222" dirty="0">
                <a:latin typeface="Cambria Math"/>
                <a:cs typeface="Cambria Math"/>
              </a:rPr>
              <a:t> </a:t>
            </a:r>
            <a:r>
              <a:rPr sz="3000" spc="29" baseline="22222" dirty="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3000" baseline="22222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3606" y="2787903"/>
            <a:ext cx="687761" cy="299212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2399113" y="2914565"/>
            <a:ext cx="1217507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dirty="0">
                <a:latin typeface="Verdana"/>
                <a:cs typeface="Verdana"/>
              </a:rPr>
              <a:t>layer</a:t>
            </a:r>
            <a:r>
              <a:rPr sz="2667" spc="-33" dirty="0">
                <a:latin typeface="Verdana"/>
                <a:cs typeface="Verdana"/>
              </a:rPr>
              <a:t> </a:t>
            </a:r>
            <a:r>
              <a:rPr sz="2667" spc="-67" dirty="0">
                <a:latin typeface="Verdana"/>
                <a:cs typeface="Verdana"/>
              </a:rPr>
              <a:t>2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87636" y="4224019"/>
            <a:ext cx="1219200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dirty="0">
                <a:latin typeface="Verdana"/>
                <a:cs typeface="Verdana"/>
              </a:rPr>
              <a:t>layer</a:t>
            </a:r>
            <a:r>
              <a:rPr sz="2667" spc="-27" dirty="0">
                <a:latin typeface="Verdana"/>
                <a:cs typeface="Verdana"/>
              </a:rPr>
              <a:t> </a:t>
            </a:r>
            <a:r>
              <a:rPr sz="2667" spc="-67" dirty="0">
                <a:latin typeface="Verdana"/>
                <a:cs typeface="Verdana"/>
              </a:rPr>
              <a:t>1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51381" y="189348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4" y="0"/>
                </a:moveTo>
                <a:lnTo>
                  <a:pt x="85090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6" y="36830"/>
                </a:lnTo>
                <a:lnTo>
                  <a:pt x="85090" y="54228"/>
                </a:lnTo>
                <a:lnTo>
                  <a:pt x="91694" y="61849"/>
                </a:lnTo>
                <a:lnTo>
                  <a:pt x="123316" y="34544"/>
                </a:lnTo>
                <a:lnTo>
                  <a:pt x="123316" y="27305"/>
                </a:lnTo>
                <a:lnTo>
                  <a:pt x="9169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2063834" y="1339934"/>
            <a:ext cx="1409700" cy="788248"/>
          </a:xfrm>
          <a:prstGeom prst="rect">
            <a:avLst/>
          </a:prstGeom>
          <a:ln w="25400">
            <a:solidFill>
              <a:srgbClr val="0096FF"/>
            </a:solidFill>
          </a:ln>
        </p:spPr>
        <p:txBody>
          <a:bodyPr vert="horz" wrap="square" lIns="0" tIns="69425" rIns="0" bIns="0" rtlCol="0">
            <a:spAutoFit/>
          </a:bodyPr>
          <a:lstStyle/>
          <a:p>
            <a:pPr>
              <a:spcBef>
                <a:spcPts val="545"/>
              </a:spcBef>
            </a:pPr>
            <a:endParaRPr sz="2000">
              <a:latin typeface="Times New Roman"/>
              <a:cs typeface="Times New Roman"/>
            </a:endParaRPr>
          </a:p>
          <a:p>
            <a:pPr marL="88898"/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88047" y="1346201"/>
            <a:ext cx="9136379" cy="3538220"/>
            <a:chOff x="1116035" y="1009650"/>
            <a:chExt cx="6852284" cy="2653665"/>
          </a:xfrm>
        </p:grpSpPr>
        <p:sp>
          <p:nvSpPr>
            <p:cNvPr id="40" name="object 40"/>
            <p:cNvSpPr/>
            <p:nvPr/>
          </p:nvSpPr>
          <p:spPr>
            <a:xfrm>
              <a:off x="2619375" y="1019175"/>
              <a:ext cx="5044440" cy="294640"/>
            </a:xfrm>
            <a:custGeom>
              <a:avLst/>
              <a:gdLst/>
              <a:ahLst/>
              <a:cxnLst/>
              <a:rect l="l" t="t" r="r" b="b"/>
              <a:pathLst>
                <a:path w="5044440" h="294640">
                  <a:moveTo>
                    <a:pt x="0" y="0"/>
                  </a:moveTo>
                  <a:lnTo>
                    <a:pt x="5044440" y="294513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6035" y="3482794"/>
              <a:ext cx="179907" cy="17992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3774" y="2616967"/>
              <a:ext cx="141563" cy="14732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8180" y="1692407"/>
              <a:ext cx="141601" cy="14732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89066" y="2481312"/>
              <a:ext cx="141601" cy="14727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26432" y="2856470"/>
              <a:ext cx="141545" cy="14722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503506" y="1691641"/>
            <a:ext cx="635845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</a:pPr>
            <a:r>
              <a:rPr sz="4000" spc="-40" baseline="-20833" dirty="0">
                <a:solidFill>
                  <a:srgbClr val="FF40FF"/>
                </a:solidFill>
                <a:latin typeface="Cambria Math"/>
                <a:cs typeface="Cambria Math"/>
              </a:rPr>
              <a:t>𝑎</a:t>
            </a:r>
            <a:r>
              <a:rPr sz="2000" spc="-27" dirty="0">
                <a:solidFill>
                  <a:srgbClr val="FF40FF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6223" y="2838703"/>
            <a:ext cx="7519247" cy="1678093"/>
            <a:chOff x="2487167" y="2129027"/>
            <a:chExt cx="5639435" cy="1258570"/>
          </a:xfrm>
        </p:grpSpPr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2201" y="2372504"/>
              <a:ext cx="303876" cy="21357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43400" y="2129027"/>
              <a:ext cx="198882" cy="15405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0679" y="2139695"/>
              <a:ext cx="198882" cy="15417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4319" y="2157094"/>
              <a:ext cx="198881" cy="1540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2585" y="2147569"/>
              <a:ext cx="199009" cy="15417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84394" y="2144394"/>
              <a:ext cx="198881" cy="15417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87167" y="2514727"/>
              <a:ext cx="673100" cy="87249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0922508" y="3028104"/>
            <a:ext cx="848360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Verdana"/>
                <a:cs typeface="Verdana"/>
              </a:rPr>
              <a:t>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scalar value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101" y="1104985"/>
            <a:ext cx="8757073" cy="3147060"/>
            <a:chOff x="504825" y="828738"/>
            <a:chExt cx="6567805" cy="2360295"/>
          </a:xfrm>
        </p:grpSpPr>
        <p:sp>
          <p:nvSpPr>
            <p:cNvPr id="3" name="object 3"/>
            <p:cNvSpPr/>
            <p:nvPr/>
          </p:nvSpPr>
          <p:spPr>
            <a:xfrm>
              <a:off x="2638425" y="1295399"/>
              <a:ext cx="4424680" cy="1884045"/>
            </a:xfrm>
            <a:custGeom>
              <a:avLst/>
              <a:gdLst/>
              <a:ahLst/>
              <a:cxnLst/>
              <a:rect l="l" t="t" r="r" b="b"/>
              <a:pathLst>
                <a:path w="4424680" h="1884045">
                  <a:moveTo>
                    <a:pt x="0" y="828675"/>
                  </a:moveTo>
                  <a:lnTo>
                    <a:pt x="1559814" y="1883918"/>
                  </a:lnTo>
                </a:path>
                <a:path w="4424680" h="1884045">
                  <a:moveTo>
                    <a:pt x="904875" y="0"/>
                  </a:moveTo>
                  <a:lnTo>
                    <a:pt x="4424680" y="591185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25" y="828738"/>
              <a:ext cx="3036951" cy="16002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297045" y="210938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89" y="7493"/>
                </a:lnTo>
                <a:lnTo>
                  <a:pt x="105181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81" y="36702"/>
                </a:lnTo>
                <a:lnTo>
                  <a:pt x="85089" y="54228"/>
                </a:lnTo>
                <a:lnTo>
                  <a:pt x="91744" y="61722"/>
                </a:lnTo>
                <a:lnTo>
                  <a:pt x="123266" y="34544"/>
                </a:lnTo>
                <a:lnTo>
                  <a:pt x="123266" y="27177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280246" y="2023449"/>
            <a:ext cx="200660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873078" y="322207"/>
            <a:ext cx="645837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Neural</a:t>
            </a:r>
            <a:r>
              <a:rPr spc="-113" dirty="0"/>
              <a:t> </a:t>
            </a:r>
            <a:r>
              <a:rPr dirty="0"/>
              <a:t>network</a:t>
            </a:r>
            <a:r>
              <a:rPr spc="-40" dirty="0"/>
              <a:t> </a:t>
            </a:r>
            <a:r>
              <a:rPr spc="-13" dirty="0"/>
              <a:t>layer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97286" y="1679871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7290" y="3616537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1835" y="3064510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2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63139" y="2741505"/>
            <a:ext cx="274320" cy="237067"/>
          </a:xfrm>
          <a:custGeom>
            <a:avLst/>
            <a:gdLst/>
            <a:ahLst/>
            <a:cxnLst/>
            <a:rect l="l" t="t" r="r" b="b"/>
            <a:pathLst>
              <a:path w="205739" h="177800">
                <a:moveTo>
                  <a:pt x="41529" y="0"/>
                </a:moveTo>
                <a:lnTo>
                  <a:pt x="0" y="0"/>
                </a:lnTo>
                <a:lnTo>
                  <a:pt x="0" y="7620"/>
                </a:lnTo>
                <a:lnTo>
                  <a:pt x="0" y="170180"/>
                </a:lnTo>
                <a:lnTo>
                  <a:pt x="0" y="177800"/>
                </a:lnTo>
                <a:lnTo>
                  <a:pt x="41529" y="177800"/>
                </a:lnTo>
                <a:lnTo>
                  <a:pt x="41529" y="170180"/>
                </a:lnTo>
                <a:lnTo>
                  <a:pt x="15367" y="170180"/>
                </a:lnTo>
                <a:lnTo>
                  <a:pt x="15367" y="7620"/>
                </a:lnTo>
                <a:lnTo>
                  <a:pt x="41529" y="7620"/>
                </a:lnTo>
                <a:lnTo>
                  <a:pt x="41529" y="0"/>
                </a:lnTo>
                <a:close/>
              </a:path>
              <a:path w="205739" h="177800">
                <a:moveTo>
                  <a:pt x="205232" y="0"/>
                </a:moveTo>
                <a:lnTo>
                  <a:pt x="163703" y="0"/>
                </a:lnTo>
                <a:lnTo>
                  <a:pt x="163703" y="7620"/>
                </a:lnTo>
                <a:lnTo>
                  <a:pt x="189738" y="7620"/>
                </a:lnTo>
                <a:lnTo>
                  <a:pt x="189738" y="170180"/>
                </a:lnTo>
                <a:lnTo>
                  <a:pt x="163703" y="170180"/>
                </a:lnTo>
                <a:lnTo>
                  <a:pt x="163703" y="177800"/>
                </a:lnTo>
                <a:lnTo>
                  <a:pt x="205232" y="177800"/>
                </a:lnTo>
                <a:lnTo>
                  <a:pt x="205232" y="170180"/>
                </a:lnTo>
                <a:lnTo>
                  <a:pt x="205232" y="7620"/>
                </a:lnTo>
                <a:lnTo>
                  <a:pt x="205232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5993553" y="2756239"/>
            <a:ext cx="3068320" cy="163818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60112" algn="ctr">
              <a:spcBef>
                <a:spcPts val="173"/>
              </a:spcBef>
              <a:tabLst>
                <a:tab pos="1026134" algn="l"/>
              </a:tabLst>
            </a:pPr>
            <a:r>
              <a:rPr sz="2667" dirty="0">
                <a:latin typeface="Cambria Math"/>
                <a:cs typeface="Cambria Math"/>
              </a:rPr>
              <a:t>𝑖𝑠</a:t>
            </a:r>
            <a:r>
              <a:rPr sz="2667" spc="-47" dirty="0">
                <a:latin typeface="Cambria Math"/>
                <a:cs typeface="Cambria Math"/>
              </a:rPr>
              <a:t> </a:t>
            </a:r>
            <a:r>
              <a:rPr sz="2667" dirty="0">
                <a:solidFill>
                  <a:srgbClr val="FF40FF"/>
                </a:solidFill>
                <a:latin typeface="Cambria Math"/>
                <a:cs typeface="Cambria Math"/>
              </a:rPr>
              <a:t>𝑎</a:t>
            </a:r>
            <a:r>
              <a:rPr sz="2667" spc="240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3000" spc="-100" baseline="38888" dirty="0">
                <a:solidFill>
                  <a:srgbClr val="FF40FF"/>
                </a:solidFill>
                <a:latin typeface="Cambria Math"/>
                <a:cs typeface="Cambria Math"/>
              </a:rPr>
              <a:t>2</a:t>
            </a:r>
            <a:r>
              <a:rPr sz="3000" baseline="38888" dirty="0">
                <a:solidFill>
                  <a:srgbClr val="FF40FF"/>
                </a:solidFill>
                <a:latin typeface="Cambria Math"/>
                <a:cs typeface="Cambria Math"/>
              </a:rPr>
              <a:t>	</a:t>
            </a:r>
            <a:r>
              <a:rPr sz="2667" dirty="0">
                <a:latin typeface="Cambria Math"/>
                <a:cs typeface="Cambria Math"/>
              </a:rPr>
              <a:t>≥</a:t>
            </a:r>
            <a:r>
              <a:rPr sz="2667" spc="193" dirty="0">
                <a:latin typeface="Cambria Math"/>
                <a:cs typeface="Cambria Math"/>
              </a:rPr>
              <a:t> </a:t>
            </a:r>
            <a:r>
              <a:rPr sz="2667" spc="-27" dirty="0">
                <a:latin typeface="Cambria Math"/>
                <a:cs typeface="Cambria Math"/>
              </a:rPr>
              <a:t>0.5?</a:t>
            </a:r>
            <a:endParaRPr sz="2667">
              <a:latin typeface="Cambria Math"/>
              <a:cs typeface="Cambria Math"/>
            </a:endParaRPr>
          </a:p>
          <a:p>
            <a:pPr algn="ctr">
              <a:spcBef>
                <a:spcPts val="3047"/>
              </a:spcBef>
              <a:tabLst>
                <a:tab pos="2140320" algn="l"/>
              </a:tabLst>
            </a:pPr>
            <a:r>
              <a:rPr sz="2667" spc="-1067" dirty="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sz="2667" spc="220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=</a:t>
            </a:r>
            <a:r>
              <a:rPr sz="2667" spc="107" dirty="0">
                <a:latin typeface="Cambria Math"/>
                <a:cs typeface="Cambria Math"/>
              </a:rPr>
              <a:t> </a:t>
            </a:r>
            <a:r>
              <a:rPr sz="2667" spc="-67" dirty="0">
                <a:solidFill>
                  <a:srgbClr val="7A81FF"/>
                </a:solidFill>
                <a:latin typeface="Cambria Math"/>
                <a:cs typeface="Cambria Math"/>
              </a:rPr>
              <a:t>1</a:t>
            </a:r>
            <a:r>
              <a:rPr sz="2667" dirty="0">
                <a:solidFill>
                  <a:srgbClr val="7A81FF"/>
                </a:solidFill>
                <a:latin typeface="Cambria Math"/>
                <a:cs typeface="Cambria Math"/>
              </a:rPr>
              <a:t>	</a:t>
            </a:r>
            <a:r>
              <a:rPr sz="4000" spc="-1600" baseline="1388" dirty="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sz="4000" spc="320" baseline="1388" dirty="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sz="4000" baseline="1388" dirty="0">
                <a:latin typeface="Cambria Math"/>
                <a:cs typeface="Cambria Math"/>
              </a:rPr>
              <a:t>=</a:t>
            </a:r>
            <a:r>
              <a:rPr sz="4000" spc="139" baseline="1388" dirty="0">
                <a:latin typeface="Cambria Math"/>
                <a:cs typeface="Cambria Math"/>
              </a:rPr>
              <a:t> </a:t>
            </a:r>
            <a:r>
              <a:rPr sz="4000" spc="-100" baseline="1388" dirty="0">
                <a:solidFill>
                  <a:srgbClr val="945200"/>
                </a:solidFill>
                <a:latin typeface="Cambria Math"/>
                <a:cs typeface="Cambria Math"/>
              </a:rPr>
              <a:t>0</a:t>
            </a:r>
            <a:endParaRPr sz="4000" baseline="1388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75300" y="2489200"/>
            <a:ext cx="3860800" cy="1828800"/>
            <a:chOff x="4181475" y="1866900"/>
            <a:chExt cx="2895600" cy="13716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262" y="2479166"/>
              <a:ext cx="968755" cy="1997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4770" y="2464180"/>
              <a:ext cx="762838" cy="18719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00525" y="1885950"/>
              <a:ext cx="2857500" cy="1333500"/>
            </a:xfrm>
            <a:custGeom>
              <a:avLst/>
              <a:gdLst/>
              <a:ahLst/>
              <a:cxnLst/>
              <a:rect l="l" t="t" r="r" b="b"/>
              <a:pathLst>
                <a:path w="2857500" h="1333500">
                  <a:moveTo>
                    <a:pt x="0" y="1333500"/>
                  </a:moveTo>
                  <a:lnTo>
                    <a:pt x="2857500" y="1333500"/>
                  </a:lnTo>
                  <a:lnTo>
                    <a:pt x="2857500" y="0"/>
                  </a:lnTo>
                  <a:lnTo>
                    <a:pt x="0" y="0"/>
                  </a:lnTo>
                  <a:lnTo>
                    <a:pt x="0" y="1333500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20440" y="1269915"/>
            <a:ext cx="7527713" cy="855000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2008243">
              <a:spcBef>
                <a:spcPts val="167"/>
              </a:spcBef>
            </a:pPr>
            <a:r>
              <a:rPr sz="2667" dirty="0">
                <a:latin typeface="Verdana"/>
                <a:cs typeface="Verdana"/>
              </a:rPr>
              <a:t>predict</a:t>
            </a:r>
            <a:r>
              <a:rPr sz="2667" spc="-17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category</a:t>
            </a:r>
            <a:r>
              <a:rPr sz="2667" spc="-8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1 or</a:t>
            </a:r>
            <a:r>
              <a:rPr sz="2667" spc="60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0 </a:t>
            </a:r>
            <a:r>
              <a:rPr sz="2667" spc="-13" dirty="0">
                <a:latin typeface="Verdana"/>
                <a:cs typeface="Verdana"/>
              </a:rPr>
              <a:t>(yes/no)</a:t>
            </a:r>
            <a:endParaRPr sz="2667">
              <a:latin typeface="Verdana"/>
              <a:cs typeface="Verdana"/>
            </a:endParaRPr>
          </a:p>
          <a:p>
            <a:pPr marL="33866">
              <a:spcBef>
                <a:spcPts val="127"/>
              </a:spcBef>
            </a:pPr>
            <a:r>
              <a:rPr sz="4000" spc="-40" baseline="-20833" dirty="0">
                <a:solidFill>
                  <a:srgbClr val="FF40FF"/>
                </a:solidFill>
                <a:latin typeface="Cambria Math"/>
                <a:cs typeface="Cambria Math"/>
              </a:rPr>
              <a:t>𝑎</a:t>
            </a:r>
            <a:r>
              <a:rPr sz="2000" spc="-27" dirty="0">
                <a:solidFill>
                  <a:srgbClr val="FF40FF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83801" y="1892301"/>
            <a:ext cx="241300" cy="2413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334610" y="1722753"/>
            <a:ext cx="5391572" cy="2661073"/>
            <a:chOff x="2500957" y="1292064"/>
            <a:chExt cx="4043679" cy="199580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3618" y="2365341"/>
              <a:ext cx="179919" cy="1799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00957" y="1292064"/>
              <a:ext cx="179865" cy="179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6319" y="3074588"/>
              <a:ext cx="246647" cy="2130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4497" y="3103211"/>
              <a:ext cx="179865" cy="1799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96304" y="2506217"/>
              <a:ext cx="534035" cy="60960"/>
            </a:xfrm>
            <a:custGeom>
              <a:avLst/>
              <a:gdLst/>
              <a:ahLst/>
              <a:cxnLst/>
              <a:rect l="l" t="t" r="r" b="b"/>
              <a:pathLst>
                <a:path w="534034" h="60960">
                  <a:moveTo>
                    <a:pt x="0" y="0"/>
                  </a:moveTo>
                  <a:lnTo>
                    <a:pt x="0" y="0"/>
                  </a:lnTo>
                  <a:lnTo>
                    <a:pt x="381" y="0"/>
                  </a:lnTo>
                </a:path>
                <a:path w="534034" h="60960">
                  <a:moveTo>
                    <a:pt x="228600" y="60832"/>
                  </a:moveTo>
                  <a:lnTo>
                    <a:pt x="228600" y="60832"/>
                  </a:lnTo>
                  <a:lnTo>
                    <a:pt x="228981" y="60832"/>
                  </a:lnTo>
                </a:path>
                <a:path w="534034" h="60960">
                  <a:moveTo>
                    <a:pt x="533526" y="15367"/>
                  </a:moveTo>
                  <a:lnTo>
                    <a:pt x="533526" y="15367"/>
                  </a:lnTo>
                  <a:lnTo>
                    <a:pt x="533908" y="15367"/>
                  </a:lnTo>
                </a:path>
                <a:path w="534034" h="60960">
                  <a:moveTo>
                    <a:pt x="479933" y="7874"/>
                  </a:moveTo>
                  <a:lnTo>
                    <a:pt x="479933" y="7874"/>
                  </a:lnTo>
                  <a:lnTo>
                    <a:pt x="480314" y="7874"/>
                  </a:lnTo>
                </a:path>
              </a:pathLst>
            </a:custGeom>
            <a:ln w="17999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42540" y="129730"/>
            <a:ext cx="7100993" cy="586550"/>
          </a:xfrm>
          <a:prstGeom prst="rect">
            <a:avLst/>
          </a:prstGeom>
        </p:spPr>
        <p:txBody>
          <a:bodyPr vert="horz" wrap="square" lIns="0" tIns="2201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z="3667" dirty="0"/>
              <a:t>More</a:t>
            </a:r>
            <a:r>
              <a:rPr sz="3667" spc="73" dirty="0"/>
              <a:t> </a:t>
            </a:r>
            <a:r>
              <a:rPr sz="3667" dirty="0"/>
              <a:t>complex</a:t>
            </a:r>
            <a:r>
              <a:rPr sz="3667" spc="300" dirty="0"/>
              <a:t> </a:t>
            </a:r>
            <a:r>
              <a:rPr sz="3667" dirty="0"/>
              <a:t>neural</a:t>
            </a:r>
            <a:r>
              <a:rPr sz="3667" spc="180" dirty="0"/>
              <a:t> </a:t>
            </a:r>
            <a:r>
              <a:rPr sz="3667" spc="-13" dirty="0"/>
              <a:t>network</a:t>
            </a:r>
            <a:endParaRPr sz="3667"/>
          </a:p>
        </p:txBody>
      </p:sp>
      <p:sp>
        <p:nvSpPr>
          <p:cNvPr id="3" name="object 3"/>
          <p:cNvSpPr/>
          <p:nvPr/>
        </p:nvSpPr>
        <p:spPr>
          <a:xfrm>
            <a:off x="167570" y="2085510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33" y="0"/>
                </a:moveTo>
                <a:lnTo>
                  <a:pt x="85078" y="7492"/>
                </a:lnTo>
                <a:lnTo>
                  <a:pt x="105169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69" y="36829"/>
                </a:lnTo>
                <a:lnTo>
                  <a:pt x="85078" y="54228"/>
                </a:lnTo>
                <a:lnTo>
                  <a:pt x="91733" y="61848"/>
                </a:lnTo>
                <a:lnTo>
                  <a:pt x="123254" y="34543"/>
                </a:lnTo>
                <a:lnTo>
                  <a:pt x="123254" y="27304"/>
                </a:lnTo>
                <a:lnTo>
                  <a:pt x="9173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079500" y="787484"/>
            <a:ext cx="5339080" cy="3073400"/>
            <a:chOff x="809625" y="590613"/>
            <a:chExt cx="4004310" cy="2305050"/>
          </a:xfrm>
        </p:grpSpPr>
        <p:sp>
          <p:nvSpPr>
            <p:cNvPr id="5" name="object 5"/>
            <p:cNvSpPr/>
            <p:nvPr/>
          </p:nvSpPr>
          <p:spPr>
            <a:xfrm>
              <a:off x="823912" y="814451"/>
              <a:ext cx="553085" cy="1866900"/>
            </a:xfrm>
            <a:custGeom>
              <a:avLst/>
              <a:gdLst/>
              <a:ahLst/>
              <a:cxnLst/>
              <a:rect l="l" t="t" r="r" b="b"/>
              <a:pathLst>
                <a:path w="553085" h="186690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460311" y="0"/>
                  </a:lnTo>
                  <a:lnTo>
                    <a:pt x="496202" y="7225"/>
                  </a:lnTo>
                  <a:lnTo>
                    <a:pt x="525510" y="26939"/>
                  </a:lnTo>
                  <a:lnTo>
                    <a:pt x="545268" y="56203"/>
                  </a:lnTo>
                  <a:lnTo>
                    <a:pt x="552513" y="92075"/>
                  </a:lnTo>
                  <a:lnTo>
                    <a:pt x="552513" y="1774698"/>
                  </a:lnTo>
                  <a:lnTo>
                    <a:pt x="545268" y="1810589"/>
                  </a:lnTo>
                  <a:lnTo>
                    <a:pt x="525510" y="1839896"/>
                  </a:lnTo>
                  <a:lnTo>
                    <a:pt x="496202" y="1859655"/>
                  </a:lnTo>
                  <a:lnTo>
                    <a:pt x="460311" y="1866900"/>
                  </a:lnTo>
                  <a:lnTo>
                    <a:pt x="92075" y="1866900"/>
                  </a:lnTo>
                  <a:lnTo>
                    <a:pt x="56235" y="1859655"/>
                  </a:lnTo>
                  <a:lnTo>
                    <a:pt x="26968" y="1839896"/>
                  </a:lnTo>
                  <a:lnTo>
                    <a:pt x="7235" y="1810589"/>
                  </a:lnTo>
                  <a:lnTo>
                    <a:pt x="0" y="17746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909637" y="890651"/>
              <a:ext cx="372110" cy="1714500"/>
            </a:xfrm>
            <a:custGeom>
              <a:avLst/>
              <a:gdLst/>
              <a:ahLst/>
              <a:cxnLst/>
              <a:rect l="l" t="t" r="r" b="b"/>
              <a:pathLst>
                <a:path w="372109" h="1714500">
                  <a:moveTo>
                    <a:pt x="0" y="185674"/>
                  </a:moveTo>
                  <a:lnTo>
                    <a:pt x="6634" y="136289"/>
                  </a:lnTo>
                  <a:lnTo>
                    <a:pt x="25359" y="91929"/>
                  </a:lnTo>
                  <a:lnTo>
                    <a:pt x="54402" y="54355"/>
                  </a:lnTo>
                  <a:lnTo>
                    <a:pt x="91993" y="25334"/>
                  </a:lnTo>
                  <a:lnTo>
                    <a:pt x="136361" y="6627"/>
                  </a:lnTo>
                  <a:lnTo>
                    <a:pt x="185737" y="0"/>
                  </a:lnTo>
                  <a:lnTo>
                    <a:pt x="235117" y="6627"/>
                  </a:lnTo>
                  <a:lnTo>
                    <a:pt x="279498" y="25334"/>
                  </a:lnTo>
                  <a:lnTo>
                    <a:pt x="317104" y="54356"/>
                  </a:lnTo>
                  <a:lnTo>
                    <a:pt x="346162" y="91929"/>
                  </a:lnTo>
                  <a:lnTo>
                    <a:pt x="364898" y="136289"/>
                  </a:lnTo>
                  <a:lnTo>
                    <a:pt x="371538" y="185674"/>
                  </a:lnTo>
                  <a:lnTo>
                    <a:pt x="364898" y="235067"/>
                  </a:lnTo>
                  <a:lnTo>
                    <a:pt x="346162" y="279451"/>
                  </a:lnTo>
                  <a:lnTo>
                    <a:pt x="317104" y="317055"/>
                  </a:lnTo>
                  <a:lnTo>
                    <a:pt x="279498" y="346107"/>
                  </a:lnTo>
                  <a:lnTo>
                    <a:pt x="235117" y="364838"/>
                  </a:lnTo>
                  <a:lnTo>
                    <a:pt x="185737" y="371475"/>
                  </a:lnTo>
                  <a:lnTo>
                    <a:pt x="136361" y="364838"/>
                  </a:lnTo>
                  <a:lnTo>
                    <a:pt x="91993" y="346107"/>
                  </a:lnTo>
                  <a:lnTo>
                    <a:pt x="54402" y="317055"/>
                  </a:lnTo>
                  <a:lnTo>
                    <a:pt x="25359" y="279451"/>
                  </a:lnTo>
                  <a:lnTo>
                    <a:pt x="6634" y="235067"/>
                  </a:lnTo>
                  <a:lnTo>
                    <a:pt x="0" y="185674"/>
                  </a:lnTo>
                  <a:close/>
                </a:path>
                <a:path w="372109" h="1714500">
                  <a:moveTo>
                    <a:pt x="0" y="628650"/>
                  </a:moveTo>
                  <a:lnTo>
                    <a:pt x="6634" y="580495"/>
                  </a:lnTo>
                  <a:lnTo>
                    <a:pt x="25359" y="537252"/>
                  </a:lnTo>
                  <a:lnTo>
                    <a:pt x="54402" y="500634"/>
                  </a:lnTo>
                  <a:lnTo>
                    <a:pt x="91993" y="472355"/>
                  </a:lnTo>
                  <a:lnTo>
                    <a:pt x="136361" y="454130"/>
                  </a:lnTo>
                  <a:lnTo>
                    <a:pt x="185737" y="447675"/>
                  </a:lnTo>
                  <a:lnTo>
                    <a:pt x="235117" y="454130"/>
                  </a:lnTo>
                  <a:lnTo>
                    <a:pt x="279498" y="472355"/>
                  </a:lnTo>
                  <a:lnTo>
                    <a:pt x="317104" y="500634"/>
                  </a:lnTo>
                  <a:lnTo>
                    <a:pt x="346162" y="537252"/>
                  </a:lnTo>
                  <a:lnTo>
                    <a:pt x="364898" y="580495"/>
                  </a:lnTo>
                  <a:lnTo>
                    <a:pt x="371538" y="628650"/>
                  </a:lnTo>
                  <a:lnTo>
                    <a:pt x="364898" y="676760"/>
                  </a:lnTo>
                  <a:lnTo>
                    <a:pt x="346162" y="719991"/>
                  </a:lnTo>
                  <a:lnTo>
                    <a:pt x="317104" y="756618"/>
                  </a:lnTo>
                  <a:lnTo>
                    <a:pt x="279498" y="784916"/>
                  </a:lnTo>
                  <a:lnTo>
                    <a:pt x="235117" y="803160"/>
                  </a:lnTo>
                  <a:lnTo>
                    <a:pt x="185737" y="809625"/>
                  </a:lnTo>
                  <a:lnTo>
                    <a:pt x="136361" y="803160"/>
                  </a:lnTo>
                  <a:lnTo>
                    <a:pt x="91993" y="784916"/>
                  </a:lnTo>
                  <a:lnTo>
                    <a:pt x="54402" y="756618"/>
                  </a:lnTo>
                  <a:lnTo>
                    <a:pt x="25359" y="719991"/>
                  </a:lnTo>
                  <a:lnTo>
                    <a:pt x="6634" y="676760"/>
                  </a:lnTo>
                  <a:lnTo>
                    <a:pt x="0" y="628650"/>
                  </a:lnTo>
                  <a:close/>
                </a:path>
                <a:path w="372109" h="1714500">
                  <a:moveTo>
                    <a:pt x="0" y="1061974"/>
                  </a:moveTo>
                  <a:lnTo>
                    <a:pt x="6634" y="1012589"/>
                  </a:lnTo>
                  <a:lnTo>
                    <a:pt x="25359" y="968229"/>
                  </a:lnTo>
                  <a:lnTo>
                    <a:pt x="54402" y="930656"/>
                  </a:lnTo>
                  <a:lnTo>
                    <a:pt x="91993" y="901634"/>
                  </a:lnTo>
                  <a:lnTo>
                    <a:pt x="136361" y="882927"/>
                  </a:lnTo>
                  <a:lnTo>
                    <a:pt x="185737" y="876300"/>
                  </a:lnTo>
                  <a:lnTo>
                    <a:pt x="235117" y="882927"/>
                  </a:lnTo>
                  <a:lnTo>
                    <a:pt x="279498" y="901634"/>
                  </a:lnTo>
                  <a:lnTo>
                    <a:pt x="317104" y="930656"/>
                  </a:lnTo>
                  <a:lnTo>
                    <a:pt x="346162" y="968229"/>
                  </a:lnTo>
                  <a:lnTo>
                    <a:pt x="364898" y="1012589"/>
                  </a:lnTo>
                  <a:lnTo>
                    <a:pt x="371538" y="1061974"/>
                  </a:lnTo>
                  <a:lnTo>
                    <a:pt x="364898" y="1111367"/>
                  </a:lnTo>
                  <a:lnTo>
                    <a:pt x="346162" y="1155751"/>
                  </a:lnTo>
                  <a:lnTo>
                    <a:pt x="317104" y="1193355"/>
                  </a:lnTo>
                  <a:lnTo>
                    <a:pt x="279498" y="1222407"/>
                  </a:lnTo>
                  <a:lnTo>
                    <a:pt x="235117" y="1241138"/>
                  </a:lnTo>
                  <a:lnTo>
                    <a:pt x="185737" y="1247775"/>
                  </a:lnTo>
                  <a:lnTo>
                    <a:pt x="136361" y="1241138"/>
                  </a:lnTo>
                  <a:lnTo>
                    <a:pt x="91993" y="1222407"/>
                  </a:lnTo>
                  <a:lnTo>
                    <a:pt x="54402" y="1193355"/>
                  </a:lnTo>
                  <a:lnTo>
                    <a:pt x="25359" y="1155751"/>
                  </a:lnTo>
                  <a:lnTo>
                    <a:pt x="6634" y="1111367"/>
                  </a:lnTo>
                  <a:lnTo>
                    <a:pt x="0" y="1061974"/>
                  </a:lnTo>
                  <a:close/>
                </a:path>
                <a:path w="372109" h="1714500">
                  <a:moveTo>
                    <a:pt x="0" y="1528699"/>
                  </a:moveTo>
                  <a:lnTo>
                    <a:pt x="6634" y="1479314"/>
                  </a:lnTo>
                  <a:lnTo>
                    <a:pt x="25359" y="1434954"/>
                  </a:lnTo>
                  <a:lnTo>
                    <a:pt x="54402" y="1397381"/>
                  </a:lnTo>
                  <a:lnTo>
                    <a:pt x="91993" y="1368359"/>
                  </a:lnTo>
                  <a:lnTo>
                    <a:pt x="136361" y="1349652"/>
                  </a:lnTo>
                  <a:lnTo>
                    <a:pt x="185737" y="1343025"/>
                  </a:lnTo>
                  <a:lnTo>
                    <a:pt x="235117" y="1349652"/>
                  </a:lnTo>
                  <a:lnTo>
                    <a:pt x="279498" y="1368359"/>
                  </a:lnTo>
                  <a:lnTo>
                    <a:pt x="317104" y="1397381"/>
                  </a:lnTo>
                  <a:lnTo>
                    <a:pt x="346162" y="1434954"/>
                  </a:lnTo>
                  <a:lnTo>
                    <a:pt x="364898" y="1479314"/>
                  </a:lnTo>
                  <a:lnTo>
                    <a:pt x="371538" y="1528699"/>
                  </a:lnTo>
                  <a:lnTo>
                    <a:pt x="364898" y="1578092"/>
                  </a:lnTo>
                  <a:lnTo>
                    <a:pt x="346162" y="1622476"/>
                  </a:lnTo>
                  <a:lnTo>
                    <a:pt x="317104" y="1660080"/>
                  </a:lnTo>
                  <a:lnTo>
                    <a:pt x="279498" y="1689132"/>
                  </a:lnTo>
                  <a:lnTo>
                    <a:pt x="235117" y="1707863"/>
                  </a:lnTo>
                  <a:lnTo>
                    <a:pt x="185737" y="1714500"/>
                  </a:lnTo>
                  <a:lnTo>
                    <a:pt x="136361" y="1707863"/>
                  </a:lnTo>
                  <a:lnTo>
                    <a:pt x="91993" y="1689132"/>
                  </a:lnTo>
                  <a:lnTo>
                    <a:pt x="54402" y="1660080"/>
                  </a:lnTo>
                  <a:lnTo>
                    <a:pt x="25359" y="1622476"/>
                  </a:lnTo>
                  <a:lnTo>
                    <a:pt x="6634" y="1578092"/>
                  </a:lnTo>
                  <a:lnTo>
                    <a:pt x="0" y="15286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824226" y="1062101"/>
              <a:ext cx="561975" cy="1371600"/>
            </a:xfrm>
            <a:custGeom>
              <a:avLst/>
              <a:gdLst/>
              <a:ahLst/>
              <a:cxnLst/>
              <a:rect l="l" t="t" r="r" b="b"/>
              <a:pathLst>
                <a:path w="561975" h="1371600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9" y="0"/>
                  </a:lnTo>
                  <a:lnTo>
                    <a:pt x="468249" y="0"/>
                  </a:lnTo>
                  <a:lnTo>
                    <a:pt x="504699" y="7356"/>
                  </a:lnTo>
                  <a:lnTo>
                    <a:pt x="534495" y="27416"/>
                  </a:lnTo>
                  <a:lnTo>
                    <a:pt x="554599" y="57167"/>
                  </a:lnTo>
                  <a:lnTo>
                    <a:pt x="561975" y="93599"/>
                  </a:lnTo>
                  <a:lnTo>
                    <a:pt x="561975" y="1277874"/>
                  </a:lnTo>
                  <a:lnTo>
                    <a:pt x="554599" y="1314324"/>
                  </a:lnTo>
                  <a:lnTo>
                    <a:pt x="534495" y="1344120"/>
                  </a:lnTo>
                  <a:lnTo>
                    <a:pt x="504699" y="1364224"/>
                  </a:lnTo>
                  <a:lnTo>
                    <a:pt x="468249" y="1371600"/>
                  </a:lnTo>
                  <a:lnTo>
                    <a:pt x="93599" y="1371600"/>
                  </a:lnTo>
                  <a:lnTo>
                    <a:pt x="57167" y="1364224"/>
                  </a:lnTo>
                  <a:lnTo>
                    <a:pt x="27416" y="1344120"/>
                  </a:lnTo>
                  <a:lnTo>
                    <a:pt x="7356" y="1314324"/>
                  </a:lnTo>
                  <a:lnTo>
                    <a:pt x="0" y="1277874"/>
                  </a:lnTo>
                  <a:lnTo>
                    <a:pt x="0" y="93599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919476" y="1119251"/>
              <a:ext cx="371475" cy="1228725"/>
            </a:xfrm>
            <a:custGeom>
              <a:avLst/>
              <a:gdLst/>
              <a:ahLst/>
              <a:cxnLst/>
              <a:rect l="l" t="t" r="r" b="b"/>
              <a:pathLst>
                <a:path w="371475" h="1228725">
                  <a:moveTo>
                    <a:pt x="9525" y="185674"/>
                  </a:moveTo>
                  <a:lnTo>
                    <a:pt x="15980" y="136289"/>
                  </a:lnTo>
                  <a:lnTo>
                    <a:pt x="34205" y="91929"/>
                  </a:lnTo>
                  <a:lnTo>
                    <a:pt x="62483" y="54355"/>
                  </a:lnTo>
                  <a:lnTo>
                    <a:pt x="99102" y="25334"/>
                  </a:lnTo>
                  <a:lnTo>
                    <a:pt x="142345" y="6627"/>
                  </a:lnTo>
                  <a:lnTo>
                    <a:pt x="190500" y="0"/>
                  </a:lnTo>
                  <a:lnTo>
                    <a:pt x="238610" y="6627"/>
                  </a:lnTo>
                  <a:lnTo>
                    <a:pt x="281841" y="25334"/>
                  </a:lnTo>
                  <a:lnTo>
                    <a:pt x="318468" y="54356"/>
                  </a:lnTo>
                  <a:lnTo>
                    <a:pt x="346766" y="91929"/>
                  </a:lnTo>
                  <a:lnTo>
                    <a:pt x="365010" y="136289"/>
                  </a:lnTo>
                  <a:lnTo>
                    <a:pt x="371475" y="185674"/>
                  </a:lnTo>
                  <a:lnTo>
                    <a:pt x="365010" y="235067"/>
                  </a:lnTo>
                  <a:lnTo>
                    <a:pt x="346766" y="279451"/>
                  </a:lnTo>
                  <a:lnTo>
                    <a:pt x="318468" y="317055"/>
                  </a:lnTo>
                  <a:lnTo>
                    <a:pt x="281841" y="346107"/>
                  </a:lnTo>
                  <a:lnTo>
                    <a:pt x="238610" y="364838"/>
                  </a:lnTo>
                  <a:lnTo>
                    <a:pt x="190500" y="371475"/>
                  </a:lnTo>
                  <a:lnTo>
                    <a:pt x="142345" y="364838"/>
                  </a:lnTo>
                  <a:lnTo>
                    <a:pt x="99102" y="346107"/>
                  </a:lnTo>
                  <a:lnTo>
                    <a:pt x="62484" y="317055"/>
                  </a:lnTo>
                  <a:lnTo>
                    <a:pt x="34205" y="279451"/>
                  </a:lnTo>
                  <a:lnTo>
                    <a:pt x="15980" y="235067"/>
                  </a:lnTo>
                  <a:lnTo>
                    <a:pt x="9525" y="185674"/>
                  </a:lnTo>
                  <a:close/>
                </a:path>
                <a:path w="371475" h="1228725">
                  <a:moveTo>
                    <a:pt x="9525" y="619125"/>
                  </a:moveTo>
                  <a:lnTo>
                    <a:pt x="15980" y="570970"/>
                  </a:lnTo>
                  <a:lnTo>
                    <a:pt x="34205" y="527727"/>
                  </a:lnTo>
                  <a:lnTo>
                    <a:pt x="62483" y="491109"/>
                  </a:lnTo>
                  <a:lnTo>
                    <a:pt x="99102" y="462830"/>
                  </a:lnTo>
                  <a:lnTo>
                    <a:pt x="142345" y="444605"/>
                  </a:lnTo>
                  <a:lnTo>
                    <a:pt x="190500" y="438150"/>
                  </a:lnTo>
                  <a:lnTo>
                    <a:pt x="238610" y="444605"/>
                  </a:lnTo>
                  <a:lnTo>
                    <a:pt x="281841" y="462830"/>
                  </a:lnTo>
                  <a:lnTo>
                    <a:pt x="318468" y="491109"/>
                  </a:lnTo>
                  <a:lnTo>
                    <a:pt x="346766" y="527727"/>
                  </a:lnTo>
                  <a:lnTo>
                    <a:pt x="365010" y="570970"/>
                  </a:lnTo>
                  <a:lnTo>
                    <a:pt x="371475" y="619125"/>
                  </a:lnTo>
                  <a:lnTo>
                    <a:pt x="365010" y="667235"/>
                  </a:lnTo>
                  <a:lnTo>
                    <a:pt x="346766" y="710466"/>
                  </a:lnTo>
                  <a:lnTo>
                    <a:pt x="318468" y="747093"/>
                  </a:lnTo>
                  <a:lnTo>
                    <a:pt x="281841" y="775391"/>
                  </a:lnTo>
                  <a:lnTo>
                    <a:pt x="238610" y="793635"/>
                  </a:lnTo>
                  <a:lnTo>
                    <a:pt x="190500" y="800100"/>
                  </a:lnTo>
                  <a:lnTo>
                    <a:pt x="142345" y="793635"/>
                  </a:lnTo>
                  <a:lnTo>
                    <a:pt x="99102" y="775391"/>
                  </a:lnTo>
                  <a:lnTo>
                    <a:pt x="62484" y="747093"/>
                  </a:lnTo>
                  <a:lnTo>
                    <a:pt x="34205" y="710466"/>
                  </a:lnTo>
                  <a:lnTo>
                    <a:pt x="15980" y="667235"/>
                  </a:lnTo>
                  <a:lnTo>
                    <a:pt x="9525" y="619125"/>
                  </a:lnTo>
                  <a:close/>
                </a:path>
                <a:path w="371475" h="1228725">
                  <a:moveTo>
                    <a:pt x="0" y="1047750"/>
                  </a:moveTo>
                  <a:lnTo>
                    <a:pt x="6627" y="999595"/>
                  </a:lnTo>
                  <a:lnTo>
                    <a:pt x="25334" y="956352"/>
                  </a:lnTo>
                  <a:lnTo>
                    <a:pt x="54356" y="919734"/>
                  </a:lnTo>
                  <a:lnTo>
                    <a:pt x="91929" y="891455"/>
                  </a:lnTo>
                  <a:lnTo>
                    <a:pt x="136289" y="873230"/>
                  </a:lnTo>
                  <a:lnTo>
                    <a:pt x="185674" y="866775"/>
                  </a:lnTo>
                  <a:lnTo>
                    <a:pt x="235067" y="873230"/>
                  </a:lnTo>
                  <a:lnTo>
                    <a:pt x="279451" y="891455"/>
                  </a:lnTo>
                  <a:lnTo>
                    <a:pt x="317055" y="919733"/>
                  </a:lnTo>
                  <a:lnTo>
                    <a:pt x="346107" y="956352"/>
                  </a:lnTo>
                  <a:lnTo>
                    <a:pt x="364838" y="999595"/>
                  </a:lnTo>
                  <a:lnTo>
                    <a:pt x="371475" y="1047750"/>
                  </a:lnTo>
                  <a:lnTo>
                    <a:pt x="364838" y="1095860"/>
                  </a:lnTo>
                  <a:lnTo>
                    <a:pt x="346107" y="1139091"/>
                  </a:lnTo>
                  <a:lnTo>
                    <a:pt x="317055" y="1175718"/>
                  </a:lnTo>
                  <a:lnTo>
                    <a:pt x="279451" y="1204016"/>
                  </a:lnTo>
                  <a:lnTo>
                    <a:pt x="235067" y="1222260"/>
                  </a:lnTo>
                  <a:lnTo>
                    <a:pt x="185674" y="1228725"/>
                  </a:lnTo>
                  <a:lnTo>
                    <a:pt x="136289" y="1222260"/>
                  </a:lnTo>
                  <a:lnTo>
                    <a:pt x="91929" y="1204016"/>
                  </a:lnTo>
                  <a:lnTo>
                    <a:pt x="54356" y="1175718"/>
                  </a:lnTo>
                  <a:lnTo>
                    <a:pt x="25334" y="1139091"/>
                  </a:lnTo>
                  <a:lnTo>
                    <a:pt x="6627" y="1095860"/>
                  </a:lnTo>
                  <a:lnTo>
                    <a:pt x="0" y="104775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33876" y="1452626"/>
              <a:ext cx="561975" cy="542925"/>
            </a:xfrm>
            <a:custGeom>
              <a:avLst/>
              <a:gdLst/>
              <a:ahLst/>
              <a:cxnLst/>
              <a:rect l="l" t="t" r="r" b="b"/>
              <a:pathLst>
                <a:path w="561975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71424" y="0"/>
                  </a:lnTo>
                  <a:lnTo>
                    <a:pt x="506682" y="7110"/>
                  </a:lnTo>
                  <a:lnTo>
                    <a:pt x="535463" y="26495"/>
                  </a:lnTo>
                  <a:lnTo>
                    <a:pt x="554863" y="55239"/>
                  </a:lnTo>
                  <a:lnTo>
                    <a:pt x="561975" y="90424"/>
                  </a:lnTo>
                  <a:lnTo>
                    <a:pt x="561975" y="452374"/>
                  </a:lnTo>
                  <a:lnTo>
                    <a:pt x="554863" y="487578"/>
                  </a:lnTo>
                  <a:lnTo>
                    <a:pt x="535463" y="516366"/>
                  </a:lnTo>
                  <a:lnTo>
                    <a:pt x="506682" y="535795"/>
                  </a:lnTo>
                  <a:lnTo>
                    <a:pt x="471424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29126" y="1528826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9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8175" y="1676400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60" h="114300">
                  <a:moveTo>
                    <a:pt x="251460" y="0"/>
                  </a:moveTo>
                  <a:lnTo>
                    <a:pt x="251460" y="114300"/>
                  </a:lnTo>
                  <a:lnTo>
                    <a:pt x="327660" y="76200"/>
                  </a:lnTo>
                  <a:lnTo>
                    <a:pt x="270510" y="76200"/>
                  </a:lnTo>
                  <a:lnTo>
                    <a:pt x="270510" y="38100"/>
                  </a:lnTo>
                  <a:lnTo>
                    <a:pt x="327660" y="38100"/>
                  </a:lnTo>
                  <a:lnTo>
                    <a:pt x="251460" y="0"/>
                  </a:lnTo>
                  <a:close/>
                </a:path>
                <a:path w="365760" h="114300">
                  <a:moveTo>
                    <a:pt x="25146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38100"/>
                  </a:lnTo>
                  <a:close/>
                </a:path>
                <a:path w="365760" h="114300">
                  <a:moveTo>
                    <a:pt x="327660" y="38100"/>
                  </a:moveTo>
                  <a:lnTo>
                    <a:pt x="270510" y="38100"/>
                  </a:lnTo>
                  <a:lnTo>
                    <a:pt x="270510" y="76200"/>
                  </a:lnTo>
                  <a:lnTo>
                    <a:pt x="327660" y="76200"/>
                  </a:lnTo>
                  <a:lnTo>
                    <a:pt x="365760" y="57150"/>
                  </a:lnTo>
                  <a:lnTo>
                    <a:pt x="327660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9700" y="1647824"/>
              <a:ext cx="2375535" cy="142875"/>
            </a:xfrm>
            <a:custGeom>
              <a:avLst/>
              <a:gdLst/>
              <a:ahLst/>
              <a:cxnLst/>
              <a:rect l="l" t="t" r="r" b="b"/>
              <a:pathLst>
                <a:path w="2375535" h="142875">
                  <a:moveTo>
                    <a:pt x="365760" y="57150"/>
                  </a:moveTo>
                  <a:lnTo>
                    <a:pt x="327660" y="38100"/>
                  </a:lnTo>
                  <a:lnTo>
                    <a:pt x="251460" y="0"/>
                  </a:lnTo>
                  <a:lnTo>
                    <a:pt x="25146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114300"/>
                  </a:lnTo>
                  <a:lnTo>
                    <a:pt x="327660" y="76200"/>
                  </a:lnTo>
                  <a:lnTo>
                    <a:pt x="365760" y="57150"/>
                  </a:lnTo>
                  <a:close/>
                </a:path>
                <a:path w="2375535" h="142875">
                  <a:moveTo>
                    <a:pt x="2375535" y="85725"/>
                  </a:moveTo>
                  <a:lnTo>
                    <a:pt x="2337435" y="66675"/>
                  </a:lnTo>
                  <a:lnTo>
                    <a:pt x="2261235" y="28575"/>
                  </a:lnTo>
                  <a:lnTo>
                    <a:pt x="2261235" y="66675"/>
                  </a:lnTo>
                  <a:lnTo>
                    <a:pt x="2009775" y="66675"/>
                  </a:lnTo>
                  <a:lnTo>
                    <a:pt x="2009775" y="104775"/>
                  </a:lnTo>
                  <a:lnTo>
                    <a:pt x="2261235" y="104775"/>
                  </a:lnTo>
                  <a:lnTo>
                    <a:pt x="2261235" y="142875"/>
                  </a:lnTo>
                  <a:lnTo>
                    <a:pt x="2337435" y="104775"/>
                  </a:lnTo>
                  <a:lnTo>
                    <a:pt x="2375535" y="857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3625" y="604901"/>
              <a:ext cx="552450" cy="2276475"/>
            </a:xfrm>
            <a:custGeom>
              <a:avLst/>
              <a:gdLst/>
              <a:ahLst/>
              <a:cxnLst/>
              <a:rect l="l" t="t" r="r" b="b"/>
              <a:pathLst>
                <a:path w="552450" h="227647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2184273"/>
                  </a:lnTo>
                  <a:lnTo>
                    <a:pt x="545205" y="2220164"/>
                  </a:lnTo>
                  <a:lnTo>
                    <a:pt x="525446" y="2249471"/>
                  </a:lnTo>
                  <a:lnTo>
                    <a:pt x="496139" y="2269230"/>
                  </a:lnTo>
                  <a:lnTo>
                    <a:pt x="460248" y="2276475"/>
                  </a:lnTo>
                  <a:lnTo>
                    <a:pt x="92075" y="2276475"/>
                  </a:lnTo>
                  <a:lnTo>
                    <a:pt x="56203" y="2269230"/>
                  </a:lnTo>
                  <a:lnTo>
                    <a:pt x="26939" y="2249471"/>
                  </a:lnTo>
                  <a:lnTo>
                    <a:pt x="7225" y="2220164"/>
                  </a:lnTo>
                  <a:lnTo>
                    <a:pt x="0" y="21842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8875" y="690626"/>
              <a:ext cx="361950" cy="2095500"/>
            </a:xfrm>
            <a:custGeom>
              <a:avLst/>
              <a:gdLst/>
              <a:ahLst/>
              <a:cxnLst/>
              <a:rect l="l" t="t" r="r" b="b"/>
              <a:pathLst>
                <a:path w="361950" h="209550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8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61950" h="2095500">
                  <a:moveTo>
                    <a:pt x="0" y="614299"/>
                  </a:moveTo>
                  <a:lnTo>
                    <a:pt x="6455" y="564914"/>
                  </a:lnTo>
                  <a:lnTo>
                    <a:pt x="24680" y="520554"/>
                  </a:lnTo>
                  <a:lnTo>
                    <a:pt x="52958" y="482980"/>
                  </a:lnTo>
                  <a:lnTo>
                    <a:pt x="89577" y="453959"/>
                  </a:lnTo>
                  <a:lnTo>
                    <a:pt x="132820" y="435252"/>
                  </a:lnTo>
                  <a:lnTo>
                    <a:pt x="180975" y="428625"/>
                  </a:lnTo>
                  <a:lnTo>
                    <a:pt x="229085" y="435252"/>
                  </a:lnTo>
                  <a:lnTo>
                    <a:pt x="272316" y="453959"/>
                  </a:lnTo>
                  <a:lnTo>
                    <a:pt x="308943" y="482981"/>
                  </a:lnTo>
                  <a:lnTo>
                    <a:pt x="337241" y="520554"/>
                  </a:lnTo>
                  <a:lnTo>
                    <a:pt x="355485" y="564914"/>
                  </a:lnTo>
                  <a:lnTo>
                    <a:pt x="361950" y="614299"/>
                  </a:lnTo>
                  <a:lnTo>
                    <a:pt x="355485" y="663692"/>
                  </a:lnTo>
                  <a:lnTo>
                    <a:pt x="337241" y="708076"/>
                  </a:lnTo>
                  <a:lnTo>
                    <a:pt x="308943" y="745680"/>
                  </a:lnTo>
                  <a:lnTo>
                    <a:pt x="272316" y="774732"/>
                  </a:lnTo>
                  <a:lnTo>
                    <a:pt x="229085" y="793463"/>
                  </a:lnTo>
                  <a:lnTo>
                    <a:pt x="180975" y="800100"/>
                  </a:lnTo>
                  <a:lnTo>
                    <a:pt x="132820" y="793463"/>
                  </a:lnTo>
                  <a:lnTo>
                    <a:pt x="89577" y="774732"/>
                  </a:lnTo>
                  <a:lnTo>
                    <a:pt x="52959" y="745680"/>
                  </a:lnTo>
                  <a:lnTo>
                    <a:pt x="24680" y="708076"/>
                  </a:lnTo>
                  <a:lnTo>
                    <a:pt x="6455" y="663692"/>
                  </a:lnTo>
                  <a:lnTo>
                    <a:pt x="0" y="614299"/>
                  </a:lnTo>
                  <a:close/>
                </a:path>
                <a:path w="361950" h="2095500">
                  <a:moveTo>
                    <a:pt x="0" y="1047750"/>
                  </a:moveTo>
                  <a:lnTo>
                    <a:pt x="6455" y="999595"/>
                  </a:lnTo>
                  <a:lnTo>
                    <a:pt x="24680" y="956352"/>
                  </a:lnTo>
                  <a:lnTo>
                    <a:pt x="52958" y="919734"/>
                  </a:lnTo>
                  <a:lnTo>
                    <a:pt x="89577" y="891455"/>
                  </a:lnTo>
                  <a:lnTo>
                    <a:pt x="132820" y="873230"/>
                  </a:lnTo>
                  <a:lnTo>
                    <a:pt x="180975" y="866775"/>
                  </a:lnTo>
                  <a:lnTo>
                    <a:pt x="229085" y="873230"/>
                  </a:lnTo>
                  <a:lnTo>
                    <a:pt x="272316" y="891455"/>
                  </a:lnTo>
                  <a:lnTo>
                    <a:pt x="308943" y="919734"/>
                  </a:lnTo>
                  <a:lnTo>
                    <a:pt x="337241" y="956352"/>
                  </a:lnTo>
                  <a:lnTo>
                    <a:pt x="355485" y="999595"/>
                  </a:lnTo>
                  <a:lnTo>
                    <a:pt x="361950" y="1047750"/>
                  </a:lnTo>
                  <a:lnTo>
                    <a:pt x="355485" y="1095860"/>
                  </a:lnTo>
                  <a:lnTo>
                    <a:pt x="337241" y="1139091"/>
                  </a:lnTo>
                  <a:lnTo>
                    <a:pt x="308943" y="1175718"/>
                  </a:lnTo>
                  <a:lnTo>
                    <a:pt x="272316" y="1204016"/>
                  </a:lnTo>
                  <a:lnTo>
                    <a:pt x="229085" y="1222260"/>
                  </a:lnTo>
                  <a:lnTo>
                    <a:pt x="180975" y="1228725"/>
                  </a:lnTo>
                  <a:lnTo>
                    <a:pt x="132820" y="1222260"/>
                  </a:lnTo>
                  <a:lnTo>
                    <a:pt x="89577" y="1204016"/>
                  </a:lnTo>
                  <a:lnTo>
                    <a:pt x="52959" y="1175718"/>
                  </a:lnTo>
                  <a:lnTo>
                    <a:pt x="24680" y="1139091"/>
                  </a:lnTo>
                  <a:lnTo>
                    <a:pt x="6455" y="1095860"/>
                  </a:lnTo>
                  <a:lnTo>
                    <a:pt x="0" y="1047750"/>
                  </a:lnTo>
                  <a:close/>
                </a:path>
                <a:path w="361950" h="2095500">
                  <a:moveTo>
                    <a:pt x="0" y="1476375"/>
                  </a:moveTo>
                  <a:lnTo>
                    <a:pt x="6455" y="1428220"/>
                  </a:lnTo>
                  <a:lnTo>
                    <a:pt x="24680" y="1384977"/>
                  </a:lnTo>
                  <a:lnTo>
                    <a:pt x="52958" y="1348359"/>
                  </a:lnTo>
                  <a:lnTo>
                    <a:pt x="89577" y="1320080"/>
                  </a:lnTo>
                  <a:lnTo>
                    <a:pt x="132820" y="1301855"/>
                  </a:lnTo>
                  <a:lnTo>
                    <a:pt x="180975" y="1295400"/>
                  </a:lnTo>
                  <a:lnTo>
                    <a:pt x="229085" y="1301855"/>
                  </a:lnTo>
                  <a:lnTo>
                    <a:pt x="272316" y="1320080"/>
                  </a:lnTo>
                  <a:lnTo>
                    <a:pt x="308943" y="1348358"/>
                  </a:lnTo>
                  <a:lnTo>
                    <a:pt x="337241" y="1384977"/>
                  </a:lnTo>
                  <a:lnTo>
                    <a:pt x="355485" y="1428220"/>
                  </a:lnTo>
                  <a:lnTo>
                    <a:pt x="361950" y="1476375"/>
                  </a:lnTo>
                  <a:lnTo>
                    <a:pt x="355485" y="1524485"/>
                  </a:lnTo>
                  <a:lnTo>
                    <a:pt x="337241" y="1567716"/>
                  </a:lnTo>
                  <a:lnTo>
                    <a:pt x="308943" y="1604343"/>
                  </a:lnTo>
                  <a:lnTo>
                    <a:pt x="272316" y="1632641"/>
                  </a:lnTo>
                  <a:lnTo>
                    <a:pt x="229085" y="1650885"/>
                  </a:lnTo>
                  <a:lnTo>
                    <a:pt x="180975" y="1657350"/>
                  </a:lnTo>
                  <a:lnTo>
                    <a:pt x="132820" y="1650885"/>
                  </a:lnTo>
                  <a:lnTo>
                    <a:pt x="89577" y="1632641"/>
                  </a:lnTo>
                  <a:lnTo>
                    <a:pt x="52959" y="1604343"/>
                  </a:lnTo>
                  <a:lnTo>
                    <a:pt x="24680" y="1567716"/>
                  </a:lnTo>
                  <a:lnTo>
                    <a:pt x="6455" y="1524485"/>
                  </a:lnTo>
                  <a:lnTo>
                    <a:pt x="0" y="1476375"/>
                  </a:lnTo>
                  <a:close/>
                </a:path>
                <a:path w="361950" h="2095500">
                  <a:moveTo>
                    <a:pt x="0" y="1909699"/>
                  </a:moveTo>
                  <a:lnTo>
                    <a:pt x="6455" y="1860314"/>
                  </a:lnTo>
                  <a:lnTo>
                    <a:pt x="24680" y="1815954"/>
                  </a:lnTo>
                  <a:lnTo>
                    <a:pt x="52958" y="1778381"/>
                  </a:lnTo>
                  <a:lnTo>
                    <a:pt x="89577" y="1749359"/>
                  </a:lnTo>
                  <a:lnTo>
                    <a:pt x="132820" y="1730652"/>
                  </a:lnTo>
                  <a:lnTo>
                    <a:pt x="180975" y="1724025"/>
                  </a:lnTo>
                  <a:lnTo>
                    <a:pt x="229085" y="1730652"/>
                  </a:lnTo>
                  <a:lnTo>
                    <a:pt x="272316" y="1749359"/>
                  </a:lnTo>
                  <a:lnTo>
                    <a:pt x="308943" y="1778381"/>
                  </a:lnTo>
                  <a:lnTo>
                    <a:pt x="337241" y="1815954"/>
                  </a:lnTo>
                  <a:lnTo>
                    <a:pt x="355485" y="1860314"/>
                  </a:lnTo>
                  <a:lnTo>
                    <a:pt x="361950" y="1909699"/>
                  </a:lnTo>
                  <a:lnTo>
                    <a:pt x="355485" y="1959092"/>
                  </a:lnTo>
                  <a:lnTo>
                    <a:pt x="337241" y="2003476"/>
                  </a:lnTo>
                  <a:lnTo>
                    <a:pt x="308943" y="2041080"/>
                  </a:lnTo>
                  <a:lnTo>
                    <a:pt x="272316" y="2070132"/>
                  </a:lnTo>
                  <a:lnTo>
                    <a:pt x="229085" y="2088863"/>
                  </a:lnTo>
                  <a:lnTo>
                    <a:pt x="180975" y="2095500"/>
                  </a:lnTo>
                  <a:lnTo>
                    <a:pt x="132820" y="2088863"/>
                  </a:lnTo>
                  <a:lnTo>
                    <a:pt x="89577" y="2070132"/>
                  </a:lnTo>
                  <a:lnTo>
                    <a:pt x="52959" y="2041080"/>
                  </a:lnTo>
                  <a:lnTo>
                    <a:pt x="24680" y="2003476"/>
                  </a:lnTo>
                  <a:lnTo>
                    <a:pt x="6455" y="1959092"/>
                  </a:lnTo>
                  <a:lnTo>
                    <a:pt x="0" y="19096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19350" y="1647825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60" h="114300">
                  <a:moveTo>
                    <a:pt x="251460" y="0"/>
                  </a:moveTo>
                  <a:lnTo>
                    <a:pt x="251460" y="114300"/>
                  </a:lnTo>
                  <a:lnTo>
                    <a:pt x="327660" y="76200"/>
                  </a:lnTo>
                  <a:lnTo>
                    <a:pt x="270510" y="76200"/>
                  </a:lnTo>
                  <a:lnTo>
                    <a:pt x="270510" y="38100"/>
                  </a:lnTo>
                  <a:lnTo>
                    <a:pt x="327660" y="38100"/>
                  </a:lnTo>
                  <a:lnTo>
                    <a:pt x="251460" y="0"/>
                  </a:lnTo>
                  <a:close/>
                </a:path>
                <a:path w="365760" h="114300">
                  <a:moveTo>
                    <a:pt x="25146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38100"/>
                  </a:lnTo>
                  <a:close/>
                </a:path>
                <a:path w="365760" h="114300">
                  <a:moveTo>
                    <a:pt x="327660" y="38100"/>
                  </a:moveTo>
                  <a:lnTo>
                    <a:pt x="270510" y="38100"/>
                  </a:lnTo>
                  <a:lnTo>
                    <a:pt x="270510" y="76200"/>
                  </a:lnTo>
                  <a:lnTo>
                    <a:pt x="327660" y="76200"/>
                  </a:lnTo>
                  <a:lnTo>
                    <a:pt x="365760" y="57150"/>
                  </a:lnTo>
                  <a:lnTo>
                    <a:pt x="327660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424051" y="1400048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90" y="54228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4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/>
          <p:nvPr/>
        </p:nvSpPr>
        <p:spPr>
          <a:xfrm>
            <a:off x="457200" y="2197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85090" y="1998981"/>
            <a:ext cx="861060" cy="1281740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82123">
              <a:spcBef>
                <a:spcPts val="173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12604">
              <a:spcBef>
                <a:spcPts val="47"/>
              </a:spcBef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  <a:p>
            <a:pPr marL="16933">
              <a:spcBef>
                <a:spcPts val="1940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0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9968" y="1653117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68641" y="1860634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5089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29"/>
                </a:lnTo>
                <a:lnTo>
                  <a:pt x="105156" y="36829"/>
                </a:lnTo>
                <a:lnTo>
                  <a:pt x="85089" y="54228"/>
                </a:lnTo>
                <a:lnTo>
                  <a:pt x="91693" y="61722"/>
                </a:lnTo>
                <a:lnTo>
                  <a:pt x="123189" y="34544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3221228" y="1646766"/>
            <a:ext cx="597745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9959" y="189788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493"/>
                </a:lnTo>
                <a:lnTo>
                  <a:pt x="105155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5" y="36830"/>
                </a:lnTo>
                <a:lnTo>
                  <a:pt x="85089" y="54229"/>
                </a:lnTo>
                <a:lnTo>
                  <a:pt x="91820" y="61722"/>
                </a:lnTo>
                <a:lnTo>
                  <a:pt x="123316" y="34544"/>
                </a:lnTo>
                <a:lnTo>
                  <a:pt x="123316" y="27178"/>
                </a:lnTo>
                <a:lnTo>
                  <a:pt x="9182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4533901" y="1684019"/>
            <a:ext cx="597745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06178" y="1923966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620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5089" y="54228"/>
                </a:lnTo>
                <a:lnTo>
                  <a:pt x="91693" y="61849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5861473" y="1710266"/>
            <a:ext cx="597745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0799">
              <a:spcBef>
                <a:spcPts val="173"/>
              </a:spcBef>
            </a:pPr>
            <a:r>
              <a:rPr sz="4000" spc="-40" baseline="-20833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FF40FF"/>
                </a:solidFill>
                <a:latin typeface="Cambria Math"/>
                <a:cs typeface="Cambria Math"/>
              </a:rPr>
              <a:t>[4]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5577" y="3922183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87092" y="3922183"/>
            <a:ext cx="86360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2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59201" y="3897630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3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44439" y="3922183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4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02215" y="4700777"/>
            <a:ext cx="20777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Verdana"/>
                <a:cs typeface="Verdana"/>
              </a:rPr>
              <a:t>hidden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3" dirty="0">
                <a:latin typeface="Verdana"/>
                <a:cs typeface="Verdana"/>
              </a:rPr>
              <a:t>layers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55701" y="4318000"/>
            <a:ext cx="3365500" cy="279400"/>
          </a:xfrm>
          <a:custGeom>
            <a:avLst/>
            <a:gdLst/>
            <a:ahLst/>
            <a:cxnLst/>
            <a:rect l="l" t="t" r="r" b="b"/>
            <a:pathLst>
              <a:path w="2524125" h="209550">
                <a:moveTo>
                  <a:pt x="0" y="0"/>
                </a:moveTo>
                <a:lnTo>
                  <a:pt x="1372" y="40802"/>
                </a:lnTo>
                <a:lnTo>
                  <a:pt x="5116" y="74104"/>
                </a:lnTo>
                <a:lnTo>
                  <a:pt x="10667" y="96547"/>
                </a:lnTo>
                <a:lnTo>
                  <a:pt x="17462" y="104775"/>
                </a:lnTo>
                <a:lnTo>
                  <a:pt x="1244600" y="104775"/>
                </a:lnTo>
                <a:lnTo>
                  <a:pt x="1251390" y="113002"/>
                </a:lnTo>
                <a:lnTo>
                  <a:pt x="1256919" y="135445"/>
                </a:lnTo>
                <a:lnTo>
                  <a:pt x="1260637" y="168747"/>
                </a:lnTo>
                <a:lnTo>
                  <a:pt x="1261999" y="209550"/>
                </a:lnTo>
                <a:lnTo>
                  <a:pt x="1263380" y="168747"/>
                </a:lnTo>
                <a:lnTo>
                  <a:pt x="1267142" y="135445"/>
                </a:lnTo>
                <a:lnTo>
                  <a:pt x="1272714" y="113002"/>
                </a:lnTo>
                <a:lnTo>
                  <a:pt x="1279525" y="104775"/>
                </a:lnTo>
                <a:lnTo>
                  <a:pt x="2506599" y="104775"/>
                </a:lnTo>
                <a:lnTo>
                  <a:pt x="2513409" y="96547"/>
                </a:lnTo>
                <a:lnTo>
                  <a:pt x="2518981" y="74104"/>
                </a:lnTo>
                <a:lnTo>
                  <a:pt x="2522743" y="40802"/>
                </a:lnTo>
                <a:lnTo>
                  <a:pt x="2524125" y="0"/>
                </a:lnTo>
              </a:path>
            </a:pathLst>
          </a:custGeom>
          <a:ln w="38100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105401" y="4343400"/>
            <a:ext cx="749300" cy="177800"/>
          </a:xfrm>
          <a:custGeom>
            <a:avLst/>
            <a:gdLst/>
            <a:ahLst/>
            <a:cxnLst/>
            <a:rect l="l" t="t" r="r" b="b"/>
            <a:pathLst>
              <a:path w="561975" h="133350">
                <a:moveTo>
                  <a:pt x="0" y="0"/>
                </a:moveTo>
                <a:lnTo>
                  <a:pt x="869" y="25955"/>
                </a:lnTo>
                <a:lnTo>
                  <a:pt x="3238" y="47148"/>
                </a:lnTo>
                <a:lnTo>
                  <a:pt x="6750" y="61436"/>
                </a:lnTo>
                <a:lnTo>
                  <a:pt x="11049" y="66675"/>
                </a:lnTo>
                <a:lnTo>
                  <a:pt x="269875" y="66675"/>
                </a:lnTo>
                <a:lnTo>
                  <a:pt x="274173" y="71913"/>
                </a:lnTo>
                <a:lnTo>
                  <a:pt x="277685" y="86201"/>
                </a:lnTo>
                <a:lnTo>
                  <a:pt x="280054" y="107394"/>
                </a:lnTo>
                <a:lnTo>
                  <a:pt x="280924" y="133350"/>
                </a:lnTo>
                <a:lnTo>
                  <a:pt x="281813" y="107394"/>
                </a:lnTo>
                <a:lnTo>
                  <a:pt x="284225" y="86201"/>
                </a:lnTo>
                <a:lnTo>
                  <a:pt x="287781" y="71913"/>
                </a:lnTo>
                <a:lnTo>
                  <a:pt x="292100" y="66675"/>
                </a:lnTo>
                <a:lnTo>
                  <a:pt x="550799" y="66675"/>
                </a:lnTo>
                <a:lnTo>
                  <a:pt x="555170" y="61436"/>
                </a:lnTo>
                <a:lnTo>
                  <a:pt x="558720" y="47148"/>
                </a:lnTo>
                <a:lnTo>
                  <a:pt x="561103" y="25955"/>
                </a:lnTo>
                <a:lnTo>
                  <a:pt x="561975" y="0"/>
                </a:lnTo>
              </a:path>
            </a:pathLst>
          </a:custGeom>
          <a:ln w="38100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 txBox="1"/>
          <p:nvPr/>
        </p:nvSpPr>
        <p:spPr>
          <a:xfrm>
            <a:off x="5097779" y="4667588"/>
            <a:ext cx="103208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Verdana"/>
                <a:cs typeface="Verdana"/>
              </a:rPr>
              <a:t>output</a:t>
            </a:r>
            <a:endParaRPr sz="2400">
              <a:latin typeface="Verdana"/>
              <a:cs typeface="Verdana"/>
            </a:endParaRPr>
          </a:p>
          <a:p>
            <a:pPr marL="16933">
              <a:spcBef>
                <a:spcPts val="27"/>
              </a:spcBef>
            </a:pPr>
            <a:r>
              <a:rPr sz="2400" spc="-13" dirty="0">
                <a:latin typeface="Verdana"/>
                <a:cs typeface="Verdana"/>
              </a:rPr>
              <a:t>layer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25692" y="208754"/>
            <a:ext cx="9136379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dirty="0"/>
              <a:t>More</a:t>
            </a:r>
            <a:r>
              <a:rPr spc="20" dirty="0"/>
              <a:t> </a:t>
            </a:r>
            <a:r>
              <a:rPr dirty="0"/>
              <a:t>complex</a:t>
            </a:r>
            <a:r>
              <a:rPr spc="-233" dirty="0"/>
              <a:t> </a:t>
            </a:r>
            <a:r>
              <a:rPr dirty="0"/>
              <a:t>neural</a:t>
            </a:r>
            <a:r>
              <a:rPr spc="-13" dirty="0"/>
              <a:t> network</a:t>
            </a:r>
          </a:p>
        </p:txBody>
      </p:sp>
      <p:sp>
        <p:nvSpPr>
          <p:cNvPr id="3" name="object 3"/>
          <p:cNvSpPr/>
          <p:nvPr/>
        </p:nvSpPr>
        <p:spPr>
          <a:xfrm>
            <a:off x="141615" y="2098886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3" y="0"/>
                </a:moveTo>
                <a:lnTo>
                  <a:pt x="85088" y="7493"/>
                </a:lnTo>
                <a:lnTo>
                  <a:pt x="105180" y="24892"/>
                </a:lnTo>
                <a:lnTo>
                  <a:pt x="0" y="24892"/>
                </a:lnTo>
                <a:lnTo>
                  <a:pt x="0" y="36702"/>
                </a:lnTo>
                <a:lnTo>
                  <a:pt x="105180" y="36702"/>
                </a:lnTo>
                <a:lnTo>
                  <a:pt x="85088" y="54229"/>
                </a:lnTo>
                <a:lnTo>
                  <a:pt x="91743" y="61722"/>
                </a:lnTo>
                <a:lnTo>
                  <a:pt x="123252" y="34544"/>
                </a:lnTo>
                <a:lnTo>
                  <a:pt x="123252" y="27177"/>
                </a:lnTo>
                <a:lnTo>
                  <a:pt x="9174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930900" y="2235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1879601" y="1397084"/>
            <a:ext cx="3988647" cy="1803400"/>
            <a:chOff x="1409700" y="1047813"/>
            <a:chExt cx="2991485" cy="1352550"/>
          </a:xfrm>
        </p:grpSpPr>
        <p:sp>
          <p:nvSpPr>
            <p:cNvPr id="6" name="object 6"/>
            <p:cNvSpPr/>
            <p:nvPr/>
          </p:nvSpPr>
          <p:spPr>
            <a:xfrm>
              <a:off x="2824225" y="1062100"/>
              <a:ext cx="552450" cy="1323975"/>
            </a:xfrm>
            <a:custGeom>
              <a:avLst/>
              <a:gdLst/>
              <a:ahLst/>
              <a:cxnLst/>
              <a:rect l="l" t="t" r="r" b="b"/>
              <a:pathLst>
                <a:path w="552450" h="132397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231773"/>
                  </a:lnTo>
                  <a:lnTo>
                    <a:pt x="545205" y="1267664"/>
                  </a:lnTo>
                  <a:lnTo>
                    <a:pt x="525446" y="1296971"/>
                  </a:lnTo>
                  <a:lnTo>
                    <a:pt x="496139" y="1316730"/>
                  </a:lnTo>
                  <a:lnTo>
                    <a:pt x="460248" y="1323975"/>
                  </a:lnTo>
                  <a:lnTo>
                    <a:pt x="92075" y="1323975"/>
                  </a:lnTo>
                  <a:lnTo>
                    <a:pt x="56203" y="1316730"/>
                  </a:lnTo>
                  <a:lnTo>
                    <a:pt x="26939" y="1296971"/>
                  </a:lnTo>
                  <a:lnTo>
                    <a:pt x="7225" y="1267664"/>
                  </a:lnTo>
                  <a:lnTo>
                    <a:pt x="0" y="12317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909950" y="1119250"/>
              <a:ext cx="371475" cy="771525"/>
            </a:xfrm>
            <a:custGeom>
              <a:avLst/>
              <a:gdLst/>
              <a:ahLst/>
              <a:cxnLst/>
              <a:rect l="l" t="t" r="r" b="b"/>
              <a:pathLst>
                <a:path w="371475" h="77152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  <a:path w="371475" h="771525">
                  <a:moveTo>
                    <a:pt x="9525" y="585724"/>
                  </a:moveTo>
                  <a:lnTo>
                    <a:pt x="15980" y="536339"/>
                  </a:lnTo>
                  <a:lnTo>
                    <a:pt x="34205" y="491979"/>
                  </a:lnTo>
                  <a:lnTo>
                    <a:pt x="62483" y="454405"/>
                  </a:lnTo>
                  <a:lnTo>
                    <a:pt x="99102" y="425384"/>
                  </a:lnTo>
                  <a:lnTo>
                    <a:pt x="142345" y="406677"/>
                  </a:lnTo>
                  <a:lnTo>
                    <a:pt x="190500" y="400050"/>
                  </a:lnTo>
                  <a:lnTo>
                    <a:pt x="238610" y="406677"/>
                  </a:lnTo>
                  <a:lnTo>
                    <a:pt x="281841" y="425384"/>
                  </a:lnTo>
                  <a:lnTo>
                    <a:pt x="318468" y="454406"/>
                  </a:lnTo>
                  <a:lnTo>
                    <a:pt x="346766" y="491979"/>
                  </a:lnTo>
                  <a:lnTo>
                    <a:pt x="365010" y="536339"/>
                  </a:lnTo>
                  <a:lnTo>
                    <a:pt x="371475" y="585724"/>
                  </a:lnTo>
                  <a:lnTo>
                    <a:pt x="365010" y="635117"/>
                  </a:lnTo>
                  <a:lnTo>
                    <a:pt x="346766" y="679501"/>
                  </a:lnTo>
                  <a:lnTo>
                    <a:pt x="318468" y="717105"/>
                  </a:lnTo>
                  <a:lnTo>
                    <a:pt x="281841" y="746157"/>
                  </a:lnTo>
                  <a:lnTo>
                    <a:pt x="238610" y="764888"/>
                  </a:lnTo>
                  <a:lnTo>
                    <a:pt x="190500" y="771525"/>
                  </a:lnTo>
                  <a:lnTo>
                    <a:pt x="142345" y="764888"/>
                  </a:lnTo>
                  <a:lnTo>
                    <a:pt x="99102" y="746157"/>
                  </a:lnTo>
                  <a:lnTo>
                    <a:pt x="62484" y="717105"/>
                  </a:lnTo>
                  <a:lnTo>
                    <a:pt x="34205" y="679501"/>
                  </a:lnTo>
                  <a:lnTo>
                    <a:pt x="15980" y="635117"/>
                  </a:lnTo>
                  <a:lnTo>
                    <a:pt x="9525" y="585724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833876" y="1452625"/>
              <a:ext cx="552450" cy="542925"/>
            </a:xfrm>
            <a:custGeom>
              <a:avLst/>
              <a:gdLst/>
              <a:ahLst/>
              <a:cxnLst/>
              <a:rect l="l" t="t" r="r" b="b"/>
              <a:pathLst>
                <a:path w="552450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61899" y="0"/>
                  </a:lnTo>
                  <a:lnTo>
                    <a:pt x="497157" y="7110"/>
                  </a:lnTo>
                  <a:lnTo>
                    <a:pt x="525938" y="26495"/>
                  </a:lnTo>
                  <a:lnTo>
                    <a:pt x="545338" y="55239"/>
                  </a:lnTo>
                  <a:lnTo>
                    <a:pt x="552450" y="90424"/>
                  </a:lnTo>
                  <a:lnTo>
                    <a:pt x="552450" y="452374"/>
                  </a:lnTo>
                  <a:lnTo>
                    <a:pt x="545338" y="487578"/>
                  </a:lnTo>
                  <a:lnTo>
                    <a:pt x="525938" y="516366"/>
                  </a:lnTo>
                  <a:lnTo>
                    <a:pt x="497157" y="535795"/>
                  </a:lnTo>
                  <a:lnTo>
                    <a:pt x="461899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929126" y="1528825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9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9700" y="1641982"/>
              <a:ext cx="2375535" cy="149225"/>
            </a:xfrm>
            <a:custGeom>
              <a:avLst/>
              <a:gdLst/>
              <a:ahLst/>
              <a:cxnLst/>
              <a:rect l="l" t="t" r="r" b="b"/>
              <a:pathLst>
                <a:path w="2375535" h="149225">
                  <a:moveTo>
                    <a:pt x="365760" y="62992"/>
                  </a:moveTo>
                  <a:lnTo>
                    <a:pt x="327660" y="43942"/>
                  </a:lnTo>
                  <a:lnTo>
                    <a:pt x="251460" y="5842"/>
                  </a:lnTo>
                  <a:lnTo>
                    <a:pt x="251460" y="43942"/>
                  </a:lnTo>
                  <a:lnTo>
                    <a:pt x="0" y="43942"/>
                  </a:lnTo>
                  <a:lnTo>
                    <a:pt x="0" y="82042"/>
                  </a:lnTo>
                  <a:lnTo>
                    <a:pt x="251460" y="82042"/>
                  </a:lnTo>
                  <a:lnTo>
                    <a:pt x="251460" y="120142"/>
                  </a:lnTo>
                  <a:lnTo>
                    <a:pt x="327660" y="82042"/>
                  </a:lnTo>
                  <a:lnTo>
                    <a:pt x="365760" y="62992"/>
                  </a:lnTo>
                  <a:close/>
                </a:path>
                <a:path w="2375535" h="149225">
                  <a:moveTo>
                    <a:pt x="1340205" y="76962"/>
                  </a:moveTo>
                  <a:lnTo>
                    <a:pt x="1277874" y="76962"/>
                  </a:lnTo>
                  <a:lnTo>
                    <a:pt x="1258824" y="76962"/>
                  </a:lnTo>
                  <a:lnTo>
                    <a:pt x="1257300" y="114173"/>
                  </a:lnTo>
                  <a:lnTo>
                    <a:pt x="1340205" y="76962"/>
                  </a:lnTo>
                  <a:close/>
                </a:path>
                <a:path w="2375535" h="149225">
                  <a:moveTo>
                    <a:pt x="1373886" y="61849"/>
                  </a:moveTo>
                  <a:lnTo>
                    <a:pt x="1261999" y="0"/>
                  </a:lnTo>
                  <a:lnTo>
                    <a:pt x="1260424" y="38074"/>
                  </a:lnTo>
                  <a:lnTo>
                    <a:pt x="943737" y="24892"/>
                  </a:lnTo>
                  <a:lnTo>
                    <a:pt x="942251" y="61849"/>
                  </a:lnTo>
                  <a:lnTo>
                    <a:pt x="942213" y="62992"/>
                  </a:lnTo>
                  <a:lnTo>
                    <a:pt x="1258862" y="76174"/>
                  </a:lnTo>
                  <a:lnTo>
                    <a:pt x="1277899" y="76174"/>
                  </a:lnTo>
                  <a:lnTo>
                    <a:pt x="1341970" y="76174"/>
                  </a:lnTo>
                  <a:lnTo>
                    <a:pt x="1373886" y="61849"/>
                  </a:lnTo>
                  <a:close/>
                </a:path>
                <a:path w="2375535" h="149225">
                  <a:moveTo>
                    <a:pt x="2375535" y="91567"/>
                  </a:moveTo>
                  <a:lnTo>
                    <a:pt x="2337435" y="72517"/>
                  </a:lnTo>
                  <a:lnTo>
                    <a:pt x="2261235" y="34417"/>
                  </a:lnTo>
                  <a:lnTo>
                    <a:pt x="2261235" y="72517"/>
                  </a:lnTo>
                  <a:lnTo>
                    <a:pt x="2009775" y="72517"/>
                  </a:lnTo>
                  <a:lnTo>
                    <a:pt x="2009775" y="110617"/>
                  </a:lnTo>
                  <a:lnTo>
                    <a:pt x="2261235" y="110617"/>
                  </a:lnTo>
                  <a:lnTo>
                    <a:pt x="2261235" y="148717"/>
                  </a:lnTo>
                  <a:lnTo>
                    <a:pt x="2337435" y="110617"/>
                  </a:lnTo>
                  <a:lnTo>
                    <a:pt x="2375535" y="915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19475" y="1928875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180975"/>
                  </a:moveTo>
                  <a:lnTo>
                    <a:pt x="6627" y="132820"/>
                  </a:lnTo>
                  <a:lnTo>
                    <a:pt x="25334" y="89577"/>
                  </a:lnTo>
                  <a:lnTo>
                    <a:pt x="54356" y="52959"/>
                  </a:lnTo>
                  <a:lnTo>
                    <a:pt x="91929" y="24680"/>
                  </a:lnTo>
                  <a:lnTo>
                    <a:pt x="136289" y="6455"/>
                  </a:lnTo>
                  <a:lnTo>
                    <a:pt x="185674" y="0"/>
                  </a:lnTo>
                  <a:lnTo>
                    <a:pt x="235067" y="6455"/>
                  </a:lnTo>
                  <a:lnTo>
                    <a:pt x="279451" y="24680"/>
                  </a:lnTo>
                  <a:lnTo>
                    <a:pt x="317055" y="52958"/>
                  </a:lnTo>
                  <a:lnTo>
                    <a:pt x="346107" y="89577"/>
                  </a:lnTo>
                  <a:lnTo>
                    <a:pt x="364838" y="132820"/>
                  </a:lnTo>
                  <a:lnTo>
                    <a:pt x="371475" y="180975"/>
                  </a:lnTo>
                  <a:lnTo>
                    <a:pt x="364838" y="229085"/>
                  </a:lnTo>
                  <a:lnTo>
                    <a:pt x="346107" y="272316"/>
                  </a:lnTo>
                  <a:lnTo>
                    <a:pt x="317055" y="308943"/>
                  </a:lnTo>
                  <a:lnTo>
                    <a:pt x="279451" y="337241"/>
                  </a:lnTo>
                  <a:lnTo>
                    <a:pt x="235067" y="355485"/>
                  </a:lnTo>
                  <a:lnTo>
                    <a:pt x="185674" y="361950"/>
                  </a:lnTo>
                  <a:lnTo>
                    <a:pt x="136289" y="355485"/>
                  </a:lnTo>
                  <a:lnTo>
                    <a:pt x="91929" y="337241"/>
                  </a:lnTo>
                  <a:lnTo>
                    <a:pt x="54356" y="308943"/>
                  </a:lnTo>
                  <a:lnTo>
                    <a:pt x="25334" y="272316"/>
                  </a:lnTo>
                  <a:lnTo>
                    <a:pt x="6627" y="229085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24050" y="1400047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90" y="54228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4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/>
          <p:nvPr/>
        </p:nvSpPr>
        <p:spPr>
          <a:xfrm>
            <a:off x="457200" y="2197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24883" y="1897165"/>
            <a:ext cx="809413" cy="969624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6933">
              <a:spcBef>
                <a:spcPts val="1080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12604">
              <a:spcBef>
                <a:spcPts val="753"/>
              </a:spcBef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9968" y="1653117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68641" y="1860634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5089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29"/>
                </a:lnTo>
                <a:lnTo>
                  <a:pt x="105156" y="36829"/>
                </a:lnTo>
                <a:lnTo>
                  <a:pt x="85089" y="54228"/>
                </a:lnTo>
                <a:lnTo>
                  <a:pt x="91693" y="61722"/>
                </a:lnTo>
                <a:lnTo>
                  <a:pt x="123189" y="34544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3238161" y="1646766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9959" y="189788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493"/>
                </a:lnTo>
                <a:lnTo>
                  <a:pt x="105155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5" y="36830"/>
                </a:lnTo>
                <a:lnTo>
                  <a:pt x="85089" y="54229"/>
                </a:lnTo>
                <a:lnTo>
                  <a:pt x="91820" y="61722"/>
                </a:lnTo>
                <a:lnTo>
                  <a:pt x="123316" y="34544"/>
                </a:lnTo>
                <a:lnTo>
                  <a:pt x="123316" y="27178"/>
                </a:lnTo>
                <a:lnTo>
                  <a:pt x="9182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4550834" y="1684019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06178" y="1923966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620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5089" y="54228"/>
                </a:lnTo>
                <a:lnTo>
                  <a:pt x="91693" y="61849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5895340" y="1837266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60440" y="179959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FF40FF"/>
                </a:solidFill>
                <a:latin typeface="Cambria Math"/>
                <a:cs typeface="Cambria Math"/>
              </a:rPr>
              <a:t>[4]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7544" y="4406815"/>
            <a:ext cx="86275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0828" y="4369223"/>
            <a:ext cx="86275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2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2061" y="4369223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3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82953" y="4369223"/>
            <a:ext cx="86360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4</a:t>
            </a:r>
            <a:endParaRPr sz="1867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38500" y="914400"/>
            <a:ext cx="5156200" cy="2499360"/>
            <a:chOff x="2428875" y="685800"/>
            <a:chExt cx="3867150" cy="1874520"/>
          </a:xfrm>
        </p:grpSpPr>
        <p:sp>
          <p:nvSpPr>
            <p:cNvPr id="28" name="object 28"/>
            <p:cNvSpPr/>
            <p:nvPr/>
          </p:nvSpPr>
          <p:spPr>
            <a:xfrm>
              <a:off x="2438400" y="695325"/>
              <a:ext cx="2615565" cy="1855470"/>
            </a:xfrm>
            <a:custGeom>
              <a:avLst/>
              <a:gdLst/>
              <a:ahLst/>
              <a:cxnLst/>
              <a:rect l="l" t="t" r="r" b="b"/>
              <a:pathLst>
                <a:path w="2615565" h="1855470">
                  <a:moveTo>
                    <a:pt x="0" y="1762125"/>
                  </a:moveTo>
                  <a:lnTo>
                    <a:pt x="2615565" y="1855470"/>
                  </a:lnTo>
                </a:path>
                <a:path w="2615565" h="1855470">
                  <a:moveTo>
                    <a:pt x="0" y="300989"/>
                  </a:moveTo>
                  <a:lnTo>
                    <a:pt x="2615565" y="0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672201" y="852551"/>
              <a:ext cx="552450" cy="1638300"/>
            </a:xfrm>
            <a:custGeom>
              <a:avLst/>
              <a:gdLst/>
              <a:ahLst/>
              <a:cxnLst/>
              <a:rect l="l" t="t" r="r" b="b"/>
              <a:pathLst>
                <a:path w="552450" h="163830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546098"/>
                  </a:lnTo>
                  <a:lnTo>
                    <a:pt x="545205" y="1581989"/>
                  </a:lnTo>
                  <a:lnTo>
                    <a:pt x="525446" y="1611296"/>
                  </a:lnTo>
                  <a:lnTo>
                    <a:pt x="496139" y="1631055"/>
                  </a:lnTo>
                  <a:lnTo>
                    <a:pt x="460248" y="1638300"/>
                  </a:lnTo>
                  <a:lnTo>
                    <a:pt x="92075" y="1638300"/>
                  </a:lnTo>
                  <a:lnTo>
                    <a:pt x="56203" y="1631055"/>
                  </a:lnTo>
                  <a:lnTo>
                    <a:pt x="26939" y="1611296"/>
                  </a:lnTo>
                  <a:lnTo>
                    <a:pt x="7225" y="1581989"/>
                  </a:lnTo>
                  <a:lnTo>
                    <a:pt x="0" y="15460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757926" y="957325"/>
              <a:ext cx="371475" cy="1447800"/>
            </a:xfrm>
            <a:custGeom>
              <a:avLst/>
              <a:gdLst/>
              <a:ahLst/>
              <a:cxnLst/>
              <a:rect l="l" t="t" r="r" b="b"/>
              <a:pathLst>
                <a:path w="371475" h="144780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71475" h="1447800">
                  <a:moveTo>
                    <a:pt x="0" y="742950"/>
                  </a:moveTo>
                  <a:lnTo>
                    <a:pt x="6627" y="694795"/>
                  </a:lnTo>
                  <a:lnTo>
                    <a:pt x="25334" y="651552"/>
                  </a:lnTo>
                  <a:lnTo>
                    <a:pt x="54356" y="614934"/>
                  </a:lnTo>
                  <a:lnTo>
                    <a:pt x="91929" y="586655"/>
                  </a:lnTo>
                  <a:lnTo>
                    <a:pt x="136289" y="568430"/>
                  </a:lnTo>
                  <a:lnTo>
                    <a:pt x="185674" y="561975"/>
                  </a:lnTo>
                  <a:lnTo>
                    <a:pt x="235067" y="568430"/>
                  </a:lnTo>
                  <a:lnTo>
                    <a:pt x="279451" y="586655"/>
                  </a:lnTo>
                  <a:lnTo>
                    <a:pt x="317055" y="614934"/>
                  </a:lnTo>
                  <a:lnTo>
                    <a:pt x="346107" y="651552"/>
                  </a:lnTo>
                  <a:lnTo>
                    <a:pt x="364838" y="694795"/>
                  </a:lnTo>
                  <a:lnTo>
                    <a:pt x="371475" y="742950"/>
                  </a:lnTo>
                  <a:lnTo>
                    <a:pt x="364838" y="791060"/>
                  </a:lnTo>
                  <a:lnTo>
                    <a:pt x="346107" y="834291"/>
                  </a:lnTo>
                  <a:lnTo>
                    <a:pt x="317055" y="870918"/>
                  </a:lnTo>
                  <a:lnTo>
                    <a:pt x="279451" y="899216"/>
                  </a:lnTo>
                  <a:lnTo>
                    <a:pt x="235067" y="917460"/>
                  </a:lnTo>
                  <a:lnTo>
                    <a:pt x="185674" y="923925"/>
                  </a:lnTo>
                  <a:lnTo>
                    <a:pt x="136289" y="917460"/>
                  </a:lnTo>
                  <a:lnTo>
                    <a:pt x="91929" y="899216"/>
                  </a:lnTo>
                  <a:lnTo>
                    <a:pt x="54355" y="870918"/>
                  </a:lnTo>
                  <a:lnTo>
                    <a:pt x="25334" y="834291"/>
                  </a:lnTo>
                  <a:lnTo>
                    <a:pt x="6627" y="791060"/>
                  </a:lnTo>
                  <a:lnTo>
                    <a:pt x="0" y="742950"/>
                  </a:lnTo>
                  <a:close/>
                </a:path>
                <a:path w="371475" h="1447800">
                  <a:moveTo>
                    <a:pt x="9525" y="1261999"/>
                  </a:moveTo>
                  <a:lnTo>
                    <a:pt x="15980" y="1212614"/>
                  </a:lnTo>
                  <a:lnTo>
                    <a:pt x="34205" y="1168254"/>
                  </a:lnTo>
                  <a:lnTo>
                    <a:pt x="62484" y="1130681"/>
                  </a:lnTo>
                  <a:lnTo>
                    <a:pt x="99102" y="1101659"/>
                  </a:lnTo>
                  <a:lnTo>
                    <a:pt x="142345" y="1082952"/>
                  </a:lnTo>
                  <a:lnTo>
                    <a:pt x="190500" y="1076325"/>
                  </a:lnTo>
                  <a:lnTo>
                    <a:pt x="238610" y="1082952"/>
                  </a:lnTo>
                  <a:lnTo>
                    <a:pt x="281841" y="1101659"/>
                  </a:lnTo>
                  <a:lnTo>
                    <a:pt x="318468" y="1130681"/>
                  </a:lnTo>
                  <a:lnTo>
                    <a:pt x="346766" y="1168254"/>
                  </a:lnTo>
                  <a:lnTo>
                    <a:pt x="365010" y="1212614"/>
                  </a:lnTo>
                  <a:lnTo>
                    <a:pt x="371475" y="1261999"/>
                  </a:lnTo>
                  <a:lnTo>
                    <a:pt x="365010" y="1311392"/>
                  </a:lnTo>
                  <a:lnTo>
                    <a:pt x="346766" y="1355776"/>
                  </a:lnTo>
                  <a:lnTo>
                    <a:pt x="318468" y="1393380"/>
                  </a:lnTo>
                  <a:lnTo>
                    <a:pt x="281841" y="1422432"/>
                  </a:lnTo>
                  <a:lnTo>
                    <a:pt x="238610" y="1441163"/>
                  </a:lnTo>
                  <a:lnTo>
                    <a:pt x="190500" y="1447800"/>
                  </a:lnTo>
                  <a:lnTo>
                    <a:pt x="142345" y="1441163"/>
                  </a:lnTo>
                  <a:lnTo>
                    <a:pt x="99102" y="1422432"/>
                  </a:lnTo>
                  <a:lnTo>
                    <a:pt x="62484" y="1393380"/>
                  </a:lnTo>
                  <a:lnTo>
                    <a:pt x="34205" y="1355776"/>
                  </a:lnTo>
                  <a:lnTo>
                    <a:pt x="15980" y="1311392"/>
                  </a:lnTo>
                  <a:lnTo>
                    <a:pt x="9525" y="12619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076825" y="1724025"/>
              <a:ext cx="561340" cy="114300"/>
            </a:xfrm>
            <a:custGeom>
              <a:avLst/>
              <a:gdLst/>
              <a:ahLst/>
              <a:cxnLst/>
              <a:rect l="l" t="t" r="r" b="b"/>
              <a:pathLst>
                <a:path w="561339" h="114300">
                  <a:moveTo>
                    <a:pt x="447039" y="0"/>
                  </a:moveTo>
                  <a:lnTo>
                    <a:pt x="447039" y="114300"/>
                  </a:lnTo>
                  <a:lnTo>
                    <a:pt x="523239" y="76200"/>
                  </a:lnTo>
                  <a:lnTo>
                    <a:pt x="466089" y="76200"/>
                  </a:lnTo>
                  <a:lnTo>
                    <a:pt x="466089" y="38100"/>
                  </a:lnTo>
                  <a:lnTo>
                    <a:pt x="523239" y="38100"/>
                  </a:lnTo>
                  <a:lnTo>
                    <a:pt x="447039" y="0"/>
                  </a:lnTo>
                  <a:close/>
                </a:path>
                <a:path w="561339" h="114300">
                  <a:moveTo>
                    <a:pt x="44703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47039" y="76200"/>
                  </a:lnTo>
                  <a:lnTo>
                    <a:pt x="447039" y="38100"/>
                  </a:lnTo>
                  <a:close/>
                </a:path>
                <a:path w="561339" h="114300">
                  <a:moveTo>
                    <a:pt x="523239" y="38100"/>
                  </a:moveTo>
                  <a:lnTo>
                    <a:pt x="466089" y="38100"/>
                  </a:lnTo>
                  <a:lnTo>
                    <a:pt x="466089" y="76200"/>
                  </a:lnTo>
                  <a:lnTo>
                    <a:pt x="523239" y="76200"/>
                  </a:lnTo>
                  <a:lnTo>
                    <a:pt x="561339" y="57150"/>
                  </a:lnTo>
                  <a:lnTo>
                    <a:pt x="523239" y="381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591175" y="942975"/>
              <a:ext cx="704850" cy="361950"/>
            </a:xfrm>
            <a:custGeom>
              <a:avLst/>
              <a:gdLst/>
              <a:ahLst/>
              <a:cxnLst/>
              <a:rect l="l" t="t" r="r" b="b"/>
              <a:pathLst>
                <a:path w="704850" h="361950">
                  <a:moveTo>
                    <a:pt x="704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704850" y="3619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693917" y="1056766"/>
              <a:ext cx="123825" cy="43815"/>
            </a:xfrm>
            <a:custGeom>
              <a:avLst/>
              <a:gdLst/>
              <a:ahLst/>
              <a:cxnLst/>
              <a:rect l="l" t="t" r="r" b="b"/>
              <a:pathLst>
                <a:path w="123825" h="43815">
                  <a:moveTo>
                    <a:pt x="101600" y="0"/>
                  </a:moveTo>
                  <a:lnTo>
                    <a:pt x="96901" y="5334"/>
                  </a:lnTo>
                  <a:lnTo>
                    <a:pt x="110998" y="17525"/>
                  </a:lnTo>
                  <a:lnTo>
                    <a:pt x="0" y="17525"/>
                  </a:lnTo>
                  <a:lnTo>
                    <a:pt x="0" y="25908"/>
                  </a:lnTo>
                  <a:lnTo>
                    <a:pt x="110998" y="25908"/>
                  </a:lnTo>
                  <a:lnTo>
                    <a:pt x="96901" y="38100"/>
                  </a:lnTo>
                  <a:lnTo>
                    <a:pt x="101600" y="43434"/>
                  </a:lnTo>
                  <a:lnTo>
                    <a:pt x="123825" y="24257"/>
                  </a:lnTo>
                  <a:lnTo>
                    <a:pt x="123825" y="19177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586979" y="1343237"/>
            <a:ext cx="19558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>
              <a:spcBef>
                <a:spcPts val="167"/>
              </a:spcBef>
            </a:pPr>
            <a:r>
              <a:rPr sz="1867" spc="-67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52588" y="1482937"/>
            <a:ext cx="578273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  <a:tabLst>
                <a:tab pos="457189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85421" y="1215897"/>
            <a:ext cx="468207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33866">
              <a:spcBef>
                <a:spcPts val="167"/>
              </a:spcBef>
            </a:pPr>
            <a:r>
              <a:rPr sz="280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30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9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33" dirty="0">
                <a:solidFill>
                  <a:srgbClr val="FFFFFF"/>
                </a:solidFill>
                <a:latin typeface="Cambria Math"/>
                <a:cs typeface="Cambria Math"/>
              </a:rPr>
              <a:t>[3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454901" y="1765301"/>
            <a:ext cx="977900" cy="495300"/>
            <a:chOff x="5591175" y="1323975"/>
            <a:chExt cx="733425" cy="371475"/>
          </a:xfrm>
        </p:grpSpPr>
        <p:sp>
          <p:nvSpPr>
            <p:cNvPr id="38" name="object 38"/>
            <p:cNvSpPr/>
            <p:nvPr/>
          </p:nvSpPr>
          <p:spPr>
            <a:xfrm>
              <a:off x="5591175" y="1323975"/>
              <a:ext cx="733425" cy="371475"/>
            </a:xfrm>
            <a:custGeom>
              <a:avLst/>
              <a:gdLst/>
              <a:ahLst/>
              <a:cxnLst/>
              <a:rect l="l" t="t" r="r" b="b"/>
              <a:pathLst>
                <a:path w="733425" h="371475">
                  <a:moveTo>
                    <a:pt x="733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33425" y="3714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681218" y="1434972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523" y="0"/>
                  </a:moveTo>
                  <a:lnTo>
                    <a:pt x="115951" y="5334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1" y="38226"/>
                  </a:lnTo>
                  <a:lnTo>
                    <a:pt x="120523" y="43561"/>
                  </a:lnTo>
                  <a:lnTo>
                    <a:pt x="142748" y="24384"/>
                  </a:lnTo>
                  <a:lnTo>
                    <a:pt x="142748" y="19176"/>
                  </a:lnTo>
                  <a:lnTo>
                    <a:pt x="12052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582746" y="1848697"/>
            <a:ext cx="20489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>
              <a:spcBef>
                <a:spcPts val="167"/>
              </a:spcBef>
            </a:pPr>
            <a:r>
              <a:rPr sz="1867" spc="-6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73246" y="1988397"/>
            <a:ext cx="565573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  <a:tabLst>
                <a:tab pos="444489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93719" y="1721188"/>
            <a:ext cx="455507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33866">
              <a:spcBef>
                <a:spcPts val="167"/>
              </a:spcBef>
            </a:pPr>
            <a:r>
              <a:rPr sz="280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30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9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33" dirty="0">
                <a:solidFill>
                  <a:srgbClr val="FFFFFF"/>
                </a:solidFill>
                <a:latin typeface="Cambria Math"/>
                <a:cs typeface="Cambria Math"/>
              </a:rPr>
              <a:t>[3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54901" y="2667001"/>
            <a:ext cx="977900" cy="495300"/>
            <a:chOff x="5591175" y="2000250"/>
            <a:chExt cx="733425" cy="371475"/>
          </a:xfrm>
        </p:grpSpPr>
        <p:sp>
          <p:nvSpPr>
            <p:cNvPr id="44" name="object 44"/>
            <p:cNvSpPr/>
            <p:nvPr/>
          </p:nvSpPr>
          <p:spPr>
            <a:xfrm>
              <a:off x="5591175" y="2000250"/>
              <a:ext cx="733425" cy="371475"/>
            </a:xfrm>
            <a:custGeom>
              <a:avLst/>
              <a:gdLst/>
              <a:ahLst/>
              <a:cxnLst/>
              <a:rect l="l" t="t" r="r" b="b"/>
              <a:pathLst>
                <a:path w="733425" h="371475">
                  <a:moveTo>
                    <a:pt x="733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33425" y="3714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5686297" y="211378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781"/>
                  </a:lnTo>
                  <a:lnTo>
                    <a:pt x="130048" y="25781"/>
                  </a:lnTo>
                  <a:lnTo>
                    <a:pt x="115950" y="38100"/>
                  </a:lnTo>
                  <a:lnTo>
                    <a:pt x="120650" y="43434"/>
                  </a:lnTo>
                  <a:lnTo>
                    <a:pt x="142748" y="24256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80020" y="2895601"/>
            <a:ext cx="565573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  <a:tabLst>
                <a:tab pos="444489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55654" y="2628137"/>
            <a:ext cx="900007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33866">
              <a:spcBef>
                <a:spcPts val="167"/>
              </a:spcBef>
              <a:tabLst>
                <a:tab pos="478355" algn="l"/>
              </a:tabLst>
            </a:pPr>
            <a:r>
              <a:rPr sz="2800" spc="49" baseline="-29761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400" spc="33" dirty="0">
                <a:solidFill>
                  <a:srgbClr val="FFFFFF"/>
                </a:solidFill>
                <a:latin typeface="Cambria Math"/>
                <a:cs typeface="Cambria Math"/>
              </a:rPr>
              <a:t>[</a:t>
            </a:r>
            <a:r>
              <a:rPr sz="14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280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30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9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33" dirty="0">
                <a:solidFill>
                  <a:srgbClr val="FFFFFF"/>
                </a:solidFill>
                <a:latin typeface="Cambria Math"/>
                <a:cs typeface="Cambria Math"/>
              </a:rPr>
              <a:t>[3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728793" y="2888403"/>
            <a:ext cx="12022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395459" y="2806701"/>
            <a:ext cx="711200" cy="58420"/>
            <a:chOff x="7046594" y="2105025"/>
            <a:chExt cx="533400" cy="43815"/>
          </a:xfrm>
        </p:grpSpPr>
        <p:sp>
          <p:nvSpPr>
            <p:cNvPr id="50" name="object 50"/>
            <p:cNvSpPr/>
            <p:nvPr/>
          </p:nvSpPr>
          <p:spPr>
            <a:xfrm>
              <a:off x="7046594" y="2105025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3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226"/>
                  </a:lnTo>
                  <a:lnTo>
                    <a:pt x="120650" y="43433"/>
                  </a:lnTo>
                  <a:lnTo>
                    <a:pt x="142748" y="24383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7494269" y="2105025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0" y="5333"/>
                  </a:lnTo>
                  <a:lnTo>
                    <a:pt x="728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226"/>
                  </a:lnTo>
                  <a:lnTo>
                    <a:pt x="63500" y="43433"/>
                  </a:lnTo>
                  <a:lnTo>
                    <a:pt x="85598" y="24383"/>
                  </a:lnTo>
                  <a:lnTo>
                    <a:pt x="85598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554721" y="2748704"/>
            <a:ext cx="262043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33866">
              <a:spcBef>
                <a:spcPts val="167"/>
              </a:spcBef>
              <a:tabLst>
                <a:tab pos="353898" algn="l"/>
                <a:tab pos="1332620" algn="l"/>
              </a:tabLst>
            </a:pPr>
            <a:r>
              <a:rPr sz="1867" spc="-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	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119" baseline="1984" dirty="0">
                <a:latin typeface="Cambria Math"/>
                <a:cs typeface="Cambria Math"/>
              </a:rPr>
              <a:t> </a:t>
            </a:r>
            <a:r>
              <a:rPr sz="2800" spc="-40" baseline="1984" dirty="0">
                <a:latin typeface="Cambria Math"/>
                <a:cs typeface="Cambria Math"/>
              </a:rPr>
              <a:t>𝑔(</a:t>
            </a:r>
            <a:r>
              <a:rPr sz="2800" spc="-4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1164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10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26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5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spc="389" baseline="-21164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2800" spc="-10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9395459" y="1348063"/>
            <a:ext cx="733213" cy="584200"/>
            <a:chOff x="7046594" y="1011047"/>
            <a:chExt cx="549910" cy="438150"/>
          </a:xfrm>
        </p:grpSpPr>
        <p:sp>
          <p:nvSpPr>
            <p:cNvPr id="54" name="object 54"/>
            <p:cNvSpPr/>
            <p:nvPr/>
          </p:nvSpPr>
          <p:spPr>
            <a:xfrm>
              <a:off x="7046594" y="1405381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780"/>
                  </a:lnTo>
                  <a:lnTo>
                    <a:pt x="130048" y="25780"/>
                  </a:lnTo>
                  <a:lnTo>
                    <a:pt x="115950" y="38100"/>
                  </a:lnTo>
                  <a:lnTo>
                    <a:pt x="120650" y="43433"/>
                  </a:lnTo>
                  <a:lnTo>
                    <a:pt x="142748" y="24256"/>
                  </a:lnTo>
                  <a:lnTo>
                    <a:pt x="142748" y="19050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7494269" y="1405381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5">
                  <a:moveTo>
                    <a:pt x="63500" y="0"/>
                  </a:moveTo>
                  <a:lnTo>
                    <a:pt x="58800" y="5206"/>
                  </a:lnTo>
                  <a:lnTo>
                    <a:pt x="72898" y="17525"/>
                  </a:lnTo>
                  <a:lnTo>
                    <a:pt x="0" y="17525"/>
                  </a:lnTo>
                  <a:lnTo>
                    <a:pt x="0" y="25780"/>
                  </a:lnTo>
                  <a:lnTo>
                    <a:pt x="72898" y="25780"/>
                  </a:lnTo>
                  <a:lnTo>
                    <a:pt x="58800" y="38100"/>
                  </a:lnTo>
                  <a:lnTo>
                    <a:pt x="63500" y="43433"/>
                  </a:lnTo>
                  <a:lnTo>
                    <a:pt x="85598" y="24256"/>
                  </a:lnTo>
                  <a:lnTo>
                    <a:pt x="85598" y="1905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7062596" y="101104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100"/>
                  </a:lnTo>
                  <a:lnTo>
                    <a:pt x="120650" y="43433"/>
                  </a:lnTo>
                  <a:lnTo>
                    <a:pt x="142875" y="24256"/>
                  </a:lnTo>
                  <a:lnTo>
                    <a:pt x="142875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7510271" y="1011047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5">
                  <a:moveTo>
                    <a:pt x="63500" y="0"/>
                  </a:moveTo>
                  <a:lnTo>
                    <a:pt x="58800" y="5206"/>
                  </a:lnTo>
                  <a:lnTo>
                    <a:pt x="7289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100"/>
                  </a:lnTo>
                  <a:lnTo>
                    <a:pt x="63500" y="43433"/>
                  </a:lnTo>
                  <a:lnTo>
                    <a:pt x="85725" y="24256"/>
                  </a:lnTo>
                  <a:lnTo>
                    <a:pt x="85725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537788" y="1286849"/>
            <a:ext cx="2620433" cy="83967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71965">
              <a:spcBef>
                <a:spcPts val="167"/>
              </a:spcBef>
              <a:tabLst>
                <a:tab pos="1371566" algn="l"/>
              </a:tabLst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spc="509" baseline="-23809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160" baseline="1984" dirty="0">
                <a:latin typeface="Cambria Math"/>
                <a:cs typeface="Cambria Math"/>
              </a:rPr>
              <a:t> </a:t>
            </a:r>
            <a:r>
              <a:rPr sz="2800" spc="-40" baseline="1984" dirty="0">
                <a:latin typeface="Cambria Math"/>
                <a:cs typeface="Cambria Math"/>
              </a:rPr>
              <a:t>𝑔(</a:t>
            </a:r>
            <a:r>
              <a:rPr sz="2800" spc="-4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1164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8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300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49" baseline="1984" dirty="0">
                <a:latin typeface="Cambria Math"/>
                <a:cs typeface="Cambria Math"/>
              </a:rPr>
              <a:t> </a:t>
            </a:r>
            <a:r>
              <a:rPr sz="2800" spc="-49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49" baseline="-21164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2100" baseline="-21164">
              <a:latin typeface="Cambria Math"/>
              <a:cs typeface="Cambria Math"/>
            </a:endParaRPr>
          </a:p>
          <a:p>
            <a:pPr marL="50799">
              <a:spcBef>
                <a:spcPts val="1913"/>
              </a:spcBef>
              <a:tabLst>
                <a:tab pos="1349553" algn="l"/>
              </a:tabLst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520" baseline="-23809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160" baseline="1984" dirty="0">
                <a:latin typeface="Cambria Math"/>
                <a:cs typeface="Cambria Math"/>
              </a:rPr>
              <a:t> </a:t>
            </a:r>
            <a:r>
              <a:rPr sz="2800" spc="-40" baseline="1984" dirty="0">
                <a:latin typeface="Cambria Math"/>
                <a:cs typeface="Cambria Math"/>
              </a:rPr>
              <a:t>𝑔(</a:t>
            </a:r>
            <a:r>
              <a:rPr sz="2800" spc="-4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1164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10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26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5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1164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389" baseline="-21164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2800" spc="-10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028342" y="1282277"/>
            <a:ext cx="11768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>
              <a:spcBef>
                <a:spcPts val="167"/>
              </a:spcBef>
            </a:pPr>
            <a:r>
              <a:rPr sz="1867" spc="-67" dirty="0">
                <a:latin typeface="Cambria Math"/>
                <a:cs typeface="Cambria Math"/>
              </a:rPr>
              <a:t>)</a:t>
            </a:r>
            <a:endParaRPr sz="1867">
              <a:latin typeface="Cambria Math"/>
              <a:cs typeface="Cambria Math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667501" y="901701"/>
            <a:ext cx="4483100" cy="2527300"/>
            <a:chOff x="5000625" y="676275"/>
            <a:chExt cx="3362325" cy="1895475"/>
          </a:xfrm>
        </p:grpSpPr>
        <p:sp>
          <p:nvSpPr>
            <p:cNvPr id="61" name="object 61"/>
            <p:cNvSpPr/>
            <p:nvPr/>
          </p:nvSpPr>
          <p:spPr>
            <a:xfrm>
              <a:off x="5019675" y="695325"/>
              <a:ext cx="3324225" cy="1857375"/>
            </a:xfrm>
            <a:custGeom>
              <a:avLst/>
              <a:gdLst/>
              <a:ahLst/>
              <a:cxnLst/>
              <a:rect l="l" t="t" r="r" b="b"/>
              <a:pathLst>
                <a:path w="3324225" h="1857375">
                  <a:moveTo>
                    <a:pt x="0" y="1857375"/>
                  </a:moveTo>
                  <a:lnTo>
                    <a:pt x="3324225" y="1857375"/>
                  </a:lnTo>
                  <a:lnTo>
                    <a:pt x="3324225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5121147" y="1490599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3" y="0"/>
                  </a:moveTo>
                  <a:lnTo>
                    <a:pt x="85089" y="7492"/>
                  </a:lnTo>
                  <a:lnTo>
                    <a:pt x="105155" y="24891"/>
                  </a:lnTo>
                  <a:lnTo>
                    <a:pt x="0" y="24891"/>
                  </a:lnTo>
                  <a:lnTo>
                    <a:pt x="0" y="36702"/>
                  </a:lnTo>
                  <a:lnTo>
                    <a:pt x="105155" y="36702"/>
                  </a:lnTo>
                  <a:lnTo>
                    <a:pt x="85089" y="54228"/>
                  </a:lnTo>
                  <a:lnTo>
                    <a:pt x="91693" y="61722"/>
                  </a:lnTo>
                  <a:lnTo>
                    <a:pt x="123189" y="34416"/>
                  </a:lnTo>
                  <a:lnTo>
                    <a:pt x="123189" y="27177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801273" y="1773766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343900" y="1914144"/>
            <a:ext cx="3427307" cy="486833"/>
          </a:xfrm>
          <a:custGeom>
            <a:avLst/>
            <a:gdLst/>
            <a:ahLst/>
            <a:cxnLst/>
            <a:rect l="l" t="t" r="r" b="b"/>
            <a:pathLst>
              <a:path w="2570479" h="365125">
                <a:moveTo>
                  <a:pt x="2305050" y="27305"/>
                </a:moveTo>
                <a:lnTo>
                  <a:pt x="2273554" y="0"/>
                </a:lnTo>
                <a:lnTo>
                  <a:pt x="2266950" y="7493"/>
                </a:lnTo>
                <a:lnTo>
                  <a:pt x="2287016" y="25019"/>
                </a:lnTo>
                <a:lnTo>
                  <a:pt x="2181860" y="25019"/>
                </a:lnTo>
                <a:lnTo>
                  <a:pt x="2181860" y="36830"/>
                </a:lnTo>
                <a:lnTo>
                  <a:pt x="2287016" y="36830"/>
                </a:lnTo>
                <a:lnTo>
                  <a:pt x="2266950" y="54229"/>
                </a:lnTo>
                <a:lnTo>
                  <a:pt x="2273554" y="61849"/>
                </a:lnTo>
                <a:lnTo>
                  <a:pt x="2305050" y="34544"/>
                </a:lnTo>
                <a:lnTo>
                  <a:pt x="2305050" y="27305"/>
                </a:lnTo>
                <a:close/>
              </a:path>
              <a:path w="2570479" h="365125">
                <a:moveTo>
                  <a:pt x="2569972" y="307467"/>
                </a:moveTo>
                <a:lnTo>
                  <a:pt x="2531872" y="288417"/>
                </a:lnTo>
                <a:lnTo>
                  <a:pt x="2455672" y="250317"/>
                </a:lnTo>
                <a:lnTo>
                  <a:pt x="2455672" y="288417"/>
                </a:lnTo>
                <a:lnTo>
                  <a:pt x="0" y="288417"/>
                </a:lnTo>
                <a:lnTo>
                  <a:pt x="0" y="326517"/>
                </a:lnTo>
                <a:lnTo>
                  <a:pt x="2455672" y="326517"/>
                </a:lnTo>
                <a:lnTo>
                  <a:pt x="2455672" y="364617"/>
                </a:lnTo>
                <a:lnTo>
                  <a:pt x="2531872" y="326517"/>
                </a:lnTo>
                <a:lnTo>
                  <a:pt x="2569972" y="30746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5" name="object 65"/>
          <p:cNvSpPr txBox="1"/>
          <p:nvPr/>
        </p:nvSpPr>
        <p:spPr>
          <a:xfrm>
            <a:off x="11247457" y="1828038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413068" y="178943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79500" y="1066885"/>
            <a:ext cx="10515600" cy="4127500"/>
            <a:chOff x="809625" y="800163"/>
            <a:chExt cx="7886700" cy="3095625"/>
          </a:xfrm>
        </p:grpSpPr>
        <p:sp>
          <p:nvSpPr>
            <p:cNvPr id="68" name="object 68"/>
            <p:cNvSpPr/>
            <p:nvPr/>
          </p:nvSpPr>
          <p:spPr>
            <a:xfrm>
              <a:off x="2443226" y="1004951"/>
              <a:ext cx="1352550" cy="1457325"/>
            </a:xfrm>
            <a:custGeom>
              <a:avLst/>
              <a:gdLst/>
              <a:ahLst/>
              <a:cxnLst/>
              <a:rect l="l" t="t" r="r" b="b"/>
              <a:pathLst>
                <a:path w="1352550" h="1457325">
                  <a:moveTo>
                    <a:pt x="0" y="1457325"/>
                  </a:moveTo>
                  <a:lnTo>
                    <a:pt x="1352550" y="1457325"/>
                  </a:lnTo>
                  <a:lnTo>
                    <a:pt x="1352550" y="0"/>
                  </a:lnTo>
                  <a:lnTo>
                    <a:pt x="0" y="0"/>
                  </a:lnTo>
                  <a:lnTo>
                    <a:pt x="0" y="1457325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9" name="object 69"/>
            <p:cNvSpPr/>
            <p:nvPr/>
          </p:nvSpPr>
          <p:spPr>
            <a:xfrm>
              <a:off x="823912" y="814451"/>
              <a:ext cx="553085" cy="1866900"/>
            </a:xfrm>
            <a:custGeom>
              <a:avLst/>
              <a:gdLst/>
              <a:ahLst/>
              <a:cxnLst/>
              <a:rect l="l" t="t" r="r" b="b"/>
              <a:pathLst>
                <a:path w="553085" h="186690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460311" y="0"/>
                  </a:lnTo>
                  <a:lnTo>
                    <a:pt x="496202" y="7225"/>
                  </a:lnTo>
                  <a:lnTo>
                    <a:pt x="525510" y="26939"/>
                  </a:lnTo>
                  <a:lnTo>
                    <a:pt x="545268" y="56203"/>
                  </a:lnTo>
                  <a:lnTo>
                    <a:pt x="552513" y="92075"/>
                  </a:lnTo>
                  <a:lnTo>
                    <a:pt x="552513" y="1774698"/>
                  </a:lnTo>
                  <a:lnTo>
                    <a:pt x="545268" y="1810589"/>
                  </a:lnTo>
                  <a:lnTo>
                    <a:pt x="525510" y="1839896"/>
                  </a:lnTo>
                  <a:lnTo>
                    <a:pt x="496202" y="1859655"/>
                  </a:lnTo>
                  <a:lnTo>
                    <a:pt x="460311" y="1866900"/>
                  </a:lnTo>
                  <a:lnTo>
                    <a:pt x="92075" y="1866900"/>
                  </a:lnTo>
                  <a:lnTo>
                    <a:pt x="56235" y="1859655"/>
                  </a:lnTo>
                  <a:lnTo>
                    <a:pt x="26968" y="1839896"/>
                  </a:lnTo>
                  <a:lnTo>
                    <a:pt x="7235" y="1810589"/>
                  </a:lnTo>
                  <a:lnTo>
                    <a:pt x="0" y="17746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0" name="object 70"/>
            <p:cNvSpPr/>
            <p:nvPr/>
          </p:nvSpPr>
          <p:spPr>
            <a:xfrm>
              <a:off x="909637" y="890651"/>
              <a:ext cx="372110" cy="1714500"/>
            </a:xfrm>
            <a:custGeom>
              <a:avLst/>
              <a:gdLst/>
              <a:ahLst/>
              <a:cxnLst/>
              <a:rect l="l" t="t" r="r" b="b"/>
              <a:pathLst>
                <a:path w="372109" h="1714500">
                  <a:moveTo>
                    <a:pt x="0" y="185674"/>
                  </a:moveTo>
                  <a:lnTo>
                    <a:pt x="6634" y="136289"/>
                  </a:lnTo>
                  <a:lnTo>
                    <a:pt x="25359" y="91929"/>
                  </a:lnTo>
                  <a:lnTo>
                    <a:pt x="54402" y="54355"/>
                  </a:lnTo>
                  <a:lnTo>
                    <a:pt x="91993" y="25334"/>
                  </a:lnTo>
                  <a:lnTo>
                    <a:pt x="136361" y="6627"/>
                  </a:lnTo>
                  <a:lnTo>
                    <a:pt x="185737" y="0"/>
                  </a:lnTo>
                  <a:lnTo>
                    <a:pt x="235117" y="6627"/>
                  </a:lnTo>
                  <a:lnTo>
                    <a:pt x="279498" y="25334"/>
                  </a:lnTo>
                  <a:lnTo>
                    <a:pt x="317104" y="54356"/>
                  </a:lnTo>
                  <a:lnTo>
                    <a:pt x="346162" y="91929"/>
                  </a:lnTo>
                  <a:lnTo>
                    <a:pt x="364898" y="136289"/>
                  </a:lnTo>
                  <a:lnTo>
                    <a:pt x="371538" y="185674"/>
                  </a:lnTo>
                  <a:lnTo>
                    <a:pt x="364898" y="235067"/>
                  </a:lnTo>
                  <a:lnTo>
                    <a:pt x="346162" y="279451"/>
                  </a:lnTo>
                  <a:lnTo>
                    <a:pt x="317104" y="317055"/>
                  </a:lnTo>
                  <a:lnTo>
                    <a:pt x="279498" y="346107"/>
                  </a:lnTo>
                  <a:lnTo>
                    <a:pt x="235117" y="364838"/>
                  </a:lnTo>
                  <a:lnTo>
                    <a:pt x="185737" y="371475"/>
                  </a:lnTo>
                  <a:lnTo>
                    <a:pt x="136361" y="364838"/>
                  </a:lnTo>
                  <a:lnTo>
                    <a:pt x="91993" y="346107"/>
                  </a:lnTo>
                  <a:lnTo>
                    <a:pt x="54402" y="317055"/>
                  </a:lnTo>
                  <a:lnTo>
                    <a:pt x="25359" y="279451"/>
                  </a:lnTo>
                  <a:lnTo>
                    <a:pt x="6634" y="235067"/>
                  </a:lnTo>
                  <a:lnTo>
                    <a:pt x="0" y="185674"/>
                  </a:lnTo>
                  <a:close/>
                </a:path>
                <a:path w="372109" h="1714500">
                  <a:moveTo>
                    <a:pt x="0" y="628650"/>
                  </a:moveTo>
                  <a:lnTo>
                    <a:pt x="6634" y="580495"/>
                  </a:lnTo>
                  <a:lnTo>
                    <a:pt x="25359" y="537252"/>
                  </a:lnTo>
                  <a:lnTo>
                    <a:pt x="54402" y="500634"/>
                  </a:lnTo>
                  <a:lnTo>
                    <a:pt x="91993" y="472355"/>
                  </a:lnTo>
                  <a:lnTo>
                    <a:pt x="136361" y="454130"/>
                  </a:lnTo>
                  <a:lnTo>
                    <a:pt x="185737" y="447675"/>
                  </a:lnTo>
                  <a:lnTo>
                    <a:pt x="235117" y="454130"/>
                  </a:lnTo>
                  <a:lnTo>
                    <a:pt x="279498" y="472355"/>
                  </a:lnTo>
                  <a:lnTo>
                    <a:pt x="317104" y="500634"/>
                  </a:lnTo>
                  <a:lnTo>
                    <a:pt x="346162" y="537252"/>
                  </a:lnTo>
                  <a:lnTo>
                    <a:pt x="364898" y="580495"/>
                  </a:lnTo>
                  <a:lnTo>
                    <a:pt x="371538" y="628650"/>
                  </a:lnTo>
                  <a:lnTo>
                    <a:pt x="364898" y="676760"/>
                  </a:lnTo>
                  <a:lnTo>
                    <a:pt x="346162" y="719991"/>
                  </a:lnTo>
                  <a:lnTo>
                    <a:pt x="317104" y="756618"/>
                  </a:lnTo>
                  <a:lnTo>
                    <a:pt x="279498" y="784916"/>
                  </a:lnTo>
                  <a:lnTo>
                    <a:pt x="235117" y="803160"/>
                  </a:lnTo>
                  <a:lnTo>
                    <a:pt x="185737" y="809625"/>
                  </a:lnTo>
                  <a:lnTo>
                    <a:pt x="136361" y="803160"/>
                  </a:lnTo>
                  <a:lnTo>
                    <a:pt x="91993" y="784916"/>
                  </a:lnTo>
                  <a:lnTo>
                    <a:pt x="54402" y="756618"/>
                  </a:lnTo>
                  <a:lnTo>
                    <a:pt x="25359" y="719991"/>
                  </a:lnTo>
                  <a:lnTo>
                    <a:pt x="6634" y="676760"/>
                  </a:lnTo>
                  <a:lnTo>
                    <a:pt x="0" y="628650"/>
                  </a:lnTo>
                  <a:close/>
                </a:path>
                <a:path w="372109" h="1714500">
                  <a:moveTo>
                    <a:pt x="0" y="1061974"/>
                  </a:moveTo>
                  <a:lnTo>
                    <a:pt x="6634" y="1012589"/>
                  </a:lnTo>
                  <a:lnTo>
                    <a:pt x="25359" y="968229"/>
                  </a:lnTo>
                  <a:lnTo>
                    <a:pt x="54402" y="930656"/>
                  </a:lnTo>
                  <a:lnTo>
                    <a:pt x="91993" y="901634"/>
                  </a:lnTo>
                  <a:lnTo>
                    <a:pt x="136361" y="882927"/>
                  </a:lnTo>
                  <a:lnTo>
                    <a:pt x="185737" y="876300"/>
                  </a:lnTo>
                  <a:lnTo>
                    <a:pt x="235117" y="882927"/>
                  </a:lnTo>
                  <a:lnTo>
                    <a:pt x="279498" y="901634"/>
                  </a:lnTo>
                  <a:lnTo>
                    <a:pt x="317104" y="930656"/>
                  </a:lnTo>
                  <a:lnTo>
                    <a:pt x="346162" y="968229"/>
                  </a:lnTo>
                  <a:lnTo>
                    <a:pt x="364898" y="1012589"/>
                  </a:lnTo>
                  <a:lnTo>
                    <a:pt x="371538" y="1061974"/>
                  </a:lnTo>
                  <a:lnTo>
                    <a:pt x="364898" y="1111367"/>
                  </a:lnTo>
                  <a:lnTo>
                    <a:pt x="346162" y="1155751"/>
                  </a:lnTo>
                  <a:lnTo>
                    <a:pt x="317104" y="1193355"/>
                  </a:lnTo>
                  <a:lnTo>
                    <a:pt x="279498" y="1222407"/>
                  </a:lnTo>
                  <a:lnTo>
                    <a:pt x="235117" y="1241138"/>
                  </a:lnTo>
                  <a:lnTo>
                    <a:pt x="185737" y="1247775"/>
                  </a:lnTo>
                  <a:lnTo>
                    <a:pt x="136361" y="1241138"/>
                  </a:lnTo>
                  <a:lnTo>
                    <a:pt x="91993" y="1222407"/>
                  </a:lnTo>
                  <a:lnTo>
                    <a:pt x="54402" y="1193355"/>
                  </a:lnTo>
                  <a:lnTo>
                    <a:pt x="25359" y="1155751"/>
                  </a:lnTo>
                  <a:lnTo>
                    <a:pt x="6634" y="1111367"/>
                  </a:lnTo>
                  <a:lnTo>
                    <a:pt x="0" y="1061974"/>
                  </a:lnTo>
                  <a:close/>
                </a:path>
                <a:path w="372109" h="1714500">
                  <a:moveTo>
                    <a:pt x="0" y="1528699"/>
                  </a:moveTo>
                  <a:lnTo>
                    <a:pt x="6634" y="1479314"/>
                  </a:lnTo>
                  <a:lnTo>
                    <a:pt x="25359" y="1434954"/>
                  </a:lnTo>
                  <a:lnTo>
                    <a:pt x="54402" y="1397381"/>
                  </a:lnTo>
                  <a:lnTo>
                    <a:pt x="91993" y="1368359"/>
                  </a:lnTo>
                  <a:lnTo>
                    <a:pt x="136361" y="1349652"/>
                  </a:lnTo>
                  <a:lnTo>
                    <a:pt x="185737" y="1343025"/>
                  </a:lnTo>
                  <a:lnTo>
                    <a:pt x="235117" y="1349652"/>
                  </a:lnTo>
                  <a:lnTo>
                    <a:pt x="279498" y="1368359"/>
                  </a:lnTo>
                  <a:lnTo>
                    <a:pt x="317104" y="1397381"/>
                  </a:lnTo>
                  <a:lnTo>
                    <a:pt x="346162" y="1434954"/>
                  </a:lnTo>
                  <a:lnTo>
                    <a:pt x="364898" y="1479314"/>
                  </a:lnTo>
                  <a:lnTo>
                    <a:pt x="371538" y="1528699"/>
                  </a:lnTo>
                  <a:lnTo>
                    <a:pt x="364898" y="1578092"/>
                  </a:lnTo>
                  <a:lnTo>
                    <a:pt x="346162" y="1622476"/>
                  </a:lnTo>
                  <a:lnTo>
                    <a:pt x="317104" y="1660080"/>
                  </a:lnTo>
                  <a:lnTo>
                    <a:pt x="279498" y="1689132"/>
                  </a:lnTo>
                  <a:lnTo>
                    <a:pt x="235117" y="1707863"/>
                  </a:lnTo>
                  <a:lnTo>
                    <a:pt x="185737" y="1714500"/>
                  </a:lnTo>
                  <a:lnTo>
                    <a:pt x="136361" y="1707863"/>
                  </a:lnTo>
                  <a:lnTo>
                    <a:pt x="91993" y="1689132"/>
                  </a:lnTo>
                  <a:lnTo>
                    <a:pt x="54402" y="1660080"/>
                  </a:lnTo>
                  <a:lnTo>
                    <a:pt x="25359" y="1622476"/>
                  </a:lnTo>
                  <a:lnTo>
                    <a:pt x="6634" y="1578092"/>
                  </a:lnTo>
                  <a:lnTo>
                    <a:pt x="0" y="15286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1795525" y="823976"/>
              <a:ext cx="561975" cy="2286000"/>
            </a:xfrm>
            <a:custGeom>
              <a:avLst/>
              <a:gdLst/>
              <a:ahLst/>
              <a:cxnLst/>
              <a:rect l="l" t="t" r="r" b="b"/>
              <a:pathLst>
                <a:path w="561975" h="2286000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9" y="0"/>
                  </a:lnTo>
                  <a:lnTo>
                    <a:pt x="468249" y="0"/>
                  </a:lnTo>
                  <a:lnTo>
                    <a:pt x="504699" y="7356"/>
                  </a:lnTo>
                  <a:lnTo>
                    <a:pt x="534495" y="27416"/>
                  </a:lnTo>
                  <a:lnTo>
                    <a:pt x="554599" y="57167"/>
                  </a:lnTo>
                  <a:lnTo>
                    <a:pt x="561975" y="93599"/>
                  </a:lnTo>
                  <a:lnTo>
                    <a:pt x="561975" y="2192274"/>
                  </a:lnTo>
                  <a:lnTo>
                    <a:pt x="554599" y="2228724"/>
                  </a:lnTo>
                  <a:lnTo>
                    <a:pt x="534495" y="2258520"/>
                  </a:lnTo>
                  <a:lnTo>
                    <a:pt x="504699" y="2278624"/>
                  </a:lnTo>
                  <a:lnTo>
                    <a:pt x="468249" y="2286000"/>
                  </a:lnTo>
                  <a:lnTo>
                    <a:pt x="93599" y="2286000"/>
                  </a:lnTo>
                  <a:lnTo>
                    <a:pt x="57167" y="2278624"/>
                  </a:lnTo>
                  <a:lnTo>
                    <a:pt x="27416" y="2258520"/>
                  </a:lnTo>
                  <a:lnTo>
                    <a:pt x="7356" y="2228724"/>
                  </a:lnTo>
                  <a:lnTo>
                    <a:pt x="0" y="2192274"/>
                  </a:lnTo>
                  <a:lnTo>
                    <a:pt x="0" y="93599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/>
            <p:cNvSpPr/>
            <p:nvPr/>
          </p:nvSpPr>
          <p:spPr>
            <a:xfrm>
              <a:off x="1890775" y="909701"/>
              <a:ext cx="371475" cy="2095500"/>
            </a:xfrm>
            <a:custGeom>
              <a:avLst/>
              <a:gdLst/>
              <a:ahLst/>
              <a:cxnLst/>
              <a:rect l="l" t="t" r="r" b="b"/>
              <a:pathLst>
                <a:path w="371475" h="2095500">
                  <a:moveTo>
                    <a:pt x="9525" y="185674"/>
                  </a:moveTo>
                  <a:lnTo>
                    <a:pt x="15980" y="136289"/>
                  </a:lnTo>
                  <a:lnTo>
                    <a:pt x="34205" y="91929"/>
                  </a:lnTo>
                  <a:lnTo>
                    <a:pt x="62483" y="54355"/>
                  </a:lnTo>
                  <a:lnTo>
                    <a:pt x="99102" y="25334"/>
                  </a:lnTo>
                  <a:lnTo>
                    <a:pt x="142345" y="6627"/>
                  </a:lnTo>
                  <a:lnTo>
                    <a:pt x="190500" y="0"/>
                  </a:lnTo>
                  <a:lnTo>
                    <a:pt x="238610" y="6627"/>
                  </a:lnTo>
                  <a:lnTo>
                    <a:pt x="281841" y="25334"/>
                  </a:lnTo>
                  <a:lnTo>
                    <a:pt x="318468" y="54356"/>
                  </a:lnTo>
                  <a:lnTo>
                    <a:pt x="346766" y="91929"/>
                  </a:lnTo>
                  <a:lnTo>
                    <a:pt x="365010" y="136289"/>
                  </a:lnTo>
                  <a:lnTo>
                    <a:pt x="371475" y="185674"/>
                  </a:lnTo>
                  <a:lnTo>
                    <a:pt x="365010" y="235067"/>
                  </a:lnTo>
                  <a:lnTo>
                    <a:pt x="346766" y="279451"/>
                  </a:lnTo>
                  <a:lnTo>
                    <a:pt x="318468" y="317055"/>
                  </a:lnTo>
                  <a:lnTo>
                    <a:pt x="281841" y="346107"/>
                  </a:lnTo>
                  <a:lnTo>
                    <a:pt x="238610" y="364838"/>
                  </a:lnTo>
                  <a:lnTo>
                    <a:pt x="190500" y="371475"/>
                  </a:lnTo>
                  <a:lnTo>
                    <a:pt x="142345" y="364838"/>
                  </a:lnTo>
                  <a:lnTo>
                    <a:pt x="99102" y="346107"/>
                  </a:lnTo>
                  <a:lnTo>
                    <a:pt x="62484" y="317055"/>
                  </a:lnTo>
                  <a:lnTo>
                    <a:pt x="34205" y="279451"/>
                  </a:lnTo>
                  <a:lnTo>
                    <a:pt x="15980" y="235067"/>
                  </a:lnTo>
                  <a:lnTo>
                    <a:pt x="9525" y="185674"/>
                  </a:lnTo>
                  <a:close/>
                </a:path>
                <a:path w="371475" h="2095500">
                  <a:moveTo>
                    <a:pt x="9525" y="614299"/>
                  </a:moveTo>
                  <a:lnTo>
                    <a:pt x="15980" y="564914"/>
                  </a:lnTo>
                  <a:lnTo>
                    <a:pt x="34205" y="520554"/>
                  </a:lnTo>
                  <a:lnTo>
                    <a:pt x="62483" y="482980"/>
                  </a:lnTo>
                  <a:lnTo>
                    <a:pt x="99102" y="453959"/>
                  </a:lnTo>
                  <a:lnTo>
                    <a:pt x="142345" y="435252"/>
                  </a:lnTo>
                  <a:lnTo>
                    <a:pt x="190500" y="428625"/>
                  </a:lnTo>
                  <a:lnTo>
                    <a:pt x="238610" y="435252"/>
                  </a:lnTo>
                  <a:lnTo>
                    <a:pt x="281841" y="453959"/>
                  </a:lnTo>
                  <a:lnTo>
                    <a:pt x="318468" y="482981"/>
                  </a:lnTo>
                  <a:lnTo>
                    <a:pt x="346766" y="520554"/>
                  </a:lnTo>
                  <a:lnTo>
                    <a:pt x="365010" y="564914"/>
                  </a:lnTo>
                  <a:lnTo>
                    <a:pt x="371475" y="614299"/>
                  </a:lnTo>
                  <a:lnTo>
                    <a:pt x="365010" y="663692"/>
                  </a:lnTo>
                  <a:lnTo>
                    <a:pt x="346766" y="708076"/>
                  </a:lnTo>
                  <a:lnTo>
                    <a:pt x="318468" y="745680"/>
                  </a:lnTo>
                  <a:lnTo>
                    <a:pt x="281841" y="774732"/>
                  </a:lnTo>
                  <a:lnTo>
                    <a:pt x="238610" y="793463"/>
                  </a:lnTo>
                  <a:lnTo>
                    <a:pt x="190500" y="800100"/>
                  </a:lnTo>
                  <a:lnTo>
                    <a:pt x="142345" y="793463"/>
                  </a:lnTo>
                  <a:lnTo>
                    <a:pt x="99102" y="774732"/>
                  </a:lnTo>
                  <a:lnTo>
                    <a:pt x="62484" y="745680"/>
                  </a:lnTo>
                  <a:lnTo>
                    <a:pt x="34205" y="708076"/>
                  </a:lnTo>
                  <a:lnTo>
                    <a:pt x="15980" y="663692"/>
                  </a:lnTo>
                  <a:lnTo>
                    <a:pt x="9525" y="614299"/>
                  </a:lnTo>
                  <a:close/>
                </a:path>
                <a:path w="371475" h="2095500">
                  <a:moveTo>
                    <a:pt x="0" y="1038225"/>
                  </a:moveTo>
                  <a:lnTo>
                    <a:pt x="6455" y="990070"/>
                  </a:lnTo>
                  <a:lnTo>
                    <a:pt x="24680" y="946827"/>
                  </a:lnTo>
                  <a:lnTo>
                    <a:pt x="52958" y="910209"/>
                  </a:lnTo>
                  <a:lnTo>
                    <a:pt x="89577" y="881930"/>
                  </a:lnTo>
                  <a:lnTo>
                    <a:pt x="132820" y="863705"/>
                  </a:lnTo>
                  <a:lnTo>
                    <a:pt x="180975" y="857250"/>
                  </a:lnTo>
                  <a:lnTo>
                    <a:pt x="229085" y="863705"/>
                  </a:lnTo>
                  <a:lnTo>
                    <a:pt x="272316" y="881930"/>
                  </a:lnTo>
                  <a:lnTo>
                    <a:pt x="308943" y="910209"/>
                  </a:lnTo>
                  <a:lnTo>
                    <a:pt x="337241" y="946827"/>
                  </a:lnTo>
                  <a:lnTo>
                    <a:pt x="355485" y="990070"/>
                  </a:lnTo>
                  <a:lnTo>
                    <a:pt x="361950" y="1038225"/>
                  </a:lnTo>
                  <a:lnTo>
                    <a:pt x="355485" y="1086335"/>
                  </a:lnTo>
                  <a:lnTo>
                    <a:pt x="337241" y="1129566"/>
                  </a:lnTo>
                  <a:lnTo>
                    <a:pt x="308943" y="1166193"/>
                  </a:lnTo>
                  <a:lnTo>
                    <a:pt x="272316" y="1194491"/>
                  </a:lnTo>
                  <a:lnTo>
                    <a:pt x="229085" y="1212735"/>
                  </a:lnTo>
                  <a:lnTo>
                    <a:pt x="180975" y="1219200"/>
                  </a:lnTo>
                  <a:lnTo>
                    <a:pt x="132820" y="1212735"/>
                  </a:lnTo>
                  <a:lnTo>
                    <a:pt x="89577" y="1194491"/>
                  </a:lnTo>
                  <a:lnTo>
                    <a:pt x="52959" y="1166193"/>
                  </a:lnTo>
                  <a:lnTo>
                    <a:pt x="24680" y="1129566"/>
                  </a:lnTo>
                  <a:lnTo>
                    <a:pt x="6455" y="1086335"/>
                  </a:lnTo>
                  <a:lnTo>
                    <a:pt x="0" y="1038225"/>
                  </a:lnTo>
                  <a:close/>
                </a:path>
                <a:path w="371475" h="2095500">
                  <a:moveTo>
                    <a:pt x="9525" y="1481074"/>
                  </a:moveTo>
                  <a:lnTo>
                    <a:pt x="15980" y="1431689"/>
                  </a:lnTo>
                  <a:lnTo>
                    <a:pt x="34205" y="1387329"/>
                  </a:lnTo>
                  <a:lnTo>
                    <a:pt x="62483" y="1349756"/>
                  </a:lnTo>
                  <a:lnTo>
                    <a:pt x="99102" y="1320734"/>
                  </a:lnTo>
                  <a:lnTo>
                    <a:pt x="142345" y="1302027"/>
                  </a:lnTo>
                  <a:lnTo>
                    <a:pt x="190500" y="1295400"/>
                  </a:lnTo>
                  <a:lnTo>
                    <a:pt x="238610" y="1302027"/>
                  </a:lnTo>
                  <a:lnTo>
                    <a:pt x="281841" y="1320734"/>
                  </a:lnTo>
                  <a:lnTo>
                    <a:pt x="318468" y="1349756"/>
                  </a:lnTo>
                  <a:lnTo>
                    <a:pt x="346766" y="1387329"/>
                  </a:lnTo>
                  <a:lnTo>
                    <a:pt x="365010" y="1431689"/>
                  </a:lnTo>
                  <a:lnTo>
                    <a:pt x="371475" y="1481074"/>
                  </a:lnTo>
                  <a:lnTo>
                    <a:pt x="365010" y="1530467"/>
                  </a:lnTo>
                  <a:lnTo>
                    <a:pt x="346766" y="1574851"/>
                  </a:lnTo>
                  <a:lnTo>
                    <a:pt x="318468" y="1612455"/>
                  </a:lnTo>
                  <a:lnTo>
                    <a:pt x="281841" y="1641507"/>
                  </a:lnTo>
                  <a:lnTo>
                    <a:pt x="238610" y="1660238"/>
                  </a:lnTo>
                  <a:lnTo>
                    <a:pt x="190500" y="1666875"/>
                  </a:lnTo>
                  <a:lnTo>
                    <a:pt x="142345" y="1660238"/>
                  </a:lnTo>
                  <a:lnTo>
                    <a:pt x="99102" y="1641507"/>
                  </a:lnTo>
                  <a:lnTo>
                    <a:pt x="62484" y="1612455"/>
                  </a:lnTo>
                  <a:lnTo>
                    <a:pt x="34205" y="1574851"/>
                  </a:lnTo>
                  <a:lnTo>
                    <a:pt x="15980" y="1530467"/>
                  </a:lnTo>
                  <a:lnTo>
                    <a:pt x="9525" y="1481074"/>
                  </a:lnTo>
                  <a:close/>
                </a:path>
                <a:path w="371475" h="2095500">
                  <a:moveTo>
                    <a:pt x="9525" y="1914525"/>
                  </a:moveTo>
                  <a:lnTo>
                    <a:pt x="15980" y="1866370"/>
                  </a:lnTo>
                  <a:lnTo>
                    <a:pt x="34205" y="1823127"/>
                  </a:lnTo>
                  <a:lnTo>
                    <a:pt x="62483" y="1786509"/>
                  </a:lnTo>
                  <a:lnTo>
                    <a:pt x="99102" y="1758230"/>
                  </a:lnTo>
                  <a:lnTo>
                    <a:pt x="142345" y="1740005"/>
                  </a:lnTo>
                  <a:lnTo>
                    <a:pt x="190500" y="1733550"/>
                  </a:lnTo>
                  <a:lnTo>
                    <a:pt x="238610" y="1740005"/>
                  </a:lnTo>
                  <a:lnTo>
                    <a:pt x="281841" y="1758230"/>
                  </a:lnTo>
                  <a:lnTo>
                    <a:pt x="318468" y="1786508"/>
                  </a:lnTo>
                  <a:lnTo>
                    <a:pt x="346766" y="1823127"/>
                  </a:lnTo>
                  <a:lnTo>
                    <a:pt x="365010" y="1866370"/>
                  </a:lnTo>
                  <a:lnTo>
                    <a:pt x="371475" y="1914525"/>
                  </a:lnTo>
                  <a:lnTo>
                    <a:pt x="365010" y="1962635"/>
                  </a:lnTo>
                  <a:lnTo>
                    <a:pt x="346766" y="2005866"/>
                  </a:lnTo>
                  <a:lnTo>
                    <a:pt x="318468" y="2042493"/>
                  </a:lnTo>
                  <a:lnTo>
                    <a:pt x="281841" y="2070791"/>
                  </a:lnTo>
                  <a:lnTo>
                    <a:pt x="238610" y="2089035"/>
                  </a:lnTo>
                  <a:lnTo>
                    <a:pt x="190500" y="2095500"/>
                  </a:lnTo>
                  <a:lnTo>
                    <a:pt x="142345" y="2089035"/>
                  </a:lnTo>
                  <a:lnTo>
                    <a:pt x="99102" y="2070791"/>
                  </a:lnTo>
                  <a:lnTo>
                    <a:pt x="62484" y="2042493"/>
                  </a:lnTo>
                  <a:lnTo>
                    <a:pt x="34205" y="2005866"/>
                  </a:lnTo>
                  <a:lnTo>
                    <a:pt x="15980" y="1962635"/>
                  </a:lnTo>
                  <a:lnTo>
                    <a:pt x="9525" y="191452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292" y="1783280"/>
              <a:ext cx="179812" cy="17981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4223" y="1813960"/>
              <a:ext cx="179919" cy="17986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5065" y="1288508"/>
              <a:ext cx="179812" cy="17991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6185" y="1726785"/>
              <a:ext cx="179865" cy="17991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5169" y="1866973"/>
              <a:ext cx="179812" cy="17991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2972" y="2455638"/>
              <a:ext cx="179812" cy="17991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7450" y="1200150"/>
              <a:ext cx="180975" cy="1809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1750" y="1600200"/>
              <a:ext cx="180975" cy="18097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0459" y="1187015"/>
              <a:ext cx="179919" cy="17981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81643" y="1599658"/>
              <a:ext cx="179921" cy="17991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1275" y="2324100"/>
              <a:ext cx="180975" cy="18097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3440" y="2291681"/>
              <a:ext cx="179919" cy="17991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64633" y="3063240"/>
              <a:ext cx="604517" cy="36842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29729" y="2939262"/>
              <a:ext cx="613791" cy="95631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09150" y="2598640"/>
              <a:ext cx="179865" cy="17991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9251" y="2595084"/>
              <a:ext cx="179919" cy="179919"/>
            </a:xfrm>
            <a:prstGeom prst="rect">
              <a:avLst/>
            </a:prstGeom>
          </p:spPr>
        </p:pic>
      </p:grpSp>
      <p:sp>
        <p:nvSpPr>
          <p:cNvPr id="89" name="object 89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3701" y="927101"/>
            <a:ext cx="4432300" cy="2476500"/>
          </a:xfrm>
          <a:custGeom>
            <a:avLst/>
            <a:gdLst/>
            <a:ahLst/>
            <a:cxnLst/>
            <a:rect l="l" t="t" r="r" b="b"/>
            <a:pathLst>
              <a:path w="3324225" h="1857375">
                <a:moveTo>
                  <a:pt x="0" y="1857375"/>
                </a:moveTo>
                <a:lnTo>
                  <a:pt x="3324225" y="1857375"/>
                </a:lnTo>
                <a:lnTo>
                  <a:pt x="3324225" y="0"/>
                </a:lnTo>
                <a:lnTo>
                  <a:pt x="0" y="0"/>
                </a:lnTo>
                <a:lnTo>
                  <a:pt x="0" y="1857375"/>
                </a:lnTo>
                <a:close/>
              </a:path>
            </a:pathLst>
          </a:custGeom>
          <a:ln w="38100">
            <a:solidFill>
              <a:srgbClr val="0096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80279" y="208754"/>
            <a:ext cx="263313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pc="-13" dirty="0"/>
              <a:t>Notation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589839" y="1854030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32" y="0"/>
                </a:moveTo>
                <a:lnTo>
                  <a:pt x="85077" y="7619"/>
                </a:lnTo>
                <a:lnTo>
                  <a:pt x="105168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68" y="36829"/>
                </a:lnTo>
                <a:lnTo>
                  <a:pt x="85077" y="54228"/>
                </a:lnTo>
                <a:lnTo>
                  <a:pt x="91732" y="61849"/>
                </a:lnTo>
                <a:lnTo>
                  <a:pt x="123253" y="34543"/>
                </a:lnTo>
                <a:lnTo>
                  <a:pt x="123253" y="27304"/>
                </a:lnTo>
                <a:lnTo>
                  <a:pt x="91732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930900" y="2235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1079500" y="635084"/>
            <a:ext cx="4788747" cy="2870200"/>
            <a:chOff x="809625" y="476313"/>
            <a:chExt cx="3591560" cy="2152650"/>
          </a:xfrm>
        </p:grpSpPr>
        <p:sp>
          <p:nvSpPr>
            <p:cNvPr id="7" name="object 7"/>
            <p:cNvSpPr/>
            <p:nvPr/>
          </p:nvSpPr>
          <p:spPr>
            <a:xfrm>
              <a:off x="823912" y="814451"/>
              <a:ext cx="543560" cy="1771650"/>
            </a:xfrm>
            <a:custGeom>
              <a:avLst/>
              <a:gdLst/>
              <a:ahLst/>
              <a:cxnLst/>
              <a:rect l="l" t="t" r="r" b="b"/>
              <a:pathLst>
                <a:path w="543560" h="1771650">
                  <a:moveTo>
                    <a:pt x="0" y="90424"/>
                  </a:moveTo>
                  <a:lnTo>
                    <a:pt x="7111" y="55239"/>
                  </a:lnTo>
                  <a:lnTo>
                    <a:pt x="26503" y="26495"/>
                  </a:lnTo>
                  <a:lnTo>
                    <a:pt x="55265" y="7110"/>
                  </a:lnTo>
                  <a:lnTo>
                    <a:pt x="90487" y="0"/>
                  </a:lnTo>
                  <a:lnTo>
                    <a:pt x="452437" y="0"/>
                  </a:lnTo>
                  <a:lnTo>
                    <a:pt x="487695" y="7110"/>
                  </a:lnTo>
                  <a:lnTo>
                    <a:pt x="516477" y="26495"/>
                  </a:lnTo>
                  <a:lnTo>
                    <a:pt x="535876" y="55239"/>
                  </a:lnTo>
                  <a:lnTo>
                    <a:pt x="542988" y="90424"/>
                  </a:lnTo>
                  <a:lnTo>
                    <a:pt x="542988" y="1681099"/>
                  </a:lnTo>
                  <a:lnTo>
                    <a:pt x="535876" y="1716303"/>
                  </a:lnTo>
                  <a:lnTo>
                    <a:pt x="516477" y="1745091"/>
                  </a:lnTo>
                  <a:lnTo>
                    <a:pt x="487695" y="1764520"/>
                  </a:lnTo>
                  <a:lnTo>
                    <a:pt x="452437" y="1771650"/>
                  </a:lnTo>
                  <a:lnTo>
                    <a:pt x="90487" y="1771650"/>
                  </a:lnTo>
                  <a:lnTo>
                    <a:pt x="55265" y="1764520"/>
                  </a:lnTo>
                  <a:lnTo>
                    <a:pt x="26503" y="1745091"/>
                  </a:lnTo>
                  <a:lnTo>
                    <a:pt x="7111" y="1716303"/>
                  </a:lnTo>
                  <a:lnTo>
                    <a:pt x="0" y="1681099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909637" y="890651"/>
              <a:ext cx="372110" cy="1590675"/>
            </a:xfrm>
            <a:custGeom>
              <a:avLst/>
              <a:gdLst/>
              <a:ahLst/>
              <a:cxnLst/>
              <a:rect l="l" t="t" r="r" b="b"/>
              <a:pathLst>
                <a:path w="372109" h="1590675">
                  <a:moveTo>
                    <a:pt x="0" y="185674"/>
                  </a:moveTo>
                  <a:lnTo>
                    <a:pt x="6464" y="136289"/>
                  </a:lnTo>
                  <a:lnTo>
                    <a:pt x="24708" y="91929"/>
                  </a:lnTo>
                  <a:lnTo>
                    <a:pt x="53006" y="54355"/>
                  </a:lnTo>
                  <a:lnTo>
                    <a:pt x="89633" y="25334"/>
                  </a:lnTo>
                  <a:lnTo>
                    <a:pt x="132864" y="6627"/>
                  </a:lnTo>
                  <a:lnTo>
                    <a:pt x="180975" y="0"/>
                  </a:lnTo>
                  <a:lnTo>
                    <a:pt x="229089" y="6627"/>
                  </a:lnTo>
                  <a:lnTo>
                    <a:pt x="272332" y="25334"/>
                  </a:lnTo>
                  <a:lnTo>
                    <a:pt x="308975" y="54356"/>
                  </a:lnTo>
                  <a:lnTo>
                    <a:pt x="337288" y="91929"/>
                  </a:lnTo>
                  <a:lnTo>
                    <a:pt x="355544" y="136289"/>
                  </a:lnTo>
                  <a:lnTo>
                    <a:pt x="362013" y="185674"/>
                  </a:lnTo>
                  <a:lnTo>
                    <a:pt x="355544" y="235067"/>
                  </a:lnTo>
                  <a:lnTo>
                    <a:pt x="337288" y="279451"/>
                  </a:lnTo>
                  <a:lnTo>
                    <a:pt x="308975" y="317055"/>
                  </a:lnTo>
                  <a:lnTo>
                    <a:pt x="272332" y="346107"/>
                  </a:lnTo>
                  <a:lnTo>
                    <a:pt x="229089" y="364838"/>
                  </a:lnTo>
                  <a:lnTo>
                    <a:pt x="180975" y="371475"/>
                  </a:lnTo>
                  <a:lnTo>
                    <a:pt x="132864" y="364838"/>
                  </a:lnTo>
                  <a:lnTo>
                    <a:pt x="89633" y="346107"/>
                  </a:lnTo>
                  <a:lnTo>
                    <a:pt x="53006" y="317055"/>
                  </a:lnTo>
                  <a:lnTo>
                    <a:pt x="24708" y="279451"/>
                  </a:lnTo>
                  <a:lnTo>
                    <a:pt x="6464" y="235067"/>
                  </a:lnTo>
                  <a:lnTo>
                    <a:pt x="0" y="185674"/>
                  </a:lnTo>
                  <a:close/>
                </a:path>
                <a:path w="372109" h="1590675">
                  <a:moveTo>
                    <a:pt x="0" y="590550"/>
                  </a:moveTo>
                  <a:lnTo>
                    <a:pt x="6634" y="542395"/>
                  </a:lnTo>
                  <a:lnTo>
                    <a:pt x="25359" y="499152"/>
                  </a:lnTo>
                  <a:lnTo>
                    <a:pt x="54402" y="462534"/>
                  </a:lnTo>
                  <a:lnTo>
                    <a:pt x="91993" y="434255"/>
                  </a:lnTo>
                  <a:lnTo>
                    <a:pt x="136361" y="416030"/>
                  </a:lnTo>
                  <a:lnTo>
                    <a:pt x="185737" y="409575"/>
                  </a:lnTo>
                  <a:lnTo>
                    <a:pt x="235117" y="416030"/>
                  </a:lnTo>
                  <a:lnTo>
                    <a:pt x="279498" y="434255"/>
                  </a:lnTo>
                  <a:lnTo>
                    <a:pt x="317104" y="462534"/>
                  </a:lnTo>
                  <a:lnTo>
                    <a:pt x="346162" y="499152"/>
                  </a:lnTo>
                  <a:lnTo>
                    <a:pt x="364898" y="542395"/>
                  </a:lnTo>
                  <a:lnTo>
                    <a:pt x="371538" y="590550"/>
                  </a:lnTo>
                  <a:lnTo>
                    <a:pt x="364898" y="638660"/>
                  </a:lnTo>
                  <a:lnTo>
                    <a:pt x="346162" y="681891"/>
                  </a:lnTo>
                  <a:lnTo>
                    <a:pt x="317104" y="718518"/>
                  </a:lnTo>
                  <a:lnTo>
                    <a:pt x="279498" y="746816"/>
                  </a:lnTo>
                  <a:lnTo>
                    <a:pt x="235117" y="765060"/>
                  </a:lnTo>
                  <a:lnTo>
                    <a:pt x="185737" y="771525"/>
                  </a:lnTo>
                  <a:lnTo>
                    <a:pt x="136361" y="765060"/>
                  </a:lnTo>
                  <a:lnTo>
                    <a:pt x="91993" y="746816"/>
                  </a:lnTo>
                  <a:lnTo>
                    <a:pt x="54402" y="718518"/>
                  </a:lnTo>
                  <a:lnTo>
                    <a:pt x="25359" y="681891"/>
                  </a:lnTo>
                  <a:lnTo>
                    <a:pt x="6634" y="638660"/>
                  </a:lnTo>
                  <a:lnTo>
                    <a:pt x="0" y="590550"/>
                  </a:lnTo>
                  <a:close/>
                </a:path>
                <a:path w="372109" h="1590675">
                  <a:moveTo>
                    <a:pt x="9525" y="1004824"/>
                  </a:moveTo>
                  <a:lnTo>
                    <a:pt x="15989" y="955439"/>
                  </a:lnTo>
                  <a:lnTo>
                    <a:pt x="34233" y="911079"/>
                  </a:lnTo>
                  <a:lnTo>
                    <a:pt x="62531" y="873505"/>
                  </a:lnTo>
                  <a:lnTo>
                    <a:pt x="99158" y="844484"/>
                  </a:lnTo>
                  <a:lnTo>
                    <a:pt x="142389" y="825777"/>
                  </a:lnTo>
                  <a:lnTo>
                    <a:pt x="190500" y="819150"/>
                  </a:lnTo>
                  <a:lnTo>
                    <a:pt x="238614" y="825777"/>
                  </a:lnTo>
                  <a:lnTo>
                    <a:pt x="281857" y="844484"/>
                  </a:lnTo>
                  <a:lnTo>
                    <a:pt x="318500" y="873506"/>
                  </a:lnTo>
                  <a:lnTo>
                    <a:pt x="346813" y="911079"/>
                  </a:lnTo>
                  <a:lnTo>
                    <a:pt x="365069" y="955439"/>
                  </a:lnTo>
                  <a:lnTo>
                    <a:pt x="371538" y="1004824"/>
                  </a:lnTo>
                  <a:lnTo>
                    <a:pt x="365069" y="1054217"/>
                  </a:lnTo>
                  <a:lnTo>
                    <a:pt x="346813" y="1098601"/>
                  </a:lnTo>
                  <a:lnTo>
                    <a:pt x="318500" y="1136205"/>
                  </a:lnTo>
                  <a:lnTo>
                    <a:pt x="281857" y="1165257"/>
                  </a:lnTo>
                  <a:lnTo>
                    <a:pt x="238614" y="1183988"/>
                  </a:lnTo>
                  <a:lnTo>
                    <a:pt x="190500" y="1190625"/>
                  </a:lnTo>
                  <a:lnTo>
                    <a:pt x="142389" y="1183988"/>
                  </a:lnTo>
                  <a:lnTo>
                    <a:pt x="99158" y="1165257"/>
                  </a:lnTo>
                  <a:lnTo>
                    <a:pt x="62531" y="1136205"/>
                  </a:lnTo>
                  <a:lnTo>
                    <a:pt x="34233" y="1098601"/>
                  </a:lnTo>
                  <a:lnTo>
                    <a:pt x="15989" y="1054217"/>
                  </a:lnTo>
                  <a:lnTo>
                    <a:pt x="9525" y="1004824"/>
                  </a:lnTo>
                  <a:close/>
                </a:path>
                <a:path w="372109" h="1590675">
                  <a:moveTo>
                    <a:pt x="0" y="1409700"/>
                  </a:moveTo>
                  <a:lnTo>
                    <a:pt x="6634" y="1361545"/>
                  </a:lnTo>
                  <a:lnTo>
                    <a:pt x="25359" y="1318302"/>
                  </a:lnTo>
                  <a:lnTo>
                    <a:pt x="54402" y="1281684"/>
                  </a:lnTo>
                  <a:lnTo>
                    <a:pt x="91993" y="1253405"/>
                  </a:lnTo>
                  <a:lnTo>
                    <a:pt x="136361" y="1235180"/>
                  </a:lnTo>
                  <a:lnTo>
                    <a:pt x="185737" y="1228725"/>
                  </a:lnTo>
                  <a:lnTo>
                    <a:pt x="235117" y="1235180"/>
                  </a:lnTo>
                  <a:lnTo>
                    <a:pt x="279498" y="1253405"/>
                  </a:lnTo>
                  <a:lnTo>
                    <a:pt x="317104" y="1281683"/>
                  </a:lnTo>
                  <a:lnTo>
                    <a:pt x="346162" y="1318302"/>
                  </a:lnTo>
                  <a:lnTo>
                    <a:pt x="364898" y="1361545"/>
                  </a:lnTo>
                  <a:lnTo>
                    <a:pt x="371538" y="1409700"/>
                  </a:lnTo>
                  <a:lnTo>
                    <a:pt x="364898" y="1457810"/>
                  </a:lnTo>
                  <a:lnTo>
                    <a:pt x="346162" y="1501041"/>
                  </a:lnTo>
                  <a:lnTo>
                    <a:pt x="317104" y="1537668"/>
                  </a:lnTo>
                  <a:lnTo>
                    <a:pt x="279498" y="1565966"/>
                  </a:lnTo>
                  <a:lnTo>
                    <a:pt x="235117" y="1584210"/>
                  </a:lnTo>
                  <a:lnTo>
                    <a:pt x="185737" y="1590675"/>
                  </a:lnTo>
                  <a:lnTo>
                    <a:pt x="136361" y="1584210"/>
                  </a:lnTo>
                  <a:lnTo>
                    <a:pt x="91993" y="1565966"/>
                  </a:lnTo>
                  <a:lnTo>
                    <a:pt x="54402" y="1537668"/>
                  </a:lnTo>
                  <a:lnTo>
                    <a:pt x="25359" y="1501041"/>
                  </a:lnTo>
                  <a:lnTo>
                    <a:pt x="6634" y="1457810"/>
                  </a:lnTo>
                  <a:lnTo>
                    <a:pt x="0" y="140970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824226" y="1062101"/>
              <a:ext cx="552450" cy="1323975"/>
            </a:xfrm>
            <a:custGeom>
              <a:avLst/>
              <a:gdLst/>
              <a:ahLst/>
              <a:cxnLst/>
              <a:rect l="l" t="t" r="r" b="b"/>
              <a:pathLst>
                <a:path w="552450" h="132397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231773"/>
                  </a:lnTo>
                  <a:lnTo>
                    <a:pt x="545205" y="1267664"/>
                  </a:lnTo>
                  <a:lnTo>
                    <a:pt x="525446" y="1296971"/>
                  </a:lnTo>
                  <a:lnTo>
                    <a:pt x="496139" y="1316730"/>
                  </a:lnTo>
                  <a:lnTo>
                    <a:pt x="460248" y="1323975"/>
                  </a:lnTo>
                  <a:lnTo>
                    <a:pt x="92075" y="1323975"/>
                  </a:lnTo>
                  <a:lnTo>
                    <a:pt x="56203" y="1316730"/>
                  </a:lnTo>
                  <a:lnTo>
                    <a:pt x="26939" y="1296971"/>
                  </a:lnTo>
                  <a:lnTo>
                    <a:pt x="7225" y="1267664"/>
                  </a:lnTo>
                  <a:lnTo>
                    <a:pt x="0" y="12317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9951" y="1119251"/>
              <a:ext cx="371475" cy="771525"/>
            </a:xfrm>
            <a:custGeom>
              <a:avLst/>
              <a:gdLst/>
              <a:ahLst/>
              <a:cxnLst/>
              <a:rect l="l" t="t" r="r" b="b"/>
              <a:pathLst>
                <a:path w="371475" h="77152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  <a:path w="371475" h="771525">
                  <a:moveTo>
                    <a:pt x="9525" y="585724"/>
                  </a:moveTo>
                  <a:lnTo>
                    <a:pt x="15980" y="536339"/>
                  </a:lnTo>
                  <a:lnTo>
                    <a:pt x="34205" y="491979"/>
                  </a:lnTo>
                  <a:lnTo>
                    <a:pt x="62483" y="454405"/>
                  </a:lnTo>
                  <a:lnTo>
                    <a:pt x="99102" y="425384"/>
                  </a:lnTo>
                  <a:lnTo>
                    <a:pt x="142345" y="406677"/>
                  </a:lnTo>
                  <a:lnTo>
                    <a:pt x="190500" y="400050"/>
                  </a:lnTo>
                  <a:lnTo>
                    <a:pt x="238610" y="406677"/>
                  </a:lnTo>
                  <a:lnTo>
                    <a:pt x="281841" y="425384"/>
                  </a:lnTo>
                  <a:lnTo>
                    <a:pt x="318468" y="454406"/>
                  </a:lnTo>
                  <a:lnTo>
                    <a:pt x="346766" y="491979"/>
                  </a:lnTo>
                  <a:lnTo>
                    <a:pt x="365010" y="536339"/>
                  </a:lnTo>
                  <a:lnTo>
                    <a:pt x="371475" y="585724"/>
                  </a:lnTo>
                  <a:lnTo>
                    <a:pt x="365010" y="635117"/>
                  </a:lnTo>
                  <a:lnTo>
                    <a:pt x="346766" y="679501"/>
                  </a:lnTo>
                  <a:lnTo>
                    <a:pt x="318468" y="717105"/>
                  </a:lnTo>
                  <a:lnTo>
                    <a:pt x="281841" y="746157"/>
                  </a:lnTo>
                  <a:lnTo>
                    <a:pt x="238610" y="764888"/>
                  </a:lnTo>
                  <a:lnTo>
                    <a:pt x="190500" y="771525"/>
                  </a:lnTo>
                  <a:lnTo>
                    <a:pt x="142345" y="764888"/>
                  </a:lnTo>
                  <a:lnTo>
                    <a:pt x="99102" y="746157"/>
                  </a:lnTo>
                  <a:lnTo>
                    <a:pt x="62484" y="717105"/>
                  </a:lnTo>
                  <a:lnTo>
                    <a:pt x="34205" y="679501"/>
                  </a:lnTo>
                  <a:lnTo>
                    <a:pt x="15980" y="635117"/>
                  </a:lnTo>
                  <a:lnTo>
                    <a:pt x="9525" y="585724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3876" y="1452626"/>
              <a:ext cx="552450" cy="542925"/>
            </a:xfrm>
            <a:custGeom>
              <a:avLst/>
              <a:gdLst/>
              <a:ahLst/>
              <a:cxnLst/>
              <a:rect l="l" t="t" r="r" b="b"/>
              <a:pathLst>
                <a:path w="552450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61899" y="0"/>
                  </a:lnTo>
                  <a:lnTo>
                    <a:pt x="497157" y="7110"/>
                  </a:lnTo>
                  <a:lnTo>
                    <a:pt x="525938" y="26495"/>
                  </a:lnTo>
                  <a:lnTo>
                    <a:pt x="545338" y="55239"/>
                  </a:lnTo>
                  <a:lnTo>
                    <a:pt x="552450" y="90424"/>
                  </a:lnTo>
                  <a:lnTo>
                    <a:pt x="552450" y="452374"/>
                  </a:lnTo>
                  <a:lnTo>
                    <a:pt x="545338" y="487578"/>
                  </a:lnTo>
                  <a:lnTo>
                    <a:pt x="525938" y="516366"/>
                  </a:lnTo>
                  <a:lnTo>
                    <a:pt x="497157" y="535795"/>
                  </a:lnTo>
                  <a:lnTo>
                    <a:pt x="461899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929126" y="1528826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9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9700" y="1647824"/>
              <a:ext cx="2375535" cy="142875"/>
            </a:xfrm>
            <a:custGeom>
              <a:avLst/>
              <a:gdLst/>
              <a:ahLst/>
              <a:cxnLst/>
              <a:rect l="l" t="t" r="r" b="b"/>
              <a:pathLst>
                <a:path w="2375535" h="142875">
                  <a:moveTo>
                    <a:pt x="365760" y="57150"/>
                  </a:moveTo>
                  <a:lnTo>
                    <a:pt x="327660" y="38100"/>
                  </a:lnTo>
                  <a:lnTo>
                    <a:pt x="251460" y="0"/>
                  </a:lnTo>
                  <a:lnTo>
                    <a:pt x="25146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114300"/>
                  </a:lnTo>
                  <a:lnTo>
                    <a:pt x="327660" y="76200"/>
                  </a:lnTo>
                  <a:lnTo>
                    <a:pt x="365760" y="57150"/>
                  </a:lnTo>
                  <a:close/>
                </a:path>
                <a:path w="2375535" h="142875">
                  <a:moveTo>
                    <a:pt x="2375535" y="85725"/>
                  </a:moveTo>
                  <a:lnTo>
                    <a:pt x="2337435" y="66675"/>
                  </a:lnTo>
                  <a:lnTo>
                    <a:pt x="2261235" y="28575"/>
                  </a:lnTo>
                  <a:lnTo>
                    <a:pt x="2261235" y="66675"/>
                  </a:lnTo>
                  <a:lnTo>
                    <a:pt x="2009775" y="66675"/>
                  </a:lnTo>
                  <a:lnTo>
                    <a:pt x="2009775" y="104775"/>
                  </a:lnTo>
                  <a:lnTo>
                    <a:pt x="2261235" y="104775"/>
                  </a:lnTo>
                  <a:lnTo>
                    <a:pt x="2261235" y="142875"/>
                  </a:lnTo>
                  <a:lnTo>
                    <a:pt x="2337435" y="104775"/>
                  </a:lnTo>
                  <a:lnTo>
                    <a:pt x="2375535" y="857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4100" y="490601"/>
              <a:ext cx="561975" cy="2124075"/>
            </a:xfrm>
            <a:custGeom>
              <a:avLst/>
              <a:gdLst/>
              <a:ahLst/>
              <a:cxnLst/>
              <a:rect l="l" t="t" r="r" b="b"/>
              <a:pathLst>
                <a:path w="561975" h="2124075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9" y="0"/>
                  </a:lnTo>
                  <a:lnTo>
                    <a:pt x="468249" y="0"/>
                  </a:lnTo>
                  <a:lnTo>
                    <a:pt x="504699" y="7356"/>
                  </a:lnTo>
                  <a:lnTo>
                    <a:pt x="534495" y="27416"/>
                  </a:lnTo>
                  <a:lnTo>
                    <a:pt x="554599" y="57167"/>
                  </a:lnTo>
                  <a:lnTo>
                    <a:pt x="561975" y="93599"/>
                  </a:lnTo>
                  <a:lnTo>
                    <a:pt x="561975" y="2030349"/>
                  </a:lnTo>
                  <a:lnTo>
                    <a:pt x="554599" y="2066799"/>
                  </a:lnTo>
                  <a:lnTo>
                    <a:pt x="534495" y="2096595"/>
                  </a:lnTo>
                  <a:lnTo>
                    <a:pt x="504699" y="2116699"/>
                  </a:lnTo>
                  <a:lnTo>
                    <a:pt x="468249" y="2124075"/>
                  </a:lnTo>
                  <a:lnTo>
                    <a:pt x="93599" y="2124075"/>
                  </a:lnTo>
                  <a:lnTo>
                    <a:pt x="57167" y="2116699"/>
                  </a:lnTo>
                  <a:lnTo>
                    <a:pt x="27416" y="2096595"/>
                  </a:lnTo>
                  <a:lnTo>
                    <a:pt x="7356" y="2066799"/>
                  </a:lnTo>
                  <a:lnTo>
                    <a:pt x="0" y="2030349"/>
                  </a:lnTo>
                  <a:lnTo>
                    <a:pt x="0" y="93599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928875" y="538226"/>
              <a:ext cx="371475" cy="2000250"/>
            </a:xfrm>
            <a:custGeom>
              <a:avLst/>
              <a:gdLst/>
              <a:ahLst/>
              <a:cxnLst/>
              <a:rect l="l" t="t" r="r" b="b"/>
              <a:pathLst>
                <a:path w="371475" h="2000250">
                  <a:moveTo>
                    <a:pt x="0" y="600075"/>
                  </a:moveTo>
                  <a:lnTo>
                    <a:pt x="6455" y="551920"/>
                  </a:lnTo>
                  <a:lnTo>
                    <a:pt x="24680" y="508677"/>
                  </a:lnTo>
                  <a:lnTo>
                    <a:pt x="52958" y="472059"/>
                  </a:lnTo>
                  <a:lnTo>
                    <a:pt x="89577" y="443780"/>
                  </a:lnTo>
                  <a:lnTo>
                    <a:pt x="132820" y="425555"/>
                  </a:lnTo>
                  <a:lnTo>
                    <a:pt x="180975" y="419100"/>
                  </a:lnTo>
                  <a:lnTo>
                    <a:pt x="229085" y="425555"/>
                  </a:lnTo>
                  <a:lnTo>
                    <a:pt x="272316" y="443780"/>
                  </a:lnTo>
                  <a:lnTo>
                    <a:pt x="308943" y="472059"/>
                  </a:lnTo>
                  <a:lnTo>
                    <a:pt x="337241" y="508677"/>
                  </a:lnTo>
                  <a:lnTo>
                    <a:pt x="355485" y="551920"/>
                  </a:lnTo>
                  <a:lnTo>
                    <a:pt x="361950" y="600075"/>
                  </a:lnTo>
                  <a:lnTo>
                    <a:pt x="355485" y="648185"/>
                  </a:lnTo>
                  <a:lnTo>
                    <a:pt x="337241" y="691416"/>
                  </a:lnTo>
                  <a:lnTo>
                    <a:pt x="308943" y="728043"/>
                  </a:lnTo>
                  <a:lnTo>
                    <a:pt x="272316" y="756341"/>
                  </a:lnTo>
                  <a:lnTo>
                    <a:pt x="229085" y="774585"/>
                  </a:lnTo>
                  <a:lnTo>
                    <a:pt x="180975" y="781050"/>
                  </a:lnTo>
                  <a:lnTo>
                    <a:pt x="132820" y="774585"/>
                  </a:lnTo>
                  <a:lnTo>
                    <a:pt x="89577" y="756341"/>
                  </a:lnTo>
                  <a:lnTo>
                    <a:pt x="52959" y="728043"/>
                  </a:lnTo>
                  <a:lnTo>
                    <a:pt x="24680" y="691416"/>
                  </a:lnTo>
                  <a:lnTo>
                    <a:pt x="6455" y="648185"/>
                  </a:lnTo>
                  <a:lnTo>
                    <a:pt x="0" y="600075"/>
                  </a:lnTo>
                  <a:close/>
                </a:path>
                <a:path w="371475" h="2000250">
                  <a:moveTo>
                    <a:pt x="0" y="1000125"/>
                  </a:moveTo>
                  <a:lnTo>
                    <a:pt x="6627" y="951970"/>
                  </a:lnTo>
                  <a:lnTo>
                    <a:pt x="25334" y="908727"/>
                  </a:lnTo>
                  <a:lnTo>
                    <a:pt x="54356" y="872109"/>
                  </a:lnTo>
                  <a:lnTo>
                    <a:pt x="91929" y="843830"/>
                  </a:lnTo>
                  <a:lnTo>
                    <a:pt x="136289" y="825605"/>
                  </a:lnTo>
                  <a:lnTo>
                    <a:pt x="185674" y="819150"/>
                  </a:lnTo>
                  <a:lnTo>
                    <a:pt x="235067" y="825605"/>
                  </a:lnTo>
                  <a:lnTo>
                    <a:pt x="279451" y="843830"/>
                  </a:lnTo>
                  <a:lnTo>
                    <a:pt x="317055" y="872109"/>
                  </a:lnTo>
                  <a:lnTo>
                    <a:pt x="346107" y="908727"/>
                  </a:lnTo>
                  <a:lnTo>
                    <a:pt x="364838" y="951970"/>
                  </a:lnTo>
                  <a:lnTo>
                    <a:pt x="371475" y="1000125"/>
                  </a:lnTo>
                  <a:lnTo>
                    <a:pt x="364838" y="1048235"/>
                  </a:lnTo>
                  <a:lnTo>
                    <a:pt x="346107" y="1091466"/>
                  </a:lnTo>
                  <a:lnTo>
                    <a:pt x="317055" y="1128093"/>
                  </a:lnTo>
                  <a:lnTo>
                    <a:pt x="279451" y="1156391"/>
                  </a:lnTo>
                  <a:lnTo>
                    <a:pt x="235067" y="1174635"/>
                  </a:lnTo>
                  <a:lnTo>
                    <a:pt x="185674" y="1181100"/>
                  </a:lnTo>
                  <a:lnTo>
                    <a:pt x="136289" y="1174635"/>
                  </a:lnTo>
                  <a:lnTo>
                    <a:pt x="91929" y="1156391"/>
                  </a:lnTo>
                  <a:lnTo>
                    <a:pt x="54356" y="1128093"/>
                  </a:lnTo>
                  <a:lnTo>
                    <a:pt x="25334" y="1091466"/>
                  </a:lnTo>
                  <a:lnTo>
                    <a:pt x="6627" y="1048235"/>
                  </a:lnTo>
                  <a:lnTo>
                    <a:pt x="0" y="1000125"/>
                  </a:lnTo>
                  <a:close/>
                </a:path>
                <a:path w="371475" h="2000250">
                  <a:moveTo>
                    <a:pt x="9525" y="1419225"/>
                  </a:moveTo>
                  <a:lnTo>
                    <a:pt x="15980" y="1371070"/>
                  </a:lnTo>
                  <a:lnTo>
                    <a:pt x="34205" y="1327827"/>
                  </a:lnTo>
                  <a:lnTo>
                    <a:pt x="62483" y="1291209"/>
                  </a:lnTo>
                  <a:lnTo>
                    <a:pt x="99102" y="1262930"/>
                  </a:lnTo>
                  <a:lnTo>
                    <a:pt x="142345" y="1244705"/>
                  </a:lnTo>
                  <a:lnTo>
                    <a:pt x="190500" y="1238250"/>
                  </a:lnTo>
                  <a:lnTo>
                    <a:pt x="238610" y="1244705"/>
                  </a:lnTo>
                  <a:lnTo>
                    <a:pt x="281841" y="1262930"/>
                  </a:lnTo>
                  <a:lnTo>
                    <a:pt x="318468" y="1291209"/>
                  </a:lnTo>
                  <a:lnTo>
                    <a:pt x="346766" y="1327827"/>
                  </a:lnTo>
                  <a:lnTo>
                    <a:pt x="365010" y="1371070"/>
                  </a:lnTo>
                  <a:lnTo>
                    <a:pt x="371475" y="1419225"/>
                  </a:lnTo>
                  <a:lnTo>
                    <a:pt x="365010" y="1467335"/>
                  </a:lnTo>
                  <a:lnTo>
                    <a:pt x="346766" y="1510566"/>
                  </a:lnTo>
                  <a:lnTo>
                    <a:pt x="318468" y="1547193"/>
                  </a:lnTo>
                  <a:lnTo>
                    <a:pt x="281841" y="1575491"/>
                  </a:lnTo>
                  <a:lnTo>
                    <a:pt x="238610" y="1593735"/>
                  </a:lnTo>
                  <a:lnTo>
                    <a:pt x="190500" y="1600200"/>
                  </a:lnTo>
                  <a:lnTo>
                    <a:pt x="142345" y="1593735"/>
                  </a:lnTo>
                  <a:lnTo>
                    <a:pt x="99102" y="1575491"/>
                  </a:lnTo>
                  <a:lnTo>
                    <a:pt x="62484" y="1547193"/>
                  </a:lnTo>
                  <a:lnTo>
                    <a:pt x="34205" y="1510566"/>
                  </a:lnTo>
                  <a:lnTo>
                    <a:pt x="15980" y="1467335"/>
                  </a:lnTo>
                  <a:lnTo>
                    <a:pt x="9525" y="1419225"/>
                  </a:lnTo>
                  <a:close/>
                </a:path>
                <a:path w="371475" h="2000250">
                  <a:moveTo>
                    <a:pt x="0" y="1819275"/>
                  </a:moveTo>
                  <a:lnTo>
                    <a:pt x="6627" y="1771120"/>
                  </a:lnTo>
                  <a:lnTo>
                    <a:pt x="25334" y="1727877"/>
                  </a:lnTo>
                  <a:lnTo>
                    <a:pt x="54356" y="1691259"/>
                  </a:lnTo>
                  <a:lnTo>
                    <a:pt x="91929" y="1662980"/>
                  </a:lnTo>
                  <a:lnTo>
                    <a:pt x="136289" y="1644755"/>
                  </a:lnTo>
                  <a:lnTo>
                    <a:pt x="185674" y="1638300"/>
                  </a:lnTo>
                  <a:lnTo>
                    <a:pt x="235067" y="1644755"/>
                  </a:lnTo>
                  <a:lnTo>
                    <a:pt x="279451" y="1662980"/>
                  </a:lnTo>
                  <a:lnTo>
                    <a:pt x="317055" y="1691258"/>
                  </a:lnTo>
                  <a:lnTo>
                    <a:pt x="346107" y="1727877"/>
                  </a:lnTo>
                  <a:lnTo>
                    <a:pt x="364838" y="1771120"/>
                  </a:lnTo>
                  <a:lnTo>
                    <a:pt x="371475" y="1819275"/>
                  </a:lnTo>
                  <a:lnTo>
                    <a:pt x="364838" y="1867385"/>
                  </a:lnTo>
                  <a:lnTo>
                    <a:pt x="346107" y="1910616"/>
                  </a:lnTo>
                  <a:lnTo>
                    <a:pt x="317055" y="1947243"/>
                  </a:lnTo>
                  <a:lnTo>
                    <a:pt x="279451" y="1975541"/>
                  </a:lnTo>
                  <a:lnTo>
                    <a:pt x="235067" y="1993785"/>
                  </a:lnTo>
                  <a:lnTo>
                    <a:pt x="185674" y="2000250"/>
                  </a:lnTo>
                  <a:lnTo>
                    <a:pt x="136289" y="1993785"/>
                  </a:lnTo>
                  <a:lnTo>
                    <a:pt x="91929" y="1975541"/>
                  </a:lnTo>
                  <a:lnTo>
                    <a:pt x="54356" y="1947243"/>
                  </a:lnTo>
                  <a:lnTo>
                    <a:pt x="25334" y="1910616"/>
                  </a:lnTo>
                  <a:lnTo>
                    <a:pt x="6627" y="1867385"/>
                  </a:lnTo>
                  <a:lnTo>
                    <a:pt x="0" y="1819275"/>
                  </a:lnTo>
                  <a:close/>
                </a:path>
                <a:path w="371475" h="2000250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419350" y="1647825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60" h="114300">
                  <a:moveTo>
                    <a:pt x="251460" y="0"/>
                  </a:moveTo>
                  <a:lnTo>
                    <a:pt x="251460" y="114300"/>
                  </a:lnTo>
                  <a:lnTo>
                    <a:pt x="327660" y="76200"/>
                  </a:lnTo>
                  <a:lnTo>
                    <a:pt x="270510" y="76200"/>
                  </a:lnTo>
                  <a:lnTo>
                    <a:pt x="270510" y="38100"/>
                  </a:lnTo>
                  <a:lnTo>
                    <a:pt x="327660" y="38100"/>
                  </a:lnTo>
                  <a:lnTo>
                    <a:pt x="251460" y="0"/>
                  </a:lnTo>
                  <a:close/>
                </a:path>
                <a:path w="365760" h="114300">
                  <a:moveTo>
                    <a:pt x="25146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38100"/>
                  </a:lnTo>
                  <a:close/>
                </a:path>
                <a:path w="365760" h="114300">
                  <a:moveTo>
                    <a:pt x="327660" y="38100"/>
                  </a:moveTo>
                  <a:lnTo>
                    <a:pt x="270510" y="38100"/>
                  </a:lnTo>
                  <a:lnTo>
                    <a:pt x="270510" y="76200"/>
                  </a:lnTo>
                  <a:lnTo>
                    <a:pt x="327660" y="76200"/>
                  </a:lnTo>
                  <a:lnTo>
                    <a:pt x="365760" y="57150"/>
                  </a:lnTo>
                  <a:lnTo>
                    <a:pt x="327660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9476" y="1928876"/>
              <a:ext cx="371475" cy="361950"/>
            </a:xfrm>
            <a:custGeom>
              <a:avLst/>
              <a:gdLst/>
              <a:ahLst/>
              <a:cxnLst/>
              <a:rect l="l" t="t" r="r" b="b"/>
              <a:pathLst>
                <a:path w="371475" h="361950">
                  <a:moveTo>
                    <a:pt x="0" y="180975"/>
                  </a:moveTo>
                  <a:lnTo>
                    <a:pt x="6627" y="132820"/>
                  </a:lnTo>
                  <a:lnTo>
                    <a:pt x="25334" y="89577"/>
                  </a:lnTo>
                  <a:lnTo>
                    <a:pt x="54356" y="52959"/>
                  </a:lnTo>
                  <a:lnTo>
                    <a:pt x="91929" y="24680"/>
                  </a:lnTo>
                  <a:lnTo>
                    <a:pt x="136289" y="6455"/>
                  </a:lnTo>
                  <a:lnTo>
                    <a:pt x="185674" y="0"/>
                  </a:lnTo>
                  <a:lnTo>
                    <a:pt x="235067" y="6455"/>
                  </a:lnTo>
                  <a:lnTo>
                    <a:pt x="279451" y="24680"/>
                  </a:lnTo>
                  <a:lnTo>
                    <a:pt x="317055" y="52958"/>
                  </a:lnTo>
                  <a:lnTo>
                    <a:pt x="346107" y="89577"/>
                  </a:lnTo>
                  <a:lnTo>
                    <a:pt x="364838" y="132820"/>
                  </a:lnTo>
                  <a:lnTo>
                    <a:pt x="371475" y="180975"/>
                  </a:lnTo>
                  <a:lnTo>
                    <a:pt x="364838" y="229085"/>
                  </a:lnTo>
                  <a:lnTo>
                    <a:pt x="346107" y="272316"/>
                  </a:lnTo>
                  <a:lnTo>
                    <a:pt x="317055" y="308943"/>
                  </a:lnTo>
                  <a:lnTo>
                    <a:pt x="279451" y="337241"/>
                  </a:lnTo>
                  <a:lnTo>
                    <a:pt x="235067" y="355485"/>
                  </a:lnTo>
                  <a:lnTo>
                    <a:pt x="185674" y="361950"/>
                  </a:lnTo>
                  <a:lnTo>
                    <a:pt x="136289" y="355485"/>
                  </a:lnTo>
                  <a:lnTo>
                    <a:pt x="91929" y="337241"/>
                  </a:lnTo>
                  <a:lnTo>
                    <a:pt x="54356" y="308943"/>
                  </a:lnTo>
                  <a:lnTo>
                    <a:pt x="25334" y="272316"/>
                  </a:lnTo>
                  <a:lnTo>
                    <a:pt x="6627" y="229085"/>
                  </a:lnTo>
                  <a:lnTo>
                    <a:pt x="0" y="18097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4051" y="1400048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90" y="54228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4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/>
          <p:nvPr/>
        </p:nvSpPr>
        <p:spPr>
          <a:xfrm>
            <a:off x="457200" y="2197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181185" y="1767755"/>
            <a:ext cx="711200" cy="993563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408930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6933">
              <a:spcBef>
                <a:spcPts val="1873"/>
              </a:spcBef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9968" y="1653117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68641" y="1860634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5089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29"/>
                </a:lnTo>
                <a:lnTo>
                  <a:pt x="105156" y="36829"/>
                </a:lnTo>
                <a:lnTo>
                  <a:pt x="85089" y="54228"/>
                </a:lnTo>
                <a:lnTo>
                  <a:pt x="91693" y="61722"/>
                </a:lnTo>
                <a:lnTo>
                  <a:pt x="123189" y="34544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3238161" y="1646766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9959" y="189788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493"/>
                </a:lnTo>
                <a:lnTo>
                  <a:pt x="105155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5" y="36830"/>
                </a:lnTo>
                <a:lnTo>
                  <a:pt x="85089" y="54229"/>
                </a:lnTo>
                <a:lnTo>
                  <a:pt x="91820" y="61722"/>
                </a:lnTo>
                <a:lnTo>
                  <a:pt x="123316" y="34544"/>
                </a:lnTo>
                <a:lnTo>
                  <a:pt x="123316" y="27178"/>
                </a:lnTo>
                <a:lnTo>
                  <a:pt x="9182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4550834" y="1684019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06178" y="1923966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620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5089" y="54228"/>
                </a:lnTo>
                <a:lnTo>
                  <a:pt x="91693" y="61849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5895340" y="1837266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60440" y="179959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FF40FF"/>
                </a:solidFill>
                <a:latin typeface="Cambria Math"/>
                <a:cs typeface="Cambria Math"/>
              </a:rPr>
              <a:t>[4]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4410" y="3540337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70328" y="3534749"/>
            <a:ext cx="86275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2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50412" y="3534749"/>
            <a:ext cx="86275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3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28954" y="3424851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4</a:t>
            </a:r>
            <a:endParaRPr sz="1867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454900" y="1117685"/>
            <a:ext cx="939800" cy="2222500"/>
            <a:chOff x="5591175" y="838263"/>
            <a:chExt cx="704850" cy="1666875"/>
          </a:xfrm>
        </p:grpSpPr>
        <p:sp>
          <p:nvSpPr>
            <p:cNvPr id="34" name="object 34"/>
            <p:cNvSpPr/>
            <p:nvPr/>
          </p:nvSpPr>
          <p:spPr>
            <a:xfrm>
              <a:off x="5672201" y="852550"/>
              <a:ext cx="552450" cy="1638300"/>
            </a:xfrm>
            <a:custGeom>
              <a:avLst/>
              <a:gdLst/>
              <a:ahLst/>
              <a:cxnLst/>
              <a:rect l="l" t="t" r="r" b="b"/>
              <a:pathLst>
                <a:path w="552450" h="163830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546098"/>
                  </a:lnTo>
                  <a:lnTo>
                    <a:pt x="545205" y="1581989"/>
                  </a:lnTo>
                  <a:lnTo>
                    <a:pt x="525446" y="1611296"/>
                  </a:lnTo>
                  <a:lnTo>
                    <a:pt x="496139" y="1631055"/>
                  </a:lnTo>
                  <a:lnTo>
                    <a:pt x="460248" y="1638300"/>
                  </a:lnTo>
                  <a:lnTo>
                    <a:pt x="92075" y="1638300"/>
                  </a:lnTo>
                  <a:lnTo>
                    <a:pt x="56203" y="1631055"/>
                  </a:lnTo>
                  <a:lnTo>
                    <a:pt x="26939" y="1611296"/>
                  </a:lnTo>
                  <a:lnTo>
                    <a:pt x="7225" y="1581989"/>
                  </a:lnTo>
                  <a:lnTo>
                    <a:pt x="0" y="15460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757926" y="957325"/>
              <a:ext cx="371475" cy="1447800"/>
            </a:xfrm>
            <a:custGeom>
              <a:avLst/>
              <a:gdLst/>
              <a:ahLst/>
              <a:cxnLst/>
              <a:rect l="l" t="t" r="r" b="b"/>
              <a:pathLst>
                <a:path w="371475" h="144780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71475" h="1447800">
                  <a:moveTo>
                    <a:pt x="0" y="742950"/>
                  </a:moveTo>
                  <a:lnTo>
                    <a:pt x="6627" y="694795"/>
                  </a:lnTo>
                  <a:lnTo>
                    <a:pt x="25334" y="651552"/>
                  </a:lnTo>
                  <a:lnTo>
                    <a:pt x="54356" y="614934"/>
                  </a:lnTo>
                  <a:lnTo>
                    <a:pt x="91929" y="586655"/>
                  </a:lnTo>
                  <a:lnTo>
                    <a:pt x="136289" y="568430"/>
                  </a:lnTo>
                  <a:lnTo>
                    <a:pt x="185674" y="561975"/>
                  </a:lnTo>
                  <a:lnTo>
                    <a:pt x="235067" y="568430"/>
                  </a:lnTo>
                  <a:lnTo>
                    <a:pt x="279451" y="586655"/>
                  </a:lnTo>
                  <a:lnTo>
                    <a:pt x="317055" y="614934"/>
                  </a:lnTo>
                  <a:lnTo>
                    <a:pt x="346107" y="651552"/>
                  </a:lnTo>
                  <a:lnTo>
                    <a:pt x="364838" y="694795"/>
                  </a:lnTo>
                  <a:lnTo>
                    <a:pt x="371475" y="742950"/>
                  </a:lnTo>
                  <a:lnTo>
                    <a:pt x="364838" y="791060"/>
                  </a:lnTo>
                  <a:lnTo>
                    <a:pt x="346107" y="834291"/>
                  </a:lnTo>
                  <a:lnTo>
                    <a:pt x="317055" y="870918"/>
                  </a:lnTo>
                  <a:lnTo>
                    <a:pt x="279451" y="899216"/>
                  </a:lnTo>
                  <a:lnTo>
                    <a:pt x="235067" y="917460"/>
                  </a:lnTo>
                  <a:lnTo>
                    <a:pt x="185674" y="923925"/>
                  </a:lnTo>
                  <a:lnTo>
                    <a:pt x="136289" y="917460"/>
                  </a:lnTo>
                  <a:lnTo>
                    <a:pt x="91929" y="899216"/>
                  </a:lnTo>
                  <a:lnTo>
                    <a:pt x="54355" y="870918"/>
                  </a:lnTo>
                  <a:lnTo>
                    <a:pt x="25334" y="834291"/>
                  </a:lnTo>
                  <a:lnTo>
                    <a:pt x="6627" y="791060"/>
                  </a:lnTo>
                  <a:lnTo>
                    <a:pt x="0" y="742950"/>
                  </a:lnTo>
                  <a:close/>
                </a:path>
                <a:path w="371475" h="1447800">
                  <a:moveTo>
                    <a:pt x="9525" y="1261999"/>
                  </a:moveTo>
                  <a:lnTo>
                    <a:pt x="15980" y="1212614"/>
                  </a:lnTo>
                  <a:lnTo>
                    <a:pt x="34205" y="1168254"/>
                  </a:lnTo>
                  <a:lnTo>
                    <a:pt x="62484" y="1130681"/>
                  </a:lnTo>
                  <a:lnTo>
                    <a:pt x="99102" y="1101659"/>
                  </a:lnTo>
                  <a:lnTo>
                    <a:pt x="142345" y="1082952"/>
                  </a:lnTo>
                  <a:lnTo>
                    <a:pt x="190500" y="1076325"/>
                  </a:lnTo>
                  <a:lnTo>
                    <a:pt x="238610" y="1082952"/>
                  </a:lnTo>
                  <a:lnTo>
                    <a:pt x="281841" y="1101659"/>
                  </a:lnTo>
                  <a:lnTo>
                    <a:pt x="318468" y="1130681"/>
                  </a:lnTo>
                  <a:lnTo>
                    <a:pt x="346766" y="1168254"/>
                  </a:lnTo>
                  <a:lnTo>
                    <a:pt x="365010" y="1212614"/>
                  </a:lnTo>
                  <a:lnTo>
                    <a:pt x="371475" y="1261999"/>
                  </a:lnTo>
                  <a:lnTo>
                    <a:pt x="365010" y="1311392"/>
                  </a:lnTo>
                  <a:lnTo>
                    <a:pt x="346766" y="1355776"/>
                  </a:lnTo>
                  <a:lnTo>
                    <a:pt x="318468" y="1393380"/>
                  </a:lnTo>
                  <a:lnTo>
                    <a:pt x="281841" y="1422432"/>
                  </a:lnTo>
                  <a:lnTo>
                    <a:pt x="238610" y="1441163"/>
                  </a:lnTo>
                  <a:lnTo>
                    <a:pt x="190500" y="1447800"/>
                  </a:lnTo>
                  <a:lnTo>
                    <a:pt x="142345" y="1441163"/>
                  </a:lnTo>
                  <a:lnTo>
                    <a:pt x="99102" y="1422432"/>
                  </a:lnTo>
                  <a:lnTo>
                    <a:pt x="62484" y="1393380"/>
                  </a:lnTo>
                  <a:lnTo>
                    <a:pt x="34205" y="1355776"/>
                  </a:lnTo>
                  <a:lnTo>
                    <a:pt x="15980" y="1311392"/>
                  </a:lnTo>
                  <a:lnTo>
                    <a:pt x="9525" y="12619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5591175" y="942974"/>
              <a:ext cx="704850" cy="361950"/>
            </a:xfrm>
            <a:custGeom>
              <a:avLst/>
              <a:gdLst/>
              <a:ahLst/>
              <a:cxnLst/>
              <a:rect l="l" t="t" r="r" b="b"/>
              <a:pathLst>
                <a:path w="704850" h="361950">
                  <a:moveTo>
                    <a:pt x="704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704850" y="3619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693918" y="1056766"/>
              <a:ext cx="123825" cy="43815"/>
            </a:xfrm>
            <a:custGeom>
              <a:avLst/>
              <a:gdLst/>
              <a:ahLst/>
              <a:cxnLst/>
              <a:rect l="l" t="t" r="r" b="b"/>
              <a:pathLst>
                <a:path w="123825" h="43815">
                  <a:moveTo>
                    <a:pt x="101600" y="0"/>
                  </a:moveTo>
                  <a:lnTo>
                    <a:pt x="96901" y="5334"/>
                  </a:lnTo>
                  <a:lnTo>
                    <a:pt x="110998" y="17525"/>
                  </a:lnTo>
                  <a:lnTo>
                    <a:pt x="0" y="17525"/>
                  </a:lnTo>
                  <a:lnTo>
                    <a:pt x="0" y="25908"/>
                  </a:lnTo>
                  <a:lnTo>
                    <a:pt x="110998" y="25908"/>
                  </a:lnTo>
                  <a:lnTo>
                    <a:pt x="96901" y="38100"/>
                  </a:lnTo>
                  <a:lnTo>
                    <a:pt x="101600" y="43434"/>
                  </a:lnTo>
                  <a:lnTo>
                    <a:pt x="123825" y="24257"/>
                  </a:lnTo>
                  <a:lnTo>
                    <a:pt x="123825" y="19177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735654" y="1482937"/>
            <a:ext cx="5952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74121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36179" y="1215897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400" spc="1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4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454901" y="1765301"/>
            <a:ext cx="977900" cy="495300"/>
            <a:chOff x="5591175" y="1323975"/>
            <a:chExt cx="733425" cy="371475"/>
          </a:xfrm>
        </p:grpSpPr>
        <p:sp>
          <p:nvSpPr>
            <p:cNvPr id="41" name="object 41"/>
            <p:cNvSpPr/>
            <p:nvPr/>
          </p:nvSpPr>
          <p:spPr>
            <a:xfrm>
              <a:off x="5591175" y="1323975"/>
              <a:ext cx="733425" cy="371475"/>
            </a:xfrm>
            <a:custGeom>
              <a:avLst/>
              <a:gdLst/>
              <a:ahLst/>
              <a:cxnLst/>
              <a:rect l="l" t="t" r="r" b="b"/>
              <a:pathLst>
                <a:path w="733425" h="371475">
                  <a:moveTo>
                    <a:pt x="733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33425" y="3714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681218" y="1434972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523" y="0"/>
                  </a:moveTo>
                  <a:lnTo>
                    <a:pt x="115951" y="5334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1" y="38226"/>
                  </a:lnTo>
                  <a:lnTo>
                    <a:pt x="120523" y="43561"/>
                  </a:lnTo>
                  <a:lnTo>
                    <a:pt x="142748" y="24384"/>
                  </a:lnTo>
                  <a:lnTo>
                    <a:pt x="142748" y="19176"/>
                  </a:lnTo>
                  <a:lnTo>
                    <a:pt x="12052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756312" y="1988397"/>
            <a:ext cx="5825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61422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31946" y="1721188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400" spc="1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454900" y="2667001"/>
            <a:ext cx="965200" cy="495300"/>
            <a:chOff x="5591175" y="2000250"/>
            <a:chExt cx="723900" cy="371475"/>
          </a:xfrm>
        </p:grpSpPr>
        <p:sp>
          <p:nvSpPr>
            <p:cNvPr id="46" name="object 46"/>
            <p:cNvSpPr/>
            <p:nvPr/>
          </p:nvSpPr>
          <p:spPr>
            <a:xfrm>
              <a:off x="5591175" y="2000250"/>
              <a:ext cx="723900" cy="371475"/>
            </a:xfrm>
            <a:custGeom>
              <a:avLst/>
              <a:gdLst/>
              <a:ahLst/>
              <a:cxnLst/>
              <a:rect l="l" t="t" r="r" b="b"/>
              <a:pathLst>
                <a:path w="723900" h="371475">
                  <a:moveTo>
                    <a:pt x="7239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23900" y="371475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5686297" y="211378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781"/>
                  </a:lnTo>
                  <a:lnTo>
                    <a:pt x="130048" y="25781"/>
                  </a:lnTo>
                  <a:lnTo>
                    <a:pt x="115950" y="38100"/>
                  </a:lnTo>
                  <a:lnTo>
                    <a:pt x="120650" y="43434"/>
                  </a:lnTo>
                  <a:lnTo>
                    <a:pt x="142748" y="24256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763087" y="2895601"/>
            <a:ext cx="5825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61422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38721" y="2628137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40" baseline="-29761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400" spc="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4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100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395459" y="2806701"/>
            <a:ext cx="711200" cy="58420"/>
            <a:chOff x="7046594" y="2105025"/>
            <a:chExt cx="533400" cy="43815"/>
          </a:xfrm>
        </p:grpSpPr>
        <p:sp>
          <p:nvSpPr>
            <p:cNvPr id="51" name="object 51"/>
            <p:cNvSpPr/>
            <p:nvPr/>
          </p:nvSpPr>
          <p:spPr>
            <a:xfrm>
              <a:off x="7046594" y="2105025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3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226"/>
                  </a:lnTo>
                  <a:lnTo>
                    <a:pt x="120650" y="43433"/>
                  </a:lnTo>
                  <a:lnTo>
                    <a:pt x="142748" y="24383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7494269" y="2105025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0" y="5333"/>
                  </a:lnTo>
                  <a:lnTo>
                    <a:pt x="728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226"/>
                  </a:lnTo>
                  <a:lnTo>
                    <a:pt x="63500" y="43433"/>
                  </a:lnTo>
                  <a:lnTo>
                    <a:pt x="85598" y="24383"/>
                  </a:lnTo>
                  <a:lnTo>
                    <a:pt x="85598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520854" y="2748703"/>
            <a:ext cx="2654300" cy="38602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lnSpc>
                <a:spcPts val="1653"/>
              </a:lnSpc>
              <a:spcBef>
                <a:spcPts val="167"/>
              </a:spcBef>
            </a:pPr>
            <a:r>
              <a:rPr sz="1867" spc="-33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spc="-49" baseline="39682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49" baseline="1984" dirty="0">
                <a:latin typeface="Cambria Math"/>
                <a:cs typeface="Cambria Math"/>
              </a:rPr>
              <a:t>=</a:t>
            </a:r>
            <a:r>
              <a:rPr sz="2800" spc="1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100" spc="18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4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34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9" baseline="1984" dirty="0">
                <a:latin typeface="Cambria Math"/>
                <a:cs typeface="Cambria Math"/>
              </a:rPr>
              <a:t> </a:t>
            </a:r>
            <a:r>
              <a:rPr sz="2800" spc="-2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2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2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  <a:p>
            <a:pPr marL="207428">
              <a:lnSpc>
                <a:spcPts val="1092"/>
              </a:lnSpc>
              <a:tabLst>
                <a:tab pos="1074393" algn="l"/>
                <a:tab pos="2230911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baseline="2645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2100" baseline="2645">
              <a:latin typeface="Cambria Math"/>
              <a:cs typeface="Cambria Math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395459" y="1348063"/>
            <a:ext cx="733213" cy="584200"/>
            <a:chOff x="7046594" y="1011047"/>
            <a:chExt cx="549910" cy="438150"/>
          </a:xfrm>
        </p:grpSpPr>
        <p:sp>
          <p:nvSpPr>
            <p:cNvPr id="55" name="object 55"/>
            <p:cNvSpPr/>
            <p:nvPr/>
          </p:nvSpPr>
          <p:spPr>
            <a:xfrm>
              <a:off x="7046594" y="1405381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780"/>
                  </a:lnTo>
                  <a:lnTo>
                    <a:pt x="130048" y="25780"/>
                  </a:lnTo>
                  <a:lnTo>
                    <a:pt x="115950" y="38100"/>
                  </a:lnTo>
                  <a:lnTo>
                    <a:pt x="120650" y="43433"/>
                  </a:lnTo>
                  <a:lnTo>
                    <a:pt x="142748" y="24256"/>
                  </a:lnTo>
                  <a:lnTo>
                    <a:pt x="142748" y="19050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7494269" y="1405381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5">
                  <a:moveTo>
                    <a:pt x="63500" y="0"/>
                  </a:moveTo>
                  <a:lnTo>
                    <a:pt x="58800" y="5206"/>
                  </a:lnTo>
                  <a:lnTo>
                    <a:pt x="72898" y="17525"/>
                  </a:lnTo>
                  <a:lnTo>
                    <a:pt x="0" y="17525"/>
                  </a:lnTo>
                  <a:lnTo>
                    <a:pt x="0" y="25780"/>
                  </a:lnTo>
                  <a:lnTo>
                    <a:pt x="72898" y="25780"/>
                  </a:lnTo>
                  <a:lnTo>
                    <a:pt x="58800" y="38100"/>
                  </a:lnTo>
                  <a:lnTo>
                    <a:pt x="63500" y="43433"/>
                  </a:lnTo>
                  <a:lnTo>
                    <a:pt x="85598" y="24256"/>
                  </a:lnTo>
                  <a:lnTo>
                    <a:pt x="85598" y="1905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7062596" y="101104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100"/>
                  </a:lnTo>
                  <a:lnTo>
                    <a:pt x="120650" y="43433"/>
                  </a:lnTo>
                  <a:lnTo>
                    <a:pt x="142875" y="24256"/>
                  </a:lnTo>
                  <a:lnTo>
                    <a:pt x="142875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7510271" y="1011047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5">
                  <a:moveTo>
                    <a:pt x="63500" y="0"/>
                  </a:moveTo>
                  <a:lnTo>
                    <a:pt x="58800" y="5206"/>
                  </a:lnTo>
                  <a:lnTo>
                    <a:pt x="7289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100"/>
                  </a:lnTo>
                  <a:lnTo>
                    <a:pt x="63500" y="43433"/>
                  </a:lnTo>
                  <a:lnTo>
                    <a:pt x="85725" y="24256"/>
                  </a:lnTo>
                  <a:lnTo>
                    <a:pt x="85725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520854" y="1286849"/>
            <a:ext cx="2693247" cy="84730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88898">
              <a:lnSpc>
                <a:spcPts val="1653"/>
              </a:lnSpc>
              <a:spcBef>
                <a:spcPts val="167"/>
              </a:spcBef>
            </a:pPr>
            <a:r>
              <a:rPr sz="1867" spc="-33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spc="-49" baseline="39682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49" baseline="1984" dirty="0">
                <a:latin typeface="Cambria Math"/>
                <a:cs typeface="Cambria Math"/>
              </a:rPr>
              <a:t>=</a:t>
            </a:r>
            <a:r>
              <a:rPr sz="2800" spc="1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100" spc="18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4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32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9" baseline="1984" dirty="0">
                <a:latin typeface="Cambria Math"/>
                <a:cs typeface="Cambria Math"/>
              </a:rPr>
              <a:t> </a:t>
            </a:r>
            <a:r>
              <a:rPr sz="2800" spc="-2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2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2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  <a:p>
            <a:pPr marL="228594">
              <a:lnSpc>
                <a:spcPts val="1092"/>
              </a:lnSpc>
              <a:tabLst>
                <a:tab pos="1095559" algn="l"/>
                <a:tab pos="2252924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baseline="2645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2100" baseline="2645">
              <a:latin typeface="Cambria Math"/>
              <a:cs typeface="Cambria Math"/>
            </a:endParaRPr>
          </a:p>
          <a:p>
            <a:pPr marL="67732">
              <a:spcBef>
                <a:spcPts val="1400"/>
              </a:spcBef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39682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0" baseline="39682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spc="-269" baseline="39682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800" spc="-269" baseline="1984" dirty="0">
                <a:latin typeface="Cambria Math"/>
                <a:cs typeface="Cambria Math"/>
              </a:rPr>
              <a:t>=</a:t>
            </a:r>
            <a:r>
              <a:rPr sz="2800" spc="13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800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100" spc="180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100" spc="32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2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spc="49" baseline="42328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800" spc="49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828197" y="1987466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5089" y="7492"/>
                </a:lnTo>
                <a:lnTo>
                  <a:pt x="105155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55" y="36702"/>
                </a:lnTo>
                <a:lnTo>
                  <a:pt x="85089" y="54228"/>
                </a:lnTo>
                <a:lnTo>
                  <a:pt x="91693" y="61722"/>
                </a:lnTo>
                <a:lnTo>
                  <a:pt x="123189" y="34416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1" name="object 61"/>
          <p:cNvSpPr txBox="1"/>
          <p:nvPr/>
        </p:nvSpPr>
        <p:spPr>
          <a:xfrm>
            <a:off x="6818206" y="1900766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983646" y="186309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343900" y="1914144"/>
            <a:ext cx="3427307" cy="486833"/>
          </a:xfrm>
          <a:custGeom>
            <a:avLst/>
            <a:gdLst/>
            <a:ahLst/>
            <a:cxnLst/>
            <a:rect l="l" t="t" r="r" b="b"/>
            <a:pathLst>
              <a:path w="2570479" h="365125">
                <a:moveTo>
                  <a:pt x="2292858" y="27178"/>
                </a:moveTo>
                <a:lnTo>
                  <a:pt x="2261362" y="0"/>
                </a:lnTo>
                <a:lnTo>
                  <a:pt x="2254631" y="7493"/>
                </a:lnTo>
                <a:lnTo>
                  <a:pt x="2274824" y="24892"/>
                </a:lnTo>
                <a:lnTo>
                  <a:pt x="2169668" y="24892"/>
                </a:lnTo>
                <a:lnTo>
                  <a:pt x="2169668" y="36703"/>
                </a:lnTo>
                <a:lnTo>
                  <a:pt x="2274824" y="36703"/>
                </a:lnTo>
                <a:lnTo>
                  <a:pt x="2254631" y="54229"/>
                </a:lnTo>
                <a:lnTo>
                  <a:pt x="2261362" y="61722"/>
                </a:lnTo>
                <a:lnTo>
                  <a:pt x="2292858" y="34544"/>
                </a:lnTo>
                <a:lnTo>
                  <a:pt x="2292858" y="27178"/>
                </a:lnTo>
                <a:close/>
              </a:path>
              <a:path w="2570479" h="365125">
                <a:moveTo>
                  <a:pt x="2569972" y="307467"/>
                </a:moveTo>
                <a:lnTo>
                  <a:pt x="2531872" y="288417"/>
                </a:lnTo>
                <a:lnTo>
                  <a:pt x="2455672" y="250317"/>
                </a:lnTo>
                <a:lnTo>
                  <a:pt x="2455672" y="288417"/>
                </a:lnTo>
                <a:lnTo>
                  <a:pt x="0" y="288417"/>
                </a:lnTo>
                <a:lnTo>
                  <a:pt x="0" y="326517"/>
                </a:lnTo>
                <a:lnTo>
                  <a:pt x="2455672" y="326517"/>
                </a:lnTo>
                <a:lnTo>
                  <a:pt x="2455672" y="364617"/>
                </a:lnTo>
                <a:lnTo>
                  <a:pt x="2531872" y="326517"/>
                </a:lnTo>
                <a:lnTo>
                  <a:pt x="2569972" y="307467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4" name="object 64"/>
          <p:cNvSpPr txBox="1"/>
          <p:nvPr/>
        </p:nvSpPr>
        <p:spPr>
          <a:xfrm>
            <a:off x="11231541" y="1828038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396642" y="178943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238501" y="914400"/>
            <a:ext cx="7891780" cy="2499360"/>
            <a:chOff x="2428875" y="685800"/>
            <a:chExt cx="5918835" cy="1874520"/>
          </a:xfrm>
        </p:grpSpPr>
        <p:sp>
          <p:nvSpPr>
            <p:cNvPr id="67" name="object 67"/>
            <p:cNvSpPr/>
            <p:nvPr/>
          </p:nvSpPr>
          <p:spPr>
            <a:xfrm>
              <a:off x="2443225" y="1004950"/>
              <a:ext cx="1352550" cy="1457325"/>
            </a:xfrm>
            <a:custGeom>
              <a:avLst/>
              <a:gdLst/>
              <a:ahLst/>
              <a:cxnLst/>
              <a:rect l="l" t="t" r="r" b="b"/>
              <a:pathLst>
                <a:path w="1352550" h="1457325">
                  <a:moveTo>
                    <a:pt x="0" y="1457325"/>
                  </a:moveTo>
                  <a:lnTo>
                    <a:pt x="1352550" y="1457325"/>
                  </a:lnTo>
                  <a:lnTo>
                    <a:pt x="1352550" y="0"/>
                  </a:lnTo>
                  <a:lnTo>
                    <a:pt x="0" y="0"/>
                  </a:lnTo>
                  <a:lnTo>
                    <a:pt x="0" y="1457325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5076825" y="1724025"/>
              <a:ext cx="561340" cy="114300"/>
            </a:xfrm>
            <a:custGeom>
              <a:avLst/>
              <a:gdLst/>
              <a:ahLst/>
              <a:cxnLst/>
              <a:rect l="l" t="t" r="r" b="b"/>
              <a:pathLst>
                <a:path w="561339" h="114300">
                  <a:moveTo>
                    <a:pt x="447039" y="0"/>
                  </a:moveTo>
                  <a:lnTo>
                    <a:pt x="447039" y="114300"/>
                  </a:lnTo>
                  <a:lnTo>
                    <a:pt x="523239" y="76200"/>
                  </a:lnTo>
                  <a:lnTo>
                    <a:pt x="466089" y="76200"/>
                  </a:lnTo>
                  <a:lnTo>
                    <a:pt x="466089" y="38100"/>
                  </a:lnTo>
                  <a:lnTo>
                    <a:pt x="523239" y="38100"/>
                  </a:lnTo>
                  <a:lnTo>
                    <a:pt x="447039" y="0"/>
                  </a:lnTo>
                  <a:close/>
                </a:path>
                <a:path w="561339" h="114300">
                  <a:moveTo>
                    <a:pt x="44703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47039" y="76200"/>
                  </a:lnTo>
                  <a:lnTo>
                    <a:pt x="447039" y="38100"/>
                  </a:lnTo>
                  <a:close/>
                </a:path>
                <a:path w="561339" h="114300">
                  <a:moveTo>
                    <a:pt x="523239" y="38100"/>
                  </a:moveTo>
                  <a:lnTo>
                    <a:pt x="466089" y="38100"/>
                  </a:lnTo>
                  <a:lnTo>
                    <a:pt x="466089" y="76200"/>
                  </a:lnTo>
                  <a:lnTo>
                    <a:pt x="523239" y="76200"/>
                  </a:lnTo>
                  <a:lnTo>
                    <a:pt x="561339" y="57150"/>
                  </a:lnTo>
                  <a:lnTo>
                    <a:pt x="523239" y="381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9619" y="1250441"/>
              <a:ext cx="1997963" cy="59182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438400" y="695325"/>
              <a:ext cx="2615565" cy="1855470"/>
            </a:xfrm>
            <a:custGeom>
              <a:avLst/>
              <a:gdLst/>
              <a:ahLst/>
              <a:cxnLst/>
              <a:rect l="l" t="t" r="r" b="b"/>
              <a:pathLst>
                <a:path w="2615565" h="1855470">
                  <a:moveTo>
                    <a:pt x="0" y="1762125"/>
                  </a:moveTo>
                  <a:lnTo>
                    <a:pt x="2615565" y="1855470"/>
                  </a:lnTo>
                </a:path>
                <a:path w="2615565" h="1855470">
                  <a:moveTo>
                    <a:pt x="0" y="300989"/>
                  </a:moveTo>
                  <a:lnTo>
                    <a:pt x="2615565" y="0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53252" y="3798484"/>
            <a:ext cx="5965613" cy="125352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13" dirty="0">
                <a:latin typeface="Verdana"/>
                <a:cs typeface="Verdana"/>
              </a:rPr>
              <a:t>Question:</a:t>
            </a:r>
            <a:endParaRPr sz="2667">
              <a:latin typeface="Verdana"/>
              <a:cs typeface="Verdana"/>
            </a:endParaRPr>
          </a:p>
          <a:p>
            <a:pPr marL="16933">
              <a:spcBef>
                <a:spcPts val="7"/>
              </a:spcBef>
            </a:pPr>
            <a:r>
              <a:rPr sz="2667" dirty="0">
                <a:latin typeface="Verdana"/>
                <a:cs typeface="Verdana"/>
              </a:rPr>
              <a:t>Can</a:t>
            </a:r>
            <a:r>
              <a:rPr sz="2667" spc="-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you</a:t>
            </a:r>
            <a:r>
              <a:rPr sz="2667" spc="-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fill</a:t>
            </a:r>
            <a:r>
              <a:rPr sz="2667" spc="5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in</a:t>
            </a:r>
            <a:r>
              <a:rPr sz="2667" spc="-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the superscripts</a:t>
            </a:r>
            <a:r>
              <a:rPr sz="2667" spc="-327" dirty="0">
                <a:latin typeface="Verdana"/>
                <a:cs typeface="Verdana"/>
              </a:rPr>
              <a:t> </a:t>
            </a:r>
            <a:r>
              <a:rPr sz="2667" spc="-33" dirty="0">
                <a:latin typeface="Verdana"/>
                <a:cs typeface="Verdana"/>
              </a:rPr>
              <a:t>and</a:t>
            </a:r>
            <a:endParaRPr sz="2667">
              <a:latin typeface="Verdana"/>
              <a:cs typeface="Verdana"/>
            </a:endParaRPr>
          </a:p>
          <a:p>
            <a:pPr marL="16933">
              <a:spcBef>
                <a:spcPts val="7"/>
              </a:spcBef>
            </a:pPr>
            <a:r>
              <a:rPr sz="2667" dirty="0">
                <a:latin typeface="Verdana"/>
                <a:cs typeface="Verdana"/>
              </a:rPr>
              <a:t>subscripts</a:t>
            </a:r>
            <a:r>
              <a:rPr sz="2667" spc="-19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for</a:t>
            </a:r>
            <a:r>
              <a:rPr sz="2667" spc="-3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the</a:t>
            </a:r>
            <a:r>
              <a:rPr sz="2667" spc="1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second</a:t>
            </a:r>
            <a:r>
              <a:rPr sz="2667" spc="-67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neuron?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43701" y="927101"/>
            <a:ext cx="4432300" cy="2476500"/>
          </a:xfrm>
          <a:custGeom>
            <a:avLst/>
            <a:gdLst/>
            <a:ahLst/>
            <a:cxnLst/>
            <a:rect l="l" t="t" r="r" b="b"/>
            <a:pathLst>
              <a:path w="3324225" h="1857375">
                <a:moveTo>
                  <a:pt x="0" y="1857375"/>
                </a:moveTo>
                <a:lnTo>
                  <a:pt x="3324225" y="1857375"/>
                </a:lnTo>
                <a:lnTo>
                  <a:pt x="3324225" y="0"/>
                </a:lnTo>
                <a:lnTo>
                  <a:pt x="0" y="0"/>
                </a:lnTo>
                <a:lnTo>
                  <a:pt x="0" y="1857375"/>
                </a:lnTo>
                <a:close/>
              </a:path>
            </a:pathLst>
          </a:custGeom>
          <a:ln w="38100">
            <a:solidFill>
              <a:srgbClr val="0096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80279" y="208754"/>
            <a:ext cx="2633133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40"/>
              </a:spcBef>
            </a:pPr>
            <a:r>
              <a:rPr spc="-13" dirty="0"/>
              <a:t>Notation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135477" y="207687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37" y="0"/>
                </a:moveTo>
                <a:lnTo>
                  <a:pt x="85082" y="7493"/>
                </a:lnTo>
                <a:lnTo>
                  <a:pt x="105173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73" y="36830"/>
                </a:lnTo>
                <a:lnTo>
                  <a:pt x="85082" y="54229"/>
                </a:lnTo>
                <a:lnTo>
                  <a:pt x="91737" y="61849"/>
                </a:lnTo>
                <a:lnTo>
                  <a:pt x="123258" y="34544"/>
                </a:lnTo>
                <a:lnTo>
                  <a:pt x="123258" y="27305"/>
                </a:lnTo>
                <a:lnTo>
                  <a:pt x="91737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930900" y="2235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57200" y="21971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079500" y="635084"/>
            <a:ext cx="4788747" cy="2870200"/>
            <a:chOff x="809625" y="476313"/>
            <a:chExt cx="3591560" cy="2152650"/>
          </a:xfrm>
        </p:grpSpPr>
        <p:sp>
          <p:nvSpPr>
            <p:cNvPr id="8" name="object 8"/>
            <p:cNvSpPr/>
            <p:nvPr/>
          </p:nvSpPr>
          <p:spPr>
            <a:xfrm>
              <a:off x="823912" y="814451"/>
              <a:ext cx="543560" cy="1771650"/>
            </a:xfrm>
            <a:custGeom>
              <a:avLst/>
              <a:gdLst/>
              <a:ahLst/>
              <a:cxnLst/>
              <a:rect l="l" t="t" r="r" b="b"/>
              <a:pathLst>
                <a:path w="543560" h="1771650">
                  <a:moveTo>
                    <a:pt x="0" y="90424"/>
                  </a:moveTo>
                  <a:lnTo>
                    <a:pt x="7111" y="55239"/>
                  </a:lnTo>
                  <a:lnTo>
                    <a:pt x="26503" y="26495"/>
                  </a:lnTo>
                  <a:lnTo>
                    <a:pt x="55265" y="7110"/>
                  </a:lnTo>
                  <a:lnTo>
                    <a:pt x="90487" y="0"/>
                  </a:lnTo>
                  <a:lnTo>
                    <a:pt x="452437" y="0"/>
                  </a:lnTo>
                  <a:lnTo>
                    <a:pt x="487695" y="7110"/>
                  </a:lnTo>
                  <a:lnTo>
                    <a:pt x="516477" y="26495"/>
                  </a:lnTo>
                  <a:lnTo>
                    <a:pt x="535876" y="55239"/>
                  </a:lnTo>
                  <a:lnTo>
                    <a:pt x="542988" y="90424"/>
                  </a:lnTo>
                  <a:lnTo>
                    <a:pt x="542988" y="1681099"/>
                  </a:lnTo>
                  <a:lnTo>
                    <a:pt x="535876" y="1716303"/>
                  </a:lnTo>
                  <a:lnTo>
                    <a:pt x="516477" y="1745091"/>
                  </a:lnTo>
                  <a:lnTo>
                    <a:pt x="487695" y="1764520"/>
                  </a:lnTo>
                  <a:lnTo>
                    <a:pt x="452437" y="1771650"/>
                  </a:lnTo>
                  <a:lnTo>
                    <a:pt x="90487" y="1771650"/>
                  </a:lnTo>
                  <a:lnTo>
                    <a:pt x="55265" y="1764520"/>
                  </a:lnTo>
                  <a:lnTo>
                    <a:pt x="26503" y="1745091"/>
                  </a:lnTo>
                  <a:lnTo>
                    <a:pt x="7111" y="1716303"/>
                  </a:lnTo>
                  <a:lnTo>
                    <a:pt x="0" y="1681099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909637" y="890651"/>
              <a:ext cx="372110" cy="1590675"/>
            </a:xfrm>
            <a:custGeom>
              <a:avLst/>
              <a:gdLst/>
              <a:ahLst/>
              <a:cxnLst/>
              <a:rect l="l" t="t" r="r" b="b"/>
              <a:pathLst>
                <a:path w="372109" h="1590675">
                  <a:moveTo>
                    <a:pt x="0" y="185674"/>
                  </a:moveTo>
                  <a:lnTo>
                    <a:pt x="6464" y="136289"/>
                  </a:lnTo>
                  <a:lnTo>
                    <a:pt x="24708" y="91929"/>
                  </a:lnTo>
                  <a:lnTo>
                    <a:pt x="53006" y="54355"/>
                  </a:lnTo>
                  <a:lnTo>
                    <a:pt x="89633" y="25334"/>
                  </a:lnTo>
                  <a:lnTo>
                    <a:pt x="132864" y="6627"/>
                  </a:lnTo>
                  <a:lnTo>
                    <a:pt x="180975" y="0"/>
                  </a:lnTo>
                  <a:lnTo>
                    <a:pt x="229089" y="6627"/>
                  </a:lnTo>
                  <a:lnTo>
                    <a:pt x="272332" y="25334"/>
                  </a:lnTo>
                  <a:lnTo>
                    <a:pt x="308975" y="54356"/>
                  </a:lnTo>
                  <a:lnTo>
                    <a:pt x="337288" y="91929"/>
                  </a:lnTo>
                  <a:lnTo>
                    <a:pt x="355544" y="136289"/>
                  </a:lnTo>
                  <a:lnTo>
                    <a:pt x="362013" y="185674"/>
                  </a:lnTo>
                  <a:lnTo>
                    <a:pt x="355544" y="235067"/>
                  </a:lnTo>
                  <a:lnTo>
                    <a:pt x="337288" y="279451"/>
                  </a:lnTo>
                  <a:lnTo>
                    <a:pt x="308975" y="317055"/>
                  </a:lnTo>
                  <a:lnTo>
                    <a:pt x="272332" y="346107"/>
                  </a:lnTo>
                  <a:lnTo>
                    <a:pt x="229089" y="364838"/>
                  </a:lnTo>
                  <a:lnTo>
                    <a:pt x="180975" y="371475"/>
                  </a:lnTo>
                  <a:lnTo>
                    <a:pt x="132864" y="364838"/>
                  </a:lnTo>
                  <a:lnTo>
                    <a:pt x="89633" y="346107"/>
                  </a:lnTo>
                  <a:lnTo>
                    <a:pt x="53006" y="317055"/>
                  </a:lnTo>
                  <a:lnTo>
                    <a:pt x="24708" y="279451"/>
                  </a:lnTo>
                  <a:lnTo>
                    <a:pt x="6464" y="235067"/>
                  </a:lnTo>
                  <a:lnTo>
                    <a:pt x="0" y="185674"/>
                  </a:lnTo>
                  <a:close/>
                </a:path>
                <a:path w="372109" h="1590675">
                  <a:moveTo>
                    <a:pt x="0" y="590550"/>
                  </a:moveTo>
                  <a:lnTo>
                    <a:pt x="6634" y="542395"/>
                  </a:lnTo>
                  <a:lnTo>
                    <a:pt x="25359" y="499152"/>
                  </a:lnTo>
                  <a:lnTo>
                    <a:pt x="54402" y="462534"/>
                  </a:lnTo>
                  <a:lnTo>
                    <a:pt x="91993" y="434255"/>
                  </a:lnTo>
                  <a:lnTo>
                    <a:pt x="136361" y="416030"/>
                  </a:lnTo>
                  <a:lnTo>
                    <a:pt x="185737" y="409575"/>
                  </a:lnTo>
                  <a:lnTo>
                    <a:pt x="235117" y="416030"/>
                  </a:lnTo>
                  <a:lnTo>
                    <a:pt x="279498" y="434255"/>
                  </a:lnTo>
                  <a:lnTo>
                    <a:pt x="317104" y="462534"/>
                  </a:lnTo>
                  <a:lnTo>
                    <a:pt x="346162" y="499152"/>
                  </a:lnTo>
                  <a:lnTo>
                    <a:pt x="364898" y="542395"/>
                  </a:lnTo>
                  <a:lnTo>
                    <a:pt x="371538" y="590550"/>
                  </a:lnTo>
                  <a:lnTo>
                    <a:pt x="364898" y="638660"/>
                  </a:lnTo>
                  <a:lnTo>
                    <a:pt x="346162" y="681891"/>
                  </a:lnTo>
                  <a:lnTo>
                    <a:pt x="317104" y="718518"/>
                  </a:lnTo>
                  <a:lnTo>
                    <a:pt x="279498" y="746816"/>
                  </a:lnTo>
                  <a:lnTo>
                    <a:pt x="235117" y="765060"/>
                  </a:lnTo>
                  <a:lnTo>
                    <a:pt x="185737" y="771525"/>
                  </a:lnTo>
                  <a:lnTo>
                    <a:pt x="136361" y="765060"/>
                  </a:lnTo>
                  <a:lnTo>
                    <a:pt x="91993" y="746816"/>
                  </a:lnTo>
                  <a:lnTo>
                    <a:pt x="54402" y="718518"/>
                  </a:lnTo>
                  <a:lnTo>
                    <a:pt x="25359" y="681891"/>
                  </a:lnTo>
                  <a:lnTo>
                    <a:pt x="6634" y="638660"/>
                  </a:lnTo>
                  <a:lnTo>
                    <a:pt x="0" y="590550"/>
                  </a:lnTo>
                  <a:close/>
                </a:path>
                <a:path w="372109" h="1590675">
                  <a:moveTo>
                    <a:pt x="9525" y="1004824"/>
                  </a:moveTo>
                  <a:lnTo>
                    <a:pt x="15989" y="955439"/>
                  </a:lnTo>
                  <a:lnTo>
                    <a:pt x="34233" y="911079"/>
                  </a:lnTo>
                  <a:lnTo>
                    <a:pt x="62531" y="873505"/>
                  </a:lnTo>
                  <a:lnTo>
                    <a:pt x="99158" y="844484"/>
                  </a:lnTo>
                  <a:lnTo>
                    <a:pt x="142389" y="825777"/>
                  </a:lnTo>
                  <a:lnTo>
                    <a:pt x="190500" y="819150"/>
                  </a:lnTo>
                  <a:lnTo>
                    <a:pt x="238614" y="825777"/>
                  </a:lnTo>
                  <a:lnTo>
                    <a:pt x="281857" y="844484"/>
                  </a:lnTo>
                  <a:lnTo>
                    <a:pt x="318500" y="873506"/>
                  </a:lnTo>
                  <a:lnTo>
                    <a:pt x="346813" y="911079"/>
                  </a:lnTo>
                  <a:lnTo>
                    <a:pt x="365069" y="955439"/>
                  </a:lnTo>
                  <a:lnTo>
                    <a:pt x="371538" y="1004824"/>
                  </a:lnTo>
                  <a:lnTo>
                    <a:pt x="365069" y="1054217"/>
                  </a:lnTo>
                  <a:lnTo>
                    <a:pt x="346813" y="1098601"/>
                  </a:lnTo>
                  <a:lnTo>
                    <a:pt x="318500" y="1136205"/>
                  </a:lnTo>
                  <a:lnTo>
                    <a:pt x="281857" y="1165257"/>
                  </a:lnTo>
                  <a:lnTo>
                    <a:pt x="238614" y="1183988"/>
                  </a:lnTo>
                  <a:lnTo>
                    <a:pt x="190500" y="1190625"/>
                  </a:lnTo>
                  <a:lnTo>
                    <a:pt x="142389" y="1183988"/>
                  </a:lnTo>
                  <a:lnTo>
                    <a:pt x="99158" y="1165257"/>
                  </a:lnTo>
                  <a:lnTo>
                    <a:pt x="62531" y="1136205"/>
                  </a:lnTo>
                  <a:lnTo>
                    <a:pt x="34233" y="1098601"/>
                  </a:lnTo>
                  <a:lnTo>
                    <a:pt x="15989" y="1054217"/>
                  </a:lnTo>
                  <a:lnTo>
                    <a:pt x="9525" y="1004824"/>
                  </a:lnTo>
                  <a:close/>
                </a:path>
                <a:path w="372109" h="1590675">
                  <a:moveTo>
                    <a:pt x="0" y="1409700"/>
                  </a:moveTo>
                  <a:lnTo>
                    <a:pt x="6634" y="1361545"/>
                  </a:lnTo>
                  <a:lnTo>
                    <a:pt x="25359" y="1318302"/>
                  </a:lnTo>
                  <a:lnTo>
                    <a:pt x="54402" y="1281684"/>
                  </a:lnTo>
                  <a:lnTo>
                    <a:pt x="91993" y="1253405"/>
                  </a:lnTo>
                  <a:lnTo>
                    <a:pt x="136361" y="1235180"/>
                  </a:lnTo>
                  <a:lnTo>
                    <a:pt x="185737" y="1228725"/>
                  </a:lnTo>
                  <a:lnTo>
                    <a:pt x="235117" y="1235180"/>
                  </a:lnTo>
                  <a:lnTo>
                    <a:pt x="279498" y="1253405"/>
                  </a:lnTo>
                  <a:lnTo>
                    <a:pt x="317104" y="1281683"/>
                  </a:lnTo>
                  <a:lnTo>
                    <a:pt x="346162" y="1318302"/>
                  </a:lnTo>
                  <a:lnTo>
                    <a:pt x="364898" y="1361545"/>
                  </a:lnTo>
                  <a:lnTo>
                    <a:pt x="371538" y="1409700"/>
                  </a:lnTo>
                  <a:lnTo>
                    <a:pt x="364898" y="1457810"/>
                  </a:lnTo>
                  <a:lnTo>
                    <a:pt x="346162" y="1501041"/>
                  </a:lnTo>
                  <a:lnTo>
                    <a:pt x="317104" y="1537668"/>
                  </a:lnTo>
                  <a:lnTo>
                    <a:pt x="279498" y="1565966"/>
                  </a:lnTo>
                  <a:lnTo>
                    <a:pt x="235117" y="1584210"/>
                  </a:lnTo>
                  <a:lnTo>
                    <a:pt x="185737" y="1590675"/>
                  </a:lnTo>
                  <a:lnTo>
                    <a:pt x="136361" y="1584210"/>
                  </a:lnTo>
                  <a:lnTo>
                    <a:pt x="91993" y="1565966"/>
                  </a:lnTo>
                  <a:lnTo>
                    <a:pt x="54402" y="1537668"/>
                  </a:lnTo>
                  <a:lnTo>
                    <a:pt x="25359" y="1501041"/>
                  </a:lnTo>
                  <a:lnTo>
                    <a:pt x="6634" y="1457810"/>
                  </a:lnTo>
                  <a:lnTo>
                    <a:pt x="0" y="140970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824226" y="1062101"/>
              <a:ext cx="552450" cy="1323975"/>
            </a:xfrm>
            <a:custGeom>
              <a:avLst/>
              <a:gdLst/>
              <a:ahLst/>
              <a:cxnLst/>
              <a:rect l="l" t="t" r="r" b="b"/>
              <a:pathLst>
                <a:path w="552450" h="1323975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231773"/>
                  </a:lnTo>
                  <a:lnTo>
                    <a:pt x="545205" y="1267664"/>
                  </a:lnTo>
                  <a:lnTo>
                    <a:pt x="525446" y="1296971"/>
                  </a:lnTo>
                  <a:lnTo>
                    <a:pt x="496139" y="1316730"/>
                  </a:lnTo>
                  <a:lnTo>
                    <a:pt x="460248" y="1323975"/>
                  </a:lnTo>
                  <a:lnTo>
                    <a:pt x="92075" y="1323975"/>
                  </a:lnTo>
                  <a:lnTo>
                    <a:pt x="56203" y="1316730"/>
                  </a:lnTo>
                  <a:lnTo>
                    <a:pt x="26939" y="1296971"/>
                  </a:lnTo>
                  <a:lnTo>
                    <a:pt x="7225" y="1267664"/>
                  </a:lnTo>
                  <a:lnTo>
                    <a:pt x="0" y="1231773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09951" y="1119251"/>
              <a:ext cx="381000" cy="1171575"/>
            </a:xfrm>
            <a:custGeom>
              <a:avLst/>
              <a:gdLst/>
              <a:ahLst/>
              <a:cxnLst/>
              <a:rect l="l" t="t" r="r" b="b"/>
              <a:pathLst>
                <a:path w="381000" h="117157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  <a:path w="381000" h="1171575">
                  <a:moveTo>
                    <a:pt x="9525" y="585724"/>
                  </a:moveTo>
                  <a:lnTo>
                    <a:pt x="15980" y="536339"/>
                  </a:lnTo>
                  <a:lnTo>
                    <a:pt x="34205" y="491979"/>
                  </a:lnTo>
                  <a:lnTo>
                    <a:pt x="62483" y="454405"/>
                  </a:lnTo>
                  <a:lnTo>
                    <a:pt x="99102" y="425384"/>
                  </a:lnTo>
                  <a:lnTo>
                    <a:pt x="142345" y="406677"/>
                  </a:lnTo>
                  <a:lnTo>
                    <a:pt x="190500" y="400050"/>
                  </a:lnTo>
                  <a:lnTo>
                    <a:pt x="238610" y="406677"/>
                  </a:lnTo>
                  <a:lnTo>
                    <a:pt x="281841" y="425384"/>
                  </a:lnTo>
                  <a:lnTo>
                    <a:pt x="318468" y="454406"/>
                  </a:lnTo>
                  <a:lnTo>
                    <a:pt x="346766" y="491979"/>
                  </a:lnTo>
                  <a:lnTo>
                    <a:pt x="365010" y="536339"/>
                  </a:lnTo>
                  <a:lnTo>
                    <a:pt x="371475" y="585724"/>
                  </a:lnTo>
                  <a:lnTo>
                    <a:pt x="365010" y="635117"/>
                  </a:lnTo>
                  <a:lnTo>
                    <a:pt x="346766" y="679501"/>
                  </a:lnTo>
                  <a:lnTo>
                    <a:pt x="318468" y="717105"/>
                  </a:lnTo>
                  <a:lnTo>
                    <a:pt x="281841" y="746157"/>
                  </a:lnTo>
                  <a:lnTo>
                    <a:pt x="238610" y="764888"/>
                  </a:lnTo>
                  <a:lnTo>
                    <a:pt x="190500" y="771525"/>
                  </a:lnTo>
                  <a:lnTo>
                    <a:pt x="142345" y="764888"/>
                  </a:lnTo>
                  <a:lnTo>
                    <a:pt x="99102" y="746157"/>
                  </a:lnTo>
                  <a:lnTo>
                    <a:pt x="62484" y="717105"/>
                  </a:lnTo>
                  <a:lnTo>
                    <a:pt x="34205" y="679501"/>
                  </a:lnTo>
                  <a:lnTo>
                    <a:pt x="15980" y="635117"/>
                  </a:lnTo>
                  <a:lnTo>
                    <a:pt x="9525" y="585724"/>
                  </a:lnTo>
                  <a:close/>
                </a:path>
                <a:path w="381000" h="1171575">
                  <a:moveTo>
                    <a:pt x="9525" y="990600"/>
                  </a:moveTo>
                  <a:lnTo>
                    <a:pt x="16152" y="942445"/>
                  </a:lnTo>
                  <a:lnTo>
                    <a:pt x="34859" y="899202"/>
                  </a:lnTo>
                  <a:lnTo>
                    <a:pt x="63881" y="862584"/>
                  </a:lnTo>
                  <a:lnTo>
                    <a:pt x="101454" y="834305"/>
                  </a:lnTo>
                  <a:lnTo>
                    <a:pt x="145814" y="816080"/>
                  </a:lnTo>
                  <a:lnTo>
                    <a:pt x="195199" y="809625"/>
                  </a:lnTo>
                  <a:lnTo>
                    <a:pt x="244592" y="816080"/>
                  </a:lnTo>
                  <a:lnTo>
                    <a:pt x="288976" y="834305"/>
                  </a:lnTo>
                  <a:lnTo>
                    <a:pt x="326580" y="862583"/>
                  </a:lnTo>
                  <a:lnTo>
                    <a:pt x="355632" y="899202"/>
                  </a:lnTo>
                  <a:lnTo>
                    <a:pt x="374363" y="942445"/>
                  </a:lnTo>
                  <a:lnTo>
                    <a:pt x="381000" y="990600"/>
                  </a:lnTo>
                  <a:lnTo>
                    <a:pt x="374363" y="1038710"/>
                  </a:lnTo>
                  <a:lnTo>
                    <a:pt x="355632" y="1081941"/>
                  </a:lnTo>
                  <a:lnTo>
                    <a:pt x="326580" y="1118568"/>
                  </a:lnTo>
                  <a:lnTo>
                    <a:pt x="288976" y="1146866"/>
                  </a:lnTo>
                  <a:lnTo>
                    <a:pt x="244592" y="1165110"/>
                  </a:lnTo>
                  <a:lnTo>
                    <a:pt x="195199" y="1171575"/>
                  </a:lnTo>
                  <a:lnTo>
                    <a:pt x="145814" y="1165110"/>
                  </a:lnTo>
                  <a:lnTo>
                    <a:pt x="101454" y="1146866"/>
                  </a:lnTo>
                  <a:lnTo>
                    <a:pt x="63881" y="1118568"/>
                  </a:lnTo>
                  <a:lnTo>
                    <a:pt x="34859" y="1081941"/>
                  </a:lnTo>
                  <a:lnTo>
                    <a:pt x="16152" y="1038710"/>
                  </a:lnTo>
                  <a:lnTo>
                    <a:pt x="9525" y="990600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33876" y="1452626"/>
              <a:ext cx="552450" cy="542925"/>
            </a:xfrm>
            <a:custGeom>
              <a:avLst/>
              <a:gdLst/>
              <a:ahLst/>
              <a:cxnLst/>
              <a:rect l="l" t="t" r="r" b="b"/>
              <a:pathLst>
                <a:path w="552450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461899" y="0"/>
                  </a:lnTo>
                  <a:lnTo>
                    <a:pt x="497157" y="7110"/>
                  </a:lnTo>
                  <a:lnTo>
                    <a:pt x="525938" y="26495"/>
                  </a:lnTo>
                  <a:lnTo>
                    <a:pt x="545338" y="55239"/>
                  </a:lnTo>
                  <a:lnTo>
                    <a:pt x="552450" y="90424"/>
                  </a:lnTo>
                  <a:lnTo>
                    <a:pt x="552450" y="452374"/>
                  </a:lnTo>
                  <a:lnTo>
                    <a:pt x="545338" y="487578"/>
                  </a:lnTo>
                  <a:lnTo>
                    <a:pt x="525938" y="516366"/>
                  </a:lnTo>
                  <a:lnTo>
                    <a:pt x="497157" y="535795"/>
                  </a:lnTo>
                  <a:lnTo>
                    <a:pt x="461899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929126" y="1528826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185674"/>
                  </a:moveTo>
                  <a:lnTo>
                    <a:pt x="6455" y="136289"/>
                  </a:lnTo>
                  <a:lnTo>
                    <a:pt x="24680" y="91929"/>
                  </a:lnTo>
                  <a:lnTo>
                    <a:pt x="52959" y="54355"/>
                  </a:lnTo>
                  <a:lnTo>
                    <a:pt x="89577" y="25334"/>
                  </a:lnTo>
                  <a:lnTo>
                    <a:pt x="132820" y="6627"/>
                  </a:lnTo>
                  <a:lnTo>
                    <a:pt x="180975" y="0"/>
                  </a:lnTo>
                  <a:lnTo>
                    <a:pt x="229085" y="6627"/>
                  </a:lnTo>
                  <a:lnTo>
                    <a:pt x="272316" y="25334"/>
                  </a:lnTo>
                  <a:lnTo>
                    <a:pt x="308943" y="54356"/>
                  </a:lnTo>
                  <a:lnTo>
                    <a:pt x="337241" y="91929"/>
                  </a:lnTo>
                  <a:lnTo>
                    <a:pt x="355485" y="136289"/>
                  </a:lnTo>
                  <a:lnTo>
                    <a:pt x="361950" y="185674"/>
                  </a:lnTo>
                  <a:lnTo>
                    <a:pt x="355485" y="235067"/>
                  </a:lnTo>
                  <a:lnTo>
                    <a:pt x="337241" y="279451"/>
                  </a:lnTo>
                  <a:lnTo>
                    <a:pt x="308943" y="317055"/>
                  </a:lnTo>
                  <a:lnTo>
                    <a:pt x="272316" y="346107"/>
                  </a:lnTo>
                  <a:lnTo>
                    <a:pt x="229085" y="364838"/>
                  </a:lnTo>
                  <a:lnTo>
                    <a:pt x="180975" y="371475"/>
                  </a:lnTo>
                  <a:lnTo>
                    <a:pt x="132820" y="364838"/>
                  </a:lnTo>
                  <a:lnTo>
                    <a:pt x="89577" y="346107"/>
                  </a:lnTo>
                  <a:lnTo>
                    <a:pt x="52959" y="317055"/>
                  </a:lnTo>
                  <a:lnTo>
                    <a:pt x="24680" y="279451"/>
                  </a:lnTo>
                  <a:lnTo>
                    <a:pt x="6455" y="235067"/>
                  </a:lnTo>
                  <a:lnTo>
                    <a:pt x="0" y="185674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409700" y="1647824"/>
              <a:ext cx="2375535" cy="142875"/>
            </a:xfrm>
            <a:custGeom>
              <a:avLst/>
              <a:gdLst/>
              <a:ahLst/>
              <a:cxnLst/>
              <a:rect l="l" t="t" r="r" b="b"/>
              <a:pathLst>
                <a:path w="2375535" h="142875">
                  <a:moveTo>
                    <a:pt x="365760" y="57150"/>
                  </a:moveTo>
                  <a:lnTo>
                    <a:pt x="327660" y="38100"/>
                  </a:lnTo>
                  <a:lnTo>
                    <a:pt x="251460" y="0"/>
                  </a:lnTo>
                  <a:lnTo>
                    <a:pt x="251460" y="38100"/>
                  </a:ln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114300"/>
                  </a:lnTo>
                  <a:lnTo>
                    <a:pt x="327660" y="76200"/>
                  </a:lnTo>
                  <a:lnTo>
                    <a:pt x="365760" y="57150"/>
                  </a:lnTo>
                  <a:close/>
                </a:path>
                <a:path w="2375535" h="142875">
                  <a:moveTo>
                    <a:pt x="2375535" y="85725"/>
                  </a:moveTo>
                  <a:lnTo>
                    <a:pt x="2337435" y="66675"/>
                  </a:lnTo>
                  <a:lnTo>
                    <a:pt x="2261235" y="28575"/>
                  </a:lnTo>
                  <a:lnTo>
                    <a:pt x="2261235" y="66675"/>
                  </a:lnTo>
                  <a:lnTo>
                    <a:pt x="2009775" y="66675"/>
                  </a:lnTo>
                  <a:lnTo>
                    <a:pt x="2009775" y="104775"/>
                  </a:lnTo>
                  <a:lnTo>
                    <a:pt x="2261235" y="104775"/>
                  </a:lnTo>
                  <a:lnTo>
                    <a:pt x="2261235" y="142875"/>
                  </a:lnTo>
                  <a:lnTo>
                    <a:pt x="2337435" y="104775"/>
                  </a:lnTo>
                  <a:lnTo>
                    <a:pt x="2375535" y="857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4100" y="490601"/>
              <a:ext cx="561975" cy="2124075"/>
            </a:xfrm>
            <a:custGeom>
              <a:avLst/>
              <a:gdLst/>
              <a:ahLst/>
              <a:cxnLst/>
              <a:rect l="l" t="t" r="r" b="b"/>
              <a:pathLst>
                <a:path w="561975" h="2124075">
                  <a:moveTo>
                    <a:pt x="0" y="93599"/>
                  </a:moveTo>
                  <a:lnTo>
                    <a:pt x="7356" y="57167"/>
                  </a:lnTo>
                  <a:lnTo>
                    <a:pt x="27416" y="27416"/>
                  </a:lnTo>
                  <a:lnTo>
                    <a:pt x="57167" y="7356"/>
                  </a:lnTo>
                  <a:lnTo>
                    <a:pt x="93599" y="0"/>
                  </a:lnTo>
                  <a:lnTo>
                    <a:pt x="468249" y="0"/>
                  </a:lnTo>
                  <a:lnTo>
                    <a:pt x="504699" y="7356"/>
                  </a:lnTo>
                  <a:lnTo>
                    <a:pt x="534495" y="27416"/>
                  </a:lnTo>
                  <a:lnTo>
                    <a:pt x="554599" y="57167"/>
                  </a:lnTo>
                  <a:lnTo>
                    <a:pt x="561975" y="93599"/>
                  </a:lnTo>
                  <a:lnTo>
                    <a:pt x="561975" y="2030349"/>
                  </a:lnTo>
                  <a:lnTo>
                    <a:pt x="554599" y="2066799"/>
                  </a:lnTo>
                  <a:lnTo>
                    <a:pt x="534495" y="2096595"/>
                  </a:lnTo>
                  <a:lnTo>
                    <a:pt x="504699" y="2116699"/>
                  </a:lnTo>
                  <a:lnTo>
                    <a:pt x="468249" y="2124075"/>
                  </a:lnTo>
                  <a:lnTo>
                    <a:pt x="93599" y="2124075"/>
                  </a:lnTo>
                  <a:lnTo>
                    <a:pt x="57167" y="2116699"/>
                  </a:lnTo>
                  <a:lnTo>
                    <a:pt x="27416" y="2096595"/>
                  </a:lnTo>
                  <a:lnTo>
                    <a:pt x="7356" y="2066799"/>
                  </a:lnTo>
                  <a:lnTo>
                    <a:pt x="0" y="2030349"/>
                  </a:lnTo>
                  <a:lnTo>
                    <a:pt x="0" y="93599"/>
                  </a:lnTo>
                  <a:close/>
                </a:path>
              </a:pathLst>
            </a:custGeom>
            <a:ln w="28575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8875" y="538226"/>
              <a:ext cx="371475" cy="2000250"/>
            </a:xfrm>
            <a:custGeom>
              <a:avLst/>
              <a:gdLst/>
              <a:ahLst/>
              <a:cxnLst/>
              <a:rect l="l" t="t" r="r" b="b"/>
              <a:pathLst>
                <a:path w="371475" h="2000250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6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  <a:path w="371475" h="2000250">
                  <a:moveTo>
                    <a:pt x="0" y="600075"/>
                  </a:moveTo>
                  <a:lnTo>
                    <a:pt x="6455" y="551920"/>
                  </a:lnTo>
                  <a:lnTo>
                    <a:pt x="24680" y="508677"/>
                  </a:lnTo>
                  <a:lnTo>
                    <a:pt x="52958" y="472059"/>
                  </a:lnTo>
                  <a:lnTo>
                    <a:pt x="89577" y="443780"/>
                  </a:lnTo>
                  <a:lnTo>
                    <a:pt x="132820" y="425555"/>
                  </a:lnTo>
                  <a:lnTo>
                    <a:pt x="180975" y="419100"/>
                  </a:lnTo>
                  <a:lnTo>
                    <a:pt x="229085" y="425555"/>
                  </a:lnTo>
                  <a:lnTo>
                    <a:pt x="272316" y="443780"/>
                  </a:lnTo>
                  <a:lnTo>
                    <a:pt x="308943" y="472059"/>
                  </a:lnTo>
                  <a:lnTo>
                    <a:pt x="337241" y="508677"/>
                  </a:lnTo>
                  <a:lnTo>
                    <a:pt x="355485" y="551920"/>
                  </a:lnTo>
                  <a:lnTo>
                    <a:pt x="361950" y="600075"/>
                  </a:lnTo>
                  <a:lnTo>
                    <a:pt x="355485" y="648185"/>
                  </a:lnTo>
                  <a:lnTo>
                    <a:pt x="337241" y="691416"/>
                  </a:lnTo>
                  <a:lnTo>
                    <a:pt x="308943" y="728043"/>
                  </a:lnTo>
                  <a:lnTo>
                    <a:pt x="272316" y="756341"/>
                  </a:lnTo>
                  <a:lnTo>
                    <a:pt x="229085" y="774585"/>
                  </a:lnTo>
                  <a:lnTo>
                    <a:pt x="180975" y="781050"/>
                  </a:lnTo>
                  <a:lnTo>
                    <a:pt x="132820" y="774585"/>
                  </a:lnTo>
                  <a:lnTo>
                    <a:pt x="89577" y="756341"/>
                  </a:lnTo>
                  <a:lnTo>
                    <a:pt x="52959" y="728043"/>
                  </a:lnTo>
                  <a:lnTo>
                    <a:pt x="24680" y="691416"/>
                  </a:lnTo>
                  <a:lnTo>
                    <a:pt x="6455" y="648185"/>
                  </a:lnTo>
                  <a:lnTo>
                    <a:pt x="0" y="600075"/>
                  </a:lnTo>
                  <a:close/>
                </a:path>
                <a:path w="371475" h="2000250">
                  <a:moveTo>
                    <a:pt x="0" y="1000125"/>
                  </a:moveTo>
                  <a:lnTo>
                    <a:pt x="6627" y="951970"/>
                  </a:lnTo>
                  <a:lnTo>
                    <a:pt x="25334" y="908727"/>
                  </a:lnTo>
                  <a:lnTo>
                    <a:pt x="54356" y="872109"/>
                  </a:lnTo>
                  <a:lnTo>
                    <a:pt x="91929" y="843830"/>
                  </a:lnTo>
                  <a:lnTo>
                    <a:pt x="136289" y="825605"/>
                  </a:lnTo>
                  <a:lnTo>
                    <a:pt x="185674" y="819150"/>
                  </a:lnTo>
                  <a:lnTo>
                    <a:pt x="235067" y="825605"/>
                  </a:lnTo>
                  <a:lnTo>
                    <a:pt x="279451" y="843830"/>
                  </a:lnTo>
                  <a:lnTo>
                    <a:pt x="317055" y="872109"/>
                  </a:lnTo>
                  <a:lnTo>
                    <a:pt x="346107" y="908727"/>
                  </a:lnTo>
                  <a:lnTo>
                    <a:pt x="364838" y="951970"/>
                  </a:lnTo>
                  <a:lnTo>
                    <a:pt x="371475" y="1000125"/>
                  </a:lnTo>
                  <a:lnTo>
                    <a:pt x="364838" y="1048235"/>
                  </a:lnTo>
                  <a:lnTo>
                    <a:pt x="346107" y="1091466"/>
                  </a:lnTo>
                  <a:lnTo>
                    <a:pt x="317055" y="1128093"/>
                  </a:lnTo>
                  <a:lnTo>
                    <a:pt x="279451" y="1156391"/>
                  </a:lnTo>
                  <a:lnTo>
                    <a:pt x="235067" y="1174635"/>
                  </a:lnTo>
                  <a:lnTo>
                    <a:pt x="185674" y="1181100"/>
                  </a:lnTo>
                  <a:lnTo>
                    <a:pt x="136289" y="1174635"/>
                  </a:lnTo>
                  <a:lnTo>
                    <a:pt x="91929" y="1156391"/>
                  </a:lnTo>
                  <a:lnTo>
                    <a:pt x="54356" y="1128093"/>
                  </a:lnTo>
                  <a:lnTo>
                    <a:pt x="25334" y="1091466"/>
                  </a:lnTo>
                  <a:lnTo>
                    <a:pt x="6627" y="1048235"/>
                  </a:lnTo>
                  <a:lnTo>
                    <a:pt x="0" y="1000125"/>
                  </a:lnTo>
                  <a:close/>
                </a:path>
                <a:path w="371475" h="2000250">
                  <a:moveTo>
                    <a:pt x="9525" y="1419225"/>
                  </a:moveTo>
                  <a:lnTo>
                    <a:pt x="15980" y="1371070"/>
                  </a:lnTo>
                  <a:lnTo>
                    <a:pt x="34205" y="1327827"/>
                  </a:lnTo>
                  <a:lnTo>
                    <a:pt x="62483" y="1291209"/>
                  </a:lnTo>
                  <a:lnTo>
                    <a:pt x="99102" y="1262930"/>
                  </a:lnTo>
                  <a:lnTo>
                    <a:pt x="142345" y="1244705"/>
                  </a:lnTo>
                  <a:lnTo>
                    <a:pt x="190500" y="1238250"/>
                  </a:lnTo>
                  <a:lnTo>
                    <a:pt x="238610" y="1244705"/>
                  </a:lnTo>
                  <a:lnTo>
                    <a:pt x="281841" y="1262930"/>
                  </a:lnTo>
                  <a:lnTo>
                    <a:pt x="318468" y="1291209"/>
                  </a:lnTo>
                  <a:lnTo>
                    <a:pt x="346766" y="1327827"/>
                  </a:lnTo>
                  <a:lnTo>
                    <a:pt x="365010" y="1371070"/>
                  </a:lnTo>
                  <a:lnTo>
                    <a:pt x="371475" y="1419225"/>
                  </a:lnTo>
                  <a:lnTo>
                    <a:pt x="365010" y="1467335"/>
                  </a:lnTo>
                  <a:lnTo>
                    <a:pt x="346766" y="1510566"/>
                  </a:lnTo>
                  <a:lnTo>
                    <a:pt x="318468" y="1547193"/>
                  </a:lnTo>
                  <a:lnTo>
                    <a:pt x="281841" y="1575491"/>
                  </a:lnTo>
                  <a:lnTo>
                    <a:pt x="238610" y="1593735"/>
                  </a:lnTo>
                  <a:lnTo>
                    <a:pt x="190500" y="1600200"/>
                  </a:lnTo>
                  <a:lnTo>
                    <a:pt x="142345" y="1593735"/>
                  </a:lnTo>
                  <a:lnTo>
                    <a:pt x="99102" y="1575491"/>
                  </a:lnTo>
                  <a:lnTo>
                    <a:pt x="62484" y="1547193"/>
                  </a:lnTo>
                  <a:lnTo>
                    <a:pt x="34205" y="1510566"/>
                  </a:lnTo>
                  <a:lnTo>
                    <a:pt x="15980" y="1467335"/>
                  </a:lnTo>
                  <a:lnTo>
                    <a:pt x="9525" y="1419225"/>
                  </a:lnTo>
                  <a:close/>
                </a:path>
                <a:path w="371475" h="2000250">
                  <a:moveTo>
                    <a:pt x="0" y="1819275"/>
                  </a:moveTo>
                  <a:lnTo>
                    <a:pt x="6627" y="1771120"/>
                  </a:lnTo>
                  <a:lnTo>
                    <a:pt x="25334" y="1727877"/>
                  </a:lnTo>
                  <a:lnTo>
                    <a:pt x="54356" y="1691259"/>
                  </a:lnTo>
                  <a:lnTo>
                    <a:pt x="91929" y="1662980"/>
                  </a:lnTo>
                  <a:lnTo>
                    <a:pt x="136289" y="1644755"/>
                  </a:lnTo>
                  <a:lnTo>
                    <a:pt x="185674" y="1638300"/>
                  </a:lnTo>
                  <a:lnTo>
                    <a:pt x="235067" y="1644755"/>
                  </a:lnTo>
                  <a:lnTo>
                    <a:pt x="279451" y="1662980"/>
                  </a:lnTo>
                  <a:lnTo>
                    <a:pt x="317055" y="1691258"/>
                  </a:lnTo>
                  <a:lnTo>
                    <a:pt x="346107" y="1727877"/>
                  </a:lnTo>
                  <a:lnTo>
                    <a:pt x="364838" y="1771120"/>
                  </a:lnTo>
                  <a:lnTo>
                    <a:pt x="371475" y="1819275"/>
                  </a:lnTo>
                  <a:lnTo>
                    <a:pt x="364838" y="1867385"/>
                  </a:lnTo>
                  <a:lnTo>
                    <a:pt x="346107" y="1910616"/>
                  </a:lnTo>
                  <a:lnTo>
                    <a:pt x="317055" y="1947243"/>
                  </a:lnTo>
                  <a:lnTo>
                    <a:pt x="279451" y="1975541"/>
                  </a:lnTo>
                  <a:lnTo>
                    <a:pt x="235067" y="1993785"/>
                  </a:lnTo>
                  <a:lnTo>
                    <a:pt x="185674" y="2000250"/>
                  </a:lnTo>
                  <a:lnTo>
                    <a:pt x="136289" y="1993785"/>
                  </a:lnTo>
                  <a:lnTo>
                    <a:pt x="91929" y="1975541"/>
                  </a:lnTo>
                  <a:lnTo>
                    <a:pt x="54356" y="1947243"/>
                  </a:lnTo>
                  <a:lnTo>
                    <a:pt x="25334" y="1910616"/>
                  </a:lnTo>
                  <a:lnTo>
                    <a:pt x="6627" y="1867385"/>
                  </a:lnTo>
                  <a:lnTo>
                    <a:pt x="0" y="1819275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419350" y="1647825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60" h="114300">
                  <a:moveTo>
                    <a:pt x="251460" y="0"/>
                  </a:moveTo>
                  <a:lnTo>
                    <a:pt x="251460" y="114300"/>
                  </a:lnTo>
                  <a:lnTo>
                    <a:pt x="327660" y="76200"/>
                  </a:lnTo>
                  <a:lnTo>
                    <a:pt x="270510" y="76200"/>
                  </a:lnTo>
                  <a:lnTo>
                    <a:pt x="270510" y="38100"/>
                  </a:lnTo>
                  <a:lnTo>
                    <a:pt x="327660" y="38100"/>
                  </a:lnTo>
                  <a:lnTo>
                    <a:pt x="251460" y="0"/>
                  </a:lnTo>
                  <a:close/>
                </a:path>
                <a:path w="365760" h="114300">
                  <a:moveTo>
                    <a:pt x="25146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60" y="76200"/>
                  </a:lnTo>
                  <a:lnTo>
                    <a:pt x="251460" y="38100"/>
                  </a:lnTo>
                  <a:close/>
                </a:path>
                <a:path w="365760" h="114300">
                  <a:moveTo>
                    <a:pt x="327660" y="38100"/>
                  </a:moveTo>
                  <a:lnTo>
                    <a:pt x="270510" y="38100"/>
                  </a:lnTo>
                  <a:lnTo>
                    <a:pt x="270510" y="76200"/>
                  </a:lnTo>
                  <a:lnTo>
                    <a:pt x="327660" y="76200"/>
                  </a:lnTo>
                  <a:lnTo>
                    <a:pt x="365760" y="57150"/>
                  </a:lnTo>
                  <a:lnTo>
                    <a:pt x="327660" y="381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4051" y="1400048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90" y="54228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4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49968" y="1653117"/>
            <a:ext cx="597745" cy="4317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[1]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68641" y="1860634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5089" y="7493"/>
                </a:lnTo>
                <a:lnTo>
                  <a:pt x="105156" y="25019"/>
                </a:lnTo>
                <a:lnTo>
                  <a:pt x="0" y="25019"/>
                </a:lnTo>
                <a:lnTo>
                  <a:pt x="0" y="36829"/>
                </a:lnTo>
                <a:lnTo>
                  <a:pt x="105156" y="36829"/>
                </a:lnTo>
                <a:lnTo>
                  <a:pt x="85089" y="54228"/>
                </a:lnTo>
                <a:lnTo>
                  <a:pt x="91693" y="61722"/>
                </a:lnTo>
                <a:lnTo>
                  <a:pt x="123189" y="34544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3238161" y="1646766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9959" y="1897888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820" y="0"/>
                </a:moveTo>
                <a:lnTo>
                  <a:pt x="85089" y="7493"/>
                </a:lnTo>
                <a:lnTo>
                  <a:pt x="105155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55" y="36830"/>
                </a:lnTo>
                <a:lnTo>
                  <a:pt x="85089" y="54229"/>
                </a:lnTo>
                <a:lnTo>
                  <a:pt x="91820" y="61722"/>
                </a:lnTo>
                <a:lnTo>
                  <a:pt x="123316" y="34544"/>
                </a:lnTo>
                <a:lnTo>
                  <a:pt x="123316" y="27178"/>
                </a:lnTo>
                <a:lnTo>
                  <a:pt x="9182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4550834" y="1684019"/>
            <a:ext cx="580812" cy="43259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3866">
              <a:spcBef>
                <a:spcPts val="173"/>
              </a:spcBef>
            </a:pPr>
            <a:r>
              <a:rPr sz="4000" spc="-40" baseline="-20833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0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06178" y="1923966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620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5089" y="54228"/>
                </a:lnTo>
                <a:lnTo>
                  <a:pt x="91693" y="61849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5895340" y="1837266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FF40FF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60440" y="179959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FF40FF"/>
                </a:solidFill>
                <a:latin typeface="Cambria Math"/>
                <a:cs typeface="Cambria Math"/>
              </a:rPr>
              <a:t>[4]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2260" y="3540337"/>
            <a:ext cx="2931160" cy="1211571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708642">
              <a:spcBef>
                <a:spcPts val="167"/>
              </a:spcBef>
              <a:tabLst>
                <a:tab pos="2084441" algn="l"/>
              </a:tabLst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1</a:t>
            </a:r>
            <a:r>
              <a:rPr sz="1867" dirty="0">
                <a:latin typeface="Verdana"/>
                <a:cs typeface="Verdana"/>
              </a:rPr>
              <a:t>	</a:t>
            </a:r>
            <a:r>
              <a:rPr sz="2800" baseline="1984" dirty="0">
                <a:latin typeface="Verdana"/>
                <a:cs typeface="Verdana"/>
              </a:rPr>
              <a:t>layer</a:t>
            </a:r>
            <a:r>
              <a:rPr sz="2800" spc="-59" baseline="1984" dirty="0">
                <a:latin typeface="Verdana"/>
                <a:cs typeface="Verdana"/>
              </a:rPr>
              <a:t> </a:t>
            </a:r>
            <a:r>
              <a:rPr sz="2800" spc="-100" baseline="1984" dirty="0">
                <a:latin typeface="Verdana"/>
                <a:cs typeface="Verdana"/>
              </a:rPr>
              <a:t>2</a:t>
            </a:r>
            <a:endParaRPr sz="2800" baseline="1984">
              <a:latin typeface="Verdana"/>
              <a:cs typeface="Verdana"/>
            </a:endParaRPr>
          </a:p>
          <a:p>
            <a:pPr>
              <a:spcBef>
                <a:spcPts val="440"/>
              </a:spcBef>
            </a:pPr>
            <a:endParaRPr sz="1867">
              <a:latin typeface="Verdana"/>
              <a:cs typeface="Verdana"/>
            </a:endParaRPr>
          </a:p>
          <a:p>
            <a:pPr marL="16933" marR="298865">
              <a:lnSpc>
                <a:spcPts val="2200"/>
              </a:lnSpc>
            </a:pPr>
            <a:r>
              <a:rPr sz="1867" dirty="0">
                <a:latin typeface="Verdana"/>
                <a:cs typeface="Verdana"/>
              </a:rPr>
              <a:t>Activation</a:t>
            </a:r>
            <a:r>
              <a:rPr sz="1867" spc="-16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value</a:t>
            </a:r>
            <a:r>
              <a:rPr sz="1867" spc="40" dirty="0">
                <a:latin typeface="Verdana"/>
                <a:cs typeface="Verdana"/>
              </a:rPr>
              <a:t> </a:t>
            </a:r>
            <a:r>
              <a:rPr sz="1867" spc="-47" dirty="0">
                <a:latin typeface="Verdana"/>
                <a:cs typeface="Verdana"/>
              </a:rPr>
              <a:t>of </a:t>
            </a: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7" dirty="0">
                <a:latin typeface="Verdana"/>
                <a:cs typeface="Verdana"/>
              </a:rPr>
              <a:t> 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𝑙</a:t>
            </a:r>
            <a:r>
              <a:rPr sz="1867" dirty="0">
                <a:latin typeface="Verdana"/>
                <a:cs typeface="Verdana"/>
              </a:rPr>
              <a:t>,</a:t>
            </a:r>
            <a:r>
              <a:rPr sz="1867" spc="1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unit(neuron)</a:t>
            </a:r>
            <a:r>
              <a:rPr sz="1867" spc="-152" dirty="0">
                <a:latin typeface="Verdana"/>
                <a:cs typeface="Verdana"/>
              </a:rPr>
              <a:t> </a:t>
            </a:r>
            <a:r>
              <a:rPr sz="1867" spc="-67" dirty="0">
                <a:solidFill>
                  <a:srgbClr val="7030A0"/>
                </a:solidFill>
                <a:latin typeface="Cambria Math"/>
                <a:cs typeface="Cambria Math"/>
              </a:rPr>
              <a:t>𝑗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18222" y="3376422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3</a:t>
            </a:r>
            <a:endParaRPr sz="1867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62127" y="3359997"/>
            <a:ext cx="861060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spc="-67" dirty="0">
                <a:latin typeface="Verdana"/>
                <a:cs typeface="Verdana"/>
              </a:rPr>
              <a:t>4</a:t>
            </a:r>
            <a:endParaRPr sz="1867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54900" y="1117685"/>
            <a:ext cx="939800" cy="2222500"/>
            <a:chOff x="5591175" y="838263"/>
            <a:chExt cx="704850" cy="1666875"/>
          </a:xfrm>
        </p:grpSpPr>
        <p:sp>
          <p:nvSpPr>
            <p:cNvPr id="31" name="object 31"/>
            <p:cNvSpPr/>
            <p:nvPr/>
          </p:nvSpPr>
          <p:spPr>
            <a:xfrm>
              <a:off x="5672201" y="852550"/>
              <a:ext cx="552450" cy="1638300"/>
            </a:xfrm>
            <a:custGeom>
              <a:avLst/>
              <a:gdLst/>
              <a:ahLst/>
              <a:cxnLst/>
              <a:rect l="l" t="t" r="r" b="b"/>
              <a:pathLst>
                <a:path w="552450" h="163830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1546098"/>
                  </a:lnTo>
                  <a:lnTo>
                    <a:pt x="545205" y="1581989"/>
                  </a:lnTo>
                  <a:lnTo>
                    <a:pt x="525446" y="1611296"/>
                  </a:lnTo>
                  <a:lnTo>
                    <a:pt x="496139" y="1631055"/>
                  </a:lnTo>
                  <a:lnTo>
                    <a:pt x="460248" y="1638300"/>
                  </a:lnTo>
                  <a:lnTo>
                    <a:pt x="92075" y="1638300"/>
                  </a:lnTo>
                  <a:lnTo>
                    <a:pt x="56203" y="1631055"/>
                  </a:lnTo>
                  <a:lnTo>
                    <a:pt x="26939" y="1611296"/>
                  </a:lnTo>
                  <a:lnTo>
                    <a:pt x="7225" y="1581989"/>
                  </a:lnTo>
                  <a:lnTo>
                    <a:pt x="0" y="1546098"/>
                  </a:lnTo>
                  <a:lnTo>
                    <a:pt x="0" y="92075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757926" y="957325"/>
              <a:ext cx="371475" cy="1447800"/>
            </a:xfrm>
            <a:custGeom>
              <a:avLst/>
              <a:gdLst/>
              <a:ahLst/>
              <a:cxnLst/>
              <a:rect l="l" t="t" r="r" b="b"/>
              <a:pathLst>
                <a:path w="371475" h="144780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9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  <a:path w="371475" h="1447800">
                  <a:moveTo>
                    <a:pt x="0" y="742950"/>
                  </a:moveTo>
                  <a:lnTo>
                    <a:pt x="6627" y="694795"/>
                  </a:lnTo>
                  <a:lnTo>
                    <a:pt x="25334" y="651552"/>
                  </a:lnTo>
                  <a:lnTo>
                    <a:pt x="54356" y="614934"/>
                  </a:lnTo>
                  <a:lnTo>
                    <a:pt x="91929" y="586655"/>
                  </a:lnTo>
                  <a:lnTo>
                    <a:pt x="136289" y="568430"/>
                  </a:lnTo>
                  <a:lnTo>
                    <a:pt x="185674" y="561975"/>
                  </a:lnTo>
                  <a:lnTo>
                    <a:pt x="235067" y="568430"/>
                  </a:lnTo>
                  <a:lnTo>
                    <a:pt x="279451" y="586655"/>
                  </a:lnTo>
                  <a:lnTo>
                    <a:pt x="317055" y="614934"/>
                  </a:lnTo>
                  <a:lnTo>
                    <a:pt x="346107" y="651552"/>
                  </a:lnTo>
                  <a:lnTo>
                    <a:pt x="364838" y="694795"/>
                  </a:lnTo>
                  <a:lnTo>
                    <a:pt x="371475" y="742950"/>
                  </a:lnTo>
                  <a:lnTo>
                    <a:pt x="364838" y="791060"/>
                  </a:lnTo>
                  <a:lnTo>
                    <a:pt x="346107" y="834291"/>
                  </a:lnTo>
                  <a:lnTo>
                    <a:pt x="317055" y="870918"/>
                  </a:lnTo>
                  <a:lnTo>
                    <a:pt x="279451" y="899216"/>
                  </a:lnTo>
                  <a:lnTo>
                    <a:pt x="235067" y="917460"/>
                  </a:lnTo>
                  <a:lnTo>
                    <a:pt x="185674" y="923925"/>
                  </a:lnTo>
                  <a:lnTo>
                    <a:pt x="136289" y="917460"/>
                  </a:lnTo>
                  <a:lnTo>
                    <a:pt x="91929" y="899216"/>
                  </a:lnTo>
                  <a:lnTo>
                    <a:pt x="54355" y="870918"/>
                  </a:lnTo>
                  <a:lnTo>
                    <a:pt x="25334" y="834291"/>
                  </a:lnTo>
                  <a:lnTo>
                    <a:pt x="6627" y="791060"/>
                  </a:lnTo>
                  <a:lnTo>
                    <a:pt x="0" y="742950"/>
                  </a:lnTo>
                  <a:close/>
                </a:path>
                <a:path w="371475" h="1447800">
                  <a:moveTo>
                    <a:pt x="9525" y="1261999"/>
                  </a:moveTo>
                  <a:lnTo>
                    <a:pt x="15980" y="1212614"/>
                  </a:lnTo>
                  <a:lnTo>
                    <a:pt x="34205" y="1168254"/>
                  </a:lnTo>
                  <a:lnTo>
                    <a:pt x="62484" y="1130681"/>
                  </a:lnTo>
                  <a:lnTo>
                    <a:pt x="99102" y="1101659"/>
                  </a:lnTo>
                  <a:lnTo>
                    <a:pt x="142345" y="1082952"/>
                  </a:lnTo>
                  <a:lnTo>
                    <a:pt x="190500" y="1076325"/>
                  </a:lnTo>
                  <a:lnTo>
                    <a:pt x="238610" y="1082952"/>
                  </a:lnTo>
                  <a:lnTo>
                    <a:pt x="281841" y="1101659"/>
                  </a:lnTo>
                  <a:lnTo>
                    <a:pt x="318468" y="1130681"/>
                  </a:lnTo>
                  <a:lnTo>
                    <a:pt x="346766" y="1168254"/>
                  </a:lnTo>
                  <a:lnTo>
                    <a:pt x="365010" y="1212614"/>
                  </a:lnTo>
                  <a:lnTo>
                    <a:pt x="371475" y="1261999"/>
                  </a:lnTo>
                  <a:lnTo>
                    <a:pt x="365010" y="1311392"/>
                  </a:lnTo>
                  <a:lnTo>
                    <a:pt x="346766" y="1355776"/>
                  </a:lnTo>
                  <a:lnTo>
                    <a:pt x="318468" y="1393380"/>
                  </a:lnTo>
                  <a:lnTo>
                    <a:pt x="281841" y="1422432"/>
                  </a:lnTo>
                  <a:lnTo>
                    <a:pt x="238610" y="1441163"/>
                  </a:lnTo>
                  <a:lnTo>
                    <a:pt x="190500" y="1447800"/>
                  </a:lnTo>
                  <a:lnTo>
                    <a:pt x="142345" y="1441163"/>
                  </a:lnTo>
                  <a:lnTo>
                    <a:pt x="99102" y="1422432"/>
                  </a:lnTo>
                  <a:lnTo>
                    <a:pt x="62484" y="1393380"/>
                  </a:lnTo>
                  <a:lnTo>
                    <a:pt x="34205" y="1355776"/>
                  </a:lnTo>
                  <a:lnTo>
                    <a:pt x="15980" y="1311392"/>
                  </a:lnTo>
                  <a:lnTo>
                    <a:pt x="9525" y="1261999"/>
                  </a:lnTo>
                  <a:close/>
                </a:path>
              </a:pathLst>
            </a:custGeom>
            <a:ln w="28575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591175" y="942974"/>
              <a:ext cx="704850" cy="361950"/>
            </a:xfrm>
            <a:custGeom>
              <a:avLst/>
              <a:gdLst/>
              <a:ahLst/>
              <a:cxnLst/>
              <a:rect l="l" t="t" r="r" b="b"/>
              <a:pathLst>
                <a:path w="704850" h="361950">
                  <a:moveTo>
                    <a:pt x="7048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704850" y="361950"/>
                  </a:lnTo>
                  <a:lnTo>
                    <a:pt x="70485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693918" y="1056766"/>
              <a:ext cx="123825" cy="43815"/>
            </a:xfrm>
            <a:custGeom>
              <a:avLst/>
              <a:gdLst/>
              <a:ahLst/>
              <a:cxnLst/>
              <a:rect l="l" t="t" r="r" b="b"/>
              <a:pathLst>
                <a:path w="123825" h="43815">
                  <a:moveTo>
                    <a:pt x="101600" y="0"/>
                  </a:moveTo>
                  <a:lnTo>
                    <a:pt x="96901" y="5334"/>
                  </a:lnTo>
                  <a:lnTo>
                    <a:pt x="110998" y="17525"/>
                  </a:lnTo>
                  <a:lnTo>
                    <a:pt x="0" y="17525"/>
                  </a:lnTo>
                  <a:lnTo>
                    <a:pt x="0" y="25908"/>
                  </a:lnTo>
                  <a:lnTo>
                    <a:pt x="110998" y="25908"/>
                  </a:lnTo>
                  <a:lnTo>
                    <a:pt x="96901" y="38100"/>
                  </a:lnTo>
                  <a:lnTo>
                    <a:pt x="101600" y="43434"/>
                  </a:lnTo>
                  <a:lnTo>
                    <a:pt x="123825" y="24257"/>
                  </a:lnTo>
                  <a:lnTo>
                    <a:pt x="123825" y="19177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35654" y="1482937"/>
            <a:ext cx="5952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74121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36179" y="1215897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sz="1400" spc="1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4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454901" y="1765301"/>
            <a:ext cx="977900" cy="495300"/>
            <a:chOff x="5591175" y="1323975"/>
            <a:chExt cx="733425" cy="371475"/>
          </a:xfrm>
        </p:grpSpPr>
        <p:sp>
          <p:nvSpPr>
            <p:cNvPr id="38" name="object 38"/>
            <p:cNvSpPr/>
            <p:nvPr/>
          </p:nvSpPr>
          <p:spPr>
            <a:xfrm>
              <a:off x="5591175" y="1323975"/>
              <a:ext cx="733425" cy="371475"/>
            </a:xfrm>
            <a:custGeom>
              <a:avLst/>
              <a:gdLst/>
              <a:ahLst/>
              <a:cxnLst/>
              <a:rect l="l" t="t" r="r" b="b"/>
              <a:pathLst>
                <a:path w="733425" h="371475">
                  <a:moveTo>
                    <a:pt x="733425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33425" y="371475"/>
                  </a:lnTo>
                  <a:lnTo>
                    <a:pt x="733425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681218" y="1434972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523" y="0"/>
                  </a:moveTo>
                  <a:lnTo>
                    <a:pt x="115951" y="5334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1" y="38226"/>
                  </a:lnTo>
                  <a:lnTo>
                    <a:pt x="120523" y="43561"/>
                  </a:lnTo>
                  <a:lnTo>
                    <a:pt x="142748" y="24384"/>
                  </a:lnTo>
                  <a:lnTo>
                    <a:pt x="142748" y="19176"/>
                  </a:lnTo>
                  <a:lnTo>
                    <a:pt x="12052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56312" y="1988397"/>
            <a:ext cx="5825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61422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31946" y="1721188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400" spc="1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2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9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454900" y="2667001"/>
            <a:ext cx="965200" cy="495300"/>
            <a:chOff x="5591175" y="2000250"/>
            <a:chExt cx="723900" cy="371475"/>
          </a:xfrm>
        </p:grpSpPr>
        <p:sp>
          <p:nvSpPr>
            <p:cNvPr id="43" name="object 43"/>
            <p:cNvSpPr/>
            <p:nvPr/>
          </p:nvSpPr>
          <p:spPr>
            <a:xfrm>
              <a:off x="5591175" y="2000250"/>
              <a:ext cx="723900" cy="371475"/>
            </a:xfrm>
            <a:custGeom>
              <a:avLst/>
              <a:gdLst/>
              <a:ahLst/>
              <a:cxnLst/>
              <a:rect l="l" t="t" r="r" b="b"/>
              <a:pathLst>
                <a:path w="723900" h="371475">
                  <a:moveTo>
                    <a:pt x="72390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723900" y="371475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5686297" y="211378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781"/>
                  </a:lnTo>
                  <a:lnTo>
                    <a:pt x="130048" y="25781"/>
                  </a:lnTo>
                  <a:lnTo>
                    <a:pt x="115950" y="38100"/>
                  </a:lnTo>
                  <a:lnTo>
                    <a:pt x="120650" y="43434"/>
                  </a:lnTo>
                  <a:lnTo>
                    <a:pt x="142748" y="24256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63087" y="2895601"/>
            <a:ext cx="5825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61422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38721" y="2628137"/>
            <a:ext cx="977900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40" baseline="-29761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1400" spc="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40" baseline="-29761" dirty="0">
                <a:solidFill>
                  <a:srgbClr val="0096FF"/>
                </a:solidFill>
                <a:latin typeface="Cambria Math"/>
                <a:cs typeface="Cambria Math"/>
              </a:rPr>
              <a:t>,</a:t>
            </a:r>
            <a:r>
              <a:rPr sz="2800" spc="-100" baseline="-29761" dirty="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sz="2800" spc="-40" baseline="-29761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828196" y="1348063"/>
            <a:ext cx="3300307" cy="722207"/>
            <a:chOff x="5121147" y="1011047"/>
            <a:chExt cx="2475230" cy="541655"/>
          </a:xfrm>
        </p:grpSpPr>
        <p:sp>
          <p:nvSpPr>
            <p:cNvPr id="48" name="object 48"/>
            <p:cNvSpPr/>
            <p:nvPr/>
          </p:nvSpPr>
          <p:spPr>
            <a:xfrm>
              <a:off x="7062596" y="1011047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5">
                  <a:moveTo>
                    <a:pt x="120650" y="0"/>
                  </a:moveTo>
                  <a:lnTo>
                    <a:pt x="115950" y="5206"/>
                  </a:lnTo>
                  <a:lnTo>
                    <a:pt x="130048" y="17525"/>
                  </a:lnTo>
                  <a:lnTo>
                    <a:pt x="0" y="17525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100"/>
                  </a:lnTo>
                  <a:lnTo>
                    <a:pt x="120650" y="43433"/>
                  </a:lnTo>
                  <a:lnTo>
                    <a:pt x="142875" y="24256"/>
                  </a:lnTo>
                  <a:lnTo>
                    <a:pt x="142875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121148" y="1011046"/>
              <a:ext cx="2475230" cy="541655"/>
            </a:xfrm>
            <a:custGeom>
              <a:avLst/>
              <a:gdLst/>
              <a:ahLst/>
              <a:cxnLst/>
              <a:rect l="l" t="t" r="r" b="b"/>
              <a:pathLst>
                <a:path w="2475229" h="541655">
                  <a:moveTo>
                    <a:pt x="123190" y="506730"/>
                  </a:moveTo>
                  <a:lnTo>
                    <a:pt x="91694" y="479552"/>
                  </a:lnTo>
                  <a:lnTo>
                    <a:pt x="85090" y="487045"/>
                  </a:lnTo>
                  <a:lnTo>
                    <a:pt x="105156" y="504444"/>
                  </a:lnTo>
                  <a:lnTo>
                    <a:pt x="0" y="504444"/>
                  </a:lnTo>
                  <a:lnTo>
                    <a:pt x="0" y="516255"/>
                  </a:lnTo>
                  <a:lnTo>
                    <a:pt x="105156" y="516255"/>
                  </a:lnTo>
                  <a:lnTo>
                    <a:pt x="85090" y="533781"/>
                  </a:lnTo>
                  <a:lnTo>
                    <a:pt x="91694" y="541274"/>
                  </a:lnTo>
                  <a:lnTo>
                    <a:pt x="123190" y="513969"/>
                  </a:lnTo>
                  <a:lnTo>
                    <a:pt x="123190" y="506730"/>
                  </a:lnTo>
                  <a:close/>
                </a:path>
                <a:path w="2475229" h="541655">
                  <a:moveTo>
                    <a:pt x="2474849" y="19177"/>
                  </a:moveTo>
                  <a:lnTo>
                    <a:pt x="2452624" y="0"/>
                  </a:lnTo>
                  <a:lnTo>
                    <a:pt x="2447925" y="5207"/>
                  </a:lnTo>
                  <a:lnTo>
                    <a:pt x="2462022" y="17526"/>
                  </a:lnTo>
                  <a:lnTo>
                    <a:pt x="2389124" y="17526"/>
                  </a:lnTo>
                  <a:lnTo>
                    <a:pt x="2389124" y="25908"/>
                  </a:lnTo>
                  <a:lnTo>
                    <a:pt x="2462022" y="25908"/>
                  </a:lnTo>
                  <a:lnTo>
                    <a:pt x="2447925" y="38100"/>
                  </a:lnTo>
                  <a:lnTo>
                    <a:pt x="2452624" y="43434"/>
                  </a:lnTo>
                  <a:lnTo>
                    <a:pt x="2474849" y="24257"/>
                  </a:lnTo>
                  <a:lnTo>
                    <a:pt x="2474849" y="19177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818206" y="1900766"/>
            <a:ext cx="202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83646" y="186309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15112" y="914400"/>
            <a:ext cx="11255587" cy="2499360"/>
            <a:chOff x="386334" y="685800"/>
            <a:chExt cx="8441690" cy="1874520"/>
          </a:xfrm>
        </p:grpSpPr>
        <p:sp>
          <p:nvSpPr>
            <p:cNvPr id="53" name="object 53"/>
            <p:cNvSpPr/>
            <p:nvPr/>
          </p:nvSpPr>
          <p:spPr>
            <a:xfrm>
              <a:off x="6257924" y="1685925"/>
              <a:ext cx="2570480" cy="114300"/>
            </a:xfrm>
            <a:custGeom>
              <a:avLst/>
              <a:gdLst/>
              <a:ahLst/>
              <a:cxnLst/>
              <a:rect l="l" t="t" r="r" b="b"/>
              <a:pathLst>
                <a:path w="2570479" h="114300">
                  <a:moveTo>
                    <a:pt x="2455672" y="0"/>
                  </a:moveTo>
                  <a:lnTo>
                    <a:pt x="2455672" y="114300"/>
                  </a:lnTo>
                  <a:lnTo>
                    <a:pt x="2531872" y="76200"/>
                  </a:lnTo>
                  <a:lnTo>
                    <a:pt x="2474722" y="76200"/>
                  </a:lnTo>
                  <a:lnTo>
                    <a:pt x="2474722" y="38100"/>
                  </a:lnTo>
                  <a:lnTo>
                    <a:pt x="2531872" y="38100"/>
                  </a:lnTo>
                  <a:lnTo>
                    <a:pt x="2455672" y="0"/>
                  </a:lnTo>
                  <a:close/>
                </a:path>
                <a:path w="2570479" h="114300">
                  <a:moveTo>
                    <a:pt x="2455672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455672" y="76200"/>
                  </a:lnTo>
                  <a:lnTo>
                    <a:pt x="2455672" y="38100"/>
                  </a:lnTo>
                  <a:close/>
                </a:path>
                <a:path w="2570479" h="114300">
                  <a:moveTo>
                    <a:pt x="2531872" y="38100"/>
                  </a:moveTo>
                  <a:lnTo>
                    <a:pt x="2474722" y="38100"/>
                  </a:lnTo>
                  <a:lnTo>
                    <a:pt x="2474722" y="76200"/>
                  </a:lnTo>
                  <a:lnTo>
                    <a:pt x="2531872" y="76200"/>
                  </a:lnTo>
                  <a:lnTo>
                    <a:pt x="2569972" y="57150"/>
                  </a:lnTo>
                  <a:lnTo>
                    <a:pt x="2531872" y="381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2443226" y="1004950"/>
              <a:ext cx="1352550" cy="1457325"/>
            </a:xfrm>
            <a:custGeom>
              <a:avLst/>
              <a:gdLst/>
              <a:ahLst/>
              <a:cxnLst/>
              <a:rect l="l" t="t" r="r" b="b"/>
              <a:pathLst>
                <a:path w="1352550" h="1457325">
                  <a:moveTo>
                    <a:pt x="0" y="1457325"/>
                  </a:moveTo>
                  <a:lnTo>
                    <a:pt x="1352550" y="1457325"/>
                  </a:lnTo>
                  <a:lnTo>
                    <a:pt x="1352550" y="0"/>
                  </a:lnTo>
                  <a:lnTo>
                    <a:pt x="0" y="0"/>
                  </a:lnTo>
                  <a:lnTo>
                    <a:pt x="0" y="1457325"/>
                  </a:lnTo>
                  <a:close/>
                </a:path>
              </a:pathLst>
            </a:custGeom>
            <a:ln w="254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5076824" y="1724025"/>
              <a:ext cx="561340" cy="114300"/>
            </a:xfrm>
            <a:custGeom>
              <a:avLst/>
              <a:gdLst/>
              <a:ahLst/>
              <a:cxnLst/>
              <a:rect l="l" t="t" r="r" b="b"/>
              <a:pathLst>
                <a:path w="561339" h="114300">
                  <a:moveTo>
                    <a:pt x="447039" y="0"/>
                  </a:moveTo>
                  <a:lnTo>
                    <a:pt x="447039" y="114300"/>
                  </a:lnTo>
                  <a:lnTo>
                    <a:pt x="523239" y="76200"/>
                  </a:lnTo>
                  <a:lnTo>
                    <a:pt x="466089" y="76200"/>
                  </a:lnTo>
                  <a:lnTo>
                    <a:pt x="466089" y="38100"/>
                  </a:lnTo>
                  <a:lnTo>
                    <a:pt x="523239" y="38100"/>
                  </a:lnTo>
                  <a:lnTo>
                    <a:pt x="447039" y="0"/>
                  </a:lnTo>
                  <a:close/>
                </a:path>
                <a:path w="561339" h="114300">
                  <a:moveTo>
                    <a:pt x="44703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47039" y="76200"/>
                  </a:lnTo>
                  <a:lnTo>
                    <a:pt x="447039" y="38100"/>
                  </a:lnTo>
                  <a:close/>
                </a:path>
                <a:path w="561339" h="114300">
                  <a:moveTo>
                    <a:pt x="523239" y="38100"/>
                  </a:moveTo>
                  <a:lnTo>
                    <a:pt x="466089" y="38100"/>
                  </a:lnTo>
                  <a:lnTo>
                    <a:pt x="466089" y="76200"/>
                  </a:lnTo>
                  <a:lnTo>
                    <a:pt x="523239" y="76200"/>
                  </a:lnTo>
                  <a:lnTo>
                    <a:pt x="561339" y="57150"/>
                  </a:lnTo>
                  <a:lnTo>
                    <a:pt x="523239" y="3810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334" y="1043050"/>
              <a:ext cx="400600" cy="30048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438400" y="695325"/>
              <a:ext cx="2615565" cy="1855470"/>
            </a:xfrm>
            <a:custGeom>
              <a:avLst/>
              <a:gdLst/>
              <a:ahLst/>
              <a:cxnLst/>
              <a:rect l="l" t="t" r="r" b="b"/>
              <a:pathLst>
                <a:path w="2615565" h="1855470">
                  <a:moveTo>
                    <a:pt x="0" y="1762125"/>
                  </a:moveTo>
                  <a:lnTo>
                    <a:pt x="2615565" y="1855470"/>
                  </a:lnTo>
                </a:path>
                <a:path w="2615565" h="1855470">
                  <a:moveTo>
                    <a:pt x="0" y="300989"/>
                  </a:moveTo>
                  <a:lnTo>
                    <a:pt x="2615565" y="0"/>
                  </a:lnTo>
                </a:path>
              </a:pathLst>
            </a:custGeom>
            <a:ln w="1905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833869" y="5532121"/>
            <a:ext cx="4100407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Parameters</a:t>
            </a:r>
            <a:r>
              <a:rPr sz="1867" spc="16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w</a:t>
            </a:r>
            <a:r>
              <a:rPr sz="1867" spc="-10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&amp;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</a:t>
            </a:r>
            <a:r>
              <a:rPr sz="1867" spc="7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of</a:t>
            </a:r>
            <a:r>
              <a:rPr sz="1867" spc="-11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93" dirty="0">
                <a:latin typeface="Verdana"/>
                <a:cs typeface="Verdana"/>
              </a:rPr>
              <a:t> 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𝑙</a:t>
            </a:r>
            <a:r>
              <a:rPr sz="1867" dirty="0">
                <a:latin typeface="Verdana"/>
                <a:cs typeface="Verdana"/>
              </a:rPr>
              <a:t>,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unit</a:t>
            </a:r>
            <a:r>
              <a:rPr sz="1867" spc="-87" dirty="0">
                <a:latin typeface="Verdana"/>
                <a:cs typeface="Verdana"/>
              </a:rPr>
              <a:t> </a:t>
            </a:r>
            <a:r>
              <a:rPr sz="1867" spc="-67" dirty="0">
                <a:solidFill>
                  <a:srgbClr val="7030A0"/>
                </a:solidFill>
                <a:latin typeface="Cambria Math"/>
                <a:cs typeface="Cambria Math"/>
              </a:rPr>
              <a:t>𝑗</a:t>
            </a:r>
            <a:endParaRPr sz="1867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36845" y="3928618"/>
            <a:ext cx="2380827" cy="60884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867" dirty="0">
                <a:latin typeface="Verdana"/>
                <a:cs typeface="Verdana"/>
              </a:rPr>
              <a:t>output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of</a:t>
            </a:r>
            <a:r>
              <a:rPr sz="1867" spc="-8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layer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𝑙</a:t>
            </a:r>
            <a:r>
              <a:rPr sz="1867" spc="12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−</a:t>
            </a:r>
            <a:r>
              <a:rPr sz="1867" spc="-7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1867" spc="-67" dirty="0">
                <a:solidFill>
                  <a:srgbClr val="585858"/>
                </a:solidFill>
                <a:latin typeface="Cambria Math"/>
                <a:cs typeface="Cambria Math"/>
              </a:rPr>
              <a:t>1</a:t>
            </a:r>
            <a:endParaRPr sz="1867">
              <a:latin typeface="Cambria Math"/>
              <a:cs typeface="Cambria Math"/>
            </a:endParaRPr>
          </a:p>
          <a:p>
            <a:pPr marL="16933">
              <a:spcBef>
                <a:spcPts val="67"/>
              </a:spcBef>
            </a:pPr>
            <a:r>
              <a:rPr sz="1867" dirty="0">
                <a:latin typeface="Verdana"/>
                <a:cs typeface="Verdana"/>
              </a:rPr>
              <a:t>(previous</a:t>
            </a:r>
            <a:r>
              <a:rPr sz="1867" spc="-47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layer)</a:t>
            </a:r>
            <a:endParaRPr sz="1867">
              <a:latin typeface="Verdana"/>
              <a:cs typeface="Verdan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5182" y="5309819"/>
            <a:ext cx="2776557" cy="525847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1346944" y="4216061"/>
            <a:ext cx="7137400" cy="1616287"/>
            <a:chOff x="1010208" y="3162045"/>
            <a:chExt cx="5353050" cy="1212215"/>
          </a:xfrm>
        </p:grpSpPr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0208" y="3968838"/>
              <a:ext cx="2492324" cy="40520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552700" y="3352799"/>
              <a:ext cx="3114675" cy="561975"/>
            </a:xfrm>
            <a:custGeom>
              <a:avLst/>
              <a:gdLst/>
              <a:ahLst/>
              <a:cxnLst/>
              <a:rect l="l" t="t" r="r" b="b"/>
              <a:pathLst>
                <a:path w="3114675" h="561975">
                  <a:moveTo>
                    <a:pt x="0" y="561975"/>
                  </a:moveTo>
                  <a:lnTo>
                    <a:pt x="3114675" y="561975"/>
                  </a:lnTo>
                  <a:lnTo>
                    <a:pt x="3114675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9911" y="3162045"/>
              <a:ext cx="728274" cy="13461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6809" y="3162553"/>
              <a:ext cx="2175891" cy="16001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613277" y="3525392"/>
              <a:ext cx="199390" cy="62230"/>
            </a:xfrm>
            <a:custGeom>
              <a:avLst/>
              <a:gdLst/>
              <a:ahLst/>
              <a:cxnLst/>
              <a:rect l="l" t="t" r="r" b="b"/>
              <a:pathLst>
                <a:path w="199389" h="62229">
                  <a:moveTo>
                    <a:pt x="167894" y="0"/>
                  </a:moveTo>
                  <a:lnTo>
                    <a:pt x="161162" y="7492"/>
                  </a:lnTo>
                  <a:lnTo>
                    <a:pt x="1813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81356" y="36829"/>
                  </a:lnTo>
                  <a:lnTo>
                    <a:pt x="161162" y="54228"/>
                  </a:lnTo>
                  <a:lnTo>
                    <a:pt x="167894" y="61721"/>
                  </a:lnTo>
                  <a:lnTo>
                    <a:pt x="199389" y="34543"/>
                  </a:lnTo>
                  <a:lnTo>
                    <a:pt x="199389" y="27304"/>
                  </a:lnTo>
                  <a:lnTo>
                    <a:pt x="16789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4222877" y="3525392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29">
                  <a:moveTo>
                    <a:pt x="91694" y="0"/>
                  </a:moveTo>
                  <a:lnTo>
                    <a:pt x="84962" y="7492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4962" y="54228"/>
                  </a:lnTo>
                  <a:lnTo>
                    <a:pt x="91694" y="61721"/>
                  </a:lnTo>
                  <a:lnTo>
                    <a:pt x="123189" y="34543"/>
                  </a:lnTo>
                  <a:lnTo>
                    <a:pt x="123189" y="27304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404619" y="4619329"/>
            <a:ext cx="6112087" cy="94989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2223291">
              <a:lnSpc>
                <a:spcPts val="2385"/>
              </a:lnSpc>
              <a:spcBef>
                <a:spcPts val="167"/>
              </a:spcBef>
            </a:pPr>
            <a:r>
              <a:rPr sz="4000" baseline="1388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3000" baseline="40740" dirty="0">
                <a:solidFill>
                  <a:srgbClr val="585858"/>
                </a:solidFill>
                <a:latin typeface="Cambria Math"/>
                <a:cs typeface="Cambria Math"/>
              </a:rPr>
              <a:t>[𝑙]</a:t>
            </a:r>
            <a:r>
              <a:rPr sz="3000" spc="-329" baseline="4074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=</a:t>
            </a:r>
            <a:r>
              <a:rPr sz="2667" spc="207" dirty="0"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𝑔(</a:t>
            </a:r>
            <a:r>
              <a:rPr sz="266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3000" baseline="38888" dirty="0">
                <a:solidFill>
                  <a:srgbClr val="585858"/>
                </a:solidFill>
                <a:latin typeface="Cambria Math"/>
                <a:cs typeface="Cambria Math"/>
              </a:rPr>
              <a:t>[𝑙]</a:t>
            </a:r>
            <a:r>
              <a:rPr sz="3000" spc="540" baseline="3888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667" spc="93" dirty="0">
                <a:latin typeface="Cambria Math"/>
                <a:cs typeface="Cambria Math"/>
              </a:rPr>
              <a:t>∙</a:t>
            </a:r>
            <a:r>
              <a:rPr sz="2667" spc="152" dirty="0">
                <a:latin typeface="Cambria Math"/>
                <a:cs typeface="Cambria Math"/>
              </a:rPr>
              <a:t> </a:t>
            </a:r>
            <a:r>
              <a:rPr sz="26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3000" baseline="27777" dirty="0">
                <a:solidFill>
                  <a:srgbClr val="585858"/>
                </a:solidFill>
                <a:latin typeface="Cambria Math"/>
                <a:cs typeface="Cambria Math"/>
              </a:rPr>
              <a:t>[𝑙−1]</a:t>
            </a:r>
            <a:r>
              <a:rPr sz="3000" spc="200" baseline="27777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667" dirty="0">
                <a:latin typeface="Cambria Math"/>
                <a:cs typeface="Cambria Math"/>
              </a:rPr>
              <a:t>+</a:t>
            </a:r>
            <a:r>
              <a:rPr sz="2667" spc="87" dirty="0">
                <a:latin typeface="Cambria Math"/>
                <a:cs typeface="Cambria Math"/>
              </a:rPr>
              <a:t> </a:t>
            </a:r>
            <a:r>
              <a:rPr sz="2667" spc="-27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3000" spc="-40" baseline="38888" dirty="0">
                <a:solidFill>
                  <a:srgbClr val="585858"/>
                </a:solidFill>
                <a:latin typeface="Cambria Math"/>
                <a:cs typeface="Cambria Math"/>
              </a:rPr>
              <a:t>[𝑙]</a:t>
            </a:r>
            <a:r>
              <a:rPr sz="2667" spc="-27" dirty="0">
                <a:latin typeface="Cambria Math"/>
                <a:cs typeface="Cambria Math"/>
              </a:rPr>
              <a:t>)</a:t>
            </a:r>
            <a:endParaRPr sz="2667">
              <a:latin typeface="Cambria Math"/>
              <a:cs typeface="Cambria Math"/>
            </a:endParaRPr>
          </a:p>
          <a:p>
            <a:pPr marL="2388387">
              <a:lnSpc>
                <a:spcPts val="1587"/>
              </a:lnSpc>
              <a:tabLst>
                <a:tab pos="3659202" algn="l"/>
                <a:tab pos="5553148" algn="l"/>
              </a:tabLst>
            </a:pPr>
            <a:r>
              <a:rPr sz="3000" spc="229" baseline="1851" dirty="0">
                <a:solidFill>
                  <a:srgbClr val="7030A0"/>
                </a:solidFill>
                <a:latin typeface="Cambria Math"/>
                <a:cs typeface="Cambria Math"/>
              </a:rPr>
              <a:t>𝑗</a:t>
            </a:r>
            <a:r>
              <a:rPr sz="3000" baseline="1851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000" spc="140" dirty="0">
                <a:solidFill>
                  <a:srgbClr val="7030A0"/>
                </a:solidFill>
                <a:latin typeface="Cambria Math"/>
                <a:cs typeface="Cambria Math"/>
              </a:rPr>
              <a:t>𝑗</a:t>
            </a:r>
            <a:r>
              <a:rPr sz="20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000" spc="152" dirty="0">
                <a:solidFill>
                  <a:srgbClr val="7030A0"/>
                </a:solidFill>
                <a:latin typeface="Cambria Math"/>
                <a:cs typeface="Cambria Math"/>
              </a:rPr>
              <a:t>𝑗</a:t>
            </a:r>
            <a:endParaRPr sz="2000">
              <a:latin typeface="Cambria Math"/>
              <a:cs typeface="Cambria Math"/>
            </a:endParaRPr>
          </a:p>
          <a:p>
            <a:pPr marL="33866">
              <a:spcBef>
                <a:spcPts val="960"/>
              </a:spcBef>
            </a:pPr>
            <a:r>
              <a:rPr sz="1867" spc="-13" dirty="0">
                <a:latin typeface="Verdana"/>
                <a:cs typeface="Verdana"/>
              </a:rPr>
              <a:t>sigmoid</a:t>
            </a:r>
            <a:endParaRPr sz="1867">
              <a:latin typeface="Verdana"/>
              <a:cs typeface="Verdana"/>
            </a:endParaRPr>
          </a:p>
        </p:txBody>
      </p:sp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307" y="1493351"/>
            <a:ext cx="384732" cy="250275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29634" y="1233847"/>
            <a:ext cx="862753" cy="1527107"/>
          </a:xfrm>
          <a:prstGeom prst="rect">
            <a:avLst/>
          </a:prstGeom>
        </p:spPr>
        <p:txBody>
          <a:bodyPr vert="horz" wrap="square" lIns="0" tIns="193887" rIns="0" bIns="0" rtlCol="0">
            <a:spAutoFit/>
          </a:bodyPr>
          <a:lstStyle/>
          <a:p>
            <a:pPr marL="16933">
              <a:spcBef>
                <a:spcPts val="152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05831">
              <a:spcBef>
                <a:spcPts val="1400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  <a:p>
            <a:pPr marL="168481">
              <a:spcBef>
                <a:spcPts val="113"/>
              </a:spcBef>
            </a:pPr>
            <a:r>
              <a:rPr sz="2067" spc="-13" dirty="0">
                <a:solidFill>
                  <a:srgbClr val="FF9300"/>
                </a:solidFill>
                <a:latin typeface="Verdana"/>
                <a:cs typeface="Verdana"/>
              </a:rPr>
              <a:t>input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75194" y="3666489"/>
            <a:ext cx="469053" cy="308632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800" spc="-40" baseline="-29761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1400" spc="-27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772321" y="3896022"/>
            <a:ext cx="190500" cy="58420"/>
          </a:xfrm>
          <a:custGeom>
            <a:avLst/>
            <a:gdLst/>
            <a:ahLst/>
            <a:cxnLst/>
            <a:rect l="l" t="t" r="r" b="b"/>
            <a:pathLst>
              <a:path w="142875" h="43814">
                <a:moveTo>
                  <a:pt x="120650" y="0"/>
                </a:moveTo>
                <a:lnTo>
                  <a:pt x="115950" y="5333"/>
                </a:lnTo>
                <a:lnTo>
                  <a:pt x="130175" y="17652"/>
                </a:lnTo>
                <a:lnTo>
                  <a:pt x="0" y="17652"/>
                </a:lnTo>
                <a:lnTo>
                  <a:pt x="0" y="25907"/>
                </a:lnTo>
                <a:lnTo>
                  <a:pt x="130175" y="25907"/>
                </a:lnTo>
                <a:lnTo>
                  <a:pt x="115950" y="38226"/>
                </a:lnTo>
                <a:lnTo>
                  <a:pt x="120650" y="43560"/>
                </a:lnTo>
                <a:lnTo>
                  <a:pt x="142875" y="24383"/>
                </a:lnTo>
                <a:lnTo>
                  <a:pt x="142875" y="19176"/>
                </a:lnTo>
                <a:lnTo>
                  <a:pt x="120650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3" name="object 73"/>
          <p:cNvSpPr/>
          <p:nvPr/>
        </p:nvSpPr>
        <p:spPr>
          <a:xfrm>
            <a:off x="5369221" y="3896022"/>
            <a:ext cx="114300" cy="58420"/>
          </a:xfrm>
          <a:custGeom>
            <a:avLst/>
            <a:gdLst/>
            <a:ahLst/>
            <a:cxnLst/>
            <a:rect l="l" t="t" r="r" b="b"/>
            <a:pathLst>
              <a:path w="85725" h="43814">
                <a:moveTo>
                  <a:pt x="63500" y="0"/>
                </a:moveTo>
                <a:lnTo>
                  <a:pt x="58800" y="5333"/>
                </a:lnTo>
                <a:lnTo>
                  <a:pt x="73025" y="17652"/>
                </a:lnTo>
                <a:lnTo>
                  <a:pt x="0" y="17652"/>
                </a:lnTo>
                <a:lnTo>
                  <a:pt x="0" y="25907"/>
                </a:lnTo>
                <a:lnTo>
                  <a:pt x="73025" y="25907"/>
                </a:lnTo>
                <a:lnTo>
                  <a:pt x="58800" y="38226"/>
                </a:lnTo>
                <a:lnTo>
                  <a:pt x="63500" y="43560"/>
                </a:lnTo>
                <a:lnTo>
                  <a:pt x="85725" y="24383"/>
                </a:lnTo>
                <a:lnTo>
                  <a:pt x="85725" y="19176"/>
                </a:lnTo>
                <a:lnTo>
                  <a:pt x="635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4" name="object 74"/>
          <p:cNvSpPr txBox="1"/>
          <p:nvPr/>
        </p:nvSpPr>
        <p:spPr>
          <a:xfrm>
            <a:off x="5472346" y="3810001"/>
            <a:ext cx="261620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spc="-33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963668" y="3770969"/>
            <a:ext cx="1419013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173451" algn="l"/>
              </a:tabLst>
            </a:pPr>
            <a:r>
              <a:rPr sz="1400" spc="-3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1400" dirty="0">
                <a:solidFill>
                  <a:srgbClr val="585858"/>
                </a:solidFill>
                <a:latin typeface="Cambria Math"/>
                <a:cs typeface="Cambria Math"/>
              </a:rPr>
              <a:t>	</a:t>
            </a:r>
            <a:r>
              <a:rPr sz="1400" spc="-3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14894" y="3834977"/>
            <a:ext cx="2516293" cy="30869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  <a:tabLst>
                <a:tab pos="1244569" algn="l"/>
                <a:tab pos="1766103" algn="l"/>
              </a:tabLst>
            </a:pPr>
            <a:r>
              <a:rPr sz="2100" baseline="-10582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869" baseline="-10582" dirty="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sz="1867" dirty="0">
                <a:latin typeface="Cambria Math"/>
                <a:cs typeface="Cambria Math"/>
              </a:rPr>
              <a:t>=</a:t>
            </a:r>
            <a:r>
              <a:rPr sz="1867" spc="80" dirty="0">
                <a:latin typeface="Cambria Math"/>
                <a:cs typeface="Cambria Math"/>
              </a:rPr>
              <a:t> </a:t>
            </a:r>
            <a:r>
              <a:rPr sz="1867" spc="-27" dirty="0">
                <a:latin typeface="Cambria Math"/>
                <a:cs typeface="Cambria Math"/>
              </a:rPr>
              <a:t>𝑔(</a:t>
            </a:r>
            <a:r>
              <a:rPr sz="1867" spc="-27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spc="-4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1867" spc="67" dirty="0">
                <a:latin typeface="Cambria Math"/>
                <a:cs typeface="Cambria Math"/>
              </a:rPr>
              <a:t>∙</a:t>
            </a:r>
            <a:r>
              <a:rPr sz="1867" spc="-53" dirty="0">
                <a:latin typeface="Cambria Math"/>
                <a:cs typeface="Cambria Math"/>
              </a:rPr>
              <a:t> </a:t>
            </a:r>
            <a:r>
              <a:rPr sz="18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	</a:t>
            </a:r>
            <a:r>
              <a:rPr sz="1867" dirty="0">
                <a:latin typeface="Cambria Math"/>
                <a:cs typeface="Cambria Math"/>
              </a:rPr>
              <a:t>+</a:t>
            </a:r>
            <a:r>
              <a:rPr sz="1867" spc="-53" dirty="0">
                <a:latin typeface="Cambria Math"/>
                <a:cs typeface="Cambria Math"/>
              </a:rPr>
              <a:t> </a:t>
            </a:r>
            <a:r>
              <a:rPr sz="1867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-23809" dirty="0">
                <a:solidFill>
                  <a:srgbClr val="7030A0"/>
                </a:solidFill>
                <a:latin typeface="Cambria Math"/>
                <a:cs typeface="Cambria Math"/>
              </a:rPr>
              <a:t>2</a:t>
            </a:r>
            <a:r>
              <a:rPr sz="2100" spc="369" baseline="-23809" dirty="0">
                <a:solidFill>
                  <a:srgbClr val="7030A0"/>
                </a:solidFill>
                <a:latin typeface="Cambria Math"/>
                <a:cs typeface="Cambria Math"/>
              </a:rPr>
              <a:t>  </a:t>
            </a:r>
            <a:r>
              <a:rPr sz="1867" spc="-67" dirty="0">
                <a:latin typeface="Cambria Math"/>
                <a:cs typeface="Cambria Math"/>
              </a:rPr>
              <a:t>)</a:t>
            </a:r>
            <a:endParaRPr sz="1867">
              <a:latin typeface="Cambria Math"/>
              <a:cs typeface="Cambria Math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435423" y="2806701"/>
            <a:ext cx="711200" cy="58420"/>
            <a:chOff x="7076567" y="2105025"/>
            <a:chExt cx="533400" cy="43815"/>
          </a:xfrm>
        </p:grpSpPr>
        <p:sp>
          <p:nvSpPr>
            <p:cNvPr id="78" name="object 78"/>
            <p:cNvSpPr/>
            <p:nvPr/>
          </p:nvSpPr>
          <p:spPr>
            <a:xfrm>
              <a:off x="7076567" y="2105025"/>
              <a:ext cx="142875" cy="43815"/>
            </a:xfrm>
            <a:custGeom>
              <a:avLst/>
              <a:gdLst/>
              <a:ahLst/>
              <a:cxnLst/>
              <a:rect l="l" t="t" r="r" b="b"/>
              <a:pathLst>
                <a:path w="142875" h="43814">
                  <a:moveTo>
                    <a:pt x="120650" y="0"/>
                  </a:moveTo>
                  <a:lnTo>
                    <a:pt x="115950" y="5333"/>
                  </a:lnTo>
                  <a:lnTo>
                    <a:pt x="13004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130048" y="25907"/>
                  </a:lnTo>
                  <a:lnTo>
                    <a:pt x="115950" y="38226"/>
                  </a:lnTo>
                  <a:lnTo>
                    <a:pt x="120650" y="43433"/>
                  </a:lnTo>
                  <a:lnTo>
                    <a:pt x="142748" y="24383"/>
                  </a:lnTo>
                  <a:lnTo>
                    <a:pt x="142748" y="19176"/>
                  </a:lnTo>
                  <a:lnTo>
                    <a:pt x="120650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9" name="object 79"/>
            <p:cNvSpPr/>
            <p:nvPr/>
          </p:nvSpPr>
          <p:spPr>
            <a:xfrm>
              <a:off x="7524242" y="2105025"/>
              <a:ext cx="85725" cy="43815"/>
            </a:xfrm>
            <a:custGeom>
              <a:avLst/>
              <a:gdLst/>
              <a:ahLst/>
              <a:cxnLst/>
              <a:rect l="l" t="t" r="r" b="b"/>
              <a:pathLst>
                <a:path w="85725" h="43814">
                  <a:moveTo>
                    <a:pt x="63500" y="0"/>
                  </a:moveTo>
                  <a:lnTo>
                    <a:pt x="58800" y="5333"/>
                  </a:lnTo>
                  <a:lnTo>
                    <a:pt x="72898" y="17652"/>
                  </a:lnTo>
                  <a:lnTo>
                    <a:pt x="0" y="17652"/>
                  </a:lnTo>
                  <a:lnTo>
                    <a:pt x="0" y="25907"/>
                  </a:lnTo>
                  <a:lnTo>
                    <a:pt x="72898" y="25907"/>
                  </a:lnTo>
                  <a:lnTo>
                    <a:pt x="58800" y="38226"/>
                  </a:lnTo>
                  <a:lnTo>
                    <a:pt x="63500" y="43433"/>
                  </a:lnTo>
                  <a:lnTo>
                    <a:pt x="85598" y="24383"/>
                  </a:lnTo>
                  <a:lnTo>
                    <a:pt x="85598" y="19176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520854" y="2748703"/>
            <a:ext cx="2694940" cy="38602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67732">
              <a:lnSpc>
                <a:spcPts val="1653"/>
              </a:lnSpc>
              <a:spcBef>
                <a:spcPts val="167"/>
              </a:spcBef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39682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baseline="1984" dirty="0">
                <a:latin typeface="Cambria Math"/>
                <a:cs typeface="Cambria Math"/>
              </a:rPr>
              <a:t>=</a:t>
            </a:r>
            <a:r>
              <a:rPr sz="2800" spc="20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100" spc="22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38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29" baseline="1984" dirty="0">
                <a:latin typeface="Cambria Math"/>
                <a:cs typeface="Cambria Math"/>
              </a:rPr>
              <a:t> </a:t>
            </a:r>
            <a:r>
              <a:rPr sz="2800" spc="-2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2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2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  <a:p>
            <a:pPr marL="207428">
              <a:lnSpc>
                <a:spcPts val="1092"/>
              </a:lnSpc>
              <a:tabLst>
                <a:tab pos="1114185" algn="l"/>
                <a:tab pos="2271550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sz="2100" baseline="2645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endParaRPr sz="2100" baseline="2645">
              <a:latin typeface="Cambria Math"/>
              <a:cs typeface="Cambria Math"/>
            </a:endParaRPr>
          </a:p>
        </p:txBody>
      </p:sp>
      <p:pic>
        <p:nvPicPr>
          <p:cNvPr id="81" name="object 8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66159" y="1667255"/>
            <a:ext cx="2663951" cy="789093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8520854" y="1286849"/>
            <a:ext cx="2693247" cy="84730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88898">
              <a:lnSpc>
                <a:spcPts val="1653"/>
              </a:lnSpc>
              <a:spcBef>
                <a:spcPts val="167"/>
              </a:spcBef>
            </a:pPr>
            <a:r>
              <a:rPr sz="1867" spc="-33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spc="-49" baseline="39682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49" baseline="1984" dirty="0">
                <a:latin typeface="Cambria Math"/>
                <a:cs typeface="Cambria Math"/>
              </a:rPr>
              <a:t>=</a:t>
            </a:r>
            <a:r>
              <a:rPr sz="2800" spc="1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100" spc="18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4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[2]</a:t>
            </a:r>
            <a:r>
              <a:rPr sz="2100" spc="32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9" baseline="1984" dirty="0">
                <a:latin typeface="Cambria Math"/>
                <a:cs typeface="Cambria Math"/>
              </a:rPr>
              <a:t> </a:t>
            </a:r>
            <a:r>
              <a:rPr sz="2800" spc="-2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spc="-20" baseline="42328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r>
              <a:rPr sz="2800" spc="-20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  <a:p>
            <a:pPr marL="228594">
              <a:lnSpc>
                <a:spcPts val="1092"/>
              </a:lnSpc>
              <a:tabLst>
                <a:tab pos="1095559" algn="l"/>
                <a:tab pos="2252924" algn="l"/>
              </a:tabLst>
            </a:pPr>
            <a:r>
              <a:rPr sz="1400" spc="-67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r>
              <a:rPr sz="2100" baseline="2645" dirty="0">
                <a:solidFill>
                  <a:srgbClr val="7030A0"/>
                </a:solidFill>
                <a:latin typeface="Cambria Math"/>
                <a:cs typeface="Cambria Math"/>
              </a:rPr>
              <a:t>	</a:t>
            </a:r>
            <a:r>
              <a:rPr sz="2100" spc="-100" baseline="2645" dirty="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2100" baseline="2645">
              <a:latin typeface="Cambria Math"/>
              <a:cs typeface="Cambria Math"/>
            </a:endParaRPr>
          </a:p>
          <a:p>
            <a:pPr marL="67732">
              <a:spcBef>
                <a:spcPts val="1400"/>
              </a:spcBef>
            </a:pPr>
            <a:r>
              <a:rPr sz="1867" dirty="0">
                <a:solidFill>
                  <a:srgbClr val="585858"/>
                </a:solidFill>
                <a:latin typeface="Cambria Math"/>
                <a:cs typeface="Cambria Math"/>
              </a:rPr>
              <a:t>𝑎</a:t>
            </a:r>
            <a:r>
              <a:rPr sz="2100" baseline="39682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0" baseline="39682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spc="-269" baseline="39682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800" spc="-269" baseline="1984" dirty="0">
                <a:latin typeface="Cambria Math"/>
                <a:cs typeface="Cambria Math"/>
              </a:rPr>
              <a:t>=</a:t>
            </a:r>
            <a:r>
              <a:rPr sz="2800" spc="13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𝑔(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800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100" spc="180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spc="100" baseline="1984" dirty="0">
                <a:latin typeface="Cambria Math"/>
                <a:cs typeface="Cambria Math"/>
              </a:rPr>
              <a:t>∙</a:t>
            </a:r>
            <a:r>
              <a:rPr sz="2800" spc="-49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baseline="29100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100" spc="329" baseline="29100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800" baseline="1984" dirty="0">
                <a:latin typeface="Cambria Math"/>
                <a:cs typeface="Cambria Math"/>
              </a:rPr>
              <a:t>+</a:t>
            </a:r>
            <a:r>
              <a:rPr sz="2800" spc="-20" baseline="1984" dirty="0">
                <a:latin typeface="Cambria Math"/>
                <a:cs typeface="Cambria Math"/>
              </a:rPr>
              <a:t> </a:t>
            </a:r>
            <a:r>
              <a:rPr sz="2800" baseline="1984" dirty="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sz="2100" baseline="42328" dirty="0">
                <a:solidFill>
                  <a:srgbClr val="585858"/>
                </a:solidFill>
                <a:latin typeface="Cambria Math"/>
                <a:cs typeface="Cambria Math"/>
              </a:rPr>
              <a:t>[</a:t>
            </a:r>
            <a:r>
              <a:rPr sz="2100" spc="789" baseline="42328" dirty="0">
                <a:solidFill>
                  <a:srgbClr val="585858"/>
                </a:solidFill>
                <a:latin typeface="Cambria Math"/>
                <a:cs typeface="Cambria Math"/>
              </a:rPr>
              <a:t> </a:t>
            </a:r>
            <a:r>
              <a:rPr sz="2100" spc="49" baseline="42328" dirty="0">
                <a:solidFill>
                  <a:srgbClr val="585858"/>
                </a:solidFill>
                <a:latin typeface="Cambria Math"/>
                <a:cs typeface="Cambria Math"/>
              </a:rPr>
              <a:t>]</a:t>
            </a:r>
            <a:r>
              <a:rPr sz="2800" spc="49" baseline="1984" dirty="0">
                <a:latin typeface="Cambria Math"/>
                <a:cs typeface="Cambria Math"/>
              </a:rPr>
              <a:t>)</a:t>
            </a:r>
            <a:endParaRPr sz="2800" baseline="1984">
              <a:latin typeface="Cambria Math"/>
              <a:cs typeface="Cambria Math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1236791" y="1914144"/>
            <a:ext cx="164252" cy="82973"/>
          </a:xfrm>
          <a:custGeom>
            <a:avLst/>
            <a:gdLst/>
            <a:ahLst/>
            <a:cxnLst/>
            <a:rect l="l" t="t" r="r" b="b"/>
            <a:pathLst>
              <a:path w="123190" h="62230">
                <a:moveTo>
                  <a:pt x="91693" y="0"/>
                </a:moveTo>
                <a:lnTo>
                  <a:pt x="84962" y="7492"/>
                </a:lnTo>
                <a:lnTo>
                  <a:pt x="105155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55" y="36702"/>
                </a:lnTo>
                <a:lnTo>
                  <a:pt x="84962" y="54228"/>
                </a:lnTo>
                <a:lnTo>
                  <a:pt x="91693" y="61721"/>
                </a:lnTo>
                <a:lnTo>
                  <a:pt x="123189" y="34543"/>
                </a:lnTo>
                <a:lnTo>
                  <a:pt x="123189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4" name="object 84"/>
          <p:cNvSpPr txBox="1"/>
          <p:nvPr/>
        </p:nvSpPr>
        <p:spPr>
          <a:xfrm>
            <a:off x="11231541" y="1828038"/>
            <a:ext cx="20150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585858"/>
                </a:solidFill>
                <a:latin typeface="Cambria Math"/>
                <a:cs typeface="Cambria Math"/>
              </a:rPr>
              <a:t>a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  <p:sp>
        <p:nvSpPr>
          <p:cNvPr id="85" name="object 85"/>
          <p:cNvSpPr txBox="1"/>
          <p:nvPr/>
        </p:nvSpPr>
        <p:spPr>
          <a:xfrm>
            <a:off x="11396642" y="1789430"/>
            <a:ext cx="364913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spc="-33" dirty="0">
                <a:solidFill>
                  <a:srgbClr val="585858"/>
                </a:solidFill>
                <a:latin typeface="Cambria Math"/>
                <a:cs typeface="Cambria Math"/>
              </a:rPr>
              <a:t>[3]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12045" y="1309235"/>
            <a:ext cx="985520" cy="1049070"/>
          </a:xfrm>
          <a:prstGeom prst="rect">
            <a:avLst/>
          </a:prstGeom>
        </p:spPr>
        <p:txBody>
          <a:bodyPr vert="horz" wrap="square" lIns="0" tIns="22860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80"/>
              </a:spcBef>
            </a:pPr>
            <a:r>
              <a:rPr sz="6667" spc="-33" dirty="0">
                <a:solidFill>
                  <a:srgbClr val="000000"/>
                </a:solidFill>
                <a:latin typeface="Century Schoolbook"/>
                <a:cs typeface="Century Schoolbook"/>
              </a:rPr>
              <a:t>AI</a:t>
            </a:r>
            <a:endParaRPr sz="6667">
              <a:latin typeface="Century Schoolbook"/>
              <a:cs typeface="Century Schoolboo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44297" y="2305135"/>
            <a:ext cx="4754880" cy="925407"/>
            <a:chOff x="2808223" y="1728851"/>
            <a:chExt cx="3566160" cy="694055"/>
          </a:xfrm>
        </p:grpSpPr>
        <p:sp>
          <p:nvSpPr>
            <p:cNvPr id="4" name="object 4"/>
            <p:cNvSpPr/>
            <p:nvPr/>
          </p:nvSpPr>
          <p:spPr>
            <a:xfrm>
              <a:off x="4580000" y="1728851"/>
              <a:ext cx="12700" cy="351155"/>
            </a:xfrm>
            <a:custGeom>
              <a:avLst/>
              <a:gdLst/>
              <a:ahLst/>
              <a:cxnLst/>
              <a:rect l="l" t="t" r="r" b="b"/>
              <a:pathLst>
                <a:path w="12700" h="351155">
                  <a:moveTo>
                    <a:pt x="0" y="350647"/>
                  </a:moveTo>
                  <a:lnTo>
                    <a:pt x="12700" y="350647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350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4576825" y="2071751"/>
              <a:ext cx="1790700" cy="351155"/>
            </a:xfrm>
            <a:custGeom>
              <a:avLst/>
              <a:gdLst/>
              <a:ahLst/>
              <a:cxnLst/>
              <a:rect l="l" t="t" r="r" b="b"/>
              <a:pathLst>
                <a:path w="1790700" h="351155">
                  <a:moveTo>
                    <a:pt x="0" y="10032"/>
                  </a:moveTo>
                  <a:lnTo>
                    <a:pt x="1784603" y="9525"/>
                  </a:lnTo>
                </a:path>
                <a:path w="1790700" h="351155">
                  <a:moveTo>
                    <a:pt x="1790700" y="0"/>
                  </a:moveTo>
                  <a:lnTo>
                    <a:pt x="1790700" y="35064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579873" y="1728851"/>
              <a:ext cx="13335" cy="351155"/>
            </a:xfrm>
            <a:custGeom>
              <a:avLst/>
              <a:gdLst/>
              <a:ahLst/>
              <a:cxnLst/>
              <a:rect l="l" t="t" r="r" b="b"/>
              <a:pathLst>
                <a:path w="13335" h="351155">
                  <a:moveTo>
                    <a:pt x="0" y="350647"/>
                  </a:moveTo>
                  <a:lnTo>
                    <a:pt x="12826" y="350647"/>
                  </a:lnTo>
                  <a:lnTo>
                    <a:pt x="12826" y="0"/>
                  </a:lnTo>
                  <a:lnTo>
                    <a:pt x="0" y="0"/>
                  </a:lnTo>
                  <a:lnTo>
                    <a:pt x="0" y="350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814573" y="2071751"/>
              <a:ext cx="1777364" cy="351155"/>
            </a:xfrm>
            <a:custGeom>
              <a:avLst/>
              <a:gdLst/>
              <a:ahLst/>
              <a:cxnLst/>
              <a:rect l="l" t="t" r="r" b="b"/>
              <a:pathLst>
                <a:path w="1777364" h="351155">
                  <a:moveTo>
                    <a:pt x="1776856" y="10032"/>
                  </a:moveTo>
                  <a:lnTo>
                    <a:pt x="126" y="9525"/>
                  </a:lnTo>
                </a:path>
                <a:path w="1777364" h="351155">
                  <a:moveTo>
                    <a:pt x="126" y="0"/>
                  </a:moveTo>
                  <a:lnTo>
                    <a:pt x="0" y="35064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66283" y="3212338"/>
            <a:ext cx="4767580" cy="2689818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88802" algn="ctr">
              <a:lnSpc>
                <a:spcPts val="6993"/>
              </a:lnSpc>
              <a:spcBef>
                <a:spcPts val="173"/>
              </a:spcBef>
            </a:pPr>
            <a:r>
              <a:rPr sz="5867" spc="-33" dirty="0">
                <a:latin typeface="Century Schoolbook"/>
                <a:cs typeface="Century Schoolbook"/>
              </a:rPr>
              <a:t>ANI</a:t>
            </a:r>
            <a:endParaRPr sz="5867">
              <a:latin typeface="Century Schoolbook"/>
              <a:cs typeface="Century Schoolbook"/>
            </a:endParaRPr>
          </a:p>
          <a:p>
            <a:pPr marL="16933">
              <a:lnSpc>
                <a:spcPts val="3153"/>
              </a:lnSpc>
            </a:pPr>
            <a:r>
              <a:rPr sz="2667" dirty="0">
                <a:latin typeface="Century Schoolbook"/>
                <a:cs typeface="Century Schoolbook"/>
              </a:rPr>
              <a:t>(artificial</a:t>
            </a:r>
            <a:r>
              <a:rPr sz="2667" spc="-33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narrow</a:t>
            </a:r>
            <a:r>
              <a:rPr sz="2667" spc="-87" dirty="0">
                <a:latin typeface="Century Schoolbook"/>
                <a:cs typeface="Century Schoolbook"/>
              </a:rPr>
              <a:t> </a:t>
            </a:r>
            <a:r>
              <a:rPr sz="2667" spc="-13" dirty="0">
                <a:latin typeface="Century Schoolbook"/>
                <a:cs typeface="Century Schoolbook"/>
              </a:rPr>
              <a:t>intelligence)</a:t>
            </a:r>
            <a:endParaRPr sz="2667">
              <a:latin typeface="Century Schoolbook"/>
              <a:cs typeface="Century Schoolbook"/>
            </a:endParaRPr>
          </a:p>
          <a:p>
            <a:pPr marL="305639" marR="33019" indent="622284">
              <a:spcBef>
                <a:spcPts val="987"/>
              </a:spcBef>
            </a:pPr>
            <a:r>
              <a:rPr sz="2667" dirty="0">
                <a:latin typeface="Century Schoolbook"/>
                <a:cs typeface="Century Schoolbook"/>
              </a:rPr>
              <a:t>E.g.,</a:t>
            </a:r>
            <a:r>
              <a:rPr sz="2667" spc="-40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smart</a:t>
            </a:r>
            <a:r>
              <a:rPr sz="2667" spc="-40" dirty="0">
                <a:latin typeface="Century Schoolbook"/>
                <a:cs typeface="Century Schoolbook"/>
              </a:rPr>
              <a:t> </a:t>
            </a:r>
            <a:r>
              <a:rPr sz="2667" spc="-13" dirty="0">
                <a:latin typeface="Century Schoolbook"/>
                <a:cs typeface="Century Schoolbook"/>
              </a:rPr>
              <a:t>speaker, </a:t>
            </a:r>
            <a:r>
              <a:rPr sz="2667" dirty="0">
                <a:latin typeface="Century Schoolbook"/>
                <a:cs typeface="Century Schoolbook"/>
              </a:rPr>
              <a:t>self-driving</a:t>
            </a:r>
            <a:r>
              <a:rPr sz="2667" spc="-207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car,</a:t>
            </a:r>
            <a:r>
              <a:rPr sz="2667" spc="47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web</a:t>
            </a:r>
            <a:r>
              <a:rPr sz="2667" spc="-27" dirty="0">
                <a:latin typeface="Century Schoolbook"/>
                <a:cs typeface="Century Schoolbook"/>
              </a:rPr>
              <a:t> </a:t>
            </a:r>
            <a:r>
              <a:rPr sz="2667" spc="-13" dirty="0">
                <a:latin typeface="Century Schoolbook"/>
                <a:cs typeface="Century Schoolbook"/>
              </a:rPr>
              <a:t>search, </a:t>
            </a:r>
            <a:r>
              <a:rPr sz="2667" dirty="0">
                <a:latin typeface="Century Schoolbook"/>
                <a:cs typeface="Century Schoolbook"/>
              </a:rPr>
              <a:t>AI</a:t>
            </a:r>
            <a:r>
              <a:rPr sz="2667" spc="-53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in farming</a:t>
            </a:r>
            <a:r>
              <a:rPr sz="2667" spc="-113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and </a:t>
            </a:r>
            <a:r>
              <a:rPr sz="2667" spc="-13" dirty="0">
                <a:latin typeface="Century Schoolbook"/>
                <a:cs typeface="Century Schoolbook"/>
              </a:rPr>
              <a:t>factories</a:t>
            </a:r>
            <a:endParaRPr sz="2667">
              <a:latin typeface="Century Schoolbook"/>
              <a:cs typeface="Century Schoolboo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  <p:sp>
        <p:nvSpPr>
          <p:cNvPr id="9" name="object 9"/>
          <p:cNvSpPr txBox="1"/>
          <p:nvPr/>
        </p:nvSpPr>
        <p:spPr>
          <a:xfrm>
            <a:off x="6573520" y="3212337"/>
            <a:ext cx="4812453" cy="1894600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195462">
              <a:lnSpc>
                <a:spcPts val="6973"/>
              </a:lnSpc>
              <a:spcBef>
                <a:spcPts val="173"/>
              </a:spcBef>
            </a:pPr>
            <a:r>
              <a:rPr sz="5867" spc="-33" dirty="0">
                <a:latin typeface="Century Schoolbook"/>
                <a:cs typeface="Century Schoolbook"/>
              </a:rPr>
              <a:t>AGI</a:t>
            </a:r>
            <a:endParaRPr sz="5867">
              <a:latin typeface="Century Schoolbook"/>
              <a:cs typeface="Century Schoolbook"/>
            </a:endParaRPr>
          </a:p>
          <a:p>
            <a:pPr marL="16933">
              <a:lnSpc>
                <a:spcPts val="3133"/>
              </a:lnSpc>
            </a:pPr>
            <a:r>
              <a:rPr sz="2667" dirty="0">
                <a:latin typeface="Century Schoolbook"/>
                <a:cs typeface="Century Schoolbook"/>
              </a:rPr>
              <a:t>(artificial</a:t>
            </a:r>
            <a:r>
              <a:rPr sz="2667" spc="-13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general</a:t>
            </a:r>
            <a:r>
              <a:rPr sz="2667" spc="-140" dirty="0">
                <a:latin typeface="Century Schoolbook"/>
                <a:cs typeface="Century Schoolbook"/>
              </a:rPr>
              <a:t> </a:t>
            </a:r>
            <a:r>
              <a:rPr sz="2667" spc="-13" dirty="0">
                <a:latin typeface="Century Schoolbook"/>
                <a:cs typeface="Century Schoolbook"/>
              </a:rPr>
              <a:t>intelligence)</a:t>
            </a:r>
            <a:endParaRPr sz="2667">
              <a:latin typeface="Century Schoolbook"/>
              <a:cs typeface="Century Schoolbook"/>
            </a:endParaRPr>
          </a:p>
          <a:p>
            <a:pPr marL="57572">
              <a:spcBef>
                <a:spcPts val="1320"/>
              </a:spcBef>
            </a:pPr>
            <a:r>
              <a:rPr sz="2667" dirty="0">
                <a:latin typeface="Century Schoolbook"/>
                <a:cs typeface="Century Schoolbook"/>
              </a:rPr>
              <a:t>Do</a:t>
            </a:r>
            <a:r>
              <a:rPr sz="2667" spc="27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anything</a:t>
            </a:r>
            <a:r>
              <a:rPr sz="2667" spc="-207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a</a:t>
            </a:r>
            <a:r>
              <a:rPr sz="2667" spc="93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human</a:t>
            </a:r>
            <a:r>
              <a:rPr sz="2667" spc="-87" dirty="0">
                <a:latin typeface="Century Schoolbook"/>
                <a:cs typeface="Century Schoolbook"/>
              </a:rPr>
              <a:t> </a:t>
            </a:r>
            <a:r>
              <a:rPr sz="2667" dirty="0">
                <a:latin typeface="Century Schoolbook"/>
                <a:cs typeface="Century Schoolbook"/>
              </a:rPr>
              <a:t>can</a:t>
            </a:r>
            <a:r>
              <a:rPr sz="2667" spc="33" dirty="0">
                <a:latin typeface="Century Schoolbook"/>
                <a:cs typeface="Century Schoolbook"/>
              </a:rPr>
              <a:t> </a:t>
            </a:r>
            <a:r>
              <a:rPr sz="2667" spc="-33" dirty="0">
                <a:latin typeface="Century Schoolbook"/>
                <a:cs typeface="Century Schoolbook"/>
              </a:rPr>
              <a:t>do</a:t>
            </a:r>
            <a:endParaRPr sz="2667">
              <a:latin typeface="Century Schoolbook"/>
              <a:cs typeface="Century School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664" y="5739129"/>
            <a:ext cx="5815753" cy="247141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467" dirty="0">
                <a:latin typeface="Verdana"/>
                <a:cs typeface="Verdana"/>
              </a:rPr>
              <a:t>image</a:t>
            </a:r>
            <a:r>
              <a:rPr sz="1467" spc="113" dirty="0">
                <a:latin typeface="Verdana"/>
                <a:cs typeface="Verdana"/>
              </a:rPr>
              <a:t> </a:t>
            </a:r>
            <a:r>
              <a:rPr sz="1467" dirty="0">
                <a:latin typeface="Verdana"/>
                <a:cs typeface="Verdana"/>
              </a:rPr>
              <a:t>source:</a:t>
            </a:r>
            <a:r>
              <a:rPr sz="1467" spc="-127" dirty="0">
                <a:latin typeface="Verdana"/>
                <a:cs typeface="Verdana"/>
              </a:rPr>
              <a:t> </a:t>
            </a:r>
            <a:r>
              <a:rPr sz="1467" dirty="0">
                <a:latin typeface="Verdana"/>
                <a:cs typeface="Verdana"/>
                <a:hlinkClick r:id="rId2"/>
              </a:rPr>
              <a:t>https://biologydictionary.net/sensory-</a:t>
            </a:r>
            <a:r>
              <a:rPr sz="1467" spc="-13" dirty="0">
                <a:latin typeface="Verdana"/>
                <a:cs typeface="Verdana"/>
                <a:hlinkClick r:id="rId2"/>
              </a:rPr>
              <a:t>neuron/</a:t>
            </a:r>
            <a:endParaRPr sz="1467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00701" y="2118868"/>
            <a:ext cx="5295900" cy="2015913"/>
            <a:chOff x="825525" y="1589150"/>
            <a:chExt cx="3971925" cy="15119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74" y="1943099"/>
              <a:ext cx="1943100" cy="1009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5500" y="2250820"/>
              <a:ext cx="1431671" cy="6210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4094" y="2357246"/>
              <a:ext cx="544576" cy="2197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6167" y="2845434"/>
              <a:ext cx="1297371" cy="2551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525" y="1589150"/>
              <a:ext cx="837288" cy="3802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7165" y="2024633"/>
              <a:ext cx="921537" cy="3652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7433" y="2507361"/>
              <a:ext cx="1417870" cy="2470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67124" y="1496907"/>
            <a:ext cx="109135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13" dirty="0">
                <a:solidFill>
                  <a:srgbClr val="FF9300"/>
                </a:solidFill>
                <a:latin typeface="Verdana"/>
                <a:cs typeface="Verdana"/>
              </a:rPr>
              <a:t>inputs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3467" y="1496907"/>
            <a:ext cx="1341967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13" dirty="0">
                <a:solidFill>
                  <a:srgbClr val="FF40FF"/>
                </a:solidFill>
                <a:latin typeface="Verdana"/>
                <a:cs typeface="Verdana"/>
              </a:rPr>
              <a:t>outputs</a:t>
            </a:r>
            <a:endParaRPr sz="2667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0984" y="2567770"/>
            <a:ext cx="1099525" cy="30937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787981" y="546100"/>
            <a:ext cx="1082887" cy="5124872"/>
            <a:chOff x="4340985" y="409575"/>
            <a:chExt cx="812165" cy="3843654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0985" y="1958213"/>
              <a:ext cx="751079" cy="1682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33975" y="409575"/>
              <a:ext cx="0" cy="3843654"/>
            </a:xfrm>
            <a:custGeom>
              <a:avLst/>
              <a:gdLst/>
              <a:ahLst/>
              <a:cxnLst/>
              <a:rect l="l" t="t" r="r" b="b"/>
              <a:pathLst>
                <a:path h="3843654">
                  <a:moveTo>
                    <a:pt x="0" y="0"/>
                  </a:moveTo>
                  <a:lnTo>
                    <a:pt x="0" y="3843451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94973" y="641773"/>
            <a:ext cx="4502572" cy="1291999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66598" marR="6773">
              <a:spcBef>
                <a:spcPts val="173"/>
              </a:spcBef>
            </a:pPr>
            <a:r>
              <a:rPr sz="2667" dirty="0">
                <a:latin typeface="Verdana"/>
                <a:cs typeface="Verdana"/>
              </a:rPr>
              <a:t>Simplified</a:t>
            </a:r>
            <a:r>
              <a:rPr sz="2667" spc="-140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mathematical </a:t>
            </a:r>
            <a:r>
              <a:rPr sz="2667" dirty="0">
                <a:latin typeface="Verdana"/>
                <a:cs typeface="Verdana"/>
              </a:rPr>
              <a:t>model</a:t>
            </a:r>
            <a:r>
              <a:rPr sz="2667" spc="-8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of</a:t>
            </a:r>
            <a:r>
              <a:rPr sz="2667" spc="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a</a:t>
            </a:r>
            <a:r>
              <a:rPr sz="2667" spc="-73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neuron</a:t>
            </a:r>
            <a:endParaRPr sz="2667">
              <a:latin typeface="Verdana"/>
              <a:cs typeface="Verdana"/>
            </a:endParaRPr>
          </a:p>
          <a:p>
            <a:pPr marL="16933">
              <a:spcBef>
                <a:spcPts val="333"/>
              </a:spcBef>
              <a:tabLst>
                <a:tab pos="2241917" algn="l"/>
              </a:tabLst>
            </a:pPr>
            <a:r>
              <a:rPr sz="2667" spc="-13" dirty="0">
                <a:solidFill>
                  <a:srgbClr val="FF9300"/>
                </a:solidFill>
                <a:latin typeface="Verdana"/>
                <a:cs typeface="Verdana"/>
              </a:rPr>
              <a:t>inputs</a:t>
            </a:r>
            <a:r>
              <a:rPr sz="2667" dirty="0">
                <a:solidFill>
                  <a:srgbClr val="FF9300"/>
                </a:solidFill>
                <a:latin typeface="Verdana"/>
                <a:cs typeface="Verdana"/>
              </a:rPr>
              <a:t>	</a:t>
            </a:r>
            <a:r>
              <a:rPr sz="2667" spc="-13" dirty="0">
                <a:solidFill>
                  <a:srgbClr val="FF40FF"/>
                </a:solidFill>
                <a:latin typeface="Verdana"/>
                <a:cs typeface="Verdana"/>
              </a:rPr>
              <a:t>outputs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15300" y="33782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9753601" y="2744555"/>
            <a:ext cx="1231900" cy="1042247"/>
            <a:chOff x="7315200" y="2058416"/>
            <a:chExt cx="923925" cy="781685"/>
          </a:xfrm>
        </p:grpSpPr>
        <p:sp>
          <p:nvSpPr>
            <p:cNvPr id="20" name="object 20"/>
            <p:cNvSpPr/>
            <p:nvPr/>
          </p:nvSpPr>
          <p:spPr>
            <a:xfrm>
              <a:off x="7315200" y="2533650"/>
              <a:ext cx="365760" cy="114300"/>
            </a:xfrm>
            <a:custGeom>
              <a:avLst/>
              <a:gdLst/>
              <a:ahLst/>
              <a:cxnLst/>
              <a:rect l="l" t="t" r="r" b="b"/>
              <a:pathLst>
                <a:path w="365759" h="114300">
                  <a:moveTo>
                    <a:pt x="251459" y="0"/>
                  </a:moveTo>
                  <a:lnTo>
                    <a:pt x="251459" y="114300"/>
                  </a:lnTo>
                  <a:lnTo>
                    <a:pt x="327659" y="76200"/>
                  </a:lnTo>
                  <a:lnTo>
                    <a:pt x="270509" y="76200"/>
                  </a:lnTo>
                  <a:lnTo>
                    <a:pt x="270509" y="38100"/>
                  </a:lnTo>
                  <a:lnTo>
                    <a:pt x="327659" y="38100"/>
                  </a:lnTo>
                  <a:lnTo>
                    <a:pt x="251459" y="0"/>
                  </a:lnTo>
                  <a:close/>
                </a:path>
                <a:path w="365759" h="114300">
                  <a:moveTo>
                    <a:pt x="25145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51459" y="76200"/>
                  </a:lnTo>
                  <a:lnTo>
                    <a:pt x="251459" y="38100"/>
                  </a:lnTo>
                  <a:close/>
                </a:path>
                <a:path w="365759" h="114300">
                  <a:moveTo>
                    <a:pt x="327659" y="38100"/>
                  </a:moveTo>
                  <a:lnTo>
                    <a:pt x="270509" y="38100"/>
                  </a:lnTo>
                  <a:lnTo>
                    <a:pt x="270509" y="76200"/>
                  </a:lnTo>
                  <a:lnTo>
                    <a:pt x="327659" y="76200"/>
                  </a:lnTo>
                  <a:lnTo>
                    <a:pt x="365759" y="57150"/>
                  </a:lnTo>
                  <a:lnTo>
                    <a:pt x="327659" y="381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81290" y="2432685"/>
              <a:ext cx="311657" cy="30861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82839" y="2058416"/>
              <a:ext cx="172152" cy="1828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68497" y="2173097"/>
              <a:ext cx="870246" cy="666750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66724" y="2967059"/>
            <a:ext cx="906440" cy="2065867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320800" y="656153"/>
            <a:ext cx="2973493" cy="432661"/>
          </a:xfrm>
          <a:prstGeom prst="rect">
            <a:avLst/>
          </a:prstGeom>
        </p:spPr>
        <p:txBody>
          <a:bodyPr vert="horz" wrap="square" lIns="0" tIns="2201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z="2667" dirty="0">
                <a:solidFill>
                  <a:srgbClr val="000000"/>
                </a:solidFill>
              </a:rPr>
              <a:t>Biological</a:t>
            </a:r>
            <a:r>
              <a:rPr sz="2667" spc="-73" dirty="0">
                <a:solidFill>
                  <a:srgbClr val="000000"/>
                </a:solidFill>
              </a:rPr>
              <a:t> </a:t>
            </a:r>
            <a:r>
              <a:rPr sz="2667" spc="-13" dirty="0">
                <a:solidFill>
                  <a:srgbClr val="000000"/>
                </a:solidFill>
              </a:rPr>
              <a:t>neuron</a:t>
            </a:r>
            <a:endParaRPr sz="2667"/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3768" y="3204125"/>
            <a:ext cx="432913" cy="2032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704837" y="3321303"/>
            <a:ext cx="297687" cy="28955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56676" y="2493434"/>
            <a:ext cx="1409056" cy="3261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904496" y="2841582"/>
            <a:ext cx="360832" cy="32342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785101" y="2273300"/>
            <a:ext cx="241300" cy="228600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2496" y="1560034"/>
            <a:ext cx="12923520" cy="695062"/>
          </a:xfrm>
          <a:prstGeom prst="rect">
            <a:avLst/>
          </a:prstGeom>
        </p:spPr>
        <p:txBody>
          <a:bodyPr vert="horz" wrap="square" lIns="0" tIns="17780" rIns="0" bIns="0" rtlCol="0" anchor="b">
            <a:spAutoFit/>
          </a:bodyPr>
          <a:lstStyle/>
          <a:p>
            <a:pPr marL="1071853">
              <a:lnSpc>
                <a:spcPct val="100000"/>
              </a:lnSpc>
              <a:spcBef>
                <a:spcPts val="140"/>
              </a:spcBef>
            </a:pPr>
            <a:r>
              <a:rPr dirty="0"/>
              <a:t>Neural</a:t>
            </a:r>
            <a:r>
              <a:rPr spc="-87" dirty="0"/>
              <a:t> </a:t>
            </a:r>
            <a:r>
              <a:rPr dirty="0"/>
              <a:t>network</a:t>
            </a:r>
            <a:r>
              <a:rPr spc="-13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the</a:t>
            </a:r>
            <a:r>
              <a:rPr spc="-33" dirty="0"/>
              <a:t> </a:t>
            </a:r>
            <a:r>
              <a:rPr spc="-13" dirty="0"/>
              <a:t>brain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700" y="2118868"/>
            <a:ext cx="3337560" cy="2015913"/>
            <a:chOff x="825525" y="1589150"/>
            <a:chExt cx="2503170" cy="151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1943099"/>
              <a:ext cx="1943100" cy="10096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4094" y="2357246"/>
              <a:ext cx="544576" cy="2197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6167" y="2845434"/>
              <a:ext cx="1297371" cy="2551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25" y="1589150"/>
              <a:ext cx="837288" cy="3802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7165" y="2024633"/>
              <a:ext cx="921537" cy="3652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7433" y="2507361"/>
              <a:ext cx="1417870" cy="247014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3768" y="3204125"/>
            <a:ext cx="432913" cy="2032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26081" y="1387771"/>
            <a:ext cx="5578687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dirty="0">
                <a:latin typeface="Verdana"/>
                <a:cs typeface="Verdana"/>
              </a:rPr>
              <a:t>Can</a:t>
            </a:r>
            <a:r>
              <a:rPr sz="2667" spc="-2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we</a:t>
            </a:r>
            <a:r>
              <a:rPr sz="2667" spc="-3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mimic</a:t>
            </a:r>
            <a:r>
              <a:rPr sz="2667" spc="80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the</a:t>
            </a:r>
            <a:r>
              <a:rPr sz="2667" spc="-13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human</a:t>
            </a:r>
            <a:r>
              <a:rPr sz="2667" spc="-27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brain?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69311" y="2871555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492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5089" y="54228"/>
                </a:lnTo>
                <a:lnTo>
                  <a:pt x="91693" y="61848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7259829" y="2787142"/>
            <a:ext cx="200660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6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667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50801" y="2847001"/>
            <a:ext cx="770467" cy="770467"/>
            <a:chOff x="5888101" y="2135251"/>
            <a:chExt cx="577850" cy="577850"/>
          </a:xfrm>
        </p:grpSpPr>
        <p:sp>
          <p:nvSpPr>
            <p:cNvPr id="15" name="object 15"/>
            <p:cNvSpPr/>
            <p:nvPr/>
          </p:nvSpPr>
          <p:spPr>
            <a:xfrm>
              <a:off x="5900801" y="21479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460248" y="0"/>
                  </a:lnTo>
                  <a:lnTo>
                    <a:pt x="496139" y="7225"/>
                  </a:lnTo>
                  <a:lnTo>
                    <a:pt x="525446" y="26939"/>
                  </a:lnTo>
                  <a:lnTo>
                    <a:pt x="545205" y="56203"/>
                  </a:lnTo>
                  <a:lnTo>
                    <a:pt x="552450" y="92075"/>
                  </a:lnTo>
                  <a:lnTo>
                    <a:pt x="552450" y="460248"/>
                  </a:lnTo>
                  <a:lnTo>
                    <a:pt x="545205" y="496139"/>
                  </a:lnTo>
                  <a:lnTo>
                    <a:pt x="525446" y="525446"/>
                  </a:lnTo>
                  <a:lnTo>
                    <a:pt x="496139" y="545205"/>
                  </a:lnTo>
                  <a:lnTo>
                    <a:pt x="460248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996051" y="2233676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180975"/>
                  </a:moveTo>
                  <a:lnTo>
                    <a:pt x="6455" y="132820"/>
                  </a:lnTo>
                  <a:lnTo>
                    <a:pt x="24680" y="89577"/>
                  </a:lnTo>
                  <a:lnTo>
                    <a:pt x="52959" y="52959"/>
                  </a:lnTo>
                  <a:lnTo>
                    <a:pt x="89577" y="24680"/>
                  </a:lnTo>
                  <a:lnTo>
                    <a:pt x="132820" y="6455"/>
                  </a:lnTo>
                  <a:lnTo>
                    <a:pt x="180975" y="0"/>
                  </a:lnTo>
                  <a:lnTo>
                    <a:pt x="229085" y="6455"/>
                  </a:lnTo>
                  <a:lnTo>
                    <a:pt x="272316" y="24680"/>
                  </a:lnTo>
                  <a:lnTo>
                    <a:pt x="308943" y="52958"/>
                  </a:lnTo>
                  <a:lnTo>
                    <a:pt x="337241" y="89577"/>
                  </a:lnTo>
                  <a:lnTo>
                    <a:pt x="355485" y="132820"/>
                  </a:lnTo>
                  <a:lnTo>
                    <a:pt x="361950" y="180975"/>
                  </a:lnTo>
                  <a:lnTo>
                    <a:pt x="355485" y="229085"/>
                  </a:lnTo>
                  <a:lnTo>
                    <a:pt x="337241" y="272316"/>
                  </a:lnTo>
                  <a:lnTo>
                    <a:pt x="308943" y="308943"/>
                  </a:lnTo>
                  <a:lnTo>
                    <a:pt x="272316" y="337241"/>
                  </a:lnTo>
                  <a:lnTo>
                    <a:pt x="229085" y="355485"/>
                  </a:lnTo>
                  <a:lnTo>
                    <a:pt x="180975" y="361950"/>
                  </a:lnTo>
                  <a:lnTo>
                    <a:pt x="132820" y="355485"/>
                  </a:lnTo>
                  <a:lnTo>
                    <a:pt x="89577" y="337241"/>
                  </a:lnTo>
                  <a:lnTo>
                    <a:pt x="52959" y="308943"/>
                  </a:lnTo>
                  <a:lnTo>
                    <a:pt x="24680" y="272316"/>
                  </a:lnTo>
                  <a:lnTo>
                    <a:pt x="6455" y="229085"/>
                  </a:lnTo>
                  <a:lnTo>
                    <a:pt x="0" y="180975"/>
                  </a:lnTo>
                  <a:close/>
                </a:path>
              </a:pathLst>
            </a:custGeom>
            <a:ln w="25400">
              <a:solidFill>
                <a:srgbClr val="0D5BDC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/>
          <p:nvPr/>
        </p:nvSpPr>
        <p:spPr>
          <a:xfrm>
            <a:off x="7137400" y="31750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60" h="114300">
                <a:moveTo>
                  <a:pt x="251460" y="0"/>
                </a:moveTo>
                <a:lnTo>
                  <a:pt x="251460" y="114300"/>
                </a:lnTo>
                <a:lnTo>
                  <a:pt x="327660" y="76200"/>
                </a:lnTo>
                <a:lnTo>
                  <a:pt x="270510" y="76200"/>
                </a:lnTo>
                <a:lnTo>
                  <a:pt x="270510" y="38100"/>
                </a:lnTo>
                <a:lnTo>
                  <a:pt x="327660" y="38100"/>
                </a:lnTo>
                <a:lnTo>
                  <a:pt x="251460" y="0"/>
                </a:lnTo>
                <a:close/>
              </a:path>
              <a:path w="365760" h="114300">
                <a:moveTo>
                  <a:pt x="25146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60" y="76200"/>
                </a:lnTo>
                <a:lnTo>
                  <a:pt x="251460" y="38100"/>
                </a:lnTo>
                <a:close/>
              </a:path>
              <a:path w="365760" h="114300">
                <a:moveTo>
                  <a:pt x="327660" y="38100"/>
                </a:moveTo>
                <a:lnTo>
                  <a:pt x="270510" y="38100"/>
                </a:lnTo>
                <a:lnTo>
                  <a:pt x="270510" y="76200"/>
                </a:lnTo>
                <a:lnTo>
                  <a:pt x="327660" y="76200"/>
                </a:lnTo>
                <a:lnTo>
                  <a:pt x="365760" y="57150"/>
                </a:lnTo>
                <a:lnTo>
                  <a:pt x="327660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763000" y="3175000"/>
            <a:ext cx="487680" cy="152400"/>
          </a:xfrm>
          <a:custGeom>
            <a:avLst/>
            <a:gdLst/>
            <a:ahLst/>
            <a:cxnLst/>
            <a:rect l="l" t="t" r="r" b="b"/>
            <a:pathLst>
              <a:path w="365759" h="114300">
                <a:moveTo>
                  <a:pt x="251459" y="0"/>
                </a:moveTo>
                <a:lnTo>
                  <a:pt x="251459" y="114300"/>
                </a:lnTo>
                <a:lnTo>
                  <a:pt x="327659" y="76200"/>
                </a:lnTo>
                <a:lnTo>
                  <a:pt x="270509" y="76200"/>
                </a:lnTo>
                <a:lnTo>
                  <a:pt x="270509" y="38100"/>
                </a:lnTo>
                <a:lnTo>
                  <a:pt x="327659" y="38100"/>
                </a:lnTo>
                <a:lnTo>
                  <a:pt x="251459" y="0"/>
                </a:lnTo>
                <a:close/>
              </a:path>
              <a:path w="365759" h="114300">
                <a:moveTo>
                  <a:pt x="2514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51459" y="76200"/>
                </a:lnTo>
                <a:lnTo>
                  <a:pt x="251459" y="38100"/>
                </a:lnTo>
                <a:close/>
              </a:path>
              <a:path w="365759" h="114300">
                <a:moveTo>
                  <a:pt x="327659" y="38100"/>
                </a:moveTo>
                <a:lnTo>
                  <a:pt x="270509" y="38100"/>
                </a:lnTo>
                <a:lnTo>
                  <a:pt x="270509" y="76200"/>
                </a:lnTo>
                <a:lnTo>
                  <a:pt x="327659" y="76200"/>
                </a:lnTo>
                <a:lnTo>
                  <a:pt x="365759" y="57150"/>
                </a:lnTo>
                <a:lnTo>
                  <a:pt x="327659" y="38100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9867223" y="2919814"/>
            <a:ext cx="165100" cy="82973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3" y="0"/>
                </a:moveTo>
                <a:lnTo>
                  <a:pt x="85089" y="7493"/>
                </a:lnTo>
                <a:lnTo>
                  <a:pt x="105155" y="24891"/>
                </a:lnTo>
                <a:lnTo>
                  <a:pt x="0" y="24891"/>
                </a:lnTo>
                <a:lnTo>
                  <a:pt x="0" y="36702"/>
                </a:lnTo>
                <a:lnTo>
                  <a:pt x="105155" y="36702"/>
                </a:lnTo>
                <a:lnTo>
                  <a:pt x="85089" y="54228"/>
                </a:lnTo>
                <a:lnTo>
                  <a:pt x="91693" y="61721"/>
                </a:lnTo>
                <a:lnTo>
                  <a:pt x="123316" y="34543"/>
                </a:lnTo>
                <a:lnTo>
                  <a:pt x="123316" y="27177"/>
                </a:lnTo>
                <a:lnTo>
                  <a:pt x="9169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9530079" y="2835571"/>
            <a:ext cx="672253" cy="431807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667" spc="-27" dirty="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sz="2667" spc="-27" dirty="0">
                <a:latin typeface="Cambria Math"/>
                <a:cs typeface="Cambria Math"/>
              </a:rPr>
              <a:t>(</a:t>
            </a:r>
            <a:r>
              <a:rPr sz="2667" spc="-27" dirty="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sz="2667" spc="-27" dirty="0">
                <a:latin typeface="Cambria Math"/>
                <a:cs typeface="Cambria Math"/>
              </a:rPr>
              <a:t>)</a:t>
            </a:r>
            <a:endParaRPr sz="2667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7785100" y="4719462"/>
            <a:ext cx="1022096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8F8F8"/>
                </a:solidFill>
                <a:latin typeface="Lucida Sans Unicode"/>
                <a:cs typeface="Lucida Sans Unicode"/>
              </a:defRPr>
            </a:lvl1pPr>
          </a:lstStyle>
          <a:p>
            <a:pPr marL="26246">
              <a:spcBef>
                <a:spcPts val="260"/>
              </a:spcBef>
            </a:pPr>
            <a:r>
              <a:rPr lang="en-US"/>
              <a:t>Andrew</a:t>
            </a:r>
            <a:r>
              <a:rPr lang="en-US" spc="145"/>
              <a:t> </a:t>
            </a:r>
            <a:r>
              <a:rPr lang="en-US" spc="-25"/>
              <a:t>Ng</a:t>
            </a:r>
            <a:endParaRPr spc="-33" dirty="0"/>
          </a:p>
        </p:txBody>
      </p:sp>
      <p:sp>
        <p:nvSpPr>
          <p:cNvPr id="21" name="object 21"/>
          <p:cNvSpPr txBox="1"/>
          <p:nvPr/>
        </p:nvSpPr>
        <p:spPr>
          <a:xfrm>
            <a:off x="5409013" y="2858685"/>
            <a:ext cx="416560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spc="-33" dirty="0">
                <a:latin typeface="Verdana"/>
                <a:cs typeface="Verdana"/>
              </a:rPr>
              <a:t>vs</a:t>
            </a:r>
            <a:endParaRPr sz="2667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59043" y="4671061"/>
            <a:ext cx="8048413" cy="432661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2667" dirty="0">
                <a:latin typeface="Verdana"/>
                <a:cs typeface="Verdana"/>
              </a:rPr>
              <a:t>We</a:t>
            </a:r>
            <a:r>
              <a:rPr sz="2667" spc="-12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have</a:t>
            </a:r>
            <a:r>
              <a:rPr sz="2667" spc="-27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(almost)</a:t>
            </a:r>
            <a:r>
              <a:rPr sz="2667" spc="60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no</a:t>
            </a:r>
            <a:r>
              <a:rPr sz="2667" spc="-60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idea</a:t>
            </a:r>
            <a:r>
              <a:rPr sz="2667" spc="-3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how</a:t>
            </a:r>
            <a:r>
              <a:rPr sz="2667" spc="-33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the</a:t>
            </a:r>
            <a:r>
              <a:rPr sz="2667" spc="-20" dirty="0">
                <a:latin typeface="Verdana"/>
                <a:cs typeface="Verdana"/>
              </a:rPr>
              <a:t> </a:t>
            </a:r>
            <a:r>
              <a:rPr sz="2667" dirty="0">
                <a:latin typeface="Verdana"/>
                <a:cs typeface="Verdana"/>
              </a:rPr>
              <a:t>brain</a:t>
            </a:r>
            <a:r>
              <a:rPr sz="2667" spc="-127" dirty="0">
                <a:latin typeface="Verdana"/>
                <a:cs typeface="Verdana"/>
              </a:rPr>
              <a:t> </a:t>
            </a:r>
            <a:r>
              <a:rPr sz="2667" spc="-13" dirty="0">
                <a:latin typeface="Verdana"/>
                <a:cs typeface="Verdana"/>
              </a:rPr>
              <a:t>works</a:t>
            </a:r>
            <a:endParaRPr sz="266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1884</TotalTime>
  <Words>1754</Words>
  <Application>Microsoft Office PowerPoint</Application>
  <PresentationFormat>Widescreen</PresentationFormat>
  <Paragraphs>382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Aptos</vt:lpstr>
      <vt:lpstr>Arial</vt:lpstr>
      <vt:lpstr>Cambria</vt:lpstr>
      <vt:lpstr>Cambria Math</vt:lpstr>
      <vt:lpstr>Century Schoolbook</vt:lpstr>
      <vt:lpstr>Segoe UI</vt:lpstr>
      <vt:lpstr>Tahoma</vt:lpstr>
      <vt:lpstr>Times New Roman</vt:lpstr>
      <vt:lpstr>Verdana</vt:lpstr>
      <vt:lpstr>Wingdings</vt:lpstr>
      <vt:lpstr>Wingdings 2</vt:lpstr>
      <vt:lpstr>View</vt:lpstr>
      <vt:lpstr>Spring of Code Artificial Intelligence (Machine Learning &amp; Deep Learning)</vt:lpstr>
      <vt:lpstr>Day 01 – Deep Learning (Artificial Neural Networks)</vt:lpstr>
      <vt:lpstr>Deep Learning</vt:lpstr>
      <vt:lpstr>Neural Networks</vt:lpstr>
      <vt:lpstr>Neural Networks Computation Graphs</vt:lpstr>
      <vt:lpstr>The Perceptron (Original)</vt:lpstr>
      <vt:lpstr>Artificial Neuron (Modern)</vt:lpstr>
      <vt:lpstr>Drawing Artificial Neuron</vt:lpstr>
      <vt:lpstr>Drawing Artificial Neuron</vt:lpstr>
      <vt:lpstr>Neural Network</vt:lpstr>
      <vt:lpstr>Deep Networks</vt:lpstr>
      <vt:lpstr>Deep Networks</vt:lpstr>
      <vt:lpstr>Demand Prediction</vt:lpstr>
      <vt:lpstr>Demand Prediction</vt:lpstr>
      <vt:lpstr>Demand Prediction</vt:lpstr>
      <vt:lpstr>Demand Prediction</vt:lpstr>
      <vt:lpstr>Multiple hidden layers</vt:lpstr>
      <vt:lpstr>Face recognition</vt:lpstr>
      <vt:lpstr>Face recognition</vt:lpstr>
      <vt:lpstr>Car classification</vt:lpstr>
      <vt:lpstr>Neural network layer</vt:lpstr>
      <vt:lpstr>Neural network layer</vt:lpstr>
      <vt:lpstr>Neural network layer</vt:lpstr>
      <vt:lpstr>More complex neural network</vt:lpstr>
      <vt:lpstr>More complex neural network</vt:lpstr>
      <vt:lpstr>Notation</vt:lpstr>
      <vt:lpstr>Notation</vt:lpstr>
      <vt:lpstr>AI</vt:lpstr>
      <vt:lpstr>Biological neuron</vt:lpstr>
      <vt:lpstr>Neural network and the brain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Wajahat Ullah</dc:creator>
  <cp:keywords/>
  <dc:description>generated using python-pptx</dc:description>
  <cp:lastModifiedBy>Asad Afridi</cp:lastModifiedBy>
  <cp:revision>60</cp:revision>
  <dcterms:created xsi:type="dcterms:W3CDTF">2013-01-27T09:14:16Z</dcterms:created>
  <dcterms:modified xsi:type="dcterms:W3CDTF">2026-04-13T08:32:52Z</dcterms:modified>
  <cp:category/>
</cp:coreProperties>
</file>