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69" r:id="rId2"/>
    <p:sldId id="270" r:id="rId3"/>
    <p:sldId id="334" r:id="rId4"/>
    <p:sldId id="373" r:id="rId5"/>
    <p:sldId id="387" r:id="rId6"/>
    <p:sldId id="390" r:id="rId7"/>
    <p:sldId id="388" r:id="rId8"/>
    <p:sldId id="389" r:id="rId9"/>
    <p:sldId id="392" r:id="rId10"/>
    <p:sldId id="391" r:id="rId11"/>
    <p:sldId id="386" r:id="rId12"/>
    <p:sldId id="393" r:id="rId13"/>
    <p:sldId id="30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6D6D"/>
    <a:srgbClr val="367FF5"/>
    <a:srgbClr val="F36666"/>
    <a:srgbClr val="C19A9A"/>
    <a:srgbClr val="AEA976"/>
    <a:srgbClr val="AC9165"/>
    <a:srgbClr val="7AB2B2"/>
    <a:srgbClr val="B16AAB"/>
    <a:srgbClr val="66ACB2"/>
    <a:srgbClr val="CCC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40" autoAdjust="0"/>
    <p:restoredTop sz="95165" autoAdjust="0"/>
  </p:normalViewPr>
  <p:slideViewPr>
    <p:cSldViewPr snapToGrid="0" snapToObjects="1">
      <p:cViewPr varScale="1">
        <p:scale>
          <a:sx n="99" d="100"/>
          <a:sy n="99" d="100"/>
        </p:scale>
        <p:origin x="226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677A7B-8A66-4BD9-94CF-BF9CB8D50883}" type="doc">
      <dgm:prSet loTypeId="urn:microsoft.com/office/officeart/2009/3/layout/DescendingProcess" loCatId="process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7702668-C563-4D1E-BB25-7B84FAED652E}">
      <dgm:prSet phldrT="[Text]" phldr="0" custT="1"/>
      <dgm:spPr/>
      <dgm:t>
        <a:bodyPr/>
        <a:lstStyle/>
        <a:p>
          <a:pPr algn="ctr" rtl="0"/>
          <a:r>
            <a:rPr lang="en-US" sz="1800" b="1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 </a:t>
          </a:r>
          <a:endParaRPr lang="en-US" sz="1800" dirty="0">
            <a:solidFill>
              <a:srgbClr val="E16D6D"/>
            </a:solidFill>
          </a:endParaRPr>
        </a:p>
      </dgm:t>
    </dgm:pt>
    <dgm:pt modelId="{E0F412FA-2528-4FB8-B02C-296FC34536CF}" type="parTrans" cxnId="{63F20A2A-F1AB-41E0-A0AB-3561C9CCF74B}">
      <dgm:prSet/>
      <dgm:spPr/>
      <dgm:t>
        <a:bodyPr/>
        <a:lstStyle/>
        <a:p>
          <a:endParaRPr lang="en-US" sz="1800"/>
        </a:p>
      </dgm:t>
    </dgm:pt>
    <dgm:pt modelId="{B58FCDF0-47DB-4772-946C-B1068F6AB614}" type="sibTrans" cxnId="{63F20A2A-F1AB-41E0-A0AB-3561C9CCF74B}">
      <dgm:prSet/>
      <dgm:spPr/>
      <dgm:t>
        <a:bodyPr/>
        <a:lstStyle/>
        <a:p>
          <a:endParaRPr lang="en-US" sz="1800"/>
        </a:p>
      </dgm:t>
    </dgm:pt>
    <dgm:pt modelId="{0E6B2865-F771-4BAA-9851-AEB7662DB293}">
      <dgm:prSet phldrT="[Text]" phldr="0" custT="1"/>
      <dgm:spPr/>
      <dgm:t>
        <a:bodyPr/>
        <a:lstStyle/>
        <a:p>
          <a:pPr algn="l" rtl="0"/>
          <a:r>
            <a:rPr lang="en-US" sz="1800" b="1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 </a:t>
          </a:r>
        </a:p>
      </dgm:t>
    </dgm:pt>
    <dgm:pt modelId="{6AE296C1-FAAE-4A8F-9D70-EBCF72A6F385}" type="parTrans" cxnId="{BCE922D7-6F7D-40AB-AD30-2199591371AD}">
      <dgm:prSet/>
      <dgm:spPr/>
      <dgm:t>
        <a:bodyPr/>
        <a:lstStyle/>
        <a:p>
          <a:endParaRPr lang="en-US" sz="1800"/>
        </a:p>
      </dgm:t>
    </dgm:pt>
    <dgm:pt modelId="{7939ECF0-08EC-4783-951B-E1DA591A0EF2}" type="sibTrans" cxnId="{BCE922D7-6F7D-40AB-AD30-2199591371AD}">
      <dgm:prSet/>
      <dgm:spPr/>
      <dgm:t>
        <a:bodyPr/>
        <a:lstStyle/>
        <a:p>
          <a:endParaRPr lang="en-US" sz="1800"/>
        </a:p>
      </dgm:t>
    </dgm:pt>
    <dgm:pt modelId="{D29DB09E-008D-437D-85C0-422D33E45228}">
      <dgm:prSet phldrT="[Text]" phldr="0" custT="1"/>
      <dgm:spPr/>
      <dgm:t>
        <a:bodyPr/>
        <a:lstStyle/>
        <a:p>
          <a:pPr algn="ctr" rtl="0"/>
          <a:r>
            <a:rPr lang="en-US" sz="1800" b="1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Semantics (Meaning)</a:t>
          </a:r>
        </a:p>
      </dgm:t>
    </dgm:pt>
    <dgm:pt modelId="{40EAEBE6-21FD-4F5E-9E61-C1787400AC6C}" type="parTrans" cxnId="{9E87014D-4D78-439F-8D92-E262288D6B1D}">
      <dgm:prSet/>
      <dgm:spPr/>
      <dgm:t>
        <a:bodyPr/>
        <a:lstStyle/>
        <a:p>
          <a:endParaRPr lang="en-US" sz="1800"/>
        </a:p>
      </dgm:t>
    </dgm:pt>
    <dgm:pt modelId="{7D89E215-ABC7-431D-9254-603156B62E4E}" type="sibTrans" cxnId="{9E87014D-4D78-439F-8D92-E262288D6B1D}">
      <dgm:prSet/>
      <dgm:spPr/>
      <dgm:t>
        <a:bodyPr/>
        <a:lstStyle/>
        <a:p>
          <a:endParaRPr lang="en-US" sz="1800"/>
        </a:p>
      </dgm:t>
    </dgm:pt>
    <dgm:pt modelId="{580FE319-DF0B-4AA8-A3A0-3AD888ADC0DD}">
      <dgm:prSet phldrT="[Text]" phldr="0" custT="1"/>
      <dgm:spPr/>
      <dgm:t>
        <a:bodyPr/>
        <a:lstStyle/>
        <a:p>
          <a:pPr rtl="0"/>
          <a:r>
            <a:rPr lang="en-US" sz="1800" b="1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Syntax (Structure)</a:t>
          </a:r>
        </a:p>
      </dgm:t>
    </dgm:pt>
    <dgm:pt modelId="{33509B80-9CE6-4E7D-B13A-13B51B222F0F}" type="parTrans" cxnId="{1B99B874-AE4D-4652-BF0E-839E04780310}">
      <dgm:prSet/>
      <dgm:spPr/>
      <dgm:t>
        <a:bodyPr/>
        <a:lstStyle/>
        <a:p>
          <a:endParaRPr lang="en-US" sz="1800"/>
        </a:p>
      </dgm:t>
    </dgm:pt>
    <dgm:pt modelId="{C7B88597-7836-46C6-8E65-F22B89E34519}" type="sibTrans" cxnId="{1B99B874-AE4D-4652-BF0E-839E04780310}">
      <dgm:prSet/>
      <dgm:spPr/>
      <dgm:t>
        <a:bodyPr/>
        <a:lstStyle/>
        <a:p>
          <a:endParaRPr lang="en-US" sz="1800"/>
        </a:p>
      </dgm:t>
    </dgm:pt>
    <dgm:pt modelId="{04EF5D50-56FA-4201-A578-D8E2E2AF33FA}">
      <dgm:prSet phldrT="[Text]" phldr="0" custT="1"/>
      <dgm:spPr/>
      <dgm:t>
        <a:bodyPr/>
        <a:lstStyle/>
        <a:p>
          <a:pPr rtl="0"/>
          <a:r>
            <a:rPr lang="en-US" sz="1800" b="1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Raw Words</a:t>
          </a:r>
        </a:p>
      </dgm:t>
    </dgm:pt>
    <dgm:pt modelId="{5B468722-2D43-4C46-9B1D-706C947DE7CE}" type="sibTrans" cxnId="{481C35E5-2AF3-4CFE-8CB8-0ED980696CFD}">
      <dgm:prSet/>
      <dgm:spPr/>
      <dgm:t>
        <a:bodyPr/>
        <a:lstStyle/>
        <a:p>
          <a:endParaRPr lang="en-US" sz="1800"/>
        </a:p>
      </dgm:t>
    </dgm:pt>
    <dgm:pt modelId="{855A7665-7717-4753-A424-DAF881031304}" type="parTrans" cxnId="{481C35E5-2AF3-4CFE-8CB8-0ED980696CFD}">
      <dgm:prSet/>
      <dgm:spPr/>
      <dgm:t>
        <a:bodyPr/>
        <a:lstStyle/>
        <a:p>
          <a:endParaRPr lang="en-US" sz="1800"/>
        </a:p>
      </dgm:t>
    </dgm:pt>
    <dgm:pt modelId="{B74745A5-99D8-4C1C-80C5-4BC0AB89617A}" type="pres">
      <dgm:prSet presAssocID="{6B677A7B-8A66-4BD9-94CF-BF9CB8D50883}" presName="Name0" presStyleCnt="0">
        <dgm:presLayoutVars>
          <dgm:chMax val="7"/>
          <dgm:chPref val="5"/>
        </dgm:presLayoutVars>
      </dgm:prSet>
      <dgm:spPr/>
    </dgm:pt>
    <dgm:pt modelId="{EBD9311A-6D17-4723-A653-9102D996D063}" type="pres">
      <dgm:prSet presAssocID="{6B677A7B-8A66-4BD9-94CF-BF9CB8D50883}" presName="arrowNode" presStyleLbl="node1" presStyleIdx="0" presStyleCnt="1"/>
      <dgm:spPr/>
    </dgm:pt>
    <dgm:pt modelId="{AC6C46C6-7A39-4C49-B13D-4CD78A1FEE41}" type="pres">
      <dgm:prSet presAssocID="{04EF5D50-56FA-4201-A578-D8E2E2AF33FA}" presName="txNode1" presStyleLbl="revTx" presStyleIdx="0" presStyleCnt="5">
        <dgm:presLayoutVars>
          <dgm:bulletEnabled val="1"/>
        </dgm:presLayoutVars>
      </dgm:prSet>
      <dgm:spPr/>
    </dgm:pt>
    <dgm:pt modelId="{4928FDB4-CDA1-49CB-8177-DB77FBF2A9B4}" type="pres">
      <dgm:prSet presAssocID="{580FE319-DF0B-4AA8-A3A0-3AD888ADC0DD}" presName="txNode2" presStyleLbl="revTx" presStyleIdx="1" presStyleCnt="5" custLinFactNeighborX="-6822" custLinFactNeighborY="-11397">
        <dgm:presLayoutVars>
          <dgm:bulletEnabled val="1"/>
        </dgm:presLayoutVars>
      </dgm:prSet>
      <dgm:spPr/>
    </dgm:pt>
    <dgm:pt modelId="{1CF5B168-BE2B-40F3-A517-2B6A4B506832}" type="pres">
      <dgm:prSet presAssocID="{C7B88597-7836-46C6-8E65-F22B89E34519}" presName="dotNode2" presStyleCnt="0"/>
      <dgm:spPr/>
    </dgm:pt>
    <dgm:pt modelId="{A658F744-9ABB-4905-8495-732FAC93B195}" type="pres">
      <dgm:prSet presAssocID="{C7B88597-7836-46C6-8E65-F22B89E34519}" presName="dotRepeatNode" presStyleLbl="fgShp" presStyleIdx="0" presStyleCnt="3"/>
      <dgm:spPr/>
    </dgm:pt>
    <dgm:pt modelId="{48CCC477-2820-4C5F-92AA-30B77B778976}" type="pres">
      <dgm:prSet presAssocID="{D29DB09E-008D-437D-85C0-422D33E45228}" presName="txNode3" presStyleLbl="revTx" presStyleIdx="2" presStyleCnt="5" custLinFactNeighborX="16277" custLinFactNeighborY="41789">
        <dgm:presLayoutVars>
          <dgm:bulletEnabled val="1"/>
        </dgm:presLayoutVars>
      </dgm:prSet>
      <dgm:spPr/>
    </dgm:pt>
    <dgm:pt modelId="{B5A3C225-40CC-4BF6-A162-E8698EC47FCA}" type="pres">
      <dgm:prSet presAssocID="{7D89E215-ABC7-431D-9254-603156B62E4E}" presName="dotNode3" presStyleCnt="0"/>
      <dgm:spPr/>
    </dgm:pt>
    <dgm:pt modelId="{E3021D45-46A6-493D-92E3-B5D3E7E4AD3B}" type="pres">
      <dgm:prSet presAssocID="{7D89E215-ABC7-431D-9254-603156B62E4E}" presName="dotRepeatNode" presStyleLbl="fgShp" presStyleIdx="1" presStyleCnt="3"/>
      <dgm:spPr/>
    </dgm:pt>
    <dgm:pt modelId="{5543258B-4273-4A69-B899-3FF65031CC76}" type="pres">
      <dgm:prSet presAssocID="{0E6B2865-F771-4BAA-9851-AEB7662DB293}" presName="txNode4" presStyleLbl="revTx" presStyleIdx="3" presStyleCnt="5" custLinFactNeighborX="-3907" custLinFactNeighborY="-8864">
        <dgm:presLayoutVars>
          <dgm:bulletEnabled val="1"/>
        </dgm:presLayoutVars>
      </dgm:prSet>
      <dgm:spPr/>
    </dgm:pt>
    <dgm:pt modelId="{C9FDDDA0-922D-4838-A62A-EA8599F425C2}" type="pres">
      <dgm:prSet presAssocID="{7939ECF0-08EC-4783-951B-E1DA591A0EF2}" presName="dotNode4" presStyleCnt="0"/>
      <dgm:spPr/>
    </dgm:pt>
    <dgm:pt modelId="{A1D1D464-45C0-40D9-A4BD-B79485AF9BF1}" type="pres">
      <dgm:prSet presAssocID="{7939ECF0-08EC-4783-951B-E1DA591A0EF2}" presName="dotRepeatNode" presStyleLbl="fgShp" presStyleIdx="2" presStyleCnt="3"/>
      <dgm:spPr/>
    </dgm:pt>
    <dgm:pt modelId="{C5C7423F-52DD-4295-8273-A1FFAFCA9DAA}" type="pres">
      <dgm:prSet presAssocID="{37702668-C563-4D1E-BB25-7B84FAED652E}" presName="txNode5" presStyleLbl="revTx" presStyleIdx="4" presStyleCnt="5" custScaleY="60558" custLinFactNeighborX="5894" custLinFactNeighborY="2533">
        <dgm:presLayoutVars>
          <dgm:bulletEnabled val="1"/>
        </dgm:presLayoutVars>
      </dgm:prSet>
      <dgm:spPr/>
    </dgm:pt>
  </dgm:ptLst>
  <dgm:cxnLst>
    <dgm:cxn modelId="{3F890C08-BCD5-4F01-947A-C3DB91E64E48}" type="presOf" srcId="{D29DB09E-008D-437D-85C0-422D33E45228}" destId="{48CCC477-2820-4C5F-92AA-30B77B778976}" srcOrd="0" destOrd="0" presId="urn:microsoft.com/office/officeart/2009/3/layout/DescendingProcess"/>
    <dgm:cxn modelId="{8026A910-97FF-48ED-9622-44B5590CD3E8}" type="presOf" srcId="{580FE319-DF0B-4AA8-A3A0-3AD888ADC0DD}" destId="{4928FDB4-CDA1-49CB-8177-DB77FBF2A9B4}" srcOrd="0" destOrd="0" presId="urn:microsoft.com/office/officeart/2009/3/layout/DescendingProcess"/>
    <dgm:cxn modelId="{63F20A2A-F1AB-41E0-A0AB-3561C9CCF74B}" srcId="{6B677A7B-8A66-4BD9-94CF-BF9CB8D50883}" destId="{37702668-C563-4D1E-BB25-7B84FAED652E}" srcOrd="4" destOrd="0" parTransId="{E0F412FA-2528-4FB8-B02C-296FC34536CF}" sibTransId="{B58FCDF0-47DB-4772-946C-B1068F6AB614}"/>
    <dgm:cxn modelId="{9C17A733-7332-48F7-BA42-AA9D7A041058}" type="presOf" srcId="{C7B88597-7836-46C6-8E65-F22B89E34519}" destId="{A658F744-9ABB-4905-8495-732FAC93B195}" srcOrd="0" destOrd="0" presId="urn:microsoft.com/office/officeart/2009/3/layout/DescendingProcess"/>
    <dgm:cxn modelId="{8BE5055D-02DB-4148-B51C-2B8A3943799F}" type="presOf" srcId="{04EF5D50-56FA-4201-A578-D8E2E2AF33FA}" destId="{AC6C46C6-7A39-4C49-B13D-4CD78A1FEE41}" srcOrd="0" destOrd="0" presId="urn:microsoft.com/office/officeart/2009/3/layout/DescendingProcess"/>
    <dgm:cxn modelId="{9E87014D-4D78-439F-8D92-E262288D6B1D}" srcId="{6B677A7B-8A66-4BD9-94CF-BF9CB8D50883}" destId="{D29DB09E-008D-437D-85C0-422D33E45228}" srcOrd="2" destOrd="0" parTransId="{40EAEBE6-21FD-4F5E-9E61-C1787400AC6C}" sibTransId="{7D89E215-ABC7-431D-9254-603156B62E4E}"/>
    <dgm:cxn modelId="{1B99B874-AE4D-4652-BF0E-839E04780310}" srcId="{6B677A7B-8A66-4BD9-94CF-BF9CB8D50883}" destId="{580FE319-DF0B-4AA8-A3A0-3AD888ADC0DD}" srcOrd="1" destOrd="0" parTransId="{33509B80-9CE6-4E7D-B13A-13B51B222F0F}" sibTransId="{C7B88597-7836-46C6-8E65-F22B89E34519}"/>
    <dgm:cxn modelId="{92B4677F-DC90-415D-B29C-BC0F37884029}" type="presOf" srcId="{7939ECF0-08EC-4783-951B-E1DA591A0EF2}" destId="{A1D1D464-45C0-40D9-A4BD-B79485AF9BF1}" srcOrd="0" destOrd="0" presId="urn:microsoft.com/office/officeart/2009/3/layout/DescendingProcess"/>
    <dgm:cxn modelId="{BE7C2FB9-7C79-4534-A0EF-54E941FDCED1}" type="presOf" srcId="{37702668-C563-4D1E-BB25-7B84FAED652E}" destId="{C5C7423F-52DD-4295-8273-A1FFAFCA9DAA}" srcOrd="0" destOrd="0" presId="urn:microsoft.com/office/officeart/2009/3/layout/DescendingProcess"/>
    <dgm:cxn modelId="{67C5EAB9-D4C6-4C05-BB5E-679E7859337C}" type="presOf" srcId="{6B677A7B-8A66-4BD9-94CF-BF9CB8D50883}" destId="{B74745A5-99D8-4C1C-80C5-4BC0AB89617A}" srcOrd="0" destOrd="0" presId="urn:microsoft.com/office/officeart/2009/3/layout/DescendingProcess"/>
    <dgm:cxn modelId="{899E57BE-D5E6-4260-95D6-ACFFF8D2A69F}" type="presOf" srcId="{7D89E215-ABC7-431D-9254-603156B62E4E}" destId="{E3021D45-46A6-493D-92E3-B5D3E7E4AD3B}" srcOrd="0" destOrd="0" presId="urn:microsoft.com/office/officeart/2009/3/layout/DescendingProcess"/>
    <dgm:cxn modelId="{BCE922D7-6F7D-40AB-AD30-2199591371AD}" srcId="{6B677A7B-8A66-4BD9-94CF-BF9CB8D50883}" destId="{0E6B2865-F771-4BAA-9851-AEB7662DB293}" srcOrd="3" destOrd="0" parTransId="{6AE296C1-FAAE-4A8F-9D70-EBCF72A6F385}" sibTransId="{7939ECF0-08EC-4783-951B-E1DA591A0EF2}"/>
    <dgm:cxn modelId="{5E5EF2E3-FB20-4955-9A4A-9396690F2EF8}" type="presOf" srcId="{0E6B2865-F771-4BAA-9851-AEB7662DB293}" destId="{5543258B-4273-4A69-B899-3FF65031CC76}" srcOrd="0" destOrd="0" presId="urn:microsoft.com/office/officeart/2009/3/layout/DescendingProcess"/>
    <dgm:cxn modelId="{481C35E5-2AF3-4CFE-8CB8-0ED980696CFD}" srcId="{6B677A7B-8A66-4BD9-94CF-BF9CB8D50883}" destId="{04EF5D50-56FA-4201-A578-D8E2E2AF33FA}" srcOrd="0" destOrd="0" parTransId="{855A7665-7717-4753-A424-DAF881031304}" sibTransId="{5B468722-2D43-4C46-9B1D-706C947DE7CE}"/>
    <dgm:cxn modelId="{903DADF1-E057-4DEF-8FD7-70E9B34AD18C}" type="presParOf" srcId="{B74745A5-99D8-4C1C-80C5-4BC0AB89617A}" destId="{EBD9311A-6D17-4723-A653-9102D996D063}" srcOrd="0" destOrd="0" presId="urn:microsoft.com/office/officeart/2009/3/layout/DescendingProcess"/>
    <dgm:cxn modelId="{2ED8E407-92BB-4AE3-AE9D-255FC7F2C14B}" type="presParOf" srcId="{B74745A5-99D8-4C1C-80C5-4BC0AB89617A}" destId="{AC6C46C6-7A39-4C49-B13D-4CD78A1FEE41}" srcOrd="1" destOrd="0" presId="urn:microsoft.com/office/officeart/2009/3/layout/DescendingProcess"/>
    <dgm:cxn modelId="{109481AB-EEE7-4156-9F4A-0E8DED23AAEC}" type="presParOf" srcId="{B74745A5-99D8-4C1C-80C5-4BC0AB89617A}" destId="{4928FDB4-CDA1-49CB-8177-DB77FBF2A9B4}" srcOrd="2" destOrd="0" presId="urn:microsoft.com/office/officeart/2009/3/layout/DescendingProcess"/>
    <dgm:cxn modelId="{613D49AE-301F-457D-B555-AE1B52F0E510}" type="presParOf" srcId="{B74745A5-99D8-4C1C-80C5-4BC0AB89617A}" destId="{1CF5B168-BE2B-40F3-A517-2B6A4B506832}" srcOrd="3" destOrd="0" presId="urn:microsoft.com/office/officeart/2009/3/layout/DescendingProcess"/>
    <dgm:cxn modelId="{37930D24-DE15-43C4-9776-A01826F936A2}" type="presParOf" srcId="{1CF5B168-BE2B-40F3-A517-2B6A4B506832}" destId="{A658F744-9ABB-4905-8495-732FAC93B195}" srcOrd="0" destOrd="0" presId="urn:microsoft.com/office/officeart/2009/3/layout/DescendingProcess"/>
    <dgm:cxn modelId="{D4628341-8E5E-4816-B831-FF8A52E5D8A8}" type="presParOf" srcId="{B74745A5-99D8-4C1C-80C5-4BC0AB89617A}" destId="{48CCC477-2820-4C5F-92AA-30B77B778976}" srcOrd="4" destOrd="0" presId="urn:microsoft.com/office/officeart/2009/3/layout/DescendingProcess"/>
    <dgm:cxn modelId="{148ABB38-3E76-480F-A9D7-D573F5FA012B}" type="presParOf" srcId="{B74745A5-99D8-4C1C-80C5-4BC0AB89617A}" destId="{B5A3C225-40CC-4BF6-A162-E8698EC47FCA}" srcOrd="5" destOrd="0" presId="urn:microsoft.com/office/officeart/2009/3/layout/DescendingProcess"/>
    <dgm:cxn modelId="{99473381-0851-408C-85D4-EF2030F54871}" type="presParOf" srcId="{B5A3C225-40CC-4BF6-A162-E8698EC47FCA}" destId="{E3021D45-46A6-493D-92E3-B5D3E7E4AD3B}" srcOrd="0" destOrd="0" presId="urn:microsoft.com/office/officeart/2009/3/layout/DescendingProcess"/>
    <dgm:cxn modelId="{A7C04F8D-549A-4518-BCBD-EF09995FCCDD}" type="presParOf" srcId="{B74745A5-99D8-4C1C-80C5-4BC0AB89617A}" destId="{5543258B-4273-4A69-B899-3FF65031CC76}" srcOrd="6" destOrd="0" presId="urn:microsoft.com/office/officeart/2009/3/layout/DescendingProcess"/>
    <dgm:cxn modelId="{D94A6ABA-935D-41FE-A80F-5894F38C9D78}" type="presParOf" srcId="{B74745A5-99D8-4C1C-80C5-4BC0AB89617A}" destId="{C9FDDDA0-922D-4838-A62A-EA8599F425C2}" srcOrd="7" destOrd="0" presId="urn:microsoft.com/office/officeart/2009/3/layout/DescendingProcess"/>
    <dgm:cxn modelId="{588D9276-C472-410D-A933-F64AC1E58360}" type="presParOf" srcId="{C9FDDDA0-922D-4838-A62A-EA8599F425C2}" destId="{A1D1D464-45C0-40D9-A4BD-B79485AF9BF1}" srcOrd="0" destOrd="0" presId="urn:microsoft.com/office/officeart/2009/3/layout/DescendingProcess"/>
    <dgm:cxn modelId="{1BF197C9-5755-4A5F-8EA3-597DE23A3EA0}" type="presParOf" srcId="{B74745A5-99D8-4C1C-80C5-4BC0AB89617A}" destId="{C5C7423F-52DD-4295-8273-A1FFAFCA9DAA}" srcOrd="8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677A7B-8A66-4BD9-94CF-BF9CB8D50883}" type="doc">
      <dgm:prSet loTypeId="urn:microsoft.com/office/officeart/2009/3/layout/DescendingProcess" loCatId="process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7702668-C563-4D1E-BB25-7B84FAED652E}">
      <dgm:prSet phldrT="[Text]" phldr="0" custT="1"/>
      <dgm:spPr/>
      <dgm:t>
        <a:bodyPr/>
        <a:lstStyle/>
        <a:p>
          <a:pPr algn="ctr" rtl="0"/>
          <a:r>
            <a:rPr lang="en-US" sz="1800" b="1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Discourse</a:t>
          </a:r>
          <a:endParaRPr lang="en-US" sz="1800" dirty="0">
            <a:solidFill>
              <a:srgbClr val="E16D6D"/>
            </a:solidFill>
          </a:endParaRPr>
        </a:p>
      </dgm:t>
    </dgm:pt>
    <dgm:pt modelId="{E0F412FA-2528-4FB8-B02C-296FC34536CF}" type="parTrans" cxnId="{63F20A2A-F1AB-41E0-A0AB-3561C9CCF74B}">
      <dgm:prSet/>
      <dgm:spPr/>
      <dgm:t>
        <a:bodyPr/>
        <a:lstStyle/>
        <a:p>
          <a:endParaRPr lang="en-US" sz="1800"/>
        </a:p>
      </dgm:t>
    </dgm:pt>
    <dgm:pt modelId="{B58FCDF0-47DB-4772-946C-B1068F6AB614}" type="sibTrans" cxnId="{63F20A2A-F1AB-41E0-A0AB-3561C9CCF74B}">
      <dgm:prSet/>
      <dgm:spPr/>
      <dgm:t>
        <a:bodyPr/>
        <a:lstStyle/>
        <a:p>
          <a:endParaRPr lang="en-US" sz="1800"/>
        </a:p>
      </dgm:t>
    </dgm:pt>
    <dgm:pt modelId="{0E6B2865-F771-4BAA-9851-AEB7662DB293}">
      <dgm:prSet phldrT="[Text]" phldr="0" custT="1"/>
      <dgm:spPr/>
      <dgm:t>
        <a:bodyPr/>
        <a:lstStyle/>
        <a:p>
          <a:pPr algn="l" rtl="0"/>
          <a:r>
            <a:rPr lang="en-US" sz="1800" b="1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Pragmatics</a:t>
          </a:r>
        </a:p>
      </dgm:t>
    </dgm:pt>
    <dgm:pt modelId="{6AE296C1-FAAE-4A8F-9D70-EBCF72A6F385}" type="parTrans" cxnId="{BCE922D7-6F7D-40AB-AD30-2199591371AD}">
      <dgm:prSet/>
      <dgm:spPr/>
      <dgm:t>
        <a:bodyPr/>
        <a:lstStyle/>
        <a:p>
          <a:endParaRPr lang="en-US" sz="1800"/>
        </a:p>
      </dgm:t>
    </dgm:pt>
    <dgm:pt modelId="{7939ECF0-08EC-4783-951B-E1DA591A0EF2}" type="sibTrans" cxnId="{BCE922D7-6F7D-40AB-AD30-2199591371AD}">
      <dgm:prSet/>
      <dgm:spPr/>
      <dgm:t>
        <a:bodyPr/>
        <a:lstStyle/>
        <a:p>
          <a:endParaRPr lang="en-US" sz="1800"/>
        </a:p>
      </dgm:t>
    </dgm:pt>
    <dgm:pt modelId="{D29DB09E-008D-437D-85C0-422D33E45228}">
      <dgm:prSet phldrT="[Text]" phldr="0" custT="1"/>
      <dgm:spPr/>
      <dgm:t>
        <a:bodyPr/>
        <a:lstStyle/>
        <a:p>
          <a:pPr algn="ctr" rtl="0"/>
          <a:r>
            <a:rPr lang="en-US" sz="1800" b="1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Semantics (Meaning)</a:t>
          </a:r>
        </a:p>
      </dgm:t>
    </dgm:pt>
    <dgm:pt modelId="{40EAEBE6-21FD-4F5E-9E61-C1787400AC6C}" type="parTrans" cxnId="{9E87014D-4D78-439F-8D92-E262288D6B1D}">
      <dgm:prSet/>
      <dgm:spPr/>
      <dgm:t>
        <a:bodyPr/>
        <a:lstStyle/>
        <a:p>
          <a:endParaRPr lang="en-US" sz="1800"/>
        </a:p>
      </dgm:t>
    </dgm:pt>
    <dgm:pt modelId="{7D89E215-ABC7-431D-9254-603156B62E4E}" type="sibTrans" cxnId="{9E87014D-4D78-439F-8D92-E262288D6B1D}">
      <dgm:prSet/>
      <dgm:spPr/>
      <dgm:t>
        <a:bodyPr/>
        <a:lstStyle/>
        <a:p>
          <a:endParaRPr lang="en-US" sz="1800"/>
        </a:p>
      </dgm:t>
    </dgm:pt>
    <dgm:pt modelId="{580FE319-DF0B-4AA8-A3A0-3AD888ADC0DD}">
      <dgm:prSet phldrT="[Text]" phldr="0" custT="1"/>
      <dgm:spPr/>
      <dgm:t>
        <a:bodyPr/>
        <a:lstStyle/>
        <a:p>
          <a:pPr rtl="0"/>
          <a:r>
            <a:rPr lang="en-US" sz="1800" b="1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Syntax (Structure)</a:t>
          </a:r>
        </a:p>
      </dgm:t>
    </dgm:pt>
    <dgm:pt modelId="{33509B80-9CE6-4E7D-B13A-13B51B222F0F}" type="parTrans" cxnId="{1B99B874-AE4D-4652-BF0E-839E04780310}">
      <dgm:prSet/>
      <dgm:spPr/>
      <dgm:t>
        <a:bodyPr/>
        <a:lstStyle/>
        <a:p>
          <a:endParaRPr lang="en-US" sz="1800"/>
        </a:p>
      </dgm:t>
    </dgm:pt>
    <dgm:pt modelId="{C7B88597-7836-46C6-8E65-F22B89E34519}" type="sibTrans" cxnId="{1B99B874-AE4D-4652-BF0E-839E04780310}">
      <dgm:prSet/>
      <dgm:spPr/>
      <dgm:t>
        <a:bodyPr/>
        <a:lstStyle/>
        <a:p>
          <a:endParaRPr lang="en-US" sz="1800"/>
        </a:p>
      </dgm:t>
    </dgm:pt>
    <dgm:pt modelId="{04EF5D50-56FA-4201-A578-D8E2E2AF33FA}">
      <dgm:prSet phldrT="[Text]" phldr="0" custT="1"/>
      <dgm:spPr/>
      <dgm:t>
        <a:bodyPr/>
        <a:lstStyle/>
        <a:p>
          <a:pPr rtl="0"/>
          <a:r>
            <a:rPr lang="en-US" sz="1800" b="1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Raw Words</a:t>
          </a:r>
        </a:p>
      </dgm:t>
    </dgm:pt>
    <dgm:pt modelId="{5B468722-2D43-4C46-9B1D-706C947DE7CE}" type="sibTrans" cxnId="{481C35E5-2AF3-4CFE-8CB8-0ED980696CFD}">
      <dgm:prSet/>
      <dgm:spPr/>
      <dgm:t>
        <a:bodyPr/>
        <a:lstStyle/>
        <a:p>
          <a:endParaRPr lang="en-US" sz="1800"/>
        </a:p>
      </dgm:t>
    </dgm:pt>
    <dgm:pt modelId="{855A7665-7717-4753-A424-DAF881031304}" type="parTrans" cxnId="{481C35E5-2AF3-4CFE-8CB8-0ED980696CFD}">
      <dgm:prSet/>
      <dgm:spPr/>
      <dgm:t>
        <a:bodyPr/>
        <a:lstStyle/>
        <a:p>
          <a:endParaRPr lang="en-US" sz="1800"/>
        </a:p>
      </dgm:t>
    </dgm:pt>
    <dgm:pt modelId="{B74745A5-99D8-4C1C-80C5-4BC0AB89617A}" type="pres">
      <dgm:prSet presAssocID="{6B677A7B-8A66-4BD9-94CF-BF9CB8D50883}" presName="Name0" presStyleCnt="0">
        <dgm:presLayoutVars>
          <dgm:chMax val="7"/>
          <dgm:chPref val="5"/>
        </dgm:presLayoutVars>
      </dgm:prSet>
      <dgm:spPr/>
    </dgm:pt>
    <dgm:pt modelId="{EBD9311A-6D17-4723-A653-9102D996D063}" type="pres">
      <dgm:prSet presAssocID="{6B677A7B-8A66-4BD9-94CF-BF9CB8D50883}" presName="arrowNode" presStyleLbl="node1" presStyleIdx="0" presStyleCnt="1"/>
      <dgm:spPr/>
    </dgm:pt>
    <dgm:pt modelId="{AC6C46C6-7A39-4C49-B13D-4CD78A1FEE41}" type="pres">
      <dgm:prSet presAssocID="{04EF5D50-56FA-4201-A578-D8E2E2AF33FA}" presName="txNode1" presStyleLbl="revTx" presStyleIdx="0" presStyleCnt="5">
        <dgm:presLayoutVars>
          <dgm:bulletEnabled val="1"/>
        </dgm:presLayoutVars>
      </dgm:prSet>
      <dgm:spPr/>
    </dgm:pt>
    <dgm:pt modelId="{4928FDB4-CDA1-49CB-8177-DB77FBF2A9B4}" type="pres">
      <dgm:prSet presAssocID="{580FE319-DF0B-4AA8-A3A0-3AD888ADC0DD}" presName="txNode2" presStyleLbl="revTx" presStyleIdx="1" presStyleCnt="5" custLinFactNeighborX="-6822" custLinFactNeighborY="-11397">
        <dgm:presLayoutVars>
          <dgm:bulletEnabled val="1"/>
        </dgm:presLayoutVars>
      </dgm:prSet>
      <dgm:spPr/>
    </dgm:pt>
    <dgm:pt modelId="{1CF5B168-BE2B-40F3-A517-2B6A4B506832}" type="pres">
      <dgm:prSet presAssocID="{C7B88597-7836-46C6-8E65-F22B89E34519}" presName="dotNode2" presStyleCnt="0"/>
      <dgm:spPr/>
    </dgm:pt>
    <dgm:pt modelId="{A658F744-9ABB-4905-8495-732FAC93B195}" type="pres">
      <dgm:prSet presAssocID="{C7B88597-7836-46C6-8E65-F22B89E34519}" presName="dotRepeatNode" presStyleLbl="fgShp" presStyleIdx="0" presStyleCnt="3"/>
      <dgm:spPr/>
    </dgm:pt>
    <dgm:pt modelId="{48CCC477-2820-4C5F-92AA-30B77B778976}" type="pres">
      <dgm:prSet presAssocID="{D29DB09E-008D-437D-85C0-422D33E45228}" presName="txNode3" presStyleLbl="revTx" presStyleIdx="2" presStyleCnt="5" custLinFactNeighborX="16277" custLinFactNeighborY="41789">
        <dgm:presLayoutVars>
          <dgm:bulletEnabled val="1"/>
        </dgm:presLayoutVars>
      </dgm:prSet>
      <dgm:spPr/>
    </dgm:pt>
    <dgm:pt modelId="{B5A3C225-40CC-4BF6-A162-E8698EC47FCA}" type="pres">
      <dgm:prSet presAssocID="{7D89E215-ABC7-431D-9254-603156B62E4E}" presName="dotNode3" presStyleCnt="0"/>
      <dgm:spPr/>
    </dgm:pt>
    <dgm:pt modelId="{E3021D45-46A6-493D-92E3-B5D3E7E4AD3B}" type="pres">
      <dgm:prSet presAssocID="{7D89E215-ABC7-431D-9254-603156B62E4E}" presName="dotRepeatNode" presStyleLbl="fgShp" presStyleIdx="1" presStyleCnt="3"/>
      <dgm:spPr/>
    </dgm:pt>
    <dgm:pt modelId="{5543258B-4273-4A69-B899-3FF65031CC76}" type="pres">
      <dgm:prSet presAssocID="{0E6B2865-F771-4BAA-9851-AEB7662DB293}" presName="txNode4" presStyleLbl="revTx" presStyleIdx="3" presStyleCnt="5" custLinFactNeighborX="-3907" custLinFactNeighborY="-8864">
        <dgm:presLayoutVars>
          <dgm:bulletEnabled val="1"/>
        </dgm:presLayoutVars>
      </dgm:prSet>
      <dgm:spPr/>
    </dgm:pt>
    <dgm:pt modelId="{C9FDDDA0-922D-4838-A62A-EA8599F425C2}" type="pres">
      <dgm:prSet presAssocID="{7939ECF0-08EC-4783-951B-E1DA591A0EF2}" presName="dotNode4" presStyleCnt="0"/>
      <dgm:spPr/>
    </dgm:pt>
    <dgm:pt modelId="{A1D1D464-45C0-40D9-A4BD-B79485AF9BF1}" type="pres">
      <dgm:prSet presAssocID="{7939ECF0-08EC-4783-951B-E1DA591A0EF2}" presName="dotRepeatNode" presStyleLbl="fgShp" presStyleIdx="2" presStyleCnt="3"/>
      <dgm:spPr/>
    </dgm:pt>
    <dgm:pt modelId="{C5C7423F-52DD-4295-8273-A1FFAFCA9DAA}" type="pres">
      <dgm:prSet presAssocID="{37702668-C563-4D1E-BB25-7B84FAED652E}" presName="txNode5" presStyleLbl="revTx" presStyleIdx="4" presStyleCnt="5" custScaleY="60558" custLinFactNeighborX="5894" custLinFactNeighborY="2533">
        <dgm:presLayoutVars>
          <dgm:bulletEnabled val="1"/>
        </dgm:presLayoutVars>
      </dgm:prSet>
      <dgm:spPr/>
    </dgm:pt>
  </dgm:ptLst>
  <dgm:cxnLst>
    <dgm:cxn modelId="{3F890C08-BCD5-4F01-947A-C3DB91E64E48}" type="presOf" srcId="{D29DB09E-008D-437D-85C0-422D33E45228}" destId="{48CCC477-2820-4C5F-92AA-30B77B778976}" srcOrd="0" destOrd="0" presId="urn:microsoft.com/office/officeart/2009/3/layout/DescendingProcess"/>
    <dgm:cxn modelId="{8026A910-97FF-48ED-9622-44B5590CD3E8}" type="presOf" srcId="{580FE319-DF0B-4AA8-A3A0-3AD888ADC0DD}" destId="{4928FDB4-CDA1-49CB-8177-DB77FBF2A9B4}" srcOrd="0" destOrd="0" presId="urn:microsoft.com/office/officeart/2009/3/layout/DescendingProcess"/>
    <dgm:cxn modelId="{63F20A2A-F1AB-41E0-A0AB-3561C9CCF74B}" srcId="{6B677A7B-8A66-4BD9-94CF-BF9CB8D50883}" destId="{37702668-C563-4D1E-BB25-7B84FAED652E}" srcOrd="4" destOrd="0" parTransId="{E0F412FA-2528-4FB8-B02C-296FC34536CF}" sibTransId="{B58FCDF0-47DB-4772-946C-B1068F6AB614}"/>
    <dgm:cxn modelId="{9C17A733-7332-48F7-BA42-AA9D7A041058}" type="presOf" srcId="{C7B88597-7836-46C6-8E65-F22B89E34519}" destId="{A658F744-9ABB-4905-8495-732FAC93B195}" srcOrd="0" destOrd="0" presId="urn:microsoft.com/office/officeart/2009/3/layout/DescendingProcess"/>
    <dgm:cxn modelId="{8BE5055D-02DB-4148-B51C-2B8A3943799F}" type="presOf" srcId="{04EF5D50-56FA-4201-A578-D8E2E2AF33FA}" destId="{AC6C46C6-7A39-4C49-B13D-4CD78A1FEE41}" srcOrd="0" destOrd="0" presId="urn:microsoft.com/office/officeart/2009/3/layout/DescendingProcess"/>
    <dgm:cxn modelId="{9E87014D-4D78-439F-8D92-E262288D6B1D}" srcId="{6B677A7B-8A66-4BD9-94CF-BF9CB8D50883}" destId="{D29DB09E-008D-437D-85C0-422D33E45228}" srcOrd="2" destOrd="0" parTransId="{40EAEBE6-21FD-4F5E-9E61-C1787400AC6C}" sibTransId="{7D89E215-ABC7-431D-9254-603156B62E4E}"/>
    <dgm:cxn modelId="{1B99B874-AE4D-4652-BF0E-839E04780310}" srcId="{6B677A7B-8A66-4BD9-94CF-BF9CB8D50883}" destId="{580FE319-DF0B-4AA8-A3A0-3AD888ADC0DD}" srcOrd="1" destOrd="0" parTransId="{33509B80-9CE6-4E7D-B13A-13B51B222F0F}" sibTransId="{C7B88597-7836-46C6-8E65-F22B89E34519}"/>
    <dgm:cxn modelId="{92B4677F-DC90-415D-B29C-BC0F37884029}" type="presOf" srcId="{7939ECF0-08EC-4783-951B-E1DA591A0EF2}" destId="{A1D1D464-45C0-40D9-A4BD-B79485AF9BF1}" srcOrd="0" destOrd="0" presId="urn:microsoft.com/office/officeart/2009/3/layout/DescendingProcess"/>
    <dgm:cxn modelId="{BE7C2FB9-7C79-4534-A0EF-54E941FDCED1}" type="presOf" srcId="{37702668-C563-4D1E-BB25-7B84FAED652E}" destId="{C5C7423F-52DD-4295-8273-A1FFAFCA9DAA}" srcOrd="0" destOrd="0" presId="urn:microsoft.com/office/officeart/2009/3/layout/DescendingProcess"/>
    <dgm:cxn modelId="{67C5EAB9-D4C6-4C05-BB5E-679E7859337C}" type="presOf" srcId="{6B677A7B-8A66-4BD9-94CF-BF9CB8D50883}" destId="{B74745A5-99D8-4C1C-80C5-4BC0AB89617A}" srcOrd="0" destOrd="0" presId="urn:microsoft.com/office/officeart/2009/3/layout/DescendingProcess"/>
    <dgm:cxn modelId="{899E57BE-D5E6-4260-95D6-ACFFF8D2A69F}" type="presOf" srcId="{7D89E215-ABC7-431D-9254-603156B62E4E}" destId="{E3021D45-46A6-493D-92E3-B5D3E7E4AD3B}" srcOrd="0" destOrd="0" presId="urn:microsoft.com/office/officeart/2009/3/layout/DescendingProcess"/>
    <dgm:cxn modelId="{BCE922D7-6F7D-40AB-AD30-2199591371AD}" srcId="{6B677A7B-8A66-4BD9-94CF-BF9CB8D50883}" destId="{0E6B2865-F771-4BAA-9851-AEB7662DB293}" srcOrd="3" destOrd="0" parTransId="{6AE296C1-FAAE-4A8F-9D70-EBCF72A6F385}" sibTransId="{7939ECF0-08EC-4783-951B-E1DA591A0EF2}"/>
    <dgm:cxn modelId="{5E5EF2E3-FB20-4955-9A4A-9396690F2EF8}" type="presOf" srcId="{0E6B2865-F771-4BAA-9851-AEB7662DB293}" destId="{5543258B-4273-4A69-B899-3FF65031CC76}" srcOrd="0" destOrd="0" presId="urn:microsoft.com/office/officeart/2009/3/layout/DescendingProcess"/>
    <dgm:cxn modelId="{481C35E5-2AF3-4CFE-8CB8-0ED980696CFD}" srcId="{6B677A7B-8A66-4BD9-94CF-BF9CB8D50883}" destId="{04EF5D50-56FA-4201-A578-D8E2E2AF33FA}" srcOrd="0" destOrd="0" parTransId="{855A7665-7717-4753-A424-DAF881031304}" sibTransId="{5B468722-2D43-4C46-9B1D-706C947DE7CE}"/>
    <dgm:cxn modelId="{903DADF1-E057-4DEF-8FD7-70E9B34AD18C}" type="presParOf" srcId="{B74745A5-99D8-4C1C-80C5-4BC0AB89617A}" destId="{EBD9311A-6D17-4723-A653-9102D996D063}" srcOrd="0" destOrd="0" presId="urn:microsoft.com/office/officeart/2009/3/layout/DescendingProcess"/>
    <dgm:cxn modelId="{2ED8E407-92BB-4AE3-AE9D-255FC7F2C14B}" type="presParOf" srcId="{B74745A5-99D8-4C1C-80C5-4BC0AB89617A}" destId="{AC6C46C6-7A39-4C49-B13D-4CD78A1FEE41}" srcOrd="1" destOrd="0" presId="urn:microsoft.com/office/officeart/2009/3/layout/DescendingProcess"/>
    <dgm:cxn modelId="{109481AB-EEE7-4156-9F4A-0E8DED23AAEC}" type="presParOf" srcId="{B74745A5-99D8-4C1C-80C5-4BC0AB89617A}" destId="{4928FDB4-CDA1-49CB-8177-DB77FBF2A9B4}" srcOrd="2" destOrd="0" presId="urn:microsoft.com/office/officeart/2009/3/layout/DescendingProcess"/>
    <dgm:cxn modelId="{613D49AE-301F-457D-B555-AE1B52F0E510}" type="presParOf" srcId="{B74745A5-99D8-4C1C-80C5-4BC0AB89617A}" destId="{1CF5B168-BE2B-40F3-A517-2B6A4B506832}" srcOrd="3" destOrd="0" presId="urn:microsoft.com/office/officeart/2009/3/layout/DescendingProcess"/>
    <dgm:cxn modelId="{37930D24-DE15-43C4-9776-A01826F936A2}" type="presParOf" srcId="{1CF5B168-BE2B-40F3-A517-2B6A4B506832}" destId="{A658F744-9ABB-4905-8495-732FAC93B195}" srcOrd="0" destOrd="0" presId="urn:microsoft.com/office/officeart/2009/3/layout/DescendingProcess"/>
    <dgm:cxn modelId="{D4628341-8E5E-4816-B831-FF8A52E5D8A8}" type="presParOf" srcId="{B74745A5-99D8-4C1C-80C5-4BC0AB89617A}" destId="{48CCC477-2820-4C5F-92AA-30B77B778976}" srcOrd="4" destOrd="0" presId="urn:microsoft.com/office/officeart/2009/3/layout/DescendingProcess"/>
    <dgm:cxn modelId="{148ABB38-3E76-480F-A9D7-D573F5FA012B}" type="presParOf" srcId="{B74745A5-99D8-4C1C-80C5-4BC0AB89617A}" destId="{B5A3C225-40CC-4BF6-A162-E8698EC47FCA}" srcOrd="5" destOrd="0" presId="urn:microsoft.com/office/officeart/2009/3/layout/DescendingProcess"/>
    <dgm:cxn modelId="{99473381-0851-408C-85D4-EF2030F54871}" type="presParOf" srcId="{B5A3C225-40CC-4BF6-A162-E8698EC47FCA}" destId="{E3021D45-46A6-493D-92E3-B5D3E7E4AD3B}" srcOrd="0" destOrd="0" presId="urn:microsoft.com/office/officeart/2009/3/layout/DescendingProcess"/>
    <dgm:cxn modelId="{A7C04F8D-549A-4518-BCBD-EF09995FCCDD}" type="presParOf" srcId="{B74745A5-99D8-4C1C-80C5-4BC0AB89617A}" destId="{5543258B-4273-4A69-B899-3FF65031CC76}" srcOrd="6" destOrd="0" presId="urn:microsoft.com/office/officeart/2009/3/layout/DescendingProcess"/>
    <dgm:cxn modelId="{D94A6ABA-935D-41FE-A80F-5894F38C9D78}" type="presParOf" srcId="{B74745A5-99D8-4C1C-80C5-4BC0AB89617A}" destId="{C9FDDDA0-922D-4838-A62A-EA8599F425C2}" srcOrd="7" destOrd="0" presId="urn:microsoft.com/office/officeart/2009/3/layout/DescendingProcess"/>
    <dgm:cxn modelId="{588D9276-C472-410D-A933-F64AC1E58360}" type="presParOf" srcId="{C9FDDDA0-922D-4838-A62A-EA8599F425C2}" destId="{A1D1D464-45C0-40D9-A4BD-B79485AF9BF1}" srcOrd="0" destOrd="0" presId="urn:microsoft.com/office/officeart/2009/3/layout/DescendingProcess"/>
    <dgm:cxn modelId="{1BF197C9-5755-4A5F-8EA3-597DE23A3EA0}" type="presParOf" srcId="{B74745A5-99D8-4C1C-80C5-4BC0AB89617A}" destId="{C5C7423F-52DD-4295-8273-A1FFAFCA9DAA}" srcOrd="8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9311A-6D17-4723-A653-9102D996D063}">
      <dsp:nvSpPr>
        <dsp:cNvPr id="0" name=""/>
        <dsp:cNvSpPr/>
      </dsp:nvSpPr>
      <dsp:spPr>
        <a:xfrm rot="4396374">
          <a:off x="1140968" y="880456"/>
          <a:ext cx="3819559" cy="2663666"/>
        </a:xfrm>
        <a:prstGeom prst="swooshArrow">
          <a:avLst>
            <a:gd name="adj1" fmla="val 16310"/>
            <a:gd name="adj2" fmla="val 313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3">
              <a:hueOff val="0"/>
              <a:satOff val="0"/>
              <a:lumOff val="0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58F744-9ABB-4905-8495-732FAC93B195}">
      <dsp:nvSpPr>
        <dsp:cNvPr id="0" name=""/>
        <dsp:cNvSpPr/>
      </dsp:nvSpPr>
      <dsp:spPr>
        <a:xfrm>
          <a:off x="2571787" y="1228263"/>
          <a:ext cx="96455" cy="96455"/>
        </a:xfrm>
        <a:prstGeom prst="ellipse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3">
              <a:tint val="60000"/>
              <a:hueOff val="0"/>
              <a:satOff val="0"/>
              <a:lumOff val="0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E3021D45-46A6-493D-92E3-B5D3E7E4AD3B}">
      <dsp:nvSpPr>
        <dsp:cNvPr id="0" name=""/>
        <dsp:cNvSpPr/>
      </dsp:nvSpPr>
      <dsp:spPr>
        <a:xfrm>
          <a:off x="3232244" y="1760982"/>
          <a:ext cx="96455" cy="96455"/>
        </a:xfrm>
        <a:prstGeom prst="ellipse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3">
              <a:tint val="60000"/>
              <a:hueOff val="0"/>
              <a:satOff val="0"/>
              <a:lumOff val="0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A1D1D464-45C0-40D9-A4BD-B79485AF9BF1}">
      <dsp:nvSpPr>
        <dsp:cNvPr id="0" name=""/>
        <dsp:cNvSpPr/>
      </dsp:nvSpPr>
      <dsp:spPr>
        <a:xfrm>
          <a:off x="3727221" y="2383963"/>
          <a:ext cx="96455" cy="96455"/>
        </a:xfrm>
        <a:prstGeom prst="ellipse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3">
              <a:tint val="60000"/>
              <a:hueOff val="0"/>
              <a:satOff val="0"/>
              <a:lumOff val="0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AC6C46C6-7A39-4C49-B13D-4CD78A1FEE41}">
      <dsp:nvSpPr>
        <dsp:cNvPr id="0" name=""/>
        <dsp:cNvSpPr/>
      </dsp:nvSpPr>
      <dsp:spPr>
        <a:xfrm>
          <a:off x="884915" y="0"/>
          <a:ext cx="1800804" cy="707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Raw Words</a:t>
          </a:r>
        </a:p>
      </dsp:txBody>
      <dsp:txXfrm>
        <a:off x="884915" y="0"/>
        <a:ext cx="1800804" cy="707932"/>
      </dsp:txXfrm>
    </dsp:sp>
    <dsp:sp modelId="{4928FDB4-CDA1-49CB-8177-DB77FBF2A9B4}">
      <dsp:nvSpPr>
        <dsp:cNvPr id="0" name=""/>
        <dsp:cNvSpPr/>
      </dsp:nvSpPr>
      <dsp:spPr>
        <a:xfrm>
          <a:off x="2944457" y="841841"/>
          <a:ext cx="2628200" cy="707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Syntax (Structure)</a:t>
          </a:r>
        </a:p>
      </dsp:txBody>
      <dsp:txXfrm>
        <a:off x="2944457" y="841841"/>
        <a:ext cx="2628200" cy="707932"/>
      </dsp:txXfrm>
    </dsp:sp>
    <dsp:sp modelId="{48CCC477-2820-4C5F-92AA-30B77B778976}">
      <dsp:nvSpPr>
        <dsp:cNvPr id="0" name=""/>
        <dsp:cNvSpPr/>
      </dsp:nvSpPr>
      <dsp:spPr>
        <a:xfrm>
          <a:off x="1225565" y="1751082"/>
          <a:ext cx="2092826" cy="707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Semantics (Meaning)</a:t>
          </a:r>
        </a:p>
      </dsp:txBody>
      <dsp:txXfrm>
        <a:off x="1225565" y="1751082"/>
        <a:ext cx="2092826" cy="707932"/>
      </dsp:txXfrm>
    </dsp:sp>
    <dsp:sp modelId="{5543258B-4273-4A69-B899-3FF65031CC76}">
      <dsp:nvSpPr>
        <dsp:cNvPr id="0" name=""/>
        <dsp:cNvSpPr/>
      </dsp:nvSpPr>
      <dsp:spPr>
        <a:xfrm>
          <a:off x="4083080" y="2015474"/>
          <a:ext cx="1606122" cy="707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 </a:t>
          </a:r>
        </a:p>
      </dsp:txBody>
      <dsp:txXfrm>
        <a:off x="4083080" y="2015474"/>
        <a:ext cx="1606122" cy="707932"/>
      </dsp:txXfrm>
    </dsp:sp>
    <dsp:sp modelId="{C5C7423F-52DD-4295-8273-A1FFAFCA9DAA}">
      <dsp:nvSpPr>
        <dsp:cNvPr id="0" name=""/>
        <dsp:cNvSpPr/>
      </dsp:nvSpPr>
      <dsp:spPr>
        <a:xfrm>
          <a:off x="3461866" y="3874190"/>
          <a:ext cx="2433519" cy="428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 </a:t>
          </a:r>
          <a:endParaRPr lang="en-US" sz="1800" kern="1200" dirty="0">
            <a:solidFill>
              <a:srgbClr val="E16D6D"/>
            </a:solidFill>
          </a:endParaRPr>
        </a:p>
      </dsp:txBody>
      <dsp:txXfrm>
        <a:off x="3461866" y="3874190"/>
        <a:ext cx="2433519" cy="4287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9311A-6D17-4723-A653-9102D996D063}">
      <dsp:nvSpPr>
        <dsp:cNvPr id="0" name=""/>
        <dsp:cNvSpPr/>
      </dsp:nvSpPr>
      <dsp:spPr>
        <a:xfrm rot="4396374">
          <a:off x="1140968" y="880456"/>
          <a:ext cx="3819559" cy="2663666"/>
        </a:xfrm>
        <a:prstGeom prst="swooshArrow">
          <a:avLst>
            <a:gd name="adj1" fmla="val 16310"/>
            <a:gd name="adj2" fmla="val 313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3">
              <a:hueOff val="0"/>
              <a:satOff val="0"/>
              <a:lumOff val="0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58F744-9ABB-4905-8495-732FAC93B195}">
      <dsp:nvSpPr>
        <dsp:cNvPr id="0" name=""/>
        <dsp:cNvSpPr/>
      </dsp:nvSpPr>
      <dsp:spPr>
        <a:xfrm>
          <a:off x="2571787" y="1228263"/>
          <a:ext cx="96455" cy="96455"/>
        </a:xfrm>
        <a:prstGeom prst="ellipse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3">
              <a:tint val="60000"/>
              <a:hueOff val="0"/>
              <a:satOff val="0"/>
              <a:lumOff val="0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E3021D45-46A6-493D-92E3-B5D3E7E4AD3B}">
      <dsp:nvSpPr>
        <dsp:cNvPr id="0" name=""/>
        <dsp:cNvSpPr/>
      </dsp:nvSpPr>
      <dsp:spPr>
        <a:xfrm>
          <a:off x="3232244" y="1760982"/>
          <a:ext cx="96455" cy="96455"/>
        </a:xfrm>
        <a:prstGeom prst="ellipse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3">
              <a:tint val="60000"/>
              <a:hueOff val="0"/>
              <a:satOff val="0"/>
              <a:lumOff val="0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A1D1D464-45C0-40D9-A4BD-B79485AF9BF1}">
      <dsp:nvSpPr>
        <dsp:cNvPr id="0" name=""/>
        <dsp:cNvSpPr/>
      </dsp:nvSpPr>
      <dsp:spPr>
        <a:xfrm>
          <a:off x="3727221" y="2383963"/>
          <a:ext cx="96455" cy="96455"/>
        </a:xfrm>
        <a:prstGeom prst="ellipse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5240" dir="5400000" algn="tl" rotWithShape="0">
            <a:srgbClr val="000000">
              <a:alpha val="75000"/>
            </a:srgbClr>
          </a:outerShdw>
        </a:effectLst>
        <a:scene3d>
          <a:camera prst="orthographicFront">
            <a:rot lat="0" lon="0" rev="0"/>
          </a:camera>
          <a:lightRig rig="brightRoom" dir="tl"/>
        </a:scene3d>
        <a:sp3d contourW="9525" prstMaterial="flat">
          <a:bevelT w="0" h="0" prst="coolSlant"/>
          <a:contourClr>
            <a:schemeClr val="accent3">
              <a:tint val="60000"/>
              <a:hueOff val="0"/>
              <a:satOff val="0"/>
              <a:lumOff val="0"/>
              <a:alphaOff val="0"/>
              <a:shade val="35000"/>
              <a:satMod val="13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AC6C46C6-7A39-4C49-B13D-4CD78A1FEE41}">
      <dsp:nvSpPr>
        <dsp:cNvPr id="0" name=""/>
        <dsp:cNvSpPr/>
      </dsp:nvSpPr>
      <dsp:spPr>
        <a:xfrm>
          <a:off x="884915" y="0"/>
          <a:ext cx="1800804" cy="707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Raw Words</a:t>
          </a:r>
        </a:p>
      </dsp:txBody>
      <dsp:txXfrm>
        <a:off x="884915" y="0"/>
        <a:ext cx="1800804" cy="707932"/>
      </dsp:txXfrm>
    </dsp:sp>
    <dsp:sp modelId="{4928FDB4-CDA1-49CB-8177-DB77FBF2A9B4}">
      <dsp:nvSpPr>
        <dsp:cNvPr id="0" name=""/>
        <dsp:cNvSpPr/>
      </dsp:nvSpPr>
      <dsp:spPr>
        <a:xfrm>
          <a:off x="2944457" y="841841"/>
          <a:ext cx="2628200" cy="707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Syntax (Structure)</a:t>
          </a:r>
        </a:p>
      </dsp:txBody>
      <dsp:txXfrm>
        <a:off x="2944457" y="841841"/>
        <a:ext cx="2628200" cy="707932"/>
      </dsp:txXfrm>
    </dsp:sp>
    <dsp:sp modelId="{48CCC477-2820-4C5F-92AA-30B77B778976}">
      <dsp:nvSpPr>
        <dsp:cNvPr id="0" name=""/>
        <dsp:cNvSpPr/>
      </dsp:nvSpPr>
      <dsp:spPr>
        <a:xfrm>
          <a:off x="1225565" y="1751082"/>
          <a:ext cx="2092826" cy="707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Semantics (Meaning)</a:t>
          </a:r>
        </a:p>
      </dsp:txBody>
      <dsp:txXfrm>
        <a:off x="1225565" y="1751082"/>
        <a:ext cx="2092826" cy="707932"/>
      </dsp:txXfrm>
    </dsp:sp>
    <dsp:sp modelId="{5543258B-4273-4A69-B899-3FF65031CC76}">
      <dsp:nvSpPr>
        <dsp:cNvPr id="0" name=""/>
        <dsp:cNvSpPr/>
      </dsp:nvSpPr>
      <dsp:spPr>
        <a:xfrm>
          <a:off x="4083080" y="2015474"/>
          <a:ext cx="1606122" cy="707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Pragmatics</a:t>
          </a:r>
        </a:p>
      </dsp:txBody>
      <dsp:txXfrm>
        <a:off x="4083080" y="2015474"/>
        <a:ext cx="1606122" cy="707932"/>
      </dsp:txXfrm>
    </dsp:sp>
    <dsp:sp modelId="{C5C7423F-52DD-4295-8273-A1FFAFCA9DAA}">
      <dsp:nvSpPr>
        <dsp:cNvPr id="0" name=""/>
        <dsp:cNvSpPr/>
      </dsp:nvSpPr>
      <dsp:spPr>
        <a:xfrm>
          <a:off x="3461866" y="3874190"/>
          <a:ext cx="2433519" cy="428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rgbClr val="E16D6D"/>
              </a:solidFill>
              <a:latin typeface="Segoe UI" panose="020B0502040204020203" pitchFamily="34" charset="0"/>
              <a:cs typeface="Segoe UI" panose="020B0502040204020203" pitchFamily="34" charset="0"/>
            </a:rPr>
            <a:t>Discourse</a:t>
          </a:r>
          <a:endParaRPr lang="en-US" sz="1800" kern="1200" dirty="0">
            <a:solidFill>
              <a:srgbClr val="E16D6D"/>
            </a:solidFill>
          </a:endParaRPr>
        </a:p>
      </dsp:txBody>
      <dsp:txXfrm>
        <a:off x="3461866" y="3874190"/>
        <a:ext cx="2433519" cy="4287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ECE86-3A9E-451C-B628-D8723CA8B0D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FE4E0-99C2-4C7B-9FAA-C1CC54635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61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A13258-6E53-4C80-83B5-0E8BFFF081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15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899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2DD5A-AFC4-A25F-44E7-08CA92307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444AB-E885-C116-4903-02F038B17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0411EF-DE4D-16B6-25CC-FFB360D8C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CE22C-068D-7C08-5628-CD9C2B83BB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21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E96A3-B838-7B76-59FE-B74D32D37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DB66A8-E2E0-9529-61F8-5058FF75C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957B1-6E4F-54CC-84E1-15683A14A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8E7F8-2D4B-D21F-F94A-D3596D0EF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10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DBF40-361C-30FB-4D24-C2590CDC1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55657-E43C-637D-6E66-B8EAA04DD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3866BF-108D-623B-8902-45ABBE822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1ECC2-5620-449F-0C57-ACB915913F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81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C5321-5D28-277C-E7A0-D53FF5B03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86ECF-AB8F-927E-ABA3-9E5AB39DD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9E8229-39EA-4E46-9E7C-B2C1C17DA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4973A-9896-A0DC-B9ED-328A25092B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03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DC027-EF84-02BB-6A47-427D5383B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DFCA2-DA7E-E8EE-9E2B-7CFC2FD73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1036FA-5F44-4FDB-DA3E-B8B229E9A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AB136-5C82-2687-F7D2-05B280AE4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8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78570-464F-AE1F-77A3-010EF4110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81BA1-0CFF-0FCD-6CB5-A21B91EBD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C54887-E1E4-F037-EB62-57ACC43C1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4DE4F-0D28-3646-C050-46BB8A668D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493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BA254-401C-A81F-597B-D9F5EA7C3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3824E0-9DE0-1675-3CB8-19396E11F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EEA672-E991-20E3-EA04-33EAAED9E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BC1E3-9B60-5F16-A2FD-7461AF51D5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97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16E4-D251-EDBC-DDF2-DD2877D44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886326-F17E-849E-8948-715F7CACF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F3937-5501-24CE-2F24-A807B0638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99FE-16C5-76A8-4EC3-CE6D61F718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06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2420D-F491-EE6A-8389-A9FCED342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5DEA6-EE78-083D-56AA-E94B09831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B770C-704E-3A42-B537-5225424CD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Scientific computing</a:t>
            </a:r>
            <a:r>
              <a:rPr lang="en-US" dirty="0"/>
              <a:t> involves using computational methods to solve complex scientific and mathematical problems.</a:t>
            </a:r>
          </a:p>
          <a:p>
            <a:r>
              <a:rPr lang="en-US" dirty="0"/>
              <a:t>Numeric (1995):</a:t>
            </a:r>
          </a:p>
          <a:p>
            <a:r>
              <a:rPr lang="en-US" dirty="0"/>
              <a:t>First version was called "Numeric" or "Numerical Python"</a:t>
            </a:r>
          </a:p>
          <a:p>
            <a:r>
              <a:rPr lang="en-US" dirty="0"/>
              <a:t>Created by Jim </a:t>
            </a:r>
            <a:r>
              <a:rPr lang="en-US" dirty="0" err="1"/>
              <a:t>Hugunin</a:t>
            </a:r>
            <a:r>
              <a:rPr lang="en-US" dirty="0"/>
              <a:t> at MIT</a:t>
            </a:r>
          </a:p>
          <a:p>
            <a:endParaRPr lang="en-US" dirty="0"/>
          </a:p>
          <a:p>
            <a:r>
              <a:rPr lang="en-US" dirty="0"/>
              <a:t>Evolution to </a:t>
            </a:r>
            <a:r>
              <a:rPr lang="en-US" dirty="0" err="1"/>
              <a:t>NumPy</a:t>
            </a:r>
            <a:r>
              <a:rPr lang="en-US" dirty="0"/>
              <a:t> (2006):</a:t>
            </a:r>
          </a:p>
          <a:p>
            <a:r>
              <a:rPr lang="en-US" dirty="0"/>
              <a:t>Travis Oliphant led the creation of </a:t>
            </a:r>
            <a:r>
              <a:rPr lang="en-US" dirty="0" err="1"/>
              <a:t>NumPy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D9C1F-2F1D-12AE-A48D-EC7CF84EE1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06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044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1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4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813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9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5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5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21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34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3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99581-E6DA-A087-25B7-D388200DD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40" y="2281028"/>
            <a:ext cx="9418320" cy="1940814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Summer of Code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Artificial Intelligence</a:t>
            </a:r>
            <a:br>
              <a:rPr lang="en-US" sz="4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(Machine Learning &amp; Deep Learning)</a:t>
            </a:r>
            <a:endParaRPr lang="en-US" sz="4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143E3-D58C-EF6B-7201-CA43E3F6C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4690522"/>
            <a:ext cx="4709160" cy="1073671"/>
          </a:xfrm>
        </p:spPr>
        <p:txBody>
          <a:bodyPr>
            <a:normAutofit/>
          </a:bodyPr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Instructor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Wajahat Ullah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 Assistant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(DIP Lab)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8220163-3D24-35D9-099A-1EE7AD5D8507}"/>
              </a:ext>
            </a:extLst>
          </p:cNvPr>
          <p:cNvSpPr txBox="1">
            <a:spLocks/>
          </p:cNvSpPr>
          <p:nvPr/>
        </p:nvSpPr>
        <p:spPr>
          <a:xfrm>
            <a:off x="6096000" y="4690522"/>
            <a:ext cx="4709160" cy="107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200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Duration</a:t>
            </a:r>
            <a:b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Months</a:t>
            </a:r>
            <a:b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(September – November)</a:t>
            </a:r>
          </a:p>
        </p:txBody>
      </p:sp>
      <p:pic>
        <p:nvPicPr>
          <p:cNvPr id="9" name="Picture 8" descr="A logo with a sun and a laurel wreath&#10;&#10;AI-generated content may be incorrect.">
            <a:extLst>
              <a:ext uri="{FF2B5EF4-FFF2-40B4-BE49-F238E27FC236}">
                <a16:creationId xmlns:a16="http://schemas.microsoft.com/office/drawing/2014/main" id="{3ADBB9F1-F1A4-490F-36F0-0633244FD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090" y="72457"/>
            <a:ext cx="154382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019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AD579EA-4F95-F5F8-18D1-98448634C731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/>
          <a:srcRect l="33775" r="31805"/>
          <a:stretch>
            <a:fillRect/>
          </a:stretch>
        </p:blipFill>
        <p:spPr bwMode="auto">
          <a:xfrm>
            <a:off x="0" y="0"/>
            <a:ext cx="41964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F54CCF-B8FC-00AC-994C-65096C56E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878" y="459815"/>
            <a:ext cx="6931922" cy="1675623"/>
          </a:xfrm>
        </p:spPr>
        <p:txBody>
          <a:bodyPr anchor="b">
            <a:normAutofit/>
          </a:bodyPr>
          <a:lstStyle/>
          <a:p>
            <a: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Day 03 – Deep Learning</a:t>
            </a:r>
            <a:br>
              <a:rPr lang="en-US" sz="36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(Natural Language Processing)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A044-F283-AA13-92C2-38B0E3D12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878" y="2493649"/>
            <a:ext cx="6798539" cy="42805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Objectives: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Natural Language Processing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Syntax, Semantics, Pragmatics, Discourse</a:t>
            </a:r>
          </a:p>
          <a:p>
            <a:pPr marL="346075" indent="-346075">
              <a:buFont typeface="Wingdings" panose="05000000000000000000" pitchFamily="2" charset="2"/>
              <a:buChar char="v"/>
            </a:pP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3422069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B57A06-06EC-A1CC-8739-C3754EE127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641"/>
          <a:stretch>
            <a:fillRect/>
          </a:stretch>
        </p:blipFill>
        <p:spPr>
          <a:xfrm>
            <a:off x="2850776" y="4817909"/>
            <a:ext cx="1176280" cy="17208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Natural Language Processing (NLP)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6" y="930275"/>
            <a:ext cx="5042442" cy="560848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NLP is the discipline of building machines that can manipulate human language in the way that it is written, spoken, and organized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NLP can be divided into two overlapping subfields:</a:t>
            </a:r>
          </a:p>
          <a:p>
            <a:pPr lvl="1" algn="just">
              <a:lnSpc>
                <a:spcPct val="100000"/>
              </a:lnSpc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Natural Language Understanding (NLU)</a:t>
            </a:r>
          </a:p>
          <a:p>
            <a:pPr lvl="1" algn="just">
              <a:lnSpc>
                <a:spcPct val="100000"/>
              </a:lnSpc>
            </a:pPr>
            <a:r>
              <a:rPr lang="en-US" sz="1800" b="1" dirty="0">
                <a:latin typeface="Segoe UI" panose="020B0502040204020203" pitchFamily="34" charset="0"/>
                <a:cs typeface="Segoe UI" panose="020B0502040204020203" pitchFamily="34" charset="0"/>
              </a:rPr>
              <a:t>Natural Language Generation (NLG)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It is separate from speech recognition.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It is integral part of everyday life.</a:t>
            </a:r>
          </a:p>
        </p:txBody>
      </p:sp>
      <p:pic>
        <p:nvPicPr>
          <p:cNvPr id="1026" name="Picture 2" descr="Common Natural Language Processing tasks [27]. | Download Scientific ...">
            <a:extLst>
              <a:ext uri="{FF2B5EF4-FFF2-40B4-BE49-F238E27FC236}">
                <a16:creationId xmlns:a16="http://schemas.microsoft.com/office/drawing/2014/main" id="{0C58FB6A-90E6-C7D3-7B4C-AB00A821C4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24" t="18451" r="13178" b="6262"/>
          <a:stretch>
            <a:fillRect/>
          </a:stretch>
        </p:blipFill>
        <p:spPr bwMode="auto">
          <a:xfrm>
            <a:off x="6068292" y="815603"/>
            <a:ext cx="4996872" cy="3604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51957E-651A-2E73-9495-179AB4E4E1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4399" y="4890934"/>
            <a:ext cx="1574798" cy="15747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431C64-67C9-4BF3-D05D-B7F3B256DEEF}"/>
              </a:ext>
            </a:extLst>
          </p:cNvPr>
          <p:cNvSpPr txBox="1"/>
          <p:nvPr/>
        </p:nvSpPr>
        <p:spPr>
          <a:xfrm>
            <a:off x="4552300" y="5461191"/>
            <a:ext cx="6571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Siri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990354-77D0-82AC-BB2B-92F449EA742F}"/>
              </a:ext>
            </a:extLst>
          </p:cNvPr>
          <p:cNvSpPr txBox="1"/>
          <p:nvPr/>
        </p:nvSpPr>
        <p:spPr>
          <a:xfrm>
            <a:off x="1412562" y="5461191"/>
            <a:ext cx="14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ChatGPT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C3F871-509E-248C-7220-975559AE922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744440" y="4890934"/>
            <a:ext cx="1574798" cy="1574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10148-467E-CA99-0A77-73567B905A66}"/>
              </a:ext>
            </a:extLst>
          </p:cNvPr>
          <p:cNvSpPr txBox="1"/>
          <p:nvPr/>
        </p:nvSpPr>
        <p:spPr>
          <a:xfrm>
            <a:off x="7529043" y="5461191"/>
            <a:ext cx="1215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Gemini</a:t>
            </a:r>
            <a:endParaRPr lang="en-US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903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AC33A-F235-4472-0875-66C90E5B8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E6E88-DCF8-A075-7C4B-C1112D6E2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Applications of NLP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EDB09F3-ED13-8985-2019-1405AA11DA9B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NLP is used for a wide variety of language-related tasks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CBE84F-D8CA-3E41-D90B-615BE4CDCA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434353" y="1959995"/>
            <a:ext cx="8327992" cy="469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5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B6A4B-7FC8-A331-65A8-2AB12F703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4963A-F471-2794-D8BE-B756561B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Applications of NLP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1F25C2B-B6EE-3AF9-D52D-2E3A06F26BE5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NLP is used for a wide variety of language-related tasks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1ED4E-FE74-9590-977F-43894EE24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222" y="1986863"/>
            <a:ext cx="8330184" cy="469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46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65FD-C116-4FB7-0E60-8AB966F8F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19384-2039-158C-55FE-9D7DFB68D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Applications of NLP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CB3390E-1C69-6850-444D-1AE91AC84240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NLP is used for a wide variety of language-related tasks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BEB3AE-5C48-706A-4DC5-B14E969F00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21222" y="1988217"/>
            <a:ext cx="8330184" cy="469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359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41E97-5568-5626-CD7E-A978DB585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0DF1-9B69-0F45-FE70-E4D9C4EA2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Applications of NLP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CD76549-2863-C004-9B9B-0165DBCD4299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NLP is used for a wide variety of language-related tasks</a:t>
            </a:r>
          </a:p>
        </p:txBody>
      </p:sp>
      <p:pic>
        <p:nvPicPr>
          <p:cNvPr id="1030" name="Picture 6" descr="As easy as Google Translate | Big Translation">
            <a:extLst>
              <a:ext uri="{FF2B5EF4-FFF2-40B4-BE49-F238E27FC236}">
                <a16:creationId xmlns:a16="http://schemas.microsoft.com/office/drawing/2014/main" id="{7277C752-4E72-5793-4412-6F37CC7484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5" b="14217"/>
          <a:stretch>
            <a:fillRect/>
          </a:stretch>
        </p:blipFill>
        <p:spPr bwMode="auto">
          <a:xfrm>
            <a:off x="1433257" y="2148228"/>
            <a:ext cx="8330184" cy="3768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1AF4B9D-52D6-3964-7B34-7B25493638F8}"/>
              </a:ext>
            </a:extLst>
          </p:cNvPr>
          <p:cNvSpPr txBox="1">
            <a:spLocks/>
          </p:cNvSpPr>
          <p:nvPr/>
        </p:nvSpPr>
        <p:spPr>
          <a:xfrm>
            <a:off x="3935288" y="2148228"/>
            <a:ext cx="3326124" cy="4718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dirty="0">
                <a:solidFill>
                  <a:srgbClr val="367FF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Machine Translation</a:t>
            </a:r>
          </a:p>
        </p:txBody>
      </p:sp>
    </p:spTree>
    <p:extLst>
      <p:ext uri="{BB962C8B-B14F-4D97-AF65-F5344CB8AC3E}">
        <p14:creationId xmlns:p14="http://schemas.microsoft.com/office/powerpoint/2010/main" val="3929333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1583B-E06E-EBA4-F8EB-62134715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B098-A16F-289E-3536-93AB9BA5A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Applications of NLP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327BA0A-C069-D1F1-38AD-8D5C0D9A5106}"/>
              </a:ext>
            </a:extLst>
          </p:cNvPr>
          <p:cNvSpPr txBox="1">
            <a:spLocks/>
          </p:cNvSpPr>
          <p:nvPr/>
        </p:nvSpPr>
        <p:spPr>
          <a:xfrm>
            <a:off x="600973" y="1145428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NLP is used for a wide variety of language-related tasks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240C39-83CC-197D-8F3E-27D18EAF0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257" y="1933599"/>
            <a:ext cx="8330184" cy="468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505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701A7-33F9-B434-FBA3-0081C44F3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01A80-64E1-D9D4-B459-2AA5D3CD4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Understanding Language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718CE3C-876B-8B47-2C15-6F7B7389C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76" y="930275"/>
            <a:ext cx="5853612" cy="560848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Syntax (Structure)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Rules that governs the structure of sentences (Grammar).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It's about whether a sentence is correctly formed.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NLP Task: Parsing (creating a parse tree to understand sentence structure).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Semantics (Meaning)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Meaning derived from words, phrases, and sentences.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What does this word or sentence mean?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NLP Task: Word Sense Disambiguation.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79FE983-382B-0B2A-9F9D-618E53A16A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1448341"/>
              </p:ext>
            </p:extLst>
          </p:nvPr>
        </p:nvGraphicFramePr>
        <p:xfrm>
          <a:off x="5555130" y="1486709"/>
          <a:ext cx="6636870" cy="4424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61544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24D70-3979-550F-AB3F-081919A17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9457-756E-EA13-BCFB-C2BB67B65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Understanding Language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BE199CE-FBE6-CCBD-1E86-CADBBA87D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76" y="930275"/>
            <a:ext cx="5467316" cy="560848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Pragmatics (Context)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How context contributes to meaning. It goes beyond the literal meaning to understand intent and implied meaning.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The meaning depends on the situation, the speaker, and the listener.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Discourse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Study of language beyond the single sentence. It looks at how sentences connect to form a coherent, meaningful whole.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20C8138-D7EF-9325-43A1-8326A699B7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569942"/>
              </p:ext>
            </p:extLst>
          </p:nvPr>
        </p:nvGraphicFramePr>
        <p:xfrm>
          <a:off x="5555130" y="1486709"/>
          <a:ext cx="6636870" cy="4424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0975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A532-C1FD-31EC-9559-0BC9939F0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7872-F288-11D8-6E4E-A7C949798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625653"/>
            <a:ext cx="9994753" cy="626283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How NLP Works?</a:t>
            </a:r>
            <a:b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Data Preprocessing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0BADB8E-598D-A883-53AB-D9C27250E50F}"/>
              </a:ext>
            </a:extLst>
          </p:cNvPr>
          <p:cNvSpPr txBox="1">
            <a:spLocks/>
          </p:cNvSpPr>
          <p:nvPr/>
        </p:nvSpPr>
        <p:spPr>
          <a:xfrm>
            <a:off x="600973" y="1538806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Raw Text is Messy! It's full of noise (punctuation, HTML tags), variations, and extremely common words that add little meaning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806828C-945A-D56D-C154-F1A7B23CC371}"/>
              </a:ext>
            </a:extLst>
          </p:cNvPr>
          <p:cNvGrpSpPr/>
          <p:nvPr/>
        </p:nvGrpSpPr>
        <p:grpSpPr>
          <a:xfrm>
            <a:off x="1102439" y="2165089"/>
            <a:ext cx="8991820" cy="4343202"/>
            <a:chOff x="1102439" y="2165089"/>
            <a:chExt cx="8991820" cy="434320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8861B02-691F-AF4B-ACB9-AEACFE14B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20000"/>
                      </a14:imgEffect>
                    </a14:imgLayer>
                  </a14:imgProps>
                </a:ext>
              </a:extLst>
            </a:blip>
            <a:srcRect t="13310"/>
            <a:stretch>
              <a:fillRect/>
            </a:stretch>
          </p:blipFill>
          <p:spPr>
            <a:xfrm>
              <a:off x="1102439" y="2165089"/>
              <a:ext cx="8991820" cy="434320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60F3F7-7FC9-C5C6-8541-78FFF4A783FD}"/>
                </a:ext>
              </a:extLst>
            </p:cNvPr>
            <p:cNvSpPr/>
            <p:nvPr/>
          </p:nvSpPr>
          <p:spPr>
            <a:xfrm>
              <a:off x="1461247" y="5602941"/>
              <a:ext cx="1461247" cy="76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0326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1E061-BE12-74CB-9D43-21B1CAEA2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9F52-C9E1-9A14-DD90-FD750534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3" y="303992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NLTK vs spaCy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FDF542B-52F1-0A0E-213E-B2A191D89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976" y="930275"/>
            <a:ext cx="4535800" cy="560848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Natural Language Toolkit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Great for teaching, research, and trying out many algorithms. It's a toolkit.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spaCy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Designed for real-world applications. It's fast, efficient, and provides a consistent API for a full pipeline.</a:t>
            </a:r>
          </a:p>
          <a:p>
            <a:pPr algn="just">
              <a:lnSpc>
                <a:spcPct val="100000"/>
              </a:lnSpc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78AC81-2A53-2D3C-3CD0-2B330BDBD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570" y="1362635"/>
            <a:ext cx="5281070" cy="413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566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CB14-78A5-ABB1-1CBD-9F9057E17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7B650-B587-E69D-11FA-7E0F7B6ED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 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B2A9478-5296-32F6-7499-25C86EB35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167291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2932</TotalTime>
  <Words>940</Words>
  <Application>Microsoft Office PowerPoint</Application>
  <PresentationFormat>Widescreen</PresentationFormat>
  <Paragraphs>144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Century Schoolbook</vt:lpstr>
      <vt:lpstr>Segoe UI</vt:lpstr>
      <vt:lpstr>Tahoma</vt:lpstr>
      <vt:lpstr>Wingdings</vt:lpstr>
      <vt:lpstr>Wingdings 2</vt:lpstr>
      <vt:lpstr>View</vt:lpstr>
      <vt:lpstr>Summer of Code Artificial Intelligence (Machine Learning &amp; Deep Learning)</vt:lpstr>
      <vt:lpstr>Day 03 – Deep Learning (Natural Language Processing)</vt:lpstr>
      <vt:lpstr>Natural Language Processing (NLP)</vt:lpstr>
      <vt:lpstr>Applications of NLP</vt:lpstr>
      <vt:lpstr>Applications of NLP</vt:lpstr>
      <vt:lpstr>Applications of NLP</vt:lpstr>
      <vt:lpstr>Applications of NLP</vt:lpstr>
      <vt:lpstr>Applications of NLP</vt:lpstr>
      <vt:lpstr>Understanding Language</vt:lpstr>
      <vt:lpstr>Understanding Language</vt:lpstr>
      <vt:lpstr>How NLP Works? Data Preprocessing</vt:lpstr>
      <vt:lpstr>NLTK vs spaCy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Wajahat Ullah</dc:creator>
  <cp:keywords/>
  <dc:description>generated using python-pptx</dc:description>
  <cp:lastModifiedBy>Wajahat Ullah</cp:lastModifiedBy>
  <cp:revision>74</cp:revision>
  <dcterms:created xsi:type="dcterms:W3CDTF">2013-01-27T09:14:16Z</dcterms:created>
  <dcterms:modified xsi:type="dcterms:W3CDTF">2025-10-29T11:43:02Z</dcterms:modified>
  <cp:category/>
</cp:coreProperties>
</file>